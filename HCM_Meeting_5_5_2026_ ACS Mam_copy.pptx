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300" r:id="rId3"/>
    <p:sldId id="379" r:id="rId4"/>
    <p:sldId id="382" r:id="rId5"/>
    <p:sldId id="380" r:id="rId6"/>
    <p:sldId id="347" r:id="rId7"/>
    <p:sldId id="348" r:id="rId8"/>
    <p:sldId id="367" r:id="rId9"/>
    <p:sldId id="368" r:id="rId10"/>
    <p:sldId id="370" r:id="rId11"/>
    <p:sldId id="381" r:id="rId12"/>
    <p:sldId id="371" r:id="rId13"/>
    <p:sldId id="363" r:id="rId14"/>
    <p:sldId id="364" r:id="rId15"/>
    <p:sldId id="374" r:id="rId16"/>
    <p:sldId id="375" r:id="rId17"/>
    <p:sldId id="377" r:id="rId18"/>
    <p:sldId id="365" r:id="rId19"/>
    <p:sldId id="350" r:id="rId20"/>
    <p:sldId id="366" r:id="rId21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313"/>
    <a:srgbClr val="156082"/>
    <a:srgbClr val="337C3D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20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deloitte-my.sharepoint.com/personal/sanjgiri_deloitte_com/Documents/HCM_Meeting_data_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ndeloitte-my.sharepoint.com/personal/sanjgiri_deloitte_com/Documents/HCM_Meeting_data_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indeloitte-my.sharepoint.com/personal/viverma_ext_deloitte_com/Documents/Microsoft%20Teams%20Chat%20Files/HCM_Meeting_data_sheet%2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indeloitte-my.sharepoint.com/personal/viverma_ext_deloitte_com/Documents/Microsoft%20Teams%20Chat%20Files/HCM_Meeting_data_sheet%20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Revenue(In Cr.)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Revenue(In Cr.)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Sheet5!$A$2:$A$6</c:f>
              <c:strCache>
                <c:ptCount val="5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</c:strCache>
            </c:strRef>
          </c:cat>
          <c:val>
            <c:numRef>
              <c:f>Sheet5!$B$2:$B$6</c:f>
              <c:numCache>
                <c:formatCode>0</c:formatCode>
                <c:ptCount val="5"/>
                <c:pt idx="0">
                  <c:v>6394.89</c:v>
                </c:pt>
                <c:pt idx="1">
                  <c:v>7213.14</c:v>
                </c:pt>
                <c:pt idx="2">
                  <c:v>7438.92</c:v>
                </c:pt>
                <c:pt idx="3">
                  <c:v>9228.2099999999991</c:v>
                </c:pt>
                <c:pt idx="4">
                  <c:v>10381.370000000001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AC-4A8F-AFE4-9709DB5DB2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93765167"/>
        <c:axId val="1093767087"/>
      </c:barChart>
      <c:catAx>
        <c:axId val="1093765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3767087"/>
        <c:crosses val="autoZero"/>
        <c:auto val="1"/>
        <c:lblAlgn val="ctr"/>
        <c:lblOffset val="100"/>
        <c:noMultiLvlLbl val="0"/>
      </c:catAx>
      <c:valAx>
        <c:axId val="109376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3765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>
          <a:lumMod val="65000"/>
          <a:lumOff val="3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Growth(%)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Sheet5!$C$1:$C$2</c:f>
              <c:strCache>
                <c:ptCount val="2"/>
                <c:pt idx="0">
                  <c:v> Growth(%) </c:v>
                </c:pt>
                <c:pt idx="1">
                  <c:v> -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Sheet5!$A$3:$A$6</c:f>
              <c:strCache>
                <c:ptCount val="4"/>
                <c:pt idx="0">
                  <c:v>2022-23</c:v>
                </c:pt>
                <c:pt idx="1">
                  <c:v>2023-24</c:v>
                </c:pt>
                <c:pt idx="2">
                  <c:v>2024-25</c:v>
                </c:pt>
                <c:pt idx="3">
                  <c:v>2025-26</c:v>
                </c:pt>
              </c:strCache>
            </c:strRef>
          </c:cat>
          <c:val>
            <c:numRef>
              <c:f>Sheet5!$C$3:$C$6</c:f>
              <c:numCache>
                <c:formatCode>_ * #,##0_ ;_ * \-#,##0_ ;_ * "-"??_ ;_ @_ </c:formatCode>
                <c:ptCount val="4"/>
                <c:pt idx="0">
                  <c:v>12.7953725552746</c:v>
                </c:pt>
                <c:pt idx="1">
                  <c:v>3.1301208627587949</c:v>
                </c:pt>
                <c:pt idx="2">
                  <c:v>24.053088351534889</c:v>
                </c:pt>
                <c:pt idx="3">
                  <c:v>12.496031191314477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F-40BB-ACB3-084AC6A9AC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23016943"/>
        <c:axId val="2023016463"/>
      </c:barChart>
      <c:catAx>
        <c:axId val="202301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3016463"/>
        <c:crosses val="autoZero"/>
        <c:auto val="1"/>
        <c:lblAlgn val="ctr"/>
        <c:lblOffset val="100"/>
        <c:noMultiLvlLbl val="0"/>
      </c:catAx>
      <c:valAx>
        <c:axId val="2023016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301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>
          <a:lumMod val="65000"/>
          <a:lumOff val="3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chemeClr val="tx1"/>
                </a:solidFill>
              </a:rPr>
              <a:t>Minor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055555555555558E-2"/>
          <c:y val="0.26008689591767126"/>
          <c:w val="0.81388888888888888"/>
          <c:h val="0.70615389178047661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24F-4973-A523-5B483242F70F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24F-4973-A523-5B483242F70F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24F-4973-A523-5B483242F70F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24F-4973-A523-5B483242F70F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A24F-4973-A523-5B483242F70F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A24F-4973-A523-5B483242F70F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A24F-4973-A523-5B483242F70F}"/>
              </c:ext>
            </c:extLst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A24F-4973-A523-5B483242F70F}"/>
              </c:ext>
            </c:extLst>
          </c:dPt>
          <c:dPt>
            <c:idx val="8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A24F-4973-A523-5B483242F70F}"/>
              </c:ext>
            </c:extLst>
          </c:dPt>
          <c:dLbls>
            <c:dLbl>
              <c:idx val="6"/>
              <c:layout>
                <c:manualLayout>
                  <c:x val="-3.2692475940507434E-2"/>
                  <c:y val="-4.2746792067658211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24F-4973-A523-5B483242F70F}"/>
                </c:ext>
              </c:extLst>
            </c:dLbl>
            <c:dLbl>
              <c:idx val="7"/>
              <c:layout>
                <c:manualLayout>
                  <c:x val="2.8896653543307088E-2"/>
                  <c:y val="-4.7928331875182272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24F-4973-A523-5B483242F70F}"/>
                </c:ext>
              </c:extLst>
            </c:dLbl>
            <c:dLbl>
              <c:idx val="8"/>
              <c:layout>
                <c:manualLayout>
                  <c:x val="0.21944444444444439"/>
                  <c:y val="-1.8985980410985211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555555555555558"/>
                      <c:h val="0.2770034843205575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A24F-4973-A523-5B483242F7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Minor!$I$5:$I$13</c:f>
              <c:strCache>
                <c:ptCount val="9"/>
                <c:pt idx="0">
                  <c:v>Masonary Stone</c:v>
                </c:pt>
                <c:pt idx="1">
                  <c:v>Granite</c:v>
                </c:pt>
                <c:pt idx="2">
                  <c:v>Marble</c:v>
                </c:pt>
                <c:pt idx="3">
                  <c:v>SandStone</c:v>
                </c:pt>
                <c:pt idx="4">
                  <c:v>Limestone</c:v>
                </c:pt>
                <c:pt idx="5">
                  <c:v>Gypsum</c:v>
                </c:pt>
                <c:pt idx="6">
                  <c:v>Bajri</c:v>
                </c:pt>
                <c:pt idx="7">
                  <c:v>Ball Clay</c:v>
                </c:pt>
                <c:pt idx="8">
                  <c:v>Others (China clay- 45, Silica Sand-40, Brick Earth- 31, Misc.)</c:v>
                </c:pt>
              </c:strCache>
            </c:strRef>
          </c:cat>
          <c:val>
            <c:numRef>
              <c:f>Minor!$J$5:$J$13</c:f>
              <c:numCache>
                <c:formatCode>0</c:formatCode>
                <c:ptCount val="9"/>
                <c:pt idx="0">
                  <c:v>768.13</c:v>
                </c:pt>
                <c:pt idx="1">
                  <c:v>334.49</c:v>
                </c:pt>
                <c:pt idx="2">
                  <c:v>325.52999999999997</c:v>
                </c:pt>
                <c:pt idx="3">
                  <c:v>317.38</c:v>
                </c:pt>
                <c:pt idx="4">
                  <c:v>332.55</c:v>
                </c:pt>
                <c:pt idx="5">
                  <c:v>143.94999999999999</c:v>
                </c:pt>
                <c:pt idx="6">
                  <c:v>121.32</c:v>
                </c:pt>
                <c:pt idx="7">
                  <c:v>104.43</c:v>
                </c:pt>
                <c:pt idx="8">
                  <c:v>244.93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A24F-4973-A523-5B483242F7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ysClr val="windowText" lastClr="000000"/>
                </a:solidFill>
              </a:rPr>
              <a:t>Major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583333333333334E-2"/>
          <c:y val="0.25585400711897316"/>
          <c:w val="0.81388888888888888"/>
          <c:h val="0.72147691726890306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7A8-4888-BEEE-B81F8B3E553E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7A8-4888-BEEE-B81F8B3E553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7A8-4888-BEEE-B81F8B3E553E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7A8-4888-BEEE-B81F8B3E553E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87A8-4888-BEEE-B81F8B3E553E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87A8-4888-BEEE-B81F8B3E553E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87A8-4888-BEEE-B81F8B3E553E}"/>
              </c:ext>
            </c:extLst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87A8-4888-BEEE-B81F8B3E553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7A8-4888-BEEE-B81F8B3E553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7A8-4888-BEEE-B81F8B3E553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7A8-4888-BEEE-B81F8B3E553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7A8-4888-BEEE-B81F8B3E553E}"/>
                </c:ext>
              </c:extLst>
            </c:dLbl>
            <c:dLbl>
              <c:idx val="4"/>
              <c:layout>
                <c:manualLayout>
                  <c:x val="-1.5782968193667282E-2"/>
                  <c:y val="-0.1340997071009695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7A8-4888-BEEE-B81F8B3E553E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7A8-4888-BEEE-B81F8B3E553E}"/>
                </c:ext>
              </c:extLst>
            </c:dLbl>
            <c:dLbl>
              <c:idx val="6"/>
              <c:layout>
                <c:manualLayout>
                  <c:x val="6.2550532900343389E-2"/>
                  <c:y val="-4.56296491701892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7A8-4888-BEEE-B81F8B3E553E}"/>
                </c:ext>
              </c:extLst>
            </c:dLbl>
            <c:dLbl>
              <c:idx val="7"/>
              <c:layout>
                <c:manualLayout>
                  <c:x val="0.21609814897813723"/>
                  <c:y val="-3.296474952840953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1607601215202429"/>
                      <c:h val="0.1746044894350527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87A8-4888-BEEE-B81F8B3E55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Major!$I$5:$I$12</c:f>
              <c:strCache>
                <c:ptCount val="8"/>
                <c:pt idx="0">
                  <c:v>Zinc</c:v>
                </c:pt>
                <c:pt idx="1">
                  <c:v>Limestone</c:v>
                </c:pt>
                <c:pt idx="2">
                  <c:v>Silver</c:v>
                </c:pt>
                <c:pt idx="3">
                  <c:v>Lead</c:v>
                </c:pt>
                <c:pt idx="4">
                  <c:v>Rock Phosphate</c:v>
                </c:pt>
                <c:pt idx="5">
                  <c:v>Felspar</c:v>
                </c:pt>
                <c:pt idx="6">
                  <c:v>Lignite</c:v>
                </c:pt>
                <c:pt idx="7">
                  <c:v>Others (Iron Ore-78, Copper-45, Quartz-24, Misc.)</c:v>
                </c:pt>
              </c:strCache>
            </c:strRef>
          </c:cat>
          <c:val>
            <c:numRef>
              <c:f>Major!$J$5:$J$12</c:f>
              <c:numCache>
                <c:formatCode>0</c:formatCode>
                <c:ptCount val="8"/>
                <c:pt idx="0">
                  <c:v>2509.88</c:v>
                </c:pt>
                <c:pt idx="1">
                  <c:v>917.16</c:v>
                </c:pt>
                <c:pt idx="2">
                  <c:v>769.01</c:v>
                </c:pt>
                <c:pt idx="3">
                  <c:v>544.55999999999995</c:v>
                </c:pt>
                <c:pt idx="4">
                  <c:v>202.56</c:v>
                </c:pt>
                <c:pt idx="5">
                  <c:v>145.15</c:v>
                </c:pt>
                <c:pt idx="6">
                  <c:v>110.11</c:v>
                </c:pt>
                <c:pt idx="7">
                  <c:v>154.76999999999998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7A8-4888-BEEE-B81F8B3E5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416589505210176E-2"/>
                  <c:y val="4.60097293018093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36-4162-B42A-CE608A8E6239}"/>
                </c:ext>
              </c:extLst>
            </c:dLbl>
            <c:numFmt formatCode="#,##0" sourceLinked="0"/>
            <c:spPr>
              <a:solidFill>
                <a:srgbClr val="C41313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General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36-4162-B42A-CE608A8E6239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1.5301742809240041E-2"/>
                  <c:y val="-3.70625336668952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36-4162-B42A-CE608A8E6239}"/>
                </c:ext>
              </c:extLst>
            </c:dLbl>
            <c:dLbl>
              <c:idx val="5"/>
              <c:layout>
                <c:manualLayout>
                  <c:x val="-2.8597971173532698E-2"/>
                  <c:y val="-2.5836552184637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36-4162-B42A-CE608A8E6239}"/>
                </c:ext>
              </c:extLst>
            </c:dLbl>
            <c:numFmt formatCode="#,##0" sourceLinked="0"/>
            <c:spPr>
              <a:solidFill>
                <a:srgbClr val="337C3D"/>
              </a:solidFill>
              <a:ln>
                <a:solidFill>
                  <a:srgbClr val="3B7D2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36-4162-B42A-CE608A8E6239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273914082459516E-2"/>
                  <c:y val="2.8081748481089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162-B42A-CE608A8E6239}"/>
                </c:ext>
              </c:extLst>
            </c:dLbl>
            <c:dLbl>
              <c:idx val="4"/>
              <c:layout>
                <c:manualLayout>
                  <c:x val="-2.416589505210176E-2"/>
                  <c:y val="1.6855766998831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36-4162-B42A-CE608A8E6239}"/>
                </c:ext>
              </c:extLst>
            </c:dLbl>
            <c:numFmt formatCode="#,##0" sourceLinked="0"/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General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36-4162-B42A-CE608A8E62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73932928"/>
        <c:axId val="173934464"/>
      </c:lineChart>
      <c:catAx>
        <c:axId val="173932928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4464"/>
        <c:crossesAt val="10"/>
        <c:auto val="1"/>
        <c:lblAlgn val="ctr"/>
        <c:lblOffset val="100"/>
        <c:noMultiLvlLbl val="0"/>
      </c:catAx>
      <c:valAx>
        <c:axId val="173934464"/>
        <c:scaling>
          <c:orientation val="minMax"/>
          <c:max val="1500"/>
          <c:min val="4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2928"/>
        <c:crosses val="autoZero"/>
        <c:crossBetween val="between"/>
        <c:majorUnit val="100"/>
        <c:minorUnit val="4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45481983207139"/>
          <c:y val="2.435613974408635E-2"/>
          <c:w val="0.80697079308885211"/>
          <c:h val="0.863566696810401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Targets</c:v>
                </c:pt>
              </c:strCache>
            </c:strRef>
          </c:tx>
          <c:spPr>
            <a:solidFill>
              <a:srgbClr val="4472C4"/>
            </a:solidFill>
            <a:ln w="32267">
              <a:noFill/>
            </a:ln>
          </c:spPr>
          <c:invertIfNegative val="0"/>
          <c:dLbls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5000</c:v>
                </c:pt>
                <c:pt idx="2" formatCode="_ * #,##0_ ;_ * \-#,##0_ ;_ * &quot;-&quot;??_ ;_ @_ ">
                  <c:v>3500</c:v>
                </c:pt>
                <c:pt idx="3" formatCode="_ * #,##0_ ;_ * \-#,##0_ ;_ * &quot;-&quot;??_ ;_ @_ ">
                  <c:v>2900</c:v>
                </c:pt>
                <c:pt idx="4" formatCode="_ * #,##0_ ;_ * \-#,##0_ ;_ * &quot;-&quot;??_ ;_ @_ ">
                  <c:v>2100</c:v>
                </c:pt>
                <c:pt idx="5" formatCode="_ * #,##0_ ;_ * \-#,##0_ ;_ * &quot;-&quot;??_ ;_ @_ 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ED-4D1D-8396-E222CEEF7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Achievements</c:v>
                </c:pt>
              </c:strCache>
            </c:strRef>
          </c:tx>
          <c:spPr>
            <a:solidFill>
              <a:srgbClr val="ED7D31"/>
            </a:solidFill>
            <a:ln w="32267">
              <a:noFill/>
            </a:ln>
          </c:spPr>
          <c:invertIfNegative val="0"/>
          <c:dLbls>
            <c:dLbl>
              <c:idx val="0"/>
              <c:layout>
                <c:manualLayout>
                  <c:x val="1.7516929296087252E-2"/>
                  <c:y val="-3.339554160121872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D-4D1D-8396-E222CEEF7D80}"/>
                </c:ext>
              </c:extLst>
            </c:dLbl>
            <c:dLbl>
              <c:idx val="1"/>
              <c:layout>
                <c:manualLayout>
                  <c:x val="1.6057185188079984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ED-4D1D-8396-E222CEEF7D80}"/>
                </c:ext>
              </c:extLst>
            </c:dLbl>
            <c:dLbl>
              <c:idx val="2"/>
              <c:layout>
                <c:manualLayout>
                  <c:x val="1.6057185188080036E-2"/>
                  <c:y val="-6.67910832024374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D-4D1D-8396-E222CEEF7D80}"/>
                </c:ext>
              </c:extLst>
            </c:dLbl>
            <c:dLbl>
              <c:idx val="3"/>
              <c:layout>
                <c:manualLayout>
                  <c:x val="1.6057185188079876E-2"/>
                  <c:y val="3.64319207883975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ED-4D1D-8396-E222CEEF7D80}"/>
                </c:ext>
              </c:extLst>
            </c:dLbl>
            <c:dLbl>
              <c:idx val="4"/>
              <c:layout>
                <c:manualLayout>
                  <c:x val="1.6057185188079769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ED-4D1D-8396-E222CEEF7D80}"/>
                </c:ext>
              </c:extLst>
            </c:dLbl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3995.4</c:v>
                </c:pt>
                <c:pt idx="1">
                  <c:v>4889.17</c:v>
                </c:pt>
                <c:pt idx="2" formatCode="_ * #,##0_ ;_ * \-#,##0_ ;_ * &quot;-&quot;??_ ;_ @_ ">
                  <c:v>3425.08</c:v>
                </c:pt>
                <c:pt idx="3" formatCode="_ * #,##0_ ;_ * \-#,##0_ ;_ * &quot;-&quot;??_ ;_ @_ ">
                  <c:v>2688.91</c:v>
                </c:pt>
                <c:pt idx="4" formatCode="_ * #,##0_ ;_ * \-#,##0_ ;_ * &quot;-&quot;??_ ;_ @_ ">
                  <c:v>2030.43</c:v>
                </c:pt>
                <c:pt idx="5" formatCode="_ * #,##0_ ;_ * \-#,##0_ ;_ * &quot;-&quot;??_ ;_ @_ ">
                  <c:v>220.04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ED-4D1D-8396-E222CEEF7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841216"/>
        <c:axId val="174847104"/>
      </c:barChart>
      <c:catAx>
        <c:axId val="174841216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12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21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847104"/>
        <c:crosses val="autoZero"/>
        <c:auto val="1"/>
        <c:lblAlgn val="ctr"/>
        <c:lblOffset val="100"/>
        <c:noMultiLvlLbl val="0"/>
      </c:catAx>
      <c:valAx>
        <c:axId val="17484710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8067"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1524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841216"/>
        <c:crosses val="autoZero"/>
        <c:crossBetween val="between"/>
      </c:valAx>
      <c:spPr>
        <a:noFill/>
        <a:ln w="32267">
          <a:noFill/>
        </a:ln>
      </c:spPr>
    </c:plotArea>
    <c:legend>
      <c:legendPos val="r"/>
      <c:layout>
        <c:manualLayout>
          <c:xMode val="edge"/>
          <c:yMode val="edge"/>
          <c:x val="0.72200332155874047"/>
          <c:y val="4.7062239648698247E-2"/>
          <c:w val="0.25604395604395602"/>
          <c:h val="7.4812967581047385E-2"/>
        </c:manualLayout>
      </c:layout>
      <c:overlay val="0"/>
      <c:spPr>
        <a:noFill/>
        <a:ln w="32267">
          <a:noFill/>
        </a:ln>
      </c:spPr>
      <c:txPr>
        <a:bodyPr rot="0" spcFirstLastPara="1" vertOverflow="ellipsis" vert="horz" wrap="square" anchor="ctr" anchorCtr="1"/>
        <a:lstStyle/>
        <a:p>
          <a:pPr>
            <a:defRPr sz="1521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6D8E6-1F2D-498C-BDFD-55840DB8F6A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DF74A-357F-4663-83BA-71AC7508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BD29-B793-D166-F537-F8805389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5377C-C87D-9EA9-8DDC-5A1C24415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31E5F-3E92-7581-98A3-3A7D8976D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A62E4-5224-FA7A-A1AD-4497E50ED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9035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9B62-50D9-1614-92F6-A03425E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8CBB-2168-97CD-BBE6-A0D8F0794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9BD5-A482-092C-E5D3-41979347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7A32-5554-DFDB-A045-FD5362985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3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043-1811-2700-ACA0-05731D59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FC3AF-5E82-82F7-5A00-8A1478FD9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085E3-0B68-F4DC-6447-D358D00A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5BAA-584F-3F66-90A1-7361A9DC1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74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AFDF-6F0B-F31E-A81E-822D5F0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0FF5-2477-DD39-A574-516D9165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8B8B9-3DC3-DFDD-913B-B96D928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A4A21-A8A8-9701-B9A3-6D551F88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92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A3A4-7ED7-0EE2-4866-372568DE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E490-8848-B5B1-A155-9A47DEB1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5EA38-F9D8-8D2F-184A-F573FA12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6CD6-AED8-A27C-4E52-D4F7269E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8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6E91-6123-5DBA-66B0-F524AAA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2E426-16DE-2F85-9EFB-B99E266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1887-4ECD-5239-1233-68207FF1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E53E7-CC77-73AA-EB4B-817935A3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2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82D5-EE73-A119-B7B2-0416415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7CD75-D3BA-902C-9298-51BC1A2D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EF5D-D3CA-D854-29EF-042C20A1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B5C3E-8838-29C8-FDC3-C823960E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9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54F-34DE-8C0D-3981-23DCE68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B7CA8-BE8C-1CD4-6148-434A26741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1841E-C7B2-3C18-CE1B-F618A614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C164-5362-C313-8E25-083EE914F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5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4C29-2174-2541-4925-DAB2D3D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82C9B-D437-C593-2EAE-AB1F781F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6ECCD-97C6-8612-B85E-C9A2461F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4C6C0-AA72-CCBD-6038-26F3F59A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46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2005-08A2-2B06-45DB-9FBF42EC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9FBEE-C902-6C9F-8C50-0ED289ACA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D2780-FD89-E014-EB20-787D2A148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AC1A-6123-260D-8D53-F944CE68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7776-BD21-52B1-96BF-F1AFE36A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DD5A1-BFEA-0F46-92F6-C5ABDB5C2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DA684-916E-CE01-6037-03A11E8B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4256F-D493-AB79-1BB6-D253C5C37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04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F269-F824-381F-8623-1490085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0F71B-1561-B241-29AE-BF7BF00F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F2275-6098-1A58-0A70-651E2D0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FDD0C-067E-ACA9-54F7-1037DDAD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1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01A6-1F11-502F-6072-729C70BA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16170-31F9-D659-5542-ADB65B6B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5CEF5-ADB4-2BB9-26D3-34015FA5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FD33-BC61-99DF-42ED-A3779BC8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96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C92-AA8F-DDA6-4CF2-B3D87966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A7AAD-B677-04D4-A8E8-DE6A0019F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480C-8B36-6305-543D-3D10FCCD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D0CA-BAD0-9355-C4F0-E5AB2E95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3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8247-C717-50F5-569E-C7CE91DE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5D44-9CCC-9F34-147C-BB27AAE0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6C16-CBE3-A814-C602-F6AB99E9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06C4-106D-AD7F-293F-9D70DA0B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629-BA0F-DE95-1A92-0DDCACE9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0C35-C2DE-F1EA-E777-AEE488C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DCA2-BE4C-0BDB-822D-2D66DAA0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202F-D7A1-1540-7B0F-D08AEEA1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79E3-1128-E4C6-67CF-88F753A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8C16-EDDE-7488-B894-99B5EF11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7A0E-B153-22CD-479E-07DA7D24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91F86-9B65-547D-F2E0-25A4A3E3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0E61-99E8-CF88-4643-DF703FC8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7DF06-DA34-484E-3D1E-DBB2E2FB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82B8-CC4F-719A-0DD7-B7B9F97A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E166-97A8-B201-70B1-9E35C5F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3488-2678-3F21-FAD4-DCF1E43E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8C37-1ABD-BF4F-B592-FB85BD453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FD27-46A8-6E34-2BC8-2405633D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90742-B0F4-A313-1E2F-6312AC1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4C2AD-90E4-4038-0E9B-E3EB4EA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A954-8FBC-88F8-33AB-9B739640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3CA0-247C-DFE4-6431-A026E28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CE25D-BED0-52FB-CFD5-E635E45E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89C0F-D4ED-0B02-8054-B4526984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F4AD-D27B-C9DB-4DED-0DD0EA054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DF069-E476-3834-BB42-87C5B50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F2C90-B679-F4C9-3194-F5368CD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0333A-161C-A628-5B2B-45FC377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3BE4-01D7-A1E2-EAE1-60A3392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36E10-B4BF-3E9F-BD7A-8924D0F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862E9-1D21-1FE6-C834-E93F5FA2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2B2F2-7931-4A25-8B18-4A954FC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90B0-93CD-3910-89D9-DB977FF5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FC27F-13BC-DCC6-6BD3-806EB0D9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3E99-4C0B-096C-CAFF-036EF35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3FB2-C23A-2B11-DD57-29A0307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4E1-7060-133C-CC05-96DA60D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BD8FE-B321-F463-1DE6-21D6B0A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47166-494F-D81D-F9DD-99D67E5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5A44-50A0-00F9-FE63-DE106431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5B956-8BFB-B791-D931-AE5FF76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1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DB7E-5C6E-7152-0B8F-88DC3322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13830-D167-8C33-CCC1-D975934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200CF-4CD7-A1A9-010A-51A599260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4F10-7EC4-5E3B-B631-D0CD4636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E92A-0A4A-C0CD-A9F5-49A6C06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2967-9040-7FEC-ADA9-C128953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C2ED-2EA4-FA5B-199D-AD50589B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E2FB6-3ABE-A927-66A5-886040F3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E70F-0455-E263-D9B2-F0DB0C29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9D5F-6052-2D04-D8B5-226635D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6D0C-928E-DFF3-E0E4-21007EF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E3F06-EBBF-B09D-C775-BD5CEB963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7B119-97DE-5E7A-E4AF-217CB73D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9900-50B5-3FA9-0B8C-FE78B9FB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C227-2B83-A57A-E41E-FFA0D4D9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2C13-68E3-D2FA-803E-75116CE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0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3A1C-A4BF-F1E9-7236-F7D34FBC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33591-D8F9-3BCD-88A3-D31E6EC5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4EF3-CB2F-BAA3-F729-AF60EDA0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2D85-7415-7676-C0AE-B48D640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D804-30B4-192D-DC92-A030EA0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72C41-6FBA-9139-C898-5606C62D305F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BDB-6342-2B9B-99EE-62E34FAF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BA10-39FA-4CF0-3664-9EBDCAA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A533-1DD9-B04E-AC9E-B1E43AD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0F69F-5A86-21B7-744A-7A68256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2A5BD-0EE9-2C26-1554-FD86093D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4B36C-A339-04F1-8A51-85B13CA00E01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06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B901-BA81-F30C-DE6B-7C75B352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5C43-CD2F-EF19-3B31-B1B27867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C241-CB25-34C1-69A4-6018B9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669C-27E1-16FE-74FA-21A971D3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6369-BC94-0077-5C42-BE8B44A6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03053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8E96-B098-DF59-07A1-C3F94C6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849A-CF6F-4DC6-6546-6940F76DB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3B9AE-89AD-A9A0-7EC0-15524AD0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02FE7-2881-C24E-4511-4BF1A88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76FB9-8BD3-C40F-854A-34C05065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66AF-D601-7D82-AC54-2F924386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80968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65EC-E6FC-ADD6-C24C-C96ECAE1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86EC-7584-C47E-88C1-1EF7CC64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A1FF4-F279-67D6-6FFA-E87F4CA3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DA2EE-ADF0-5B65-179B-F2D037728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74FDF-9A2E-57F3-2B9B-D6E45E7E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8C16F-3F14-DBC0-DC11-F6FF6EDE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D129-0AAD-269D-1729-46A65CDE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B8ADF-D842-BCBD-83D8-58C14117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57531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EBF1-A227-BC1A-E751-CC91FC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C3AD1-662B-EFD5-F69C-9FBF9EFD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49619-7F5D-C248-61E9-7F20308B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174AC-4565-6272-D2AE-9367F56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96594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7FAEB-BC52-2E78-8F98-AF243A0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43CC6-0484-3264-452C-BA67D56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40930-5EAB-D773-5F1B-6CD9EBCD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373613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BB16-7C79-0BF2-C995-955AF3CF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649B-08CE-BA07-9658-62F80471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629C5-4831-EDEF-686B-5DB0B4B0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4C77-35A6-5382-0C40-57B2008F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C7547-99B5-185E-3995-E3781CB6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AF376-EA6A-C1C1-4D25-9689E8A1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6645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C297-B0B4-16C6-84E4-8BA64AB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8384A-A05C-566B-68CF-ECEF43CDC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F816-9B68-2FAF-7178-2C1D7258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803A-CF68-9C76-5840-8FFAE59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63FB-B594-F5E1-30D0-5A7328BF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E651-B88D-28C7-FF89-AB8043C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160221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614D-B6FB-7CB4-0EA2-A039C552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7E944-36CC-AA42-C24E-39A306A1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97D5-49C3-7FFA-29B8-A22D464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6483-1EE8-50A8-3503-76073CF7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FB46-8894-253F-363A-7740E283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924514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CAB29-3E2C-54B7-9B5F-9EFCDF81A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471AB-C064-8B10-8688-F86AA496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D12A-6A3C-8E92-706F-38AA7696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FA3C-05BF-612A-51E0-58B9B69A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643D-EA67-1722-9FA6-900B501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24651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A3C13-522E-D7B4-BA4A-300FEB2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9A60-1878-D5E0-0195-C3D29019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D710-175E-1704-0DDC-C903C21A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15D77-4000-021D-8849-654CFA3D7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958C9-83E5-DA97-F97D-A61664092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EAEE2-6E25-F58B-43D1-6EB3852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61A8D-7ABB-702F-AEFF-1090949F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C87B-AF8C-72DC-0B66-6A7DF9F5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37A3-2705-D521-C23A-9D6181E3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217B-D6AE-3F6D-BB80-7D44B04A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716466-A219-6706-3151-EA4BAC73FE48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>
            <a:extLst>
              <a:ext uri="{FF2B5EF4-FFF2-40B4-BE49-F238E27FC236}">
                <a16:creationId xmlns:a16="http://schemas.microsoft.com/office/drawing/2014/main" id="{CB72E08F-07CF-C9FC-C012-DEC0F6BD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853" y="511551"/>
            <a:ext cx="1733133" cy="17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15FBCA5-DBF5-19A4-B33F-DAC206761193}"/>
              </a:ext>
            </a:extLst>
          </p:cNvPr>
          <p:cNvSpPr txBox="1">
            <a:spLocks/>
          </p:cNvSpPr>
          <p:nvPr/>
        </p:nvSpPr>
        <p:spPr>
          <a:xfrm>
            <a:off x="2286001" y="2895601"/>
            <a:ext cx="7703003" cy="103574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txBody>
          <a:bodyPr vert="horz" wrap="square" lIns="0" tIns="91440" rIns="0" bIns="0" rtlCol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720"/>
              </a:spcBef>
            </a:pP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kku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oa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isVªksfy;e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foHkkx</a:t>
            </a:r>
            <a:endParaRPr lang="en-US" sz="40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  <a:p>
            <a:pPr marL="12700" algn="ctr">
              <a:spcBef>
                <a:spcPts val="720"/>
              </a:spcBef>
            </a:pPr>
            <a:endParaRPr lang="en-US" sz="9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DEC72-14A5-F6B9-1BD5-539A9B985B53}"/>
              </a:ext>
            </a:extLst>
          </p:cNvPr>
          <p:cNvSpPr/>
          <p:nvPr/>
        </p:nvSpPr>
        <p:spPr>
          <a:xfrm>
            <a:off x="4438880" y="4438768"/>
            <a:ext cx="3314240" cy="70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720"/>
              </a:spcBef>
            </a:pP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fnukad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05-05-2026</a:t>
            </a:r>
            <a:endParaRPr lang="en-US" sz="3600" b="1" kern="0" dirty="0">
              <a:solidFill>
                <a:schemeClr val="accent6">
                  <a:lumMod val="50000"/>
                </a:schemeClr>
              </a:solidFill>
              <a:latin typeface="DevLys 01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38610" y="6389370"/>
            <a:ext cx="312420" cy="377825"/>
          </a:xfrm>
        </p:spPr>
        <p:txBody>
          <a:bodyPr/>
          <a:lstStyle/>
          <a:p>
            <a:fld id="{965E61CC-47EF-4421-A150-C590F21C210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sz="3600" b="1" dirty="0" err="1">
                <a:latin typeface="DevLys 010" pitchFamily="2" charset="0"/>
              </a:rPr>
              <a:t>jktLo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izkfIr</a:t>
            </a:r>
            <a:r>
              <a:rPr lang="en-US" sz="3600" b="1" dirty="0">
                <a:latin typeface="DevLys 010" pitchFamily="2" charset="0"/>
              </a:rPr>
              <a:t> % </a:t>
            </a:r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2025&amp;26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65" y="848186"/>
            <a:ext cx="11751136" cy="5880160"/>
          </a:xfrm>
        </p:spPr>
        <p:txBody>
          <a:bodyPr>
            <a:noAutofit/>
          </a:bodyPr>
          <a:lstStyle/>
          <a:p>
            <a:pPr marL="717550" indent="-7175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 err="1">
                <a:latin typeface="DevLys 010" pitchFamily="2" charset="0"/>
              </a:rPr>
              <a:t>vk</a:t>
            </a:r>
            <a:r>
              <a:rPr lang="en-US" b="1" dirty="0">
                <a:latin typeface="DevLys 010" pitchFamily="2" charset="0"/>
              </a:rPr>
              <a:t>; y{; </a:t>
            </a:r>
            <a:r>
              <a:rPr lang="en-US" dirty="0">
                <a:latin typeface="DevLys 010" pitchFamily="2" charset="0"/>
              </a:rPr>
              <a:t>% </a:t>
            </a:r>
            <a:r>
              <a:rPr lang="en-US" dirty="0" err="1">
                <a:latin typeface="DevLys 010" pitchFamily="2" charset="0"/>
              </a:rPr>
              <a:t>ch</a:t>
            </a:r>
            <a:r>
              <a:rPr lang="en-US" dirty="0">
                <a:latin typeface="DevLys 010" pitchFamily="2" charset="0"/>
              </a:rPr>
              <a:t>- </a:t>
            </a:r>
            <a:r>
              <a:rPr lang="en-US" dirty="0" err="1">
                <a:latin typeface="DevLys 010" pitchFamily="2" charset="0"/>
              </a:rPr>
              <a:t>bZ</a:t>
            </a:r>
            <a:r>
              <a:rPr lang="en-US" dirty="0">
                <a:latin typeface="DevLys 010" pitchFamily="2" charset="0"/>
              </a:rPr>
              <a:t>-&amp; </a:t>
            </a:r>
            <a:r>
              <a:rPr lang="en-US" b="1" dirty="0">
                <a:latin typeface="DevLys 010" pitchFamily="2" charset="0"/>
              </a:rPr>
              <a:t>12980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djksM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vkj</a:t>
            </a:r>
            <a:r>
              <a:rPr lang="en-US" dirty="0">
                <a:latin typeface="DevLys 010" pitchFamily="2" charset="0"/>
              </a:rPr>
              <a:t>- </a:t>
            </a:r>
            <a:r>
              <a:rPr lang="en-US" dirty="0" err="1">
                <a:latin typeface="DevLys 010" pitchFamily="2" charset="0"/>
              </a:rPr>
              <a:t>bZ</a:t>
            </a:r>
            <a:r>
              <a:rPr lang="en-US" dirty="0">
                <a:latin typeface="DevLys 010" pitchFamily="2" charset="0"/>
              </a:rPr>
              <a:t>- &amp; </a:t>
            </a:r>
            <a:r>
              <a:rPr lang="en-US" b="1" dirty="0">
                <a:latin typeface="DevLys 010" pitchFamily="2" charset="0"/>
              </a:rPr>
              <a:t>11780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djksMA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jktLo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izkfIr</a:t>
            </a:r>
            <a:r>
              <a:rPr lang="en-US" dirty="0">
                <a:latin typeface="DevLys 010" pitchFamily="2" charset="0"/>
              </a:rPr>
              <a:t> &amp; </a:t>
            </a:r>
            <a:r>
              <a:rPr lang="en-US" b="1" dirty="0">
                <a:latin typeface="DevLys 010" pitchFamily="2" charset="0"/>
              </a:rPr>
              <a:t>10381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djksM</a:t>
            </a:r>
            <a:endParaRPr lang="en-US" dirty="0">
              <a:latin typeface="DevLys 010" pitchFamily="2" charset="0"/>
            </a:endParaRPr>
          </a:p>
          <a:p>
            <a:pPr marL="717550" indent="-7175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xr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o"kZ</a:t>
            </a:r>
            <a:r>
              <a:rPr lang="en-US" dirty="0">
                <a:latin typeface="DevLys 010" pitchFamily="2" charset="0"/>
              </a:rPr>
              <a:t> dh </a:t>
            </a:r>
            <a:r>
              <a:rPr lang="en-US" dirty="0" err="1">
                <a:latin typeface="DevLys 010" pitchFamily="2" charset="0"/>
              </a:rPr>
              <a:t>rqyuk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b="1" dirty="0" err="1">
                <a:latin typeface="DevLys 010" pitchFamily="2" charset="0"/>
              </a:rPr>
              <a:t>o`f</a:t>
            </a:r>
            <a:r>
              <a:rPr lang="en-US" b="1" dirty="0">
                <a:latin typeface="DevLys 010" pitchFamily="2" charset="0"/>
              </a:rPr>
              <a:t>)</a:t>
            </a:r>
            <a:r>
              <a:rPr lang="en-US" dirty="0">
                <a:latin typeface="DevLys 010" pitchFamily="2" charset="0"/>
              </a:rPr>
              <a:t> % </a:t>
            </a:r>
            <a:r>
              <a:rPr lang="en-US" b="1" dirty="0">
                <a:latin typeface="DevLys 010" pitchFamily="2" charset="0"/>
              </a:rPr>
              <a:t>12-50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izfr’kr</a:t>
            </a:r>
            <a:endParaRPr lang="en-US" dirty="0">
              <a:latin typeface="DevLys 010" pitchFamily="2" charset="0"/>
            </a:endParaRPr>
          </a:p>
          <a:p>
            <a:pPr marL="717550" indent="-7175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o`Ùkokj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vk</a:t>
            </a:r>
            <a:r>
              <a:rPr lang="en-US" dirty="0">
                <a:latin typeface="DevLys 010" pitchFamily="2" charset="0"/>
              </a:rPr>
              <a:t>; y{; </a:t>
            </a:r>
            <a:r>
              <a:rPr lang="en-US" dirty="0" err="1">
                <a:latin typeface="DevLys 010" pitchFamily="2" charset="0"/>
              </a:rPr>
              <a:t>izkfIr</a:t>
            </a:r>
            <a:r>
              <a:rPr lang="en-US" dirty="0">
                <a:latin typeface="DevLys 010" pitchFamily="2" charset="0"/>
              </a:rPr>
              <a:t> dh </a:t>
            </a:r>
            <a:r>
              <a:rPr lang="en-US" dirty="0" err="1">
                <a:latin typeface="DevLys 010" pitchFamily="2" charset="0"/>
              </a:rPr>
              <a:t>fLFkfr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sz="2400" dirty="0">
                <a:latin typeface="DevLys 010" pitchFamily="2" charset="0"/>
              </a:rPr>
              <a:t>%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 err="1">
                <a:latin typeface="DevLys 010" pitchFamily="2" charset="0"/>
              </a:rPr>
              <a:t>vk</a:t>
            </a:r>
            <a:r>
              <a:rPr lang="en-US" b="1" dirty="0">
                <a:latin typeface="DevLys 010" pitchFamily="2" charset="0"/>
              </a:rPr>
              <a:t>; y{; </a:t>
            </a:r>
            <a:r>
              <a:rPr lang="en-US" b="1" dirty="0" err="1">
                <a:latin typeface="DevLys 010" pitchFamily="2" charset="0"/>
              </a:rPr>
              <a:t>esa</a:t>
            </a:r>
            <a:r>
              <a:rPr lang="en-US" b="1" dirty="0">
                <a:latin typeface="DevLys 010" pitchFamily="2" charset="0"/>
              </a:rPr>
              <a:t> </a:t>
            </a:r>
            <a:r>
              <a:rPr lang="en-US" b="1" dirty="0" err="1">
                <a:latin typeface="DevLys 010" pitchFamily="2" charset="0"/>
              </a:rPr>
              <a:t>deh</a:t>
            </a:r>
            <a:r>
              <a:rPr lang="en-US" b="1" dirty="0">
                <a:latin typeface="DevLys 010" pitchFamily="2" charset="0"/>
              </a:rPr>
              <a:t> ds </a:t>
            </a:r>
            <a:r>
              <a:rPr lang="en-US" b="1" dirty="0" err="1">
                <a:latin typeface="DevLys 010" pitchFamily="2" charset="0"/>
              </a:rPr>
              <a:t>eq</a:t>
            </a:r>
            <a:r>
              <a:rPr lang="en-US" b="1" dirty="0">
                <a:latin typeface="DevLys 010" pitchFamily="2" charset="0"/>
              </a:rPr>
              <a:t>[; </a:t>
            </a:r>
            <a:r>
              <a:rPr lang="en-US" b="1" dirty="0" err="1">
                <a:latin typeface="DevLys 010" pitchFamily="2" charset="0"/>
              </a:rPr>
              <a:t>dkj.k</a:t>
            </a:r>
            <a:r>
              <a:rPr lang="en-US" b="1" dirty="0">
                <a:latin typeface="DevLys 010" pitchFamily="2" charset="0"/>
              </a:rPr>
              <a:t> </a:t>
            </a:r>
            <a:r>
              <a:rPr lang="en-US" sz="2400" dirty="0">
                <a:latin typeface="DevLys 010" pitchFamily="2" charset="0"/>
              </a:rPr>
              <a:t>%  </a:t>
            </a:r>
          </a:p>
          <a:p>
            <a:pPr marL="890588" indent="-8905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</a:rPr>
              <a:t>vjkoyh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fgYl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jsat</a:t>
            </a:r>
            <a:r>
              <a:rPr lang="en-US" sz="2400" dirty="0">
                <a:latin typeface="DevLys 010" pitchFamily="2" charset="0"/>
              </a:rPr>
              <a:t> ds 20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uhykeh@vkoaVu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ij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jksd</a:t>
            </a:r>
            <a:r>
              <a:rPr lang="en-US" sz="2400" dirty="0">
                <a:latin typeface="DevLys 010" pitchFamily="2" charset="0"/>
              </a:rPr>
              <a:t> ¼yfEcr ,y-</a:t>
            </a:r>
            <a:r>
              <a:rPr lang="en-US" sz="2400" dirty="0" err="1">
                <a:latin typeface="DevLys 010" pitchFamily="2" charset="0"/>
              </a:rPr>
              <a:t>vks</a:t>
            </a:r>
            <a:r>
              <a:rPr lang="en-US" sz="2400" dirty="0">
                <a:latin typeface="DevLys 010" pitchFamily="2" charset="0"/>
              </a:rPr>
              <a:t>-</a:t>
            </a:r>
            <a:r>
              <a:rPr lang="en-US" sz="2400" dirty="0" err="1">
                <a:latin typeface="DevLys 010" pitchFamily="2" charset="0"/>
              </a:rPr>
              <a:t>vkbZ</a:t>
            </a:r>
            <a:r>
              <a:rPr lang="en-US" sz="2400" dirty="0">
                <a:latin typeface="DevLys 010" pitchFamily="2" charset="0"/>
              </a:rPr>
              <a:t>- &amp;&amp;&amp;] </a:t>
            </a:r>
            <a:r>
              <a:rPr lang="en-US" sz="2400" dirty="0" err="1">
                <a:latin typeface="DevLys 010" pitchFamily="2" charset="0"/>
              </a:rPr>
              <a:t>Lohd`fr</a:t>
            </a:r>
            <a:r>
              <a:rPr lang="en-US" sz="2400" dirty="0">
                <a:latin typeface="DevLys 010" pitchFamily="2" charset="0"/>
              </a:rPr>
              <a:t> &amp;&amp;&amp;] </a:t>
            </a:r>
            <a:r>
              <a:rPr lang="en-US" sz="2400" dirty="0" err="1">
                <a:latin typeface="DevLys 010" pitchFamily="2" charset="0"/>
              </a:rPr>
              <a:t>lafonk</a:t>
            </a:r>
            <a:r>
              <a:rPr lang="en-US" sz="2400" dirty="0">
                <a:latin typeface="DevLys 010" pitchFamily="2" charset="0"/>
              </a:rPr>
              <a:t> &amp;&amp;&amp;&amp; ½ </a:t>
            </a:r>
          </a:p>
          <a:p>
            <a:pPr marL="890588" indent="-8905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</a:rPr>
              <a:t>cukl</a:t>
            </a:r>
            <a:r>
              <a:rPr lang="en-US" sz="2400" dirty="0">
                <a:latin typeface="DevLys 010" pitchFamily="2" charset="0"/>
              </a:rPr>
              <a:t> unh ds 4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¼HkhyokM+k] </a:t>
            </a:r>
            <a:r>
              <a:rPr lang="en-US" sz="2400" dirty="0" err="1">
                <a:latin typeface="DevLys 010" pitchFamily="2" charset="0"/>
              </a:rPr>
              <a:t>vtesj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Vksad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lokbZek</a:t>
            </a:r>
            <a:r>
              <a:rPr lang="en-US" sz="2400" dirty="0">
                <a:latin typeface="DevLys 010" pitchFamily="2" charset="0"/>
              </a:rPr>
              <a:t>/kksiqj½ ds 93 </a:t>
            </a:r>
            <a:r>
              <a:rPr lang="en-US" sz="2400" dirty="0" err="1">
                <a:latin typeface="DevLys 010" pitchFamily="2" charset="0"/>
              </a:rPr>
              <a:t>IykWV~l</a:t>
            </a:r>
            <a:r>
              <a:rPr lang="en-US" sz="2400" dirty="0">
                <a:latin typeface="DevLys 010" pitchFamily="2" charset="0"/>
              </a:rPr>
              <a:t> dh </a:t>
            </a:r>
            <a:r>
              <a:rPr lang="en-US" sz="2400" dirty="0" err="1">
                <a:latin typeface="DevLys 010" pitchFamily="2" charset="0"/>
              </a:rPr>
              <a:t>uhykeh</a:t>
            </a:r>
            <a:r>
              <a:rPr lang="en-US" sz="2400" dirty="0">
                <a:latin typeface="DevLys 010" pitchFamily="2" charset="0"/>
              </a:rPr>
              <a:t>] ,</a:t>
            </a:r>
            <a:r>
              <a:rPr lang="en-US" sz="2400" dirty="0" err="1">
                <a:latin typeface="DevLys 010" pitchFamily="2" charset="0"/>
              </a:rPr>
              <a:t>yvksvkbZ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vkoafVr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yhtksa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dks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ek</a:t>
            </a:r>
            <a:r>
              <a:rPr lang="en-US" sz="2400" dirty="0">
                <a:latin typeface="DevLys 010" pitchFamily="2" charset="0"/>
              </a:rPr>
              <a:t>- </a:t>
            </a:r>
            <a:r>
              <a:rPr lang="en-US" sz="2400" dirty="0" err="1">
                <a:latin typeface="DevLys 010" pitchFamily="2" charset="0"/>
              </a:rPr>
              <a:t>mPp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U;k;ky</a:t>
            </a:r>
            <a:r>
              <a:rPr lang="en-US" sz="2400" dirty="0">
                <a:latin typeface="DevLys 010" pitchFamily="2" charset="0"/>
              </a:rPr>
              <a:t>; }</a:t>
            </a:r>
            <a:r>
              <a:rPr lang="en-US" sz="2400" dirty="0" err="1">
                <a:latin typeface="DevLys 010" pitchFamily="2" charset="0"/>
              </a:rPr>
              <a:t>kjk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fujLr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fjO;w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izkFkZuk</a:t>
            </a:r>
            <a:r>
              <a:rPr lang="en-US" sz="2400" dirty="0">
                <a:latin typeface="DevLys 010" pitchFamily="2" charset="0"/>
              </a:rPr>
              <a:t> i=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fu.kZ</a:t>
            </a:r>
            <a:r>
              <a:rPr lang="en-US" sz="2400" dirty="0">
                <a:latin typeface="DevLys 010" pitchFamily="2" charset="0"/>
              </a:rPr>
              <a:t>; </a:t>
            </a:r>
            <a:r>
              <a:rPr lang="en-US" sz="2400" dirty="0" err="1">
                <a:latin typeface="DevLys 010" pitchFamily="2" charset="0"/>
              </a:rPr>
              <a:t>fjtoZ</a:t>
            </a:r>
            <a:endParaRPr lang="en-US" sz="2400" dirty="0">
              <a:latin typeface="DevLys 010" pitchFamily="2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391489"/>
              </p:ext>
            </p:extLst>
          </p:nvPr>
        </p:nvGraphicFramePr>
        <p:xfrm>
          <a:off x="3419606" y="2192054"/>
          <a:ext cx="6040660" cy="25880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10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0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50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DevLys 010" pitchFamily="2" charset="0"/>
                        </a:rPr>
                        <a:t>o`Ùk</a:t>
                      </a:r>
                      <a:endParaRPr lang="en-IN" sz="2400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DevLys 010" pitchFamily="2" charset="0"/>
                        </a:rPr>
                        <a:t>izfr'kr</a:t>
                      </a:r>
                      <a:endParaRPr lang="en-IN" sz="2400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DevLys 010" pitchFamily="2" charset="0"/>
                        </a:rPr>
                        <a:t>o`Ùk</a:t>
                      </a:r>
                      <a:endParaRPr lang="en-IN" sz="2400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DevLys 010" pitchFamily="2" charset="0"/>
                        </a:rPr>
                        <a:t>izfr'kr</a:t>
                      </a:r>
                      <a:endParaRPr lang="en-IN" sz="2400" b="1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17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chdkusj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114-73 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mn;iqj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85-80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17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vtesj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97-51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t;iqj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79-24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17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jktleUn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93-77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tks/kiqj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79-24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17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HkhyokMk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87-89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Hkjriqj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75-37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17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DevLys 010" pitchFamily="2" charset="0"/>
                        </a:rPr>
                        <a:t>dksVk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evLys 010" pitchFamily="2" charset="0"/>
                        </a:rPr>
                        <a:t>86-28</a:t>
                      </a:r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9756879-2910-663B-3EA9-8B89813C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8610" y="6389370"/>
            <a:ext cx="312420" cy="377825"/>
          </a:xfrm>
        </p:spPr>
        <p:txBody>
          <a:bodyPr/>
          <a:lstStyle/>
          <a:p>
            <a:fld id="{965E61CC-47EF-4421-A150-C590F21C210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0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3644-E78E-358F-CB53-CA0D6006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2F9CCD3F-6744-4498-139D-A9F2F3D2C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08661" y="160545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5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5AFEDBA-52EB-2EF7-4E71-2BDA1757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04624D-3B51-CA36-C0B2-46B66BAD62CF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41EE2C0-EDF6-77CD-5B37-1F6722CD60E4}"/>
              </a:ext>
            </a:extLst>
          </p:cNvPr>
          <p:cNvGraphicFramePr>
            <a:graphicFrameLocks/>
          </p:cNvGraphicFramePr>
          <p:nvPr/>
        </p:nvGraphicFramePr>
        <p:xfrm>
          <a:off x="251461" y="1040135"/>
          <a:ext cx="5680709" cy="5520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22D0C70-84D2-952B-9B20-6E420694D2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1840111"/>
              </p:ext>
            </p:extLst>
          </p:nvPr>
        </p:nvGraphicFramePr>
        <p:xfrm>
          <a:off x="6259832" y="1062990"/>
          <a:ext cx="5627368" cy="5520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2E879-1127-D90F-9150-ED2CBC30F9FC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5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200" dirty="0">
                <a:ea typeface="Cambria" panose="02040503050406030204" pitchFamily="18" charset="0"/>
              </a:rPr>
              <a:t>(1/2)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0" y="835660"/>
            <a:ext cx="11852735" cy="5679077"/>
          </a:xfrm>
        </p:spPr>
        <p:txBody>
          <a:bodyPr>
            <a:noAutofit/>
          </a:bodyPr>
          <a:lstStyle/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DevLys 010" pitchFamily="2" charset="0"/>
              </a:rPr>
              <a:t>jkW;YVh</a:t>
            </a:r>
            <a:r>
              <a:rPr lang="en-US" sz="3200" b="1" dirty="0">
                <a:latin typeface="DevLys 010" pitchFamily="2" charset="0"/>
              </a:rPr>
              <a:t> </a:t>
            </a:r>
            <a:r>
              <a:rPr lang="en-US" sz="3200" dirty="0">
                <a:latin typeface="DevLys 010" pitchFamily="2" charset="0"/>
              </a:rPr>
              <a:t>% </a:t>
            </a:r>
            <a:r>
              <a:rPr lang="en-US" sz="3200" b="1" dirty="0">
                <a:latin typeface="DevLys 010" pitchFamily="2" charset="0"/>
              </a:rPr>
              <a:t>8679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djksM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o"kZ</a:t>
            </a:r>
            <a:r>
              <a:rPr lang="en-US" sz="3200" dirty="0">
                <a:latin typeface="DevLys 010" pitchFamily="2" charset="0"/>
              </a:rPr>
              <a:t> 2026&amp;27 </a:t>
            </a:r>
            <a:r>
              <a:rPr lang="en-US" sz="3200" dirty="0" err="1">
                <a:latin typeface="DevLys 010" pitchFamily="2" charset="0"/>
              </a:rPr>
              <a:t>esa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vuqekfur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o`f</a:t>
            </a:r>
            <a:r>
              <a:rPr lang="en-US" sz="3200" dirty="0">
                <a:latin typeface="DevLys 010" pitchFamily="2" charset="0"/>
              </a:rPr>
              <a:t>) % </a:t>
            </a:r>
            <a:r>
              <a:rPr lang="en-US" sz="3200" dirty="0" err="1">
                <a:latin typeface="DevLys 010" pitchFamily="2" charset="0"/>
              </a:rPr>
              <a:t>yxHkx</a:t>
            </a:r>
            <a:r>
              <a:rPr lang="en-US" sz="3200" dirty="0">
                <a:latin typeface="DevLys 010" pitchFamily="2" charset="0"/>
              </a:rPr>
              <a:t> 10 </a:t>
            </a:r>
            <a:r>
              <a:rPr lang="en-US" sz="3200" dirty="0" err="1">
                <a:latin typeface="DevLys 010" pitchFamily="2" charset="0"/>
              </a:rPr>
              <a:t>izfr’kr</a:t>
            </a:r>
            <a:r>
              <a:rPr lang="en-US" sz="3200" dirty="0">
                <a:latin typeface="DevLys 010" pitchFamily="2" charset="0"/>
              </a:rPr>
              <a:t> ¼cktkj </a:t>
            </a:r>
            <a:r>
              <a:rPr lang="en-US" sz="3200" dirty="0" err="1">
                <a:latin typeface="DevLys 010" pitchFamily="2" charset="0"/>
              </a:rPr>
              <a:t>esa</a:t>
            </a:r>
            <a:r>
              <a:rPr lang="en-US" sz="3200" dirty="0">
                <a:latin typeface="DevLys 010" pitchFamily="2" charset="0"/>
              </a:rPr>
              <a:t> [</a:t>
            </a:r>
            <a:r>
              <a:rPr lang="en-US" sz="3200" dirty="0" err="1">
                <a:latin typeface="DevLys 010" pitchFamily="2" charset="0"/>
              </a:rPr>
              <a:t>kfut</a:t>
            </a:r>
            <a:r>
              <a:rPr lang="en-US" sz="3200" dirty="0">
                <a:latin typeface="DevLys 010" pitchFamily="2" charset="0"/>
              </a:rPr>
              <a:t> dh </a:t>
            </a:r>
            <a:r>
              <a:rPr lang="en-US" sz="3200" dirty="0" err="1">
                <a:latin typeface="DevLys 010" pitchFamily="2" charset="0"/>
              </a:rPr>
              <a:t>ekax</a:t>
            </a:r>
            <a:r>
              <a:rPr lang="en-US" sz="3200" dirty="0">
                <a:latin typeface="DevLys 010" pitchFamily="2" charset="0"/>
              </a:rPr>
              <a:t> ds </a:t>
            </a:r>
            <a:r>
              <a:rPr lang="en-US" sz="3200" dirty="0" err="1">
                <a:latin typeface="DevLys 010" pitchFamily="2" charset="0"/>
              </a:rPr>
              <a:t>dkj.k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mRiknu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esa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o`f</a:t>
            </a:r>
            <a:r>
              <a:rPr lang="en-US" sz="3200" dirty="0">
                <a:latin typeface="DevLys 010" pitchFamily="2" charset="0"/>
              </a:rPr>
              <a:t>) ls½</a:t>
            </a: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DevLys 010" pitchFamily="2" charset="0"/>
              </a:rPr>
              <a:t>fizfe;e@viÝUV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jkf’k</a:t>
            </a:r>
            <a:r>
              <a:rPr lang="en-US" sz="3200" dirty="0">
                <a:latin typeface="DevLys 010" pitchFamily="2" charset="0"/>
              </a:rPr>
              <a:t> % </a:t>
            </a:r>
            <a:r>
              <a:rPr lang="en-US" sz="3200" b="1" dirty="0">
                <a:latin typeface="DevLys 010" pitchFamily="2" charset="0"/>
              </a:rPr>
              <a:t>954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djksM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vjkoyh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fgYl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jsUt</a:t>
            </a:r>
            <a:r>
              <a:rPr lang="en-US" sz="3200" dirty="0">
                <a:latin typeface="DevLys 010" pitchFamily="2" charset="0"/>
              </a:rPr>
              <a:t> o </a:t>
            </a:r>
            <a:r>
              <a:rPr lang="en-US" sz="3200" dirty="0" err="1">
                <a:latin typeface="DevLys 010" pitchFamily="2" charset="0"/>
              </a:rPr>
              <a:t>ctjh</a:t>
            </a:r>
            <a:r>
              <a:rPr lang="en-US" sz="3200" dirty="0">
                <a:latin typeface="DevLys 010" pitchFamily="2" charset="0"/>
              </a:rPr>
              <a:t> ds </a:t>
            </a:r>
            <a:r>
              <a:rPr lang="en-US" sz="3200" dirty="0" err="1">
                <a:latin typeface="DevLys 010" pitchFamily="2" charset="0"/>
              </a:rPr>
              <a:t>lEcU</a:t>
            </a:r>
            <a:r>
              <a:rPr lang="en-US" sz="3200" dirty="0">
                <a:latin typeface="DevLys 010" pitchFamily="2" charset="0"/>
              </a:rPr>
              <a:t>/k </a:t>
            </a:r>
            <a:r>
              <a:rPr lang="en-US" sz="3200" dirty="0" err="1">
                <a:latin typeface="DevLys 010" pitchFamily="2" charset="0"/>
              </a:rPr>
              <a:t>esa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U;k;ky</a:t>
            </a:r>
            <a:r>
              <a:rPr lang="en-US" sz="3200" dirty="0">
                <a:latin typeface="DevLys 010" pitchFamily="2" charset="0"/>
              </a:rPr>
              <a:t>; </a:t>
            </a:r>
            <a:r>
              <a:rPr lang="en-US" sz="3200" dirty="0" err="1">
                <a:latin typeface="DevLys 010" pitchFamily="2" charset="0"/>
              </a:rPr>
              <a:t>vkns’k</a:t>
            </a:r>
            <a:r>
              <a:rPr lang="en-US" sz="3200" dirty="0">
                <a:latin typeface="DevLys 010" pitchFamily="2" charset="0"/>
              </a:rPr>
              <a:t> ds </a:t>
            </a:r>
            <a:r>
              <a:rPr lang="en-US" sz="3200" dirty="0" err="1">
                <a:latin typeface="DevLys 010" pitchFamily="2" charset="0"/>
              </a:rPr>
              <a:t>dkj.k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visf</a:t>
            </a:r>
            <a:r>
              <a:rPr lang="en-US" sz="3200" dirty="0">
                <a:latin typeface="DevLys 010" pitchFamily="2" charset="0"/>
              </a:rPr>
              <a:t>{</a:t>
            </a:r>
            <a:r>
              <a:rPr lang="en-US" sz="3200" dirty="0" err="1">
                <a:latin typeface="DevLys 010" pitchFamily="2" charset="0"/>
              </a:rPr>
              <a:t>kr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o`f</a:t>
            </a:r>
            <a:r>
              <a:rPr lang="en-US" sz="3200" dirty="0">
                <a:latin typeface="DevLys 010" pitchFamily="2" charset="0"/>
              </a:rPr>
              <a:t>) dh de </a:t>
            </a:r>
            <a:r>
              <a:rPr lang="en-US" sz="3200" dirty="0" err="1">
                <a:latin typeface="DevLys 010" pitchFamily="2" charset="0"/>
              </a:rPr>
              <a:t>lEHkkouk</a:t>
            </a:r>
            <a:r>
              <a:rPr lang="en-US" sz="3200" dirty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DevLys 010" pitchFamily="2" charset="0"/>
              </a:rPr>
              <a:t>fuekZ.k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foHkkx</a:t>
            </a:r>
            <a:r>
              <a:rPr lang="en-US" sz="3200" dirty="0">
                <a:latin typeface="DevLys 010" pitchFamily="2" charset="0"/>
              </a:rPr>
              <a:t> ls % </a:t>
            </a:r>
            <a:r>
              <a:rPr lang="en-US" sz="3200" b="1" dirty="0">
                <a:latin typeface="DevLys 010" pitchFamily="2" charset="0"/>
              </a:rPr>
              <a:t>233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djksM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o"kZ</a:t>
            </a:r>
            <a:r>
              <a:rPr lang="en-US" sz="3200" dirty="0">
                <a:latin typeface="DevLys 010" pitchFamily="2" charset="0"/>
              </a:rPr>
              <a:t> 2026&amp;27 </a:t>
            </a:r>
            <a:r>
              <a:rPr lang="en-US" sz="3200" dirty="0" err="1">
                <a:latin typeface="DevLys 010" pitchFamily="2" charset="0"/>
              </a:rPr>
              <a:t>esa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vuqekfur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o`f</a:t>
            </a:r>
            <a:r>
              <a:rPr lang="en-US" sz="3200" dirty="0">
                <a:latin typeface="DevLys 010" pitchFamily="2" charset="0"/>
              </a:rPr>
              <a:t>) % </a:t>
            </a:r>
            <a:r>
              <a:rPr lang="en-US" sz="3200" dirty="0" err="1">
                <a:latin typeface="DevLys 010" pitchFamily="2" charset="0"/>
              </a:rPr>
              <a:t>yxHkx</a:t>
            </a:r>
            <a:r>
              <a:rPr lang="en-US" sz="3200" dirty="0">
                <a:latin typeface="DevLys 010" pitchFamily="2" charset="0"/>
              </a:rPr>
              <a:t> 1 </a:t>
            </a:r>
            <a:r>
              <a:rPr lang="en-US" sz="3200" dirty="0" err="1">
                <a:latin typeface="DevLys 010" pitchFamily="2" charset="0"/>
              </a:rPr>
              <a:t>izfr’kr</a:t>
            </a:r>
            <a:r>
              <a:rPr lang="en-US" sz="3200" dirty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DevLys 010" pitchFamily="2" charset="0"/>
              </a:rPr>
              <a:t>'</a:t>
            </a:r>
            <a:r>
              <a:rPr lang="en-US" sz="3200" dirty="0" err="1">
                <a:latin typeface="DevLys 010" pitchFamily="2" charset="0"/>
              </a:rPr>
              <a:t>kkfLr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jkf’k</a:t>
            </a:r>
            <a:r>
              <a:rPr lang="en-US" sz="3200" dirty="0">
                <a:latin typeface="DevLys 010" pitchFamily="2" charset="0"/>
              </a:rPr>
              <a:t> % </a:t>
            </a:r>
            <a:r>
              <a:rPr lang="en-US" sz="3200" b="1" dirty="0">
                <a:latin typeface="DevLys 010" pitchFamily="2" charset="0"/>
              </a:rPr>
              <a:t>105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djksM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yxHkx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b="1" dirty="0">
                <a:latin typeface="DevLys 010" pitchFamily="2" charset="0"/>
              </a:rPr>
              <a:t>1500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djksM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cdk;k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vfHk;ku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pykdj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olwyh</a:t>
            </a:r>
            <a:r>
              <a:rPr lang="en-US" sz="3200" dirty="0">
                <a:latin typeface="DevLys 010" pitchFamily="2" charset="0"/>
              </a:rPr>
              <a:t> dh </a:t>
            </a:r>
            <a:r>
              <a:rPr lang="en-US" sz="3200" dirty="0" err="1">
                <a:latin typeface="DevLys 010" pitchFamily="2" charset="0"/>
              </a:rPr>
              <a:t>dk;Zokgh</a:t>
            </a:r>
            <a:endParaRPr lang="en-US" sz="3200" dirty="0">
              <a:latin typeface="DevLys 010" pitchFamily="2" charset="0"/>
            </a:endParaRP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DevLys 010" pitchFamily="2" charset="0"/>
              </a:rPr>
              <a:t>vU</a:t>
            </a:r>
            <a:r>
              <a:rPr lang="en-US" sz="3200" dirty="0">
                <a:latin typeface="DevLys 010" pitchFamily="2" charset="0"/>
              </a:rPr>
              <a:t>; % </a:t>
            </a:r>
            <a:r>
              <a:rPr lang="en-US" sz="3200" b="1" dirty="0">
                <a:latin typeface="DevLys 010" pitchFamily="2" charset="0"/>
              </a:rPr>
              <a:t>410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djksM</a:t>
            </a:r>
            <a:r>
              <a:rPr lang="en-US" sz="3200" dirty="0">
                <a:latin typeface="DevLys 010" pitchFamily="2" charset="0"/>
              </a:rPr>
              <a:t>] ¼iqjkuh </a:t>
            </a:r>
            <a:r>
              <a:rPr lang="en-US" sz="3200" dirty="0" err="1">
                <a:latin typeface="DevLys 010" pitchFamily="2" charset="0"/>
              </a:rPr>
              <a:t>cdk;k</a:t>
            </a:r>
            <a:r>
              <a:rPr lang="en-US" sz="3200" dirty="0">
                <a:latin typeface="DevLys 010" pitchFamily="2" charset="0"/>
              </a:rPr>
              <a:t>] ,</a:t>
            </a:r>
            <a:r>
              <a:rPr lang="en-US" sz="3200" dirty="0" err="1">
                <a:latin typeface="DevLys 010" pitchFamily="2" charset="0"/>
              </a:rPr>
              <a:t>eusLVh</a:t>
            </a:r>
            <a:r>
              <a:rPr lang="en-US" sz="3200" dirty="0">
                <a:latin typeface="DevLys 010" pitchFamily="2" charset="0"/>
              </a:rPr>
              <a:t> ;</a:t>
            </a:r>
            <a:r>
              <a:rPr lang="en-US" sz="3200" dirty="0" err="1">
                <a:latin typeface="DevLys 010" pitchFamily="2" charset="0"/>
              </a:rPr>
              <a:t>kstuk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izfrHkwfr</a:t>
            </a:r>
            <a:r>
              <a:rPr lang="en-US" sz="3200" dirty="0">
                <a:latin typeface="DevLys 010" pitchFamily="2" charset="0"/>
              </a:rPr>
              <a:t> </a:t>
            </a:r>
            <a:r>
              <a:rPr lang="en-US" sz="3200" dirty="0" err="1">
                <a:latin typeface="DevLys 010" pitchFamily="2" charset="0"/>
              </a:rPr>
              <a:t>tCrh</a:t>
            </a:r>
            <a:r>
              <a:rPr lang="en-US" sz="3200" dirty="0">
                <a:latin typeface="DevLys 010" pitchFamily="2" charset="0"/>
              </a:rPr>
              <a:t>] </a:t>
            </a:r>
            <a:r>
              <a:rPr lang="en-US" sz="3200" dirty="0" err="1">
                <a:latin typeface="DevLys 010" pitchFamily="2" charset="0"/>
              </a:rPr>
              <a:t>VªkUlQj</a:t>
            </a:r>
            <a:r>
              <a:rPr lang="en-US" sz="3200" dirty="0">
                <a:latin typeface="DevLys 010" pitchFamily="2" charset="0"/>
              </a:rPr>
              <a:t> fizfe;e½</a:t>
            </a: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3200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latin typeface="DevLys 01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4A79D-7711-AB14-BC68-B730348E4FD9}"/>
              </a:ext>
            </a:extLst>
          </p:cNvPr>
          <p:cNvSpPr txBox="1"/>
          <p:nvPr/>
        </p:nvSpPr>
        <p:spPr>
          <a:xfrm>
            <a:off x="10632279" y="170884"/>
            <a:ext cx="1421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</a:t>
            </a:r>
            <a:r>
              <a:rPr lang="en-US" sz="2000" b="1" dirty="0"/>
              <a:t>2025-26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CB02575-0DD0-2807-5E49-5283B72CC4BA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8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43A6-9891-A304-B6F7-9994676A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4CC0218-A8C8-35FB-F6EB-3595310C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11" y="114845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(2/2)</a:t>
            </a:r>
            <a:endParaRPr lang="en-US" altLang="en-US" sz="3600" b="1" dirty="0">
              <a:latin typeface="DevLys 01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AFC20-8700-D111-5B80-DC5A7799D51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8CF2248-C895-6B2B-322F-A447747A79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45486"/>
              </p:ext>
            </p:extLst>
          </p:nvPr>
        </p:nvGraphicFramePr>
        <p:xfrm>
          <a:off x="182336" y="1112519"/>
          <a:ext cx="5989864" cy="5482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1C9E02-1C2D-7696-F65D-14464BB06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197416"/>
              </p:ext>
            </p:extLst>
          </p:nvPr>
        </p:nvGraphicFramePr>
        <p:xfrm>
          <a:off x="6263351" y="1112511"/>
          <a:ext cx="5802630" cy="5482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5FC3D-6BA8-C79B-51D0-E34E3323AF76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5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E562-5E78-B1B2-1B7D-73EA58E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FF624ED-984A-4EFA-3B79-FF0088C6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0832" y="160545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E291648-E522-E79C-ECE2-8D97227D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144A20-083C-82C6-7FAE-0C2D99EADD77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6C61B98-3FD3-11F6-BB27-938DF53B9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803193"/>
              </p:ext>
            </p:extLst>
          </p:nvPr>
        </p:nvGraphicFramePr>
        <p:xfrm>
          <a:off x="457201" y="1152334"/>
          <a:ext cx="11257594" cy="520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D37B8B87-FC6A-AFCB-D210-322DAED6CEF5}"/>
              </a:ext>
            </a:extLst>
          </p:cNvPr>
          <p:cNvSpPr/>
          <p:nvPr/>
        </p:nvSpPr>
        <p:spPr>
          <a:xfrm>
            <a:off x="7751802" y="1878207"/>
            <a:ext cx="2509283" cy="1063256"/>
          </a:xfrm>
          <a:prstGeom prst="wedgeEllipse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Dec 25: </a:t>
            </a:r>
            <a:r>
              <a:rPr lang="en-US" sz="1400" b="1" dirty="0"/>
              <a:t>RCC/ARCC </a:t>
            </a:r>
            <a:r>
              <a:rPr lang="en-US" sz="1400" dirty="0"/>
              <a:t>Amt. 70 Cr. And others</a:t>
            </a:r>
            <a:endParaRPr lang="en-IN" sz="1400" dirty="0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D51ACB8-3761-5C49-0BE2-A5CC71D1CEDE}"/>
              </a:ext>
            </a:extLst>
          </p:cNvPr>
          <p:cNvSpPr/>
          <p:nvPr/>
        </p:nvSpPr>
        <p:spPr>
          <a:xfrm>
            <a:off x="3345713" y="1878207"/>
            <a:ext cx="2874334" cy="1497950"/>
          </a:xfrm>
          <a:prstGeom prst="wedgeEllipse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July 24: </a:t>
            </a:r>
            <a:r>
              <a:rPr lang="en-US" sz="1600" b="1" dirty="0"/>
              <a:t>Gold</a:t>
            </a:r>
            <a:r>
              <a:rPr lang="en-US" sz="1600" dirty="0"/>
              <a:t> Auction Prem. 100 Cr. &amp; </a:t>
            </a:r>
            <a:r>
              <a:rPr lang="en-US" sz="1600" b="1" dirty="0"/>
              <a:t>HZL</a:t>
            </a:r>
            <a:r>
              <a:rPr lang="en-US" sz="1600" dirty="0"/>
              <a:t> Penalty 100Cr.</a:t>
            </a:r>
            <a:endParaRPr lang="en-I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6B8EB-E047-E042-36D4-AACE7C0A6EB5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9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0649-4B23-9D49-DC04-B0FD010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41917B1-6C4D-2094-5881-4CB4C31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AD9548-7E7C-38BF-98C3-F61E60550E7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1718737-44EA-D8EB-3D4E-8DF657C636C4}"/>
              </a:ext>
            </a:extLst>
          </p:cNvPr>
          <p:cNvSpPr txBox="1">
            <a:spLocks/>
          </p:cNvSpPr>
          <p:nvPr/>
        </p:nvSpPr>
        <p:spPr>
          <a:xfrm>
            <a:off x="-1" y="100419"/>
            <a:ext cx="864076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2026&amp;27 % </a:t>
            </a:r>
            <a:r>
              <a:rPr lang="en-US" sz="3600" b="1" dirty="0" err="1">
                <a:latin typeface="DevLys 010" pitchFamily="2" charset="0"/>
              </a:rPr>
              <a:t>vk</a:t>
            </a:r>
            <a:r>
              <a:rPr lang="en-US" sz="3600" b="1" dirty="0">
                <a:latin typeface="DevLys 010" pitchFamily="2" charset="0"/>
              </a:rPr>
              <a:t>; y{; o </a:t>
            </a:r>
            <a:r>
              <a:rPr lang="en-US" sz="3600" b="1" dirty="0" err="1">
                <a:latin typeface="DevLys 010" pitchFamily="2" charset="0"/>
              </a:rPr>
              <a:t>vizSy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ekg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esa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izkfIr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FC3506-58B1-D8DB-D1F1-D6FAACF94B40}"/>
              </a:ext>
            </a:extLst>
          </p:cNvPr>
          <p:cNvSpPr txBox="1">
            <a:spLocks/>
          </p:cNvSpPr>
          <p:nvPr/>
        </p:nvSpPr>
        <p:spPr>
          <a:xfrm>
            <a:off x="342377" y="697319"/>
            <a:ext cx="11948984" cy="2983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2288" indent="-6858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y{;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14000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522288" indent="-6858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Ekkg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viszy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545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522288" indent="-6858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</a:rPr>
              <a:t>o`Ùkokj</a:t>
            </a:r>
            <a:r>
              <a:rPr lang="en-US" sz="2800" dirty="0">
                <a:latin typeface="DevLys 010" pitchFamily="2" charset="0"/>
              </a:rPr>
              <a:t> </a:t>
            </a:r>
            <a:r>
              <a:rPr lang="en-US" sz="2800" dirty="0" err="1">
                <a:latin typeface="DevLys 010" pitchFamily="2" charset="0"/>
              </a:rPr>
              <a:t>vkoafVr</a:t>
            </a:r>
            <a:r>
              <a:rPr lang="en-US" sz="2800" dirty="0">
                <a:latin typeface="DevLys 010" pitchFamily="2" charset="0"/>
              </a:rPr>
              <a:t> </a:t>
            </a:r>
            <a:r>
              <a:rPr lang="en-US" sz="2800" dirty="0" err="1">
                <a:latin typeface="DevLys 010" pitchFamily="2" charset="0"/>
              </a:rPr>
              <a:t>vk</a:t>
            </a:r>
            <a:r>
              <a:rPr lang="en-US" sz="2800" dirty="0">
                <a:latin typeface="DevLys 010" pitchFamily="2" charset="0"/>
              </a:rPr>
              <a:t>; y{; ¼djksM esa½ 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</a:t>
            </a:r>
          </a:p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47539"/>
              </p:ext>
            </p:extLst>
          </p:nvPr>
        </p:nvGraphicFramePr>
        <p:xfrm>
          <a:off x="400832" y="3118980"/>
          <a:ext cx="11361108" cy="3382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0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671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DevLys 010" pitchFamily="2" charset="0"/>
                        </a:rPr>
                        <a:t>o`Ùk</a:t>
                      </a:r>
                      <a:endParaRPr lang="en-IN" sz="28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DevLys 010" pitchFamily="2" charset="0"/>
                        </a:rPr>
                        <a:t>vk; y{;</a:t>
                      </a:r>
                      <a:endParaRPr lang="en-IN" sz="28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DevLys 010" pitchFamily="2" charset="0"/>
                        </a:rPr>
                        <a:t>o`Ùk</a:t>
                      </a:r>
                      <a:endParaRPr lang="en-IN" sz="28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DevLys 010" pitchFamily="2" charset="0"/>
                        </a:rPr>
                        <a:t>vk; y{;</a:t>
                      </a:r>
                      <a:endParaRPr lang="en-IN" sz="28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6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DevLys 010" pitchFamily="2" charset="0"/>
                        </a:rPr>
                        <a:t>HkhyokMk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evLys 010" pitchFamily="2" charset="0"/>
                        </a:rPr>
                        <a:t>3454-40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tks/kiqj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evLys 010" pitchFamily="2" charset="0"/>
                        </a:rPr>
                        <a:t>1556-33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6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DevLys 010" pitchFamily="2" charset="0"/>
                        </a:rPr>
                        <a:t>jktleUn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evLys 010" pitchFamily="2" charset="0"/>
                        </a:rPr>
                        <a:t>2187-24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DevLys 010" pitchFamily="2" charset="0"/>
                        </a:rPr>
                        <a:t>chdkusj</a:t>
                      </a:r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evLys 010" pitchFamily="2" charset="0"/>
                        </a:rPr>
                        <a:t>1024-03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671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t;iqj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evLys 010" pitchFamily="2" charset="0"/>
                        </a:rPr>
                        <a:t>1621-00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Hkjriqj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evLys 010" pitchFamily="2" charset="0"/>
                        </a:rPr>
                        <a:t>564-19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671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mn;iqj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evLys 010" pitchFamily="2" charset="0"/>
                        </a:rPr>
                        <a:t>1581-73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DevLys 010" pitchFamily="2" charset="0"/>
                        </a:rPr>
                        <a:t>dksVk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evLys 010" pitchFamily="2" charset="0"/>
                        </a:rPr>
                        <a:t>440-76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6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DevLys 010" pitchFamily="2" charset="0"/>
                        </a:rPr>
                        <a:t>vtesj</a:t>
                      </a:r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evLys 010" pitchFamily="2" charset="0"/>
                        </a:rPr>
                        <a:t>1570-33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DevLys 010" pitchFamily="2" charset="0"/>
                        </a:rPr>
                        <a:t>dqy</a:t>
                      </a:r>
                      <a:endParaRPr lang="en-IN" b="1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evLys 010" pitchFamily="2" charset="0"/>
                        </a:rPr>
                        <a:t>14000-00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8A5E7F-F72F-15CC-3630-1F6CCB3A87FE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0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52BA-4F44-0719-F17B-6520D157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FF58A-0D3A-F666-5AFC-98FE5FB805B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940B4CD-7BB3-0596-F935-5695726108F1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2026&amp;27 % </a:t>
            </a:r>
            <a:r>
              <a:rPr lang="en-US" sz="3600" b="1" dirty="0" err="1">
                <a:latin typeface="DevLys 010" pitchFamily="2" charset="0"/>
              </a:rPr>
              <a:t>dk;Z;kstuk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05D2E3-F433-3B8D-D2CF-A013D7A598E9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96508-4A06-A9BA-A0AF-07D203780D01}"/>
              </a:ext>
            </a:extLst>
          </p:cNvPr>
          <p:cNvSpPr txBox="1"/>
          <p:nvPr/>
        </p:nvSpPr>
        <p:spPr>
          <a:xfrm>
            <a:off x="222058" y="818330"/>
            <a:ext cx="11747883" cy="598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cM+s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HZL 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</a:t>
            </a:r>
            <a:r>
              <a:rPr lang="en-US" sz="2000" dirty="0">
                <a:latin typeface="DevLys 010 " pitchFamily="2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RSMML</a:t>
            </a:r>
            <a:r>
              <a:rPr lang="en-US" sz="2000" dirty="0">
                <a:latin typeface="DevLys 010 " pitchFamily="2" charset="0"/>
              </a:rPr>
              <a:t>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4900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1050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RCC/ERCC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2700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 " pitchFamily="2" charset="0"/>
              </a:rPr>
              <a:t>+</a:t>
            </a: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¼cM+s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NksM+dj½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viÝaV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isesUV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¼iz/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</a:t>
            </a:r>
            <a:r>
              <a:rPr lang="en-US" sz="2000" dirty="0">
                <a:latin typeface="DevLys 010 " pitchFamily="2" charset="0"/>
              </a:rPr>
              <a:t>½ %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bl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izhfe;e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jkf'k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¼viz/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[kfut½ %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bl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350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fuEkkZ.k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foHkkxksa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'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kkfLr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iqjkuh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cdk;k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720725" indent="-274638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dqy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11000 </a:t>
            </a:r>
            <a:r>
              <a:rPr lang="en-US" sz="20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b="1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2100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500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20725" indent="-274638" algn="just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dqy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13600</a:t>
            </a:r>
            <a:r>
              <a:rPr lang="en-US" sz="20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000" b="1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2913" indent="-442913" algn="just">
              <a:lnSpc>
                <a:spcPct val="114000"/>
              </a:lnSpc>
              <a:spcAft>
                <a:spcPts val="600"/>
              </a:spcAft>
            </a:pPr>
            <a:r>
              <a:rPr lang="en-US" sz="2000" b="1" dirty="0" err="1">
                <a:latin typeface="DevLys 010" pitchFamily="2" charset="0"/>
              </a:rPr>
              <a:t>fo'ks"k</a:t>
            </a:r>
            <a:r>
              <a:rPr lang="en-US" sz="2000" b="1" dirty="0">
                <a:latin typeface="DevLys 010" pitchFamily="2" charset="0"/>
              </a:rPr>
              <a:t> </a:t>
            </a:r>
            <a:r>
              <a:rPr lang="en-US" sz="2000" b="1" dirty="0" err="1">
                <a:latin typeface="DevLys 010" pitchFamily="2" charset="0"/>
              </a:rPr>
              <a:t>iz;kl</a:t>
            </a:r>
            <a:r>
              <a:rPr lang="en-US" sz="2000" b="1" dirty="0">
                <a:latin typeface="DevLys 010" pitchFamily="2" charset="0"/>
              </a:rPr>
              <a:t> % ¼1½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Non-operational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pkyw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¼2½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vof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lekIr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dk;Z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izkjEHk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djus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gsrq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AAG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izkIr</a:t>
            </a:r>
            <a:r>
              <a:rPr lang="en-US" sz="20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djuk</a:t>
            </a:r>
            <a:endParaRPr lang="en-US" sz="2000" dirty="0">
              <a:latin typeface="DevLys 010 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E505CF-83F3-F6BB-E4DA-404BA551293F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0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167418" y="127272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DevLys 010 " pitchFamily="2" charset="0"/>
              </a:rPr>
              <a:t>[</a:t>
            </a:r>
            <a:r>
              <a:rPr lang="en-US" sz="3600" b="1" dirty="0" err="1">
                <a:latin typeface="DevLys 010 " pitchFamily="2" charset="0"/>
              </a:rPr>
              <a:t>kfut</a:t>
            </a:r>
            <a:r>
              <a:rPr lang="en-US" sz="3600" b="1" dirty="0">
                <a:latin typeface="DevLys 010 " pitchFamily="2" charset="0"/>
              </a:rPr>
              <a:t> dh Js.kh </a:t>
            </a:r>
            <a:r>
              <a:rPr lang="en-US" sz="3600" b="1" dirty="0" err="1">
                <a:latin typeface="DevLys 010 " pitchFamily="2" charset="0"/>
              </a:rPr>
              <a:t>ifjorZu</a:t>
            </a:r>
            <a:endParaRPr lang="en-US" sz="36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BC5CD-8EE6-532A-CFEC-1D65E6FAE510}"/>
              </a:ext>
            </a:extLst>
          </p:cNvPr>
          <p:cNvSpPr txBox="1"/>
          <p:nvPr/>
        </p:nvSpPr>
        <p:spPr>
          <a:xfrm>
            <a:off x="224568" y="825767"/>
            <a:ext cx="11742863" cy="577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2175" indent="-892175"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i`"</a:t>
            </a:r>
            <a:r>
              <a:rPr lang="en-US" sz="28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BHkwfe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Hkkjr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ljdkj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}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klwpuk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20-02-2025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ekbZdk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cSjkbV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rFkk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klwpuk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10-10-2025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?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kksf"kr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izHkko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892175" indent="-892175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jgrs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olwyh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fn;s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tkus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O;oLFkk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lekIr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439863" indent="-547688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ekbZdk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cSjkbV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jkf’k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&amp;&amp;&amp;&amp;&amp;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1439863" indent="-547688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jkf’k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&amp;&amp;&amp;&amp;&amp;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¼Bsds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31-03-2027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vkoafVr½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892175" indent="-892175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:-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175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80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izfrVu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gksuk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59DA885-00D4-E629-70F9-3B97F841FB7A}"/>
              </a:ext>
            </a:extLst>
          </p:cNvPr>
          <p:cNvSpPr txBox="1">
            <a:spLocks/>
          </p:cNvSpPr>
          <p:nvPr/>
        </p:nvSpPr>
        <p:spPr>
          <a:xfrm>
            <a:off x="11910059" y="6418040"/>
            <a:ext cx="31242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83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206431" y="115842"/>
            <a:ext cx="8320349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err="1">
                <a:latin typeface="DevLys 010 " pitchFamily="2" charset="0"/>
              </a:rPr>
              <a:t>o"kZ</a:t>
            </a:r>
            <a:r>
              <a:rPr lang="en-US" sz="3600" b="1" dirty="0">
                <a:latin typeface="DevLys 010 " pitchFamily="2" charset="0"/>
              </a:rPr>
              <a:t> 2026&amp;27 </a:t>
            </a:r>
            <a:r>
              <a:rPr lang="en-US" sz="3600" b="1" dirty="0" err="1">
                <a:latin typeface="DevLys 010 " pitchFamily="2" charset="0"/>
              </a:rPr>
              <a:t>esa</a:t>
            </a:r>
            <a:r>
              <a:rPr lang="en-US" sz="3600" b="1" dirty="0">
                <a:latin typeface="DevLys 010 " pitchFamily="2" charset="0"/>
              </a:rPr>
              <a:t> [</a:t>
            </a:r>
            <a:r>
              <a:rPr lang="en-US" sz="3600" b="1" dirty="0" err="1">
                <a:latin typeface="DevLys 010 " pitchFamily="2" charset="0"/>
              </a:rPr>
              <a:t>kfutksa</a:t>
            </a:r>
            <a:r>
              <a:rPr lang="en-US" sz="3600" b="1" dirty="0">
                <a:latin typeface="DevLys 010 " pitchFamily="2" charset="0"/>
              </a:rPr>
              <a:t> dh [</a:t>
            </a:r>
            <a:r>
              <a:rPr lang="en-US" sz="3600" b="1" dirty="0" err="1">
                <a:latin typeface="DevLys 010 " pitchFamily="2" charset="0"/>
              </a:rPr>
              <a:t>kkst</a:t>
            </a:r>
            <a:r>
              <a:rPr lang="en-US" sz="3600" b="1" dirty="0">
                <a:latin typeface="DevLys 010 " pitchFamily="2" charset="0"/>
              </a:rPr>
              <a:t> dh </a:t>
            </a:r>
            <a:r>
              <a:rPr lang="en-US" sz="3600" b="1" dirty="0" err="1">
                <a:latin typeface="DevLys 010 " pitchFamily="2" charset="0"/>
              </a:rPr>
              <a:t>xfrfof</a:t>
            </a:r>
            <a:r>
              <a:rPr lang="en-US" sz="3600" b="1" dirty="0">
                <a:latin typeface="DevLys 010 " pitchFamily="2" charset="0"/>
              </a:rPr>
              <a:t>/</a:t>
            </a:r>
            <a:r>
              <a:rPr lang="en-US" sz="3600" b="1" dirty="0" err="1">
                <a:latin typeface="DevLys 010 " pitchFamily="2" charset="0"/>
              </a:rPr>
              <a:t>k;ka</a:t>
            </a:r>
            <a:endParaRPr lang="en-US" sz="36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BC5CD-8EE6-532A-CFEC-1D65E6FAE510}"/>
              </a:ext>
            </a:extLst>
          </p:cNvPr>
          <p:cNvSpPr txBox="1"/>
          <p:nvPr/>
        </p:nvSpPr>
        <p:spPr>
          <a:xfrm>
            <a:off x="87408" y="665747"/>
            <a:ext cx="11971242" cy="6050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Ø"/>
              <a:tabLst>
                <a:tab pos="1619250" algn="l"/>
                <a:tab pos="2066925" algn="l"/>
              </a:tabLst>
            </a:pPr>
            <a:r>
              <a:rPr lang="en-US" sz="2800" b="1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DMG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en-US" sz="2800" b="1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dqy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35 </a:t>
            </a:r>
            <a:r>
              <a:rPr lang="en-US" sz="2800" b="1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ifj;kstuk,sa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b="1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lapkfyr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en-IN" sz="2800">
                <a:latin typeface="DevLys 010" pitchFamily="2" charset="0"/>
              </a:rPr>
              <a:t>vk;ju&amp;1] cslesVy&amp;3] ykbeLVksu&amp;8] </a:t>
            </a:r>
            <a:r>
              <a:rPr lang="en-IN" sz="2800" err="1">
                <a:latin typeface="DevLys 010" pitchFamily="2" charset="0"/>
              </a:rPr>
              <a:t>Mk;esa'kuy</a:t>
            </a:r>
            <a:r>
              <a:rPr lang="en-IN" sz="2800">
                <a:latin typeface="DevLys 010" pitchFamily="2" charset="0"/>
              </a:rPr>
              <a:t> LVksu&amp;2] </a:t>
            </a:r>
            <a:r>
              <a:rPr lang="en-IN" sz="2800" err="1">
                <a:latin typeface="DevLys 010" pitchFamily="2" charset="0"/>
              </a:rPr>
              <a:t>vU</a:t>
            </a:r>
            <a:r>
              <a:rPr lang="en-IN" sz="2800">
                <a:latin typeface="DevLys 010" pitchFamily="2" charset="0"/>
              </a:rPr>
              <a:t>; viz/</a:t>
            </a:r>
            <a:r>
              <a:rPr lang="en-IN" sz="2800" err="1">
                <a:latin typeface="DevLys 010" pitchFamily="2" charset="0"/>
              </a:rPr>
              <a:t>kku</a:t>
            </a:r>
            <a:r>
              <a:rPr lang="en-IN" sz="2800">
                <a:latin typeface="DevLys 010" pitchFamily="2" charset="0"/>
              </a:rPr>
              <a:t> [kfut&amp;10] </a:t>
            </a:r>
            <a:r>
              <a:rPr lang="en-IN" sz="2800" err="1">
                <a:latin typeface="DevLys 010" pitchFamily="2" charset="0"/>
              </a:rPr>
              <a:t>LVªsfVftd</a:t>
            </a:r>
            <a:r>
              <a:rPr lang="en-IN" sz="2800">
                <a:latin typeface="DevLys 010" pitchFamily="2" charset="0"/>
              </a:rPr>
              <a:t> feujy&amp;9] </a:t>
            </a:r>
            <a:r>
              <a:rPr lang="en-IN" sz="2800" err="1">
                <a:latin typeface="DevLys 010" pitchFamily="2" charset="0"/>
              </a:rPr>
              <a:t>vkS|ksfxd</a:t>
            </a:r>
            <a:r>
              <a:rPr lang="en-IN" sz="2800">
                <a:latin typeface="DevLys 010" pitchFamily="2" charset="0"/>
              </a:rPr>
              <a:t> [kfut&amp;3] ,ejkYM&amp;1</a:t>
            </a:r>
            <a:endParaRPr lang="en-US" sz="280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628650" indent="-628650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Ø"/>
              <a:tabLst>
                <a:tab pos="1619250" algn="l"/>
                <a:tab pos="2066925" algn="l"/>
              </a:tabLst>
            </a:pPr>
            <a:r>
              <a:rPr lang="en-US" sz="2800" b="1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RSMET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</a:t>
            </a:r>
            <a:r>
              <a:rPr lang="en-IN" sz="2800">
                <a:latin typeface="DevLys 010" pitchFamily="2" charset="0"/>
              </a:rPr>
              <a:t>LVksu&amp;2] </a:t>
            </a:r>
            <a:r>
              <a:rPr lang="en-IN" sz="2800" err="1">
                <a:latin typeface="DevLys 010" pitchFamily="2" charset="0"/>
              </a:rPr>
              <a:t>vU</a:t>
            </a:r>
            <a:r>
              <a:rPr lang="en-IN" sz="2800">
                <a:latin typeface="DevLys 010" pitchFamily="2" charset="0"/>
              </a:rPr>
              <a:t>; viz/</a:t>
            </a:r>
            <a:r>
              <a:rPr lang="en-IN" sz="2800" err="1">
                <a:latin typeface="DevLys 010" pitchFamily="2" charset="0"/>
              </a:rPr>
              <a:t>kku</a:t>
            </a:r>
            <a:r>
              <a:rPr lang="en-IN" sz="2800">
                <a:latin typeface="DevLys 010" pitchFamily="2" charset="0"/>
              </a:rPr>
              <a:t> [kfut&amp;10] </a:t>
            </a:r>
            <a:r>
              <a:rPr lang="en-IN" sz="2800" err="1">
                <a:latin typeface="DevLys 010" pitchFamily="2" charset="0"/>
              </a:rPr>
              <a:t>LVªsfVftd</a:t>
            </a:r>
            <a:r>
              <a:rPr lang="en-IN" sz="2800">
                <a:latin typeface="DevLys 010" pitchFamily="2" charset="0"/>
              </a:rPr>
              <a:t> feujy&amp;9] </a:t>
            </a:r>
            <a:r>
              <a:rPr lang="en-IN" sz="2800" err="1">
                <a:latin typeface="DevLys 010" pitchFamily="2" charset="0"/>
              </a:rPr>
              <a:t>vkS|ksfxd</a:t>
            </a:r>
            <a:r>
              <a:rPr lang="en-IN" sz="2800">
                <a:latin typeface="DevLys 010" pitchFamily="2" charset="0"/>
              </a:rPr>
              <a:t> [kfut&amp;3] ,ejkYM&amp;1</a:t>
            </a:r>
            <a:endParaRPr lang="en-US" sz="280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628650" lvl="0" indent="-62865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800">
                <a:latin typeface="DevLys 010" pitchFamily="2" charset="0"/>
              </a:rPr>
              <a:t>cslesVy] ykbeLVksu] dkWij] vk;ju vksj dh 10 ifj;kstuk,saa  </a:t>
            </a:r>
            <a:r>
              <a:rPr lang="en-IN" sz="2800">
                <a:latin typeface="Times New Roman" pitchFamily="18" charset="0"/>
                <a:cs typeface="Times New Roman" pitchFamily="18" charset="0"/>
              </a:rPr>
              <a:t>ISM </a:t>
            </a:r>
            <a:r>
              <a:rPr lang="en-IN" sz="2800" err="1">
                <a:latin typeface="Times New Roman" pitchFamily="18" charset="0"/>
                <a:cs typeface="Times New Roman" pitchFamily="18" charset="0"/>
              </a:rPr>
              <a:t>Dhanbad</a:t>
            </a:r>
            <a:r>
              <a:rPr lang="en-IN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800">
                <a:latin typeface="DevLys 010" pitchFamily="2" charset="0"/>
              </a:rPr>
              <a:t>ds lkFk feydj        </a:t>
            </a:r>
            <a:r>
              <a:rPr lang="en-IN" sz="2800">
                <a:latin typeface="Times New Roman" pitchFamily="18" charset="0"/>
                <a:cs typeface="Times New Roman" pitchFamily="18" charset="0"/>
              </a:rPr>
              <a:t>mine-waste</a:t>
            </a:r>
            <a:r>
              <a:rPr lang="en-IN" sz="2800">
                <a:latin typeface="DevLys 010" pitchFamily="2" charset="0"/>
              </a:rPr>
              <a:t> </a:t>
            </a:r>
            <a:r>
              <a:rPr lang="pt-BR" sz="2800">
                <a:latin typeface="DevLys 010" pitchFamily="2" charset="0"/>
              </a:rPr>
              <a:t>Mai esa fØfVdy [kfut nksgu </a:t>
            </a:r>
            <a:r>
              <a:rPr lang="en-US" sz="2800">
                <a:latin typeface="DevLys 010" pitchFamily="2" charset="0"/>
              </a:rPr>
              <a:t>dh </a:t>
            </a:r>
            <a:r>
              <a:rPr lang="en-US" sz="2800" err="1">
                <a:latin typeface="DevLys 010" pitchFamily="2" charset="0"/>
              </a:rPr>
              <a:t>LVMh</a:t>
            </a:r>
            <a:endParaRPr lang="en-IN" sz="2800">
              <a:latin typeface="DevLys 010" pitchFamily="2" charset="0"/>
            </a:endParaRPr>
          </a:p>
          <a:p>
            <a:pPr marL="628650" lvl="0" indent="-62865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IN" sz="2800" b="1">
                <a:latin typeface="Times New Roman" pitchFamily="18" charset="0"/>
                <a:cs typeface="Times New Roman" pitchFamily="18" charset="0"/>
              </a:rPr>
              <a:t>IIT Hyderabad </a:t>
            </a:r>
            <a:r>
              <a:rPr lang="pt-BR" sz="2800">
                <a:latin typeface="DevLys 010" pitchFamily="2" charset="0"/>
              </a:rPr>
              <a:t>ds lkFk fØfVdy [kfut vUos"k.k gsrq </a:t>
            </a:r>
            <a:r>
              <a:rPr lang="en-IN" sz="2800">
                <a:latin typeface="Times New Roman" pitchFamily="18" charset="0"/>
                <a:cs typeface="Times New Roman" pitchFamily="18" charset="0"/>
              </a:rPr>
              <a:t>AI/ML</a:t>
            </a:r>
            <a:r>
              <a:rPr lang="en-IN" sz="2800">
                <a:latin typeface="DevLys 010" pitchFamily="2" charset="0"/>
              </a:rPr>
              <a:t> </a:t>
            </a:r>
            <a:r>
              <a:rPr lang="pt-BR" sz="2800">
                <a:latin typeface="DevLys 010" pitchFamily="2" charset="0"/>
              </a:rPr>
              <a:t>LVMh </a:t>
            </a:r>
          </a:p>
          <a:p>
            <a:pPr marL="628650" lvl="0" indent="-62865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2800" b="1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NMEDT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dqy</a:t>
            </a:r>
            <a:r>
              <a:rPr lang="en-US" sz="28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21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ifj;kstukvksa</a:t>
            </a:r>
            <a:r>
              <a:rPr lang="en-US" sz="28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ij</a:t>
            </a:r>
            <a:r>
              <a:rPr lang="en-US" sz="28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dk;Z</a:t>
            </a:r>
            <a:endParaRPr lang="en-US" sz="280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628650" indent="-628650" algn="just">
              <a:lnSpc>
                <a:spcPct val="150000"/>
              </a:lnSpc>
              <a:spcAft>
                <a:spcPts val="800"/>
              </a:spcAft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2800" b="1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GSI</a:t>
            </a:r>
            <a:r>
              <a:rPr lang="en-US" sz="2800" b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dqy</a:t>
            </a:r>
            <a:r>
              <a:rPr lang="en-US" sz="28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84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ifj;kstuk,sa</a:t>
            </a:r>
            <a:r>
              <a:rPr lang="en-US" sz="28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lapkfyr</a:t>
            </a:r>
            <a:endParaRPr lang="en-US" sz="280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381546B-20DC-E58B-63A6-E810BCBB6061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3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971B-0946-E6B3-2CB5-9216F363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9ACBFC-0A09-6068-0979-2BC6EDABF043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DCB797-CD1D-8A91-197B-3D25591D40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DevLys 010 " pitchFamily="2" charset="0"/>
              </a:rPr>
              <a:t>[</a:t>
            </a:r>
            <a:r>
              <a:rPr lang="en-US" sz="3600" b="1" dirty="0" err="1">
                <a:latin typeface="DevLys 010 " pitchFamily="2" charset="0"/>
              </a:rPr>
              <a:t>kfut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CykWDl@IykWV~l</a:t>
            </a:r>
            <a:r>
              <a:rPr lang="en-US" sz="3600" b="1" dirty="0"/>
              <a:t> </a:t>
            </a:r>
            <a:r>
              <a:rPr lang="en-US" sz="3600" b="1" dirty="0">
                <a:latin typeface="DevLys 010 " pitchFamily="2" charset="0"/>
              </a:rPr>
              <a:t> dh </a:t>
            </a:r>
            <a:r>
              <a:rPr lang="en-US" sz="3600" b="1" dirty="0" err="1">
                <a:latin typeface="DevLys 010 " pitchFamily="2" charset="0"/>
              </a:rPr>
              <a:t>izLrkfor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uhykeh</a:t>
            </a:r>
            <a:r>
              <a:rPr lang="en-US" sz="3600" b="1" dirty="0">
                <a:latin typeface="DevLys 010 " pitchFamily="2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71480E-68D1-F303-86C6-41C045FB970F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A4981-2A7A-EB48-8705-C89346967306}"/>
              </a:ext>
            </a:extLst>
          </p:cNvPr>
          <p:cNvSpPr txBox="1"/>
          <p:nvPr/>
        </p:nvSpPr>
        <p:spPr>
          <a:xfrm>
            <a:off x="234803" y="724140"/>
            <a:ext cx="11871472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ftys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3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12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¼xksYM 1 ]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3]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5]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xkusZV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2]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ysM&amp;ftad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1½]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xSj&amp;vjkoyh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ftys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3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42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¼dkWij 1]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41½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3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956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3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3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3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3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3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9ABA9-DD8A-82CD-BFBC-19694C33BE52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641323"/>
              </p:ext>
            </p:extLst>
          </p:nvPr>
        </p:nvGraphicFramePr>
        <p:xfrm>
          <a:off x="744400" y="1902458"/>
          <a:ext cx="10453745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0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0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653">
                <a:tc rowSpan="2"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[kfut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xSj&amp;vjkoyh ftys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vjkoyh ftys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;ksx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53">
                <a:tc v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iksfyxu ds ckgj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>
                          <a:latin typeface="DevLys 010" pitchFamily="2" charset="0"/>
                        </a:rPr>
                        <a:t>iksfyxu ds vUnj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53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eslsujh LVksu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361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24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43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428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53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ls.MLVksu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151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50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&amp;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201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53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lksiLVksu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&amp;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27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94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121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53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xzsukbZV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15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12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49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76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53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vU; [kfut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127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&amp;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3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130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53">
                <a:tc>
                  <a:txBody>
                    <a:bodyPr/>
                    <a:lstStyle/>
                    <a:p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654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113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189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DevLys 010" pitchFamily="2" charset="0"/>
                        </a:rPr>
                        <a:t>956</a:t>
                      </a:r>
                      <a:endParaRPr lang="en-IN" sz="2300" dirty="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DB945C-1921-741E-78A3-9F2E432BD1D3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3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CAB-493B-AD39-A908-00CAFCE0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D4C27-EA20-C886-F1AE-61C896F3DF2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7EDA9-A5ED-C772-EA78-245D390BC81D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94146-1DA6-3487-F6D9-B74DF9D58E3B}"/>
              </a:ext>
            </a:extLst>
          </p:cNvPr>
          <p:cNvSpPr/>
          <p:nvPr/>
        </p:nvSpPr>
        <p:spPr>
          <a:xfrm>
            <a:off x="1661520" y="57667"/>
            <a:ext cx="69333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dirty="0" err="1">
                <a:latin typeface="DevLys 010" pitchFamily="2" charset="0"/>
              </a:rPr>
              <a:t>foHkkxh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vkWuykbZu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iz.kkyh</a:t>
            </a:r>
            <a:r>
              <a:rPr lang="en-US" sz="3600" b="1" dirty="0">
                <a:latin typeface="DevLys 010" pitchFamily="2" charset="0"/>
              </a:rPr>
              <a:t> % </a:t>
            </a:r>
            <a:r>
              <a:rPr lang="en-US" sz="3600" b="1" dirty="0" err="1">
                <a:latin typeface="DevLys 010" pitchFamily="2" charset="0"/>
              </a:rPr>
              <a:t>uohu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ifj;kstuk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BA300-A96E-A684-FC71-33897B8981D6}"/>
              </a:ext>
            </a:extLst>
          </p:cNvPr>
          <p:cNvSpPr txBox="1"/>
          <p:nvPr/>
        </p:nvSpPr>
        <p:spPr>
          <a:xfrm>
            <a:off x="242060" y="816764"/>
            <a:ext cx="1147591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indent="-450850" algn="just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 err="1">
                <a:latin typeface="DevLys 010" pitchFamily="2" charset="0"/>
              </a:rPr>
              <a:t>dk;Zdkjh</a:t>
            </a:r>
            <a:r>
              <a:rPr lang="en-US" sz="2300">
                <a:latin typeface="DevLys 010" pitchFamily="2" charset="0"/>
              </a:rPr>
              <a:t> ,</a:t>
            </a:r>
            <a:r>
              <a:rPr lang="en-US" sz="2300" err="1">
                <a:latin typeface="DevLys 010" pitchFamily="2" charset="0"/>
              </a:rPr>
              <a:t>tsUlh</a:t>
            </a:r>
            <a:r>
              <a:rPr lang="en-US" sz="2300">
                <a:latin typeface="DevLys 010" pitchFamily="2" charset="0"/>
              </a:rPr>
              <a:t> % 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NICSI </a:t>
            </a:r>
            <a:r>
              <a:rPr lang="en-US" sz="2300">
                <a:latin typeface="DevLys 010" pitchFamily="2" charset="0"/>
              </a:rPr>
              <a:t>ds </a:t>
            </a:r>
            <a:r>
              <a:rPr lang="en-US" sz="2300" err="1">
                <a:latin typeface="DevLys 010" pitchFamily="2" charset="0"/>
              </a:rPr>
              <a:t>ek</a:t>
            </a:r>
            <a:r>
              <a:rPr lang="en-US" sz="2300">
                <a:latin typeface="DevLys 010" pitchFamily="2" charset="0"/>
              </a:rPr>
              <a:t>/;e </a:t>
            </a:r>
            <a:r>
              <a:rPr lang="en-US" sz="2300" err="1">
                <a:latin typeface="DevLys 010" pitchFamily="2" charset="0"/>
              </a:rPr>
              <a:t>ls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CSM Technologies Ltd.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 err="1">
                <a:latin typeface="DevLys 010" pitchFamily="2" charset="0"/>
              </a:rPr>
              <a:t>dks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 err="1">
                <a:latin typeface="DevLys 010" pitchFamily="2" charset="0"/>
              </a:rPr>
              <a:t>vkoafVr</a:t>
            </a:r>
            <a:endParaRPr lang="en-US" sz="2300">
              <a:latin typeface="DevLys 010" pitchFamily="2" charset="0"/>
            </a:endParaRPr>
          </a:p>
          <a:p>
            <a:pPr marL="450850" indent="-450850" algn="just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 err="1">
                <a:latin typeface="DevLys 010" pitchFamily="2" charset="0"/>
              </a:rPr>
              <a:t>ifj;kstuk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 err="1">
                <a:latin typeface="DevLys 010" pitchFamily="2" charset="0"/>
              </a:rPr>
              <a:t>ykxr</a:t>
            </a:r>
            <a:r>
              <a:rPr lang="en-US" sz="2300">
                <a:latin typeface="DevLys 010" pitchFamily="2" charset="0"/>
              </a:rPr>
              <a:t> % </a:t>
            </a:r>
            <a:r>
              <a:rPr lang="en-US" sz="2300" b="1">
                <a:latin typeface="DevLys 010" pitchFamily="2" charset="0"/>
              </a:rPr>
              <a:t>14-53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 err="1">
                <a:latin typeface="DevLys 010" pitchFamily="2" charset="0"/>
              </a:rPr>
              <a:t>djksM</a:t>
            </a:r>
            <a:r>
              <a:rPr lang="en-US" sz="2300">
                <a:latin typeface="DevLys 010" pitchFamily="2" charset="0"/>
              </a:rPr>
              <a:t>] </a:t>
            </a:r>
            <a:r>
              <a:rPr lang="en-US" sz="2300" err="1">
                <a:latin typeface="DevLys 010" pitchFamily="2" charset="0"/>
              </a:rPr>
              <a:t>dk;Z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 err="1">
                <a:latin typeface="DevLys 010" pitchFamily="2" charset="0"/>
              </a:rPr>
              <a:t>izkjEHk@lekfIr</a:t>
            </a:r>
            <a:r>
              <a:rPr lang="en-US" sz="2300">
                <a:latin typeface="DevLys 010" pitchFamily="2" charset="0"/>
              </a:rPr>
              <a:t> </a:t>
            </a:r>
            <a:r>
              <a:rPr lang="en-US" sz="2300" err="1">
                <a:latin typeface="DevLys 010" pitchFamily="2" charset="0"/>
              </a:rPr>
              <a:t>frfFk</a:t>
            </a:r>
            <a:r>
              <a:rPr lang="en-US" sz="2300">
                <a:latin typeface="DevLys 010" pitchFamily="2" charset="0"/>
              </a:rPr>
              <a:t> % 15-09-2025@14-09-2030 </a:t>
            </a:r>
          </a:p>
          <a:p>
            <a:pPr marL="450850" indent="-450850" algn="just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 b="1" err="1">
                <a:latin typeface="DevLys 010" pitchFamily="2" charset="0"/>
              </a:rPr>
              <a:t>ifj;kstuk</a:t>
            </a:r>
            <a:r>
              <a:rPr lang="en-US" sz="2300" b="1">
                <a:latin typeface="DevLys 010" pitchFamily="2" charset="0"/>
              </a:rPr>
              <a:t> </a:t>
            </a:r>
            <a:r>
              <a:rPr lang="en-US" sz="2300" b="1" err="1">
                <a:latin typeface="DevLys 010" pitchFamily="2" charset="0"/>
              </a:rPr>
              <a:t>esa</a:t>
            </a:r>
            <a:r>
              <a:rPr lang="en-US" sz="2300" b="1">
                <a:latin typeface="DevLys 010" pitchFamily="2" charset="0"/>
              </a:rPr>
              <a:t> </a:t>
            </a:r>
            <a:r>
              <a:rPr lang="en-US" sz="2300" b="1" err="1">
                <a:latin typeface="DevLys 010" pitchFamily="2" charset="0"/>
              </a:rPr>
              <a:t>dk;Z</a:t>
            </a:r>
            <a:r>
              <a:rPr lang="en-US" sz="2300" b="1">
                <a:latin typeface="DevLys 010" pitchFamily="2" charset="0"/>
              </a:rPr>
              <a:t> o </a:t>
            </a:r>
            <a:r>
              <a:rPr lang="en-US" sz="2300" b="1" err="1">
                <a:latin typeface="DevLys 010" pitchFamily="2" charset="0"/>
              </a:rPr>
              <a:t>blls</a:t>
            </a:r>
            <a:r>
              <a:rPr lang="en-US" sz="2300" b="1">
                <a:latin typeface="DevLys 010" pitchFamily="2" charset="0"/>
              </a:rPr>
              <a:t> </a:t>
            </a:r>
            <a:r>
              <a:rPr lang="en-US" sz="2300" b="1" err="1">
                <a:latin typeface="DevLys 010" pitchFamily="2" charset="0"/>
              </a:rPr>
              <a:t>ykHk</a:t>
            </a:r>
            <a:r>
              <a:rPr lang="en-US" sz="2300" b="1">
                <a:latin typeface="DevLys 010" pitchFamily="2" charset="0"/>
              </a:rPr>
              <a:t>% </a:t>
            </a:r>
            <a:endParaRPr lang="en-IN" sz="2300" b="1">
              <a:latin typeface="DevLys 010" pitchFamily="2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654750"/>
              </p:ext>
            </p:extLst>
          </p:nvPr>
        </p:nvGraphicFramePr>
        <p:xfrm>
          <a:off x="242060" y="2450182"/>
          <a:ext cx="1187374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dk;Z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ykHk 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os&amp;fczt vkWVkses’ku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>
                          <a:latin typeface="DevLys 010" pitchFamily="2" charset="0"/>
                        </a:rPr>
                        <a:t>yxHkx 3500 os&amp;fczt LFkkfir</a:t>
                      </a:r>
                      <a:r>
                        <a:rPr lang="en-US" sz="2300" baseline="0">
                          <a:latin typeface="DevLys 010" pitchFamily="2" charset="0"/>
                        </a:rPr>
                        <a:t>] buesa </a:t>
                      </a:r>
                      <a:r>
                        <a:rPr lang="en-US" sz="2300">
                          <a:latin typeface="DevLys 010" pitchFamily="2" charset="0"/>
                        </a:rPr>
                        <a:t>flaxy lkW¶Vos;j</a:t>
                      </a:r>
                      <a:r>
                        <a:rPr lang="en-US" sz="2300" baseline="0">
                          <a:latin typeface="DevLys 010" pitchFamily="2" charset="0"/>
                        </a:rPr>
                        <a:t> ls joUuk o VªkfUtV ikl dk fcuk ekuoh; gLr{ksi ls dUQeZs’ku]  otu esa gsjk&amp;Qsjh dh lEHkkouk ugha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th-ih-,l- vkj-,Q-vkbZ-Mh-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okguksa dh vkWuykbZu Vªsfdax] 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Mªksu losZ MsVk</a:t>
                      </a:r>
                      <a:r>
                        <a:rPr lang="en-US" sz="2300" baseline="0">
                          <a:latin typeface="DevLys 010" pitchFamily="2" charset="0"/>
                        </a:rPr>
                        <a:t> izcU/ku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MsVk LVksj rFkk blds fo’ys"k.kkRed ifj.kke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vkWijs’ku dUVªksy lsUVj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dqy 10 lsUVj vkWuykbZu xfrfof/k;ksa dh fj;y VkbZe ekWfuVfjax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ls.M iksVZy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ctjh dh fj;y VkbZe miyC/krk</a:t>
                      </a:r>
                      <a:r>
                        <a:rPr lang="en-US" sz="2300" baseline="0">
                          <a:latin typeface="DevLys 010" pitchFamily="2" charset="0"/>
                        </a:rPr>
                        <a:t> dh tkudkjh rFkk cqfdax O;oLFkk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,e fofty ,si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voS/k [kuu xfrfof/k;ka</a:t>
                      </a:r>
                      <a:r>
                        <a:rPr lang="en-US" sz="2300" baseline="0">
                          <a:latin typeface="DevLys 010" pitchFamily="2" charset="0"/>
                        </a:rPr>
                        <a:t> ds lEcU/k esa f’kdk;rksa dh ekWfuVfjax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ekbZUl ,fDVfoVh ,si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vkWuykbZu vkosnuksa dh ekWfuVfjax 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005"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liksVZ ,oa esUVsusUl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DevLys 010" pitchFamily="2" charset="0"/>
                        </a:rPr>
                        <a:t>3-5 o"kksZa ds fy,</a:t>
                      </a:r>
                      <a:endParaRPr lang="en-IN" sz="2300">
                        <a:latin typeface="DevLys 01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8BC0C6-3131-442A-629E-11F80AB60C64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2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BF33-F45A-5D9B-5881-EA9D3BA1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7B5747-A793-85A9-32D2-AFB6617A24BE}"/>
              </a:ext>
            </a:extLst>
          </p:cNvPr>
          <p:cNvCxnSpPr/>
          <p:nvPr/>
        </p:nvCxnSpPr>
        <p:spPr>
          <a:xfrm>
            <a:off x="0" y="116930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44B70-265F-531D-304E-58521D196DD5}"/>
              </a:ext>
            </a:extLst>
          </p:cNvPr>
          <p:cNvSpPr/>
          <p:nvPr/>
        </p:nvSpPr>
        <p:spPr>
          <a:xfrm>
            <a:off x="474024" y="127526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0407F-593E-2721-D856-76AC0049F54A}"/>
              </a:ext>
            </a:extLst>
          </p:cNvPr>
          <p:cNvSpPr/>
          <p:nvPr/>
        </p:nvSpPr>
        <p:spPr>
          <a:xfrm>
            <a:off x="148867" y="401430"/>
            <a:ext cx="4709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dirty="0" err="1">
                <a:latin typeface="DevLys 010" pitchFamily="2" charset="0"/>
              </a:rPr>
              <a:t>os&amp;fczt</a:t>
            </a:r>
            <a:r>
              <a:rPr lang="en-US" sz="3600" b="1" dirty="0">
                <a:latin typeface="DevLys 010" pitchFamily="2" charset="0"/>
              </a:rPr>
              <a:t> ,</a:t>
            </a:r>
            <a:r>
              <a:rPr lang="en-US" sz="3600" b="1" dirty="0" err="1">
                <a:latin typeface="DevLys 010" pitchFamily="2" charset="0"/>
              </a:rPr>
              <a:t>oa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thih,l</a:t>
            </a:r>
            <a:r>
              <a:rPr lang="en-US" sz="3600" b="1" dirty="0">
                <a:latin typeface="DevLys 010" pitchFamily="2" charset="0"/>
              </a:rPr>
              <a:t> dh </a:t>
            </a:r>
            <a:r>
              <a:rPr lang="en-US" sz="3600" b="1" dirty="0" err="1">
                <a:latin typeface="DevLys 010" pitchFamily="2" charset="0"/>
              </a:rPr>
              <a:t>izxfr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0A9356EE-B1E3-613A-B031-198E3DC9AC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140246"/>
              </p:ext>
            </p:extLst>
          </p:nvPr>
        </p:nvGraphicFramePr>
        <p:xfrm>
          <a:off x="148867" y="1463043"/>
          <a:ext cx="11894265" cy="46332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3840412">
                  <a:extLst>
                    <a:ext uri="{9D8B030D-6E8A-4147-A177-3AD203B41FA5}">
                      <a16:colId xmlns:a16="http://schemas.microsoft.com/office/drawing/2014/main" val="1626336352"/>
                    </a:ext>
                  </a:extLst>
                </a:gridCol>
                <a:gridCol w="2506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7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latin typeface="DevLys 010" pitchFamily="2" charset="0"/>
                        </a:rPr>
                        <a:t>dk;Z</a:t>
                      </a:r>
                      <a:endParaRPr lang="en-IN" sz="3600" b="1">
                        <a:solidFill>
                          <a:schemeClr val="bg1"/>
                        </a:solidFill>
                        <a:latin typeface="DevLys 010" pitchFamily="2" charset="0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latin typeface="DevLys 010" pitchFamily="2" charset="0"/>
                        </a:rPr>
                        <a:t>fu;r</a:t>
                      </a:r>
                      <a:r>
                        <a:rPr lang="en-US" sz="3600" b="1" baseline="0">
                          <a:solidFill>
                            <a:schemeClr val="bg1"/>
                          </a:solidFill>
                          <a:latin typeface="DevLys 010" pitchFamily="2" charset="0"/>
                        </a:rPr>
                        <a:t> vof/k</a:t>
                      </a:r>
                      <a:endParaRPr lang="en-IN" sz="3600" b="1">
                        <a:solidFill>
                          <a:schemeClr val="bg1"/>
                        </a:solidFill>
                        <a:latin typeface="DevLys 010" pitchFamily="2" charset="0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latin typeface="DevLys 010" pitchFamily="2" charset="0"/>
                        </a:rPr>
                        <a:t>izxfr ¼fnukad 04-05-2026 rd½</a:t>
                      </a:r>
                      <a:endParaRPr lang="en-IN" sz="3600" b="1">
                        <a:solidFill>
                          <a:schemeClr val="bg1"/>
                        </a:solidFill>
                        <a:latin typeface="DevLys 010" pitchFamily="2" charset="0"/>
                      </a:endParaRPr>
                    </a:p>
                  </a:txBody>
                  <a:tcPr marL="32551" marR="3255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9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 vkWVkses'ku</a:t>
                      </a:r>
                      <a:endParaRPr lang="en-IN" sz="2800" b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 15-08-2026 rd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gkMZos;j bULVkys'ku % 631 os&amp;fczt ij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 ykbZo % 444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132642 bZ&amp;joUuk o 36733 bZ&amp;Vh-ih- tujsV</a:t>
                      </a:r>
                      <a:endParaRPr lang="en-IN" sz="2800" b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551" marR="3255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024">
                <a:tc>
                  <a:txBody>
                    <a:bodyPr/>
                    <a:lstStyle/>
                    <a:p>
                      <a:pPr marL="60325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 esa </a:t>
                      </a: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GPS/RFID 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yxkuk</a:t>
                      </a:r>
                    </a:p>
                    <a:p>
                      <a:pPr marL="60325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800" b="0" kern="120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marL="60325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 15-08-2026 rd</a:t>
                      </a:r>
                      <a:endParaRPr lang="en-IN" sz="2800" b="0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GPS 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 % 5787 okguksa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GPS 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 % 3448</a:t>
                      </a:r>
                    </a:p>
                  </a:txBody>
                  <a:tcPr marL="32551" marR="3255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61">
                <a:tc>
                  <a:txBody>
                    <a:bodyPr/>
                    <a:lstStyle/>
                    <a:p>
                      <a:pPr marL="60325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[kuu iV~Vksa dh ft;ks QSfUlx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endParaRPr lang="en-IN" sz="2800" b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marL="60325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 15-08-2026 rd</a:t>
                      </a:r>
                      <a:endParaRPr lang="en-IN" sz="2800" b="0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551" marR="32551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2626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551" marR="3255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8F23EA-1F2E-4B5A-7EF3-1A8EA7BD4452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55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938-A0A1-B61A-409A-A2DE1CD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DB87E3B-776D-A815-9B23-558914C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50140C-E4F3-9CAF-E63C-EA1F45614DF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0D020-56E7-5CD3-9DAE-82408B51C0A8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2D5AE-9C5F-5ED0-94A8-8C293BCF740B}"/>
              </a:ext>
            </a:extLst>
          </p:cNvPr>
          <p:cNvSpPr/>
          <p:nvPr/>
        </p:nvSpPr>
        <p:spPr>
          <a:xfrm>
            <a:off x="282696" y="65326"/>
            <a:ext cx="8156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buNone/>
            </a:pPr>
            <a:r>
              <a:rPr lang="en-US" sz="3600" b="1" u="sng" dirty="0" err="1">
                <a:latin typeface="DevLys 010" pitchFamily="2" charset="0"/>
              </a:rPr>
              <a:t>isVªksfy;e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foHkkx</a:t>
            </a:r>
            <a:r>
              <a:rPr lang="en-US" sz="3600" b="1" u="sng" dirty="0">
                <a:latin typeface="DevLys 010" pitchFamily="2" charset="0"/>
              </a:rPr>
              <a:t> % </a:t>
            </a:r>
            <a:r>
              <a:rPr lang="en-US" sz="3600" b="1" u="sng" dirty="0" err="1">
                <a:latin typeface="DevLys 010" pitchFamily="2" charset="0"/>
              </a:rPr>
              <a:t>jktLo</a:t>
            </a:r>
            <a:r>
              <a:rPr lang="en-US" sz="3600" b="1" u="sng" dirty="0">
                <a:latin typeface="DevLys 010" pitchFamily="2" charset="0"/>
              </a:rPr>
              <a:t> y{; ,</a:t>
            </a:r>
            <a:r>
              <a:rPr lang="en-US" sz="3600" b="1" u="sng" dirty="0" err="1">
                <a:latin typeface="DevLys 010" pitchFamily="2" charset="0"/>
              </a:rPr>
              <a:t>oa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izkfIr;ka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09FC90-1722-FAE7-25D1-3DB67FB3A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260333"/>
              </p:ext>
            </p:extLst>
          </p:nvPr>
        </p:nvGraphicFramePr>
        <p:xfrm>
          <a:off x="282696" y="1071410"/>
          <a:ext cx="11629555" cy="5574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A9D597-69D4-3F4E-7508-34525502F221}"/>
              </a:ext>
            </a:extLst>
          </p:cNvPr>
          <p:cNvSpPr txBox="1"/>
          <p:nvPr/>
        </p:nvSpPr>
        <p:spPr>
          <a:xfrm>
            <a:off x="11118052" y="388492"/>
            <a:ext cx="158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in Cr.)</a:t>
            </a:r>
            <a:endParaRPr lang="en-IN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009AF6-15E8-4064-DD67-76ACF7CFD8D2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5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CF9B-C661-98C6-64AC-5450462F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D6FE3D-5597-75D6-FD4E-558602CB752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81BA8-42C4-8EDF-1AD1-9C80CAF1FCFF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4AD77-6B64-FD39-7E82-A0E96403C75E}"/>
              </a:ext>
            </a:extLst>
          </p:cNvPr>
          <p:cNvSpPr/>
          <p:nvPr/>
        </p:nvSpPr>
        <p:spPr>
          <a:xfrm>
            <a:off x="213925" y="111493"/>
            <a:ext cx="9086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err="1">
                <a:latin typeface="DevLys 010" pitchFamily="2" charset="0"/>
              </a:rPr>
              <a:t>foxr</a:t>
            </a:r>
            <a:r>
              <a:rPr lang="en-US" sz="3600" b="1" u="sng" dirty="0">
                <a:latin typeface="DevLys 010" pitchFamily="2" charset="0"/>
              </a:rPr>
              <a:t> 05 </a:t>
            </a:r>
            <a:r>
              <a:rPr lang="en-US" sz="3600" b="1" u="sng" dirty="0" err="1">
                <a:latin typeface="DevLys 010" pitchFamily="2" charset="0"/>
              </a:rPr>
              <a:t>o"kksZa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esa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ØwM</a:t>
            </a:r>
            <a:r>
              <a:rPr lang="en-US" sz="3600" b="1" u="sng" dirty="0">
                <a:latin typeface="DevLys 010" pitchFamily="2" charset="0"/>
              </a:rPr>
              <a:t>+ </a:t>
            </a:r>
            <a:r>
              <a:rPr lang="en-US" sz="3600" b="1" u="sng" dirty="0" err="1">
                <a:latin typeface="DevLys 010" pitchFamily="2" charset="0"/>
              </a:rPr>
              <a:t>vkW;y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rFkk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izkd`frd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xSl</a:t>
            </a:r>
            <a:r>
              <a:rPr lang="en-US" sz="3600" b="1" u="sng" dirty="0">
                <a:latin typeface="DevLys 010" pitchFamily="2" charset="0"/>
              </a:rPr>
              <a:t> dk </a:t>
            </a:r>
            <a:r>
              <a:rPr lang="en-US" sz="3600" b="1" u="sng" dirty="0" err="1">
                <a:latin typeface="DevLys 010" pitchFamily="2" charset="0"/>
              </a:rPr>
              <a:t>mRiknu</a:t>
            </a:r>
            <a:endParaRPr lang="en-US" sz="3600" b="1" u="sng" dirty="0">
              <a:latin typeface="DevLys 01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21F053-84F5-506C-D01A-A3BE913D6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82592"/>
              </p:ext>
            </p:extLst>
          </p:nvPr>
        </p:nvGraphicFramePr>
        <p:xfrm>
          <a:off x="474024" y="839403"/>
          <a:ext cx="11354722" cy="394569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2579271">
                  <a:extLst>
                    <a:ext uri="{9D8B030D-6E8A-4147-A177-3AD203B41FA5}">
                      <a16:colId xmlns:a16="http://schemas.microsoft.com/office/drawing/2014/main" val="3756833940"/>
                    </a:ext>
                  </a:extLst>
                </a:gridCol>
                <a:gridCol w="3883730">
                  <a:extLst>
                    <a:ext uri="{9D8B030D-6E8A-4147-A177-3AD203B41FA5}">
                      <a16:colId xmlns:a16="http://schemas.microsoft.com/office/drawing/2014/main" val="1396292829"/>
                    </a:ext>
                  </a:extLst>
                </a:gridCol>
                <a:gridCol w="4891721">
                  <a:extLst>
                    <a:ext uri="{9D8B030D-6E8A-4147-A177-3AD203B41FA5}">
                      <a16:colId xmlns:a16="http://schemas.microsoft.com/office/drawing/2014/main" val="3876790140"/>
                    </a:ext>
                  </a:extLst>
                </a:gridCol>
              </a:tblGrid>
              <a:tr h="497629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b="1" kern="100">
                          <a:effectLst/>
                          <a:latin typeface="DevLys 010" pitchFamily="2" charset="0"/>
                        </a:rPr>
                        <a:t>foRrh; o"kZ</a:t>
                      </a:r>
                      <a:endParaRPr lang="en-IN" sz="2400" b="1" kern="10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b="1" kern="100">
                          <a:effectLst/>
                          <a:latin typeface="DevLys 010" pitchFamily="2" charset="0"/>
                        </a:rPr>
                        <a:t>mRiknu</a:t>
                      </a:r>
                      <a:endParaRPr lang="en-IN" sz="2400" b="1" kern="10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2112754815"/>
                  </a:ext>
                </a:extLst>
              </a:tr>
              <a:tr h="58701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>
                          <a:latin typeface="DevLys 010" pitchFamily="2" charset="0"/>
                        </a:rPr>
                        <a:t>ØwM+ vkW;y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kern="10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400" b="1" u="none">
                          <a:latin typeface="DevLys 010" pitchFamily="2" charset="0"/>
                        </a:rPr>
                        <a:t>fefy;u cSjYl</a:t>
                      </a:r>
                      <a:r>
                        <a:rPr lang="en-US" sz="2400" b="1" u="none" kern="10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2400" b="1" u="none" kern="10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>
                          <a:latin typeface="DevLys 010" pitchFamily="2" charset="0"/>
                        </a:rPr>
                        <a:t>izkd`frd xSl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kern="10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400" b="1" u="none">
                          <a:latin typeface="DevLys 010" pitchFamily="2" charset="0"/>
                        </a:rPr>
                        <a:t>fefy;u ?ku ehVj</a:t>
                      </a:r>
                      <a:r>
                        <a:rPr lang="en-US" sz="2400" b="1" u="none" kern="10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2400" b="1" u="none" kern="10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518591383"/>
                  </a:ext>
                </a:extLst>
              </a:tr>
              <a:tr h="3732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2021-22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42.46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1684.51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932823382"/>
                  </a:ext>
                </a:extLst>
              </a:tr>
              <a:tr h="3732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2022-23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36.55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1648.78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25528558"/>
                  </a:ext>
                </a:extLst>
              </a:tr>
              <a:tr h="3732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2023-24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32.00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1522.41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324732"/>
                  </a:ext>
                </a:extLst>
              </a:tr>
              <a:tr h="3732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2024-25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24.88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1250.82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270275558"/>
                  </a:ext>
                </a:extLst>
              </a:tr>
              <a:tr h="3732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2025-26</a:t>
                      </a:r>
                      <a:endParaRPr lang="en-IN" sz="2400" kern="100" dirty="0">
                        <a:effectLst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21.44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1082.84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6799272"/>
                  </a:ext>
                </a:extLst>
              </a:tr>
              <a:tr h="8504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2026-27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ekg</a:t>
                      </a:r>
                      <a:r>
                        <a:rPr lang="en-US" sz="2400" b="1" u="none" dirty="0">
                          <a:latin typeface="DevLys 010" pitchFamily="2" charset="0"/>
                        </a:rPr>
                        <a:t> vizSy&amp;26 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rd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1.62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57.76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475385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958BEE-1018-9E31-5966-8C2363CCEFAC}"/>
              </a:ext>
            </a:extLst>
          </p:cNvPr>
          <p:cNvSpPr txBox="1"/>
          <p:nvPr/>
        </p:nvSpPr>
        <p:spPr>
          <a:xfrm>
            <a:off x="474024" y="4869070"/>
            <a:ext cx="106441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_tradnl" sz="2400" b="1" err="1">
                <a:latin typeface="DevLys 010" pitchFamily="2" charset="0"/>
                <a:ea typeface="+mj-ea"/>
                <a:cs typeface="+mj-cs"/>
              </a:rPr>
              <a:t>isVªksfy;e</a:t>
            </a:r>
            <a:r>
              <a:rPr lang="es-ES_tradnl" sz="2400" b="1">
                <a:latin typeface="DevLys 010" pitchFamily="2" charset="0"/>
                <a:ea typeface="+mj-ea"/>
                <a:cs typeface="+mj-cs"/>
              </a:rPr>
              <a:t> </a:t>
            </a:r>
            <a:r>
              <a:rPr lang="es-ES_tradnl" sz="2400" b="1" err="1">
                <a:latin typeface="DevLys 010" pitchFamily="2" charset="0"/>
                <a:ea typeface="+mj-ea"/>
                <a:cs typeface="+mj-cs"/>
              </a:rPr>
              <a:t>jktLo</a:t>
            </a:r>
            <a:r>
              <a:rPr lang="es-ES_tradnl" sz="2400" b="1">
                <a:latin typeface="DevLys 010" pitchFamily="2" charset="0"/>
                <a:ea typeface="+mj-ea"/>
                <a:cs typeface="+mj-cs"/>
              </a:rPr>
              <a:t> esa </a:t>
            </a:r>
            <a:r>
              <a:rPr lang="es-ES_tradnl" sz="2400" b="1" err="1">
                <a:latin typeface="DevLys 010" pitchFamily="2" charset="0"/>
                <a:ea typeface="+mj-ea"/>
                <a:cs typeface="+mj-cs"/>
              </a:rPr>
              <a:t>deh</a:t>
            </a:r>
            <a:r>
              <a:rPr lang="es-ES_tradnl" sz="2400" b="1">
                <a:latin typeface="DevLys 010" pitchFamily="2" charset="0"/>
                <a:ea typeface="+mj-ea"/>
                <a:cs typeface="+mj-cs"/>
              </a:rPr>
              <a:t> </a:t>
            </a:r>
            <a:r>
              <a:rPr lang="es-ES_tradnl" sz="2400" b="1" err="1">
                <a:latin typeface="DevLys 010" pitchFamily="2" charset="0"/>
                <a:ea typeface="+mj-ea"/>
                <a:cs typeface="+mj-cs"/>
              </a:rPr>
              <a:t>ds</a:t>
            </a:r>
            <a:r>
              <a:rPr lang="es-ES_tradnl" sz="2400" b="1">
                <a:latin typeface="DevLys 010" pitchFamily="2" charset="0"/>
                <a:ea typeface="+mj-ea"/>
                <a:cs typeface="+mj-cs"/>
              </a:rPr>
              <a:t> </a:t>
            </a:r>
            <a:r>
              <a:rPr lang="es-ES_tradnl" sz="2400" b="1" err="1">
                <a:latin typeface="DevLys 010" pitchFamily="2" charset="0"/>
                <a:ea typeface="+mj-ea"/>
                <a:cs typeface="+mj-cs"/>
              </a:rPr>
              <a:t>dkj.k</a:t>
            </a:r>
            <a:r>
              <a:rPr lang="es-ES_tradnl" sz="2400" b="1">
                <a:latin typeface="DevLys 010" pitchFamily="2" charset="0"/>
                <a:ea typeface="+mj-ea"/>
                <a:cs typeface="+mj-cs"/>
              </a:rPr>
              <a:t> %</a:t>
            </a:r>
          </a:p>
          <a:p>
            <a:pPr marL="723900" lvl="0" indent="-542925">
              <a:buFont typeface="Wingdings" panose="05000000000000000000" pitchFamily="2" charset="2"/>
              <a:buChar char="Ø"/>
            </a:pPr>
            <a:r>
              <a:rPr lang="en-US" sz="2400" b="1" err="1">
                <a:latin typeface="DevLys 010" pitchFamily="2" charset="0"/>
              </a:rPr>
              <a:t>ØwM</a:t>
            </a:r>
            <a:r>
              <a:rPr lang="en-US" sz="2400" b="1">
                <a:latin typeface="DevLys 010" pitchFamily="2" charset="0"/>
              </a:rPr>
              <a:t>+ </a:t>
            </a:r>
            <a:r>
              <a:rPr lang="en-US" sz="2400" b="1" err="1">
                <a:latin typeface="DevLys 010" pitchFamily="2" charset="0"/>
              </a:rPr>
              <a:t>vkW;y</a:t>
            </a:r>
            <a:r>
              <a:rPr lang="en-US" sz="2400" b="1">
                <a:latin typeface="DevLys 010" pitchFamily="2" charset="0"/>
              </a:rPr>
              <a:t> ds </a:t>
            </a:r>
            <a:r>
              <a:rPr lang="en-US" sz="2400" b="1" err="1">
                <a:latin typeface="DevLys 010" pitchFamily="2" charset="0"/>
              </a:rPr>
              <a:t>mRiknu</a:t>
            </a:r>
            <a:r>
              <a:rPr lang="en-US" sz="2400" b="1">
                <a:latin typeface="DevLys 010" pitchFamily="2" charset="0"/>
              </a:rPr>
              <a:t> </a:t>
            </a:r>
            <a:r>
              <a:rPr lang="en-US" sz="2400" b="1" err="1">
                <a:latin typeface="DevLys 010" pitchFamily="2" charset="0"/>
              </a:rPr>
              <a:t>esa</a:t>
            </a:r>
            <a:r>
              <a:rPr lang="en-US" sz="2400" b="1">
                <a:latin typeface="DevLys 010" pitchFamily="2" charset="0"/>
              </a:rPr>
              <a:t> deh % </a:t>
            </a:r>
            <a:r>
              <a:rPr lang="es-ES_tradnl" sz="2400" err="1">
                <a:latin typeface="DevLys 010" pitchFamily="2" charset="0"/>
              </a:rPr>
              <a:t>ØwM</a:t>
            </a:r>
            <a:r>
              <a:rPr lang="es-ES_tradnl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vkW;y</a:t>
            </a:r>
            <a:r>
              <a:rPr lang="es-ES_tradnl" sz="2400">
                <a:latin typeface="DevLys 010" pitchFamily="2" charset="0"/>
              </a:rPr>
              <a:t> &amp; </a:t>
            </a:r>
            <a:r>
              <a:rPr lang="es-ES_tradnl" sz="2400" err="1">
                <a:latin typeface="DevLys 010" pitchFamily="2" charset="0"/>
              </a:rPr>
              <a:t>izfro"kZ</a:t>
            </a:r>
            <a:r>
              <a:rPr lang="es-ES_tradnl" sz="2400">
                <a:latin typeface="DevLys 010" pitchFamily="2" charset="0"/>
              </a:rPr>
              <a:t> 15 </a:t>
            </a:r>
            <a:r>
              <a:rPr lang="es-ES_tradnl" sz="2400" err="1">
                <a:latin typeface="DevLys 010" pitchFamily="2" charset="0"/>
              </a:rPr>
              <a:t>ls</a:t>
            </a:r>
            <a:r>
              <a:rPr lang="es-ES_tradnl" sz="2400">
                <a:latin typeface="DevLys 010" pitchFamily="2" charset="0"/>
              </a:rPr>
              <a:t> 20 </a:t>
            </a:r>
            <a:r>
              <a:rPr lang="es-ES_tradnl" sz="2400" err="1">
                <a:latin typeface="DevLys 010" pitchFamily="2" charset="0"/>
              </a:rPr>
              <a:t>izfr’kr</a:t>
            </a:r>
            <a:r>
              <a:rPr lang="es-ES_tradnl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dh</a:t>
            </a:r>
            <a:r>
              <a:rPr lang="es-ES_tradnl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deh</a:t>
            </a:r>
            <a:r>
              <a:rPr lang="es-ES_tradnl" sz="2400">
                <a:latin typeface="DevLys 010" pitchFamily="2" charset="0"/>
              </a:rPr>
              <a:t> </a:t>
            </a:r>
          </a:p>
          <a:p>
            <a:pPr marL="723900" lvl="0" indent="-542925">
              <a:buFont typeface="Wingdings" panose="05000000000000000000" pitchFamily="2" charset="2"/>
              <a:buChar char="Ø"/>
            </a:pPr>
            <a:r>
              <a:rPr lang="es-ES_tradnl" sz="2400" b="1" err="1">
                <a:latin typeface="DevLys 010" pitchFamily="2" charset="0"/>
              </a:rPr>
              <a:t>ØwM</a:t>
            </a:r>
            <a:r>
              <a:rPr lang="es-ES_tradnl" sz="2400" b="1">
                <a:latin typeface="DevLys 010" pitchFamily="2" charset="0"/>
              </a:rPr>
              <a:t> </a:t>
            </a:r>
            <a:r>
              <a:rPr lang="es-ES_tradnl" sz="2400" b="1" err="1">
                <a:latin typeface="DevLys 010" pitchFamily="2" charset="0"/>
              </a:rPr>
              <a:t>vkW;y</a:t>
            </a:r>
            <a:r>
              <a:rPr lang="es-ES_tradnl" sz="2400" b="1">
                <a:latin typeface="DevLys 010" pitchFamily="2" charset="0"/>
              </a:rPr>
              <a:t> </a:t>
            </a:r>
            <a:r>
              <a:rPr lang="es-ES_tradnl" sz="2400" b="1" err="1">
                <a:latin typeface="DevLys 010" pitchFamily="2" charset="0"/>
              </a:rPr>
              <a:t>dh</a:t>
            </a:r>
            <a:r>
              <a:rPr lang="es-ES_tradnl" sz="2400" b="1">
                <a:latin typeface="DevLys 010" pitchFamily="2" charset="0"/>
              </a:rPr>
              <a:t> </a:t>
            </a:r>
            <a:r>
              <a:rPr lang="es-ES_tradnl" sz="2400" b="1" err="1">
                <a:latin typeface="DevLys 010" pitchFamily="2" charset="0"/>
              </a:rPr>
              <a:t>varjkZ"Vªh</a:t>
            </a:r>
            <a:r>
              <a:rPr lang="es-ES_tradnl" sz="2400" b="1">
                <a:latin typeface="DevLys 010" pitchFamily="2" charset="0"/>
              </a:rPr>
              <a:t>; </a:t>
            </a:r>
            <a:r>
              <a:rPr lang="es-ES_tradnl" sz="2400" b="1" err="1">
                <a:latin typeface="DevLys 010" pitchFamily="2" charset="0"/>
              </a:rPr>
              <a:t>dher</a:t>
            </a:r>
            <a:r>
              <a:rPr lang="es-ES_tradnl" sz="2400" b="1">
                <a:latin typeface="DevLys 010" pitchFamily="2" charset="0"/>
              </a:rPr>
              <a:t> esa </a:t>
            </a:r>
            <a:r>
              <a:rPr lang="es-ES_tradnl" sz="2400" b="1" err="1">
                <a:latin typeface="DevLys 010" pitchFamily="2" charset="0"/>
              </a:rPr>
              <a:t>mrkj&amp;p</a:t>
            </a:r>
            <a:r>
              <a:rPr lang="es-ES_tradnl" sz="2400" b="1">
                <a:latin typeface="DevLys 010" pitchFamily="2" charset="0"/>
              </a:rPr>
              <a:t>&lt;</a:t>
            </a:r>
            <a:r>
              <a:rPr lang="es-ES_tradnl" sz="2400" b="1" err="1">
                <a:latin typeface="DevLys 010" pitchFamily="2" charset="0"/>
              </a:rPr>
              <a:t>ko</a:t>
            </a:r>
            <a:r>
              <a:rPr lang="es-ES_tradnl" sz="2400" b="1">
                <a:latin typeface="DevLys 010" pitchFamily="2" charset="0"/>
              </a:rPr>
              <a:t> </a:t>
            </a:r>
            <a:r>
              <a:rPr lang="en-US" sz="2400" b="1">
                <a:latin typeface="DevLys 010" pitchFamily="2" charset="0"/>
              </a:rPr>
              <a:t>% </a:t>
            </a:r>
            <a:r>
              <a:rPr lang="en-US" sz="2400" err="1">
                <a:latin typeface="DevLys 010" pitchFamily="2" charset="0"/>
              </a:rPr>
              <a:t>iwoZ</a:t>
            </a:r>
            <a:r>
              <a:rPr lang="en-US" sz="2400">
                <a:latin typeface="DevLys 010" pitchFamily="2" charset="0"/>
              </a:rPr>
              <a:t> ds </a:t>
            </a:r>
            <a:r>
              <a:rPr lang="en-US" sz="2400" err="1">
                <a:latin typeface="DevLys 010" pitchFamily="2" charset="0"/>
              </a:rPr>
              <a:t>o"kksZa</a:t>
            </a:r>
            <a:r>
              <a:rPr lang="en-US" sz="2400">
                <a:latin typeface="DevLys 010" pitchFamily="2" charset="0"/>
              </a:rPr>
              <a:t> </a:t>
            </a:r>
            <a:r>
              <a:rPr lang="en-US" sz="2400" err="1">
                <a:latin typeface="DevLys 010" pitchFamily="2" charset="0"/>
              </a:rPr>
              <a:t>esa</a:t>
            </a:r>
            <a:r>
              <a:rPr lang="en-US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ØwM</a:t>
            </a:r>
            <a:r>
              <a:rPr lang="es-ES_tradnl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vkW;y</a:t>
            </a:r>
            <a:r>
              <a:rPr lang="es-ES_tradnl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dh</a:t>
            </a:r>
            <a:r>
              <a:rPr lang="es-ES_tradnl" sz="2400">
                <a:latin typeface="DevLys 010" pitchFamily="2" charset="0"/>
              </a:rPr>
              <a:t> </a:t>
            </a:r>
            <a:r>
              <a:rPr lang="es-ES_tradnl" sz="2400" err="1">
                <a:latin typeface="DevLys 010" pitchFamily="2" charset="0"/>
              </a:rPr>
              <a:t>dherksa</a:t>
            </a:r>
            <a:r>
              <a:rPr lang="es-ES_tradnl" sz="2400">
                <a:latin typeface="DevLys 010" pitchFamily="2" charset="0"/>
              </a:rPr>
              <a:t> esa </a:t>
            </a:r>
            <a:r>
              <a:rPr lang="en-US" sz="2400" err="1">
                <a:latin typeface="DevLys 010" pitchFamily="2" charset="0"/>
              </a:rPr>
              <a:t>yxkrkj</a:t>
            </a:r>
            <a:r>
              <a:rPr lang="en-US" sz="2400">
                <a:latin typeface="DevLys 010" pitchFamily="2" charset="0"/>
              </a:rPr>
              <a:t> deh] </a:t>
            </a:r>
            <a:r>
              <a:rPr lang="en-US" sz="2400" err="1">
                <a:latin typeface="DevLys 010" pitchFamily="2" charset="0"/>
              </a:rPr>
              <a:t>orZeku</a:t>
            </a:r>
            <a:r>
              <a:rPr lang="en-US" sz="2400">
                <a:latin typeface="DevLys 010" pitchFamily="2" charset="0"/>
              </a:rPr>
              <a:t> </a:t>
            </a:r>
            <a:r>
              <a:rPr lang="en-US" sz="2400" err="1">
                <a:latin typeface="DevLys 010" pitchFamily="2" charset="0"/>
              </a:rPr>
              <a:t>oSf’od</a:t>
            </a:r>
            <a:r>
              <a:rPr lang="en-US" sz="2400">
                <a:latin typeface="DevLys 010" pitchFamily="2" charset="0"/>
              </a:rPr>
              <a:t> </a:t>
            </a:r>
            <a:r>
              <a:rPr lang="en-US" sz="2400" err="1">
                <a:latin typeface="DevLys 010" pitchFamily="2" charset="0"/>
              </a:rPr>
              <a:t>fLFkfr</a:t>
            </a:r>
            <a:r>
              <a:rPr lang="en-US" sz="2400">
                <a:latin typeface="DevLys 010" pitchFamily="2" charset="0"/>
              </a:rPr>
              <a:t> </a:t>
            </a:r>
            <a:r>
              <a:rPr lang="en-US" sz="2400" err="1">
                <a:latin typeface="DevLys 010" pitchFamily="2" charset="0"/>
              </a:rPr>
              <a:t>esa</a:t>
            </a:r>
            <a:r>
              <a:rPr lang="en-US" sz="2400">
                <a:latin typeface="DevLys 010" pitchFamily="2" charset="0"/>
              </a:rPr>
              <a:t> </a:t>
            </a:r>
            <a:r>
              <a:rPr lang="en-US" sz="2400" err="1">
                <a:latin typeface="DevLys 010" pitchFamily="2" charset="0"/>
              </a:rPr>
              <a:t>iqu</a:t>
            </a:r>
            <a:r>
              <a:rPr lang="en-US" sz="2400">
                <a:latin typeface="DevLys 010" pitchFamily="2" charset="0"/>
              </a:rPr>
              <a:t>% </a:t>
            </a:r>
            <a:r>
              <a:rPr lang="en-US" sz="2400" err="1">
                <a:latin typeface="DevLys 010" pitchFamily="2" charset="0"/>
              </a:rPr>
              <a:t>o`f</a:t>
            </a:r>
            <a:r>
              <a:rPr lang="en-US" sz="2400">
                <a:latin typeface="DevLys 010" pitchFamily="2" charset="0"/>
              </a:rPr>
              <a:t>) ¼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105&amp;110 </a:t>
            </a:r>
            <a:r>
              <a:rPr kumimoji="0" lang="es-ES_tradnl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MkWyj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 </a:t>
            </a:r>
            <a:r>
              <a:rPr kumimoji="0" lang="es-ES_tradnl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izfr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 cSjy½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543416F-10E0-7336-5CDA-5BE0AAC78F2B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8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A6CE-922B-D01C-5E85-89ABBBEB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2415A0-FD16-69BF-CC35-EC34C044E60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06C8-810C-76CD-7FE5-23944761AE81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94B36-9618-46DA-A8F5-99D6DFCBF0EA}"/>
              </a:ext>
            </a:extLst>
          </p:cNvPr>
          <p:cNvSpPr/>
          <p:nvPr/>
        </p:nvSpPr>
        <p:spPr>
          <a:xfrm>
            <a:off x="250131" y="0"/>
            <a:ext cx="5110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u="sng" dirty="0" err="1">
                <a:latin typeface="DevLys 010" pitchFamily="2" charset="0"/>
              </a:rPr>
              <a:t>foRrh</a:t>
            </a:r>
            <a:r>
              <a:rPr lang="en-US" sz="3600" b="1" u="sng" dirty="0">
                <a:latin typeface="DevLys 010" pitchFamily="2" charset="0"/>
              </a:rPr>
              <a:t>; </a:t>
            </a:r>
            <a:r>
              <a:rPr lang="en-US" sz="3600" b="1" u="sng" dirty="0" err="1">
                <a:latin typeface="DevLys 010" pitchFamily="2" charset="0"/>
              </a:rPr>
              <a:t>o"kZ</a:t>
            </a:r>
            <a:r>
              <a:rPr lang="en-US" sz="3600" b="1" u="sng" dirty="0">
                <a:latin typeface="DevLys 010" pitchFamily="2" charset="0"/>
              </a:rPr>
              <a:t> 2026&amp;27% </a:t>
            </a:r>
            <a:r>
              <a:rPr lang="en-US" sz="3600" b="1" u="sng" dirty="0" err="1">
                <a:latin typeface="DevLys 010" pitchFamily="2" charset="0"/>
              </a:rPr>
              <a:t>dk;Z;kstuk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F695E-EA7B-F92D-5522-CEF84151EBEE}"/>
              </a:ext>
            </a:extLst>
          </p:cNvPr>
          <p:cNvSpPr txBox="1"/>
          <p:nvPr/>
        </p:nvSpPr>
        <p:spPr>
          <a:xfrm>
            <a:off x="135831" y="869318"/>
            <a:ext cx="11133832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628650" algn="l"/>
              </a:tabLst>
            </a:pPr>
            <a:r>
              <a:rPr lang="es-ES_tradnl" sz="2800" dirty="0" err="1"/>
              <a:t>Alkaline</a:t>
            </a:r>
            <a:r>
              <a:rPr lang="es-ES_tradnl" sz="2800" dirty="0"/>
              <a:t> </a:t>
            </a:r>
            <a:r>
              <a:rPr lang="es-ES_tradnl" sz="2800" dirty="0" err="1"/>
              <a:t>Surfactant</a:t>
            </a:r>
            <a:r>
              <a:rPr lang="es-ES_tradnl" sz="2800" dirty="0"/>
              <a:t> </a:t>
            </a:r>
            <a:r>
              <a:rPr lang="es-ES_tradnl" sz="2800" dirty="0" err="1"/>
              <a:t>Polymer</a:t>
            </a:r>
            <a:r>
              <a:rPr lang="es-ES_tradnl" sz="2800" dirty="0"/>
              <a:t> (ASP) </a:t>
            </a:r>
            <a:r>
              <a:rPr lang="es-ES_tradnl" sz="2800" dirty="0" err="1"/>
              <a:t>Enhanced</a:t>
            </a:r>
            <a:r>
              <a:rPr lang="es-ES_tradnl" sz="2800" dirty="0"/>
              <a:t> </a:t>
            </a:r>
            <a:r>
              <a:rPr lang="es-ES_tradnl" sz="2800" dirty="0" err="1"/>
              <a:t>Oil</a:t>
            </a:r>
            <a:r>
              <a:rPr lang="es-ES_tradnl" sz="2800" dirty="0"/>
              <a:t> </a:t>
            </a:r>
            <a:r>
              <a:rPr lang="es-ES_tradnl" sz="2800" dirty="0" err="1"/>
              <a:t>Recovery</a:t>
            </a:r>
            <a:r>
              <a:rPr lang="es-ES_tradnl" sz="2800" dirty="0"/>
              <a:t> (EOR) </a:t>
            </a:r>
            <a:r>
              <a:rPr lang="es-ES_tradnl" sz="2800" dirty="0" err="1">
                <a:latin typeface="DevLys 010" pitchFamily="2" charset="0"/>
              </a:rPr>
              <a:t>rduhd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mi;ksx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ØwM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vkW;y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esas </a:t>
            </a:r>
            <a:r>
              <a:rPr lang="es-ES_tradnl" sz="2800" b="1" dirty="0">
                <a:latin typeface="DevLys 010" pitchFamily="2" charset="0"/>
              </a:rPr>
              <a:t>15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b="1" dirty="0">
                <a:latin typeface="DevLys 010" pitchFamily="2" charset="0"/>
              </a:rPr>
              <a:t>20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izfr’kr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endParaRPr lang="en-US" sz="2800">
              <a:latin typeface="DevLys 010" pitchFamily="2" charset="0"/>
            </a:endParaRPr>
          </a:p>
          <a:p>
            <a:pPr marL="8032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628650" algn="l"/>
              </a:tabLst>
            </a:pP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yht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12</a:t>
            </a:r>
            <a:r>
              <a:rPr lang="es-ES_tradnl" sz="2800" dirty="0">
                <a:latin typeface="DevLys 010" pitchFamily="2" charset="0"/>
              </a:rPr>
              <a:t>½ ,</a:t>
            </a:r>
            <a:r>
              <a:rPr lang="es-ES_tradnl" sz="2800" dirty="0" err="1">
                <a:latin typeface="DevLys 010" pitchFamily="2" charset="0"/>
              </a:rPr>
              <a:t>oa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,</a:t>
            </a:r>
            <a:r>
              <a:rPr lang="es-ES_tradnl" sz="2800" dirty="0" err="1">
                <a:latin typeface="DevLys 010" pitchFamily="2" charset="0"/>
              </a:rPr>
              <a:t>Dliyksjs’ku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ykblsal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13</a:t>
            </a:r>
            <a:r>
              <a:rPr lang="es-ES_tradnl" sz="2800" dirty="0">
                <a:latin typeface="DevLys 010" pitchFamily="2" charset="0"/>
              </a:rPr>
              <a:t>½ esa </a:t>
            </a:r>
            <a:r>
              <a:rPr lang="es-ES_tradnl" sz="2800" dirty="0" err="1">
                <a:latin typeface="DevLys 010" pitchFamily="2" charset="0"/>
              </a:rPr>
              <a:t>vUos"k.k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dk;Z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tkjh</a:t>
            </a:r>
            <a:r>
              <a:rPr lang="es-ES_tradnl" sz="2800" dirty="0">
                <a:latin typeface="DevLys 010" pitchFamily="2" charset="0"/>
              </a:rPr>
              <a:t> ¼o"kZ 2028 </a:t>
            </a:r>
            <a:r>
              <a:rPr lang="es-ES_tradnl" sz="2800" dirty="0" err="1">
                <a:latin typeface="DevLys 010" pitchFamily="2" charset="0"/>
              </a:rPr>
              <a:t>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iwjk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gksus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lEHkkouk½A </a:t>
            </a:r>
            <a:endParaRPr lang="es-ES_tradnl" sz="2800">
              <a:latin typeface="DevLys 010" pitchFamily="2" charset="0"/>
            </a:endParaRPr>
          </a:p>
          <a:p>
            <a:pPr marL="8032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628650" algn="l"/>
              </a:tabLst>
            </a:pPr>
            <a:r>
              <a:rPr lang="es-ES_tradnl" sz="2800" dirty="0" err="1">
                <a:latin typeface="DevLys 010" pitchFamily="2" charset="0"/>
              </a:rPr>
              <a:t>u;s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Hk.Mkj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mijkar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dPps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eas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laHkkoukA</a:t>
            </a:r>
            <a:endParaRPr lang="en-US" sz="2800">
              <a:latin typeface="DevLys 010" pitchFamily="2" charset="0"/>
            </a:endParaRPr>
          </a:p>
          <a:p>
            <a:pPr marL="8032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628650" algn="l"/>
              </a:tabLst>
            </a:pPr>
            <a:r>
              <a:rPr lang="es-ES_tradnl" sz="2800" dirty="0">
                <a:latin typeface="DevLys 010" pitchFamily="2" charset="0"/>
              </a:rPr>
              <a:t>u,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fodkl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xfrfof</a:t>
            </a:r>
            <a:r>
              <a:rPr lang="es-ES_tradnl" sz="2800" dirty="0">
                <a:latin typeface="DevLys 010" pitchFamily="2" charset="0"/>
              </a:rPr>
              <a:t>/</a:t>
            </a:r>
            <a:r>
              <a:rPr lang="es-ES_tradnl" sz="2800" dirty="0" err="1">
                <a:latin typeface="DevLys 010" pitchFamily="2" charset="0"/>
              </a:rPr>
              <a:t>k;ksa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rsth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vkxs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>
              <a:latin typeface="DevLys 010" pitchFamily="2" charset="0"/>
            </a:endParaRPr>
          </a:p>
          <a:p>
            <a:pPr marL="8032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628650" algn="l"/>
              </a:tabLst>
            </a:pPr>
            <a:r>
              <a:rPr lang="es-ES_tradnl" sz="2800" dirty="0" err="1">
                <a:latin typeface="DevLys 010" pitchFamily="2" charset="0"/>
              </a:rPr>
              <a:t>ckM+esj&amp;lkapksj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tSlyesj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csflu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>
              <a:latin typeface="DevLys 010" pitchFamily="2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EF40DB-0023-C3AB-63CD-81B3980A90E3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31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5034-280A-D15A-C7C1-18F7A877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F0060F6-8711-644E-1DF9-1A56A9C5D2A2}"/>
              </a:ext>
            </a:extLst>
          </p:cNvPr>
          <p:cNvSpPr/>
          <p:nvPr/>
        </p:nvSpPr>
        <p:spPr>
          <a:xfrm>
            <a:off x="7878434" y="132310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87AE6-4C39-0839-A0BE-24B0BD94B74B}"/>
              </a:ext>
            </a:extLst>
          </p:cNvPr>
          <p:cNvSpPr txBox="1"/>
          <p:nvPr/>
        </p:nvSpPr>
        <p:spPr>
          <a:xfrm>
            <a:off x="2348736" y="2199305"/>
            <a:ext cx="70771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dirty="0">
                <a:latin typeface="DevLys 010" pitchFamily="2" charset="0"/>
              </a:rPr>
              <a:t>/</a:t>
            </a:r>
            <a:r>
              <a:rPr lang="en-IN" sz="8800" dirty="0" err="1">
                <a:latin typeface="DevLys 010" pitchFamily="2" charset="0"/>
              </a:rPr>
              <a:t>kU;okn</a:t>
            </a:r>
            <a:endParaRPr lang="en-IN" sz="8800" dirty="0">
              <a:latin typeface="DevLys 010" pitchFamily="2" charset="0"/>
            </a:endParaRPr>
          </a:p>
        </p:txBody>
      </p:sp>
      <p:sp>
        <p:nvSpPr>
          <p:cNvPr id="2" name="AutoShape 4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id="{062EAE60-5F7B-979D-C85B-9B08F20EC6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6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id="{5E41FFC0-DDB2-842A-1245-658503B01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35E4ED-0F0C-68BF-31A5-83E8B3B6B246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4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10B3-8A1D-E7A5-4DA3-6F58B1AB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B0D7AB-BCC9-BD38-1746-EF1B9450E79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FA7C5-9406-8C2A-56CF-7FEF421409B0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0A422-D281-F3FE-B27D-E7F1C8159E2E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69A5D2A3-4A47-2108-BC32-D7E192C6AA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7842543"/>
              </p:ext>
            </p:extLst>
          </p:nvPr>
        </p:nvGraphicFramePr>
        <p:xfrm>
          <a:off x="237012" y="865477"/>
          <a:ext cx="11717976" cy="575570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6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5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0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>
                          <a:effectLst/>
                          <a:latin typeface="DevLys 010" pitchFamily="2" charset="0"/>
                        </a:rPr>
                        <a:t>dz-l-</a:t>
                      </a:r>
                      <a:endParaRPr lang="en-IN" sz="320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>
                          <a:effectLst/>
                          <a:latin typeface="DevLys 010" pitchFamily="2" charset="0"/>
                        </a:rPr>
                        <a:t>[kfut</a:t>
                      </a:r>
                      <a:endParaRPr lang="en-IN" sz="320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>
                          <a:effectLst/>
                          <a:latin typeface="DevLys 010" pitchFamily="2" charset="0"/>
                        </a:rPr>
                        <a:t>izHkkfor ftyk</a:t>
                      </a:r>
                      <a:endParaRPr lang="en-IN" sz="320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165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ctjh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HkhyokM+k]</a:t>
                      </a:r>
                      <a:r>
                        <a:rPr lang="en-IN" sz="2800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>
                          <a:effectLst/>
                          <a:latin typeface="DevLys 010" pitchFamily="2" charset="0"/>
                        </a:rPr>
                        <a:t>Vksad] lokbZek/kksiqj] jktlean] fprkSM+x&lt;+] djkSyh] /kkSyiqj</a:t>
                      </a: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tks/kiqj] ikyh] tSrkj.k] ckM+esj] fljksgh] ckyksrjk] tkykSj] ukxkSj] C;koj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68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eslujh LVksu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Hkjriqj] vyoj] uhedkFkkuk] &gt;qU&gt;quw] dksViqryh] t;iqj] dksVk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DokVZt&amp;QsYlikj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HkhyokM+k] C;koj] jktlean] Mqaxjiqj] Vksad]</a:t>
                      </a:r>
                      <a:r>
                        <a:rPr lang="en-IN" sz="2800" baseline="0">
                          <a:effectLst/>
                          <a:latin typeface="DevLys 010" pitchFamily="2" charset="0"/>
                        </a:rPr>
                        <a:t> mn;iqj] vtesj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ykbZeLVksu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baseline="0">
                          <a:effectLst/>
                          <a:latin typeface="DevLys 010" pitchFamily="2" charset="0"/>
                        </a:rPr>
                        <a:t>] tks/kiqj] tSrkj.k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ls.MLVksu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baseline="0">
                          <a:effectLst/>
                          <a:latin typeface="DevLys 010" pitchFamily="2" charset="0"/>
                        </a:rPr>
                        <a:t>/kkSyiqj] Hkjriqj] </a:t>
                      </a:r>
                      <a:r>
                        <a:rPr lang="en-IN" sz="2800">
                          <a:effectLst/>
                          <a:latin typeface="DevLys 010" pitchFamily="2" charset="0"/>
                        </a:rPr>
                        <a:t>djksyh]</a:t>
                      </a:r>
                      <a:r>
                        <a:rPr lang="en-IN" sz="2800" baseline="0">
                          <a:effectLst/>
                          <a:latin typeface="DevLys 010" pitchFamily="2" charset="0"/>
                        </a:rPr>
                        <a:t> HkhyokM+k] cqUnh] tks/kiqj]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6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ftIle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chdkusj] Jhxaxkuxj] guqekux&lt;]</a:t>
                      </a:r>
                      <a:r>
                        <a:rPr lang="en-IN" sz="2800" baseline="0">
                          <a:effectLst/>
                          <a:latin typeface="DevLys 010" pitchFamily="2" charset="0"/>
                        </a:rPr>
                        <a:t> ckyksrjk] tSlyesj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810DC6-22FD-59AE-7F88-A7D0AD686755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53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74FB-491C-9EB0-BEDA-70FD82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3D5A71B-C0D6-6524-9843-E5C4FBDB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C2AF99-B79B-1FD3-8F8A-127BE7D68DE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00EEB-6519-58B2-A229-C002B1705B7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C4182-3BE5-0AB1-C1E8-5B18E48085F6}"/>
              </a:ext>
            </a:extLst>
          </p:cNvPr>
          <p:cNvSpPr/>
          <p:nvPr/>
        </p:nvSpPr>
        <p:spPr>
          <a:xfrm>
            <a:off x="389209" y="173049"/>
            <a:ext cx="57967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200" b="1" dirty="0" err="1">
                <a:latin typeface="DevLys 010" pitchFamily="2" charset="0"/>
              </a:rPr>
              <a:t>voS</a:t>
            </a:r>
            <a:r>
              <a:rPr lang="en-US" sz="3200" b="1" dirty="0">
                <a:latin typeface="DevLys 010" pitchFamily="2" charset="0"/>
              </a:rPr>
              <a:t>/k [</a:t>
            </a:r>
            <a:r>
              <a:rPr lang="en-US" sz="3200" b="1" dirty="0" err="1">
                <a:latin typeface="DevLys 010" pitchFamily="2" charset="0"/>
              </a:rPr>
              <a:t>kuu</a:t>
            </a:r>
            <a:r>
              <a:rPr lang="en-US" sz="3200" b="1" dirty="0">
                <a:latin typeface="DevLys 010" pitchFamily="2" charset="0"/>
              </a:rPr>
              <a:t> </a:t>
            </a:r>
            <a:r>
              <a:rPr lang="en-US" sz="3200" b="1" dirty="0" err="1">
                <a:latin typeface="DevLys 010" pitchFamily="2" charset="0"/>
              </a:rPr>
              <a:t>xfrfof</a:t>
            </a:r>
            <a:r>
              <a:rPr lang="en-US" sz="3200" b="1" dirty="0">
                <a:latin typeface="DevLys 010" pitchFamily="2" charset="0"/>
              </a:rPr>
              <a:t>/</a:t>
            </a:r>
            <a:r>
              <a:rPr lang="en-US" sz="3200" b="1" dirty="0" err="1">
                <a:latin typeface="DevLys 010" pitchFamily="2" charset="0"/>
              </a:rPr>
              <a:t>k;ksa</a:t>
            </a:r>
            <a:r>
              <a:rPr lang="en-US" sz="3200" b="1" dirty="0">
                <a:latin typeface="DevLys 010" pitchFamily="2" charset="0"/>
              </a:rPr>
              <a:t> ds </a:t>
            </a:r>
            <a:r>
              <a:rPr lang="en-US" sz="3200" b="1" dirty="0" err="1">
                <a:latin typeface="DevLys 010" pitchFamily="2" charset="0"/>
              </a:rPr>
              <a:t>fo</a:t>
            </a:r>
            <a:r>
              <a:rPr lang="en-US" sz="3200" b="1" dirty="0">
                <a:latin typeface="DevLys 010" pitchFamily="2" charset="0"/>
              </a:rPr>
              <a:t>:) </a:t>
            </a:r>
            <a:r>
              <a:rPr lang="en-US" sz="3200" b="1" dirty="0" err="1">
                <a:latin typeface="DevLys 010" pitchFamily="2" charset="0"/>
              </a:rPr>
              <a:t>dk;Zokgh</a:t>
            </a:r>
            <a:endParaRPr lang="en-IN" sz="3200" b="1" dirty="0">
              <a:latin typeface="DevLys 010" pitchFamily="2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F5AB19-48B7-9C27-6A7D-75E385DE0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80881"/>
              </p:ext>
            </p:extLst>
          </p:nvPr>
        </p:nvGraphicFramePr>
        <p:xfrm>
          <a:off x="304802" y="990600"/>
          <a:ext cx="11569872" cy="556260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79000"/>
                    </a:prstClr>
                  </a:outerShdw>
                </a:effectLst>
              </a:tblPr>
              <a:tblGrid>
                <a:gridCol w="925589">
                  <a:extLst>
                    <a:ext uri="{9D8B030D-6E8A-4147-A177-3AD203B41FA5}">
                      <a16:colId xmlns:a16="http://schemas.microsoft.com/office/drawing/2014/main" val="3622221066"/>
                    </a:ext>
                  </a:extLst>
                </a:gridCol>
                <a:gridCol w="3008166">
                  <a:extLst>
                    <a:ext uri="{9D8B030D-6E8A-4147-A177-3AD203B41FA5}">
                      <a16:colId xmlns:a16="http://schemas.microsoft.com/office/drawing/2014/main" val="4216238352"/>
                    </a:ext>
                  </a:extLst>
                </a:gridCol>
                <a:gridCol w="1966879">
                  <a:extLst>
                    <a:ext uri="{9D8B030D-6E8A-4147-A177-3AD203B41FA5}">
                      <a16:colId xmlns:a16="http://schemas.microsoft.com/office/drawing/2014/main" val="959010815"/>
                    </a:ext>
                  </a:extLst>
                </a:gridCol>
                <a:gridCol w="1619782">
                  <a:extLst>
                    <a:ext uri="{9D8B030D-6E8A-4147-A177-3AD203B41FA5}">
                      <a16:colId xmlns:a16="http://schemas.microsoft.com/office/drawing/2014/main" val="1483391988"/>
                    </a:ext>
                  </a:extLst>
                </a:gridCol>
                <a:gridCol w="1851180">
                  <a:extLst>
                    <a:ext uri="{9D8B030D-6E8A-4147-A177-3AD203B41FA5}">
                      <a16:colId xmlns:a16="http://schemas.microsoft.com/office/drawing/2014/main" val="809664965"/>
                    </a:ext>
                  </a:extLst>
                </a:gridCol>
                <a:gridCol w="2198276">
                  <a:extLst>
                    <a:ext uri="{9D8B030D-6E8A-4147-A177-3AD203B41FA5}">
                      <a16:colId xmlns:a16="http://schemas.microsoft.com/office/drawing/2014/main" val="1230393428"/>
                    </a:ext>
                  </a:extLst>
                </a:gridCol>
              </a:tblGrid>
              <a:tr h="12449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Ø-l-</a:t>
                      </a: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fooj.k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2023&amp;24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US" sz="2400" u="none" strike="noStrike" dirty="0">
                        <a:effectLst/>
                        <a:latin typeface="DevLys 010" pitchFamily="2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2024&amp;25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2025&amp;26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2026&amp;27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¼vizsy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rd½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7679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ntZ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izdj.k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9563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9331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10568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920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86480"/>
                  </a:ext>
                </a:extLst>
              </a:tr>
              <a:tr h="662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,Q-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vkj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1219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801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1161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88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32400"/>
                  </a:ext>
                </a:extLst>
              </a:tr>
              <a:tr h="8325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tCr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okgu@e'khujh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9033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9342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10402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945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784628"/>
                  </a:ext>
                </a:extLst>
              </a:tr>
              <a:tr h="1657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olwy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dh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xbZ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'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kkfLr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jkf'k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¼:i;s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djksMksa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esa½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108-32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67-05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109-78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5-00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58354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fxj¶rkjh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562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397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734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66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13008"/>
                  </a:ext>
                </a:extLst>
              </a:tr>
            </a:tbl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275311-6324-B930-37BD-22A74A26E288}"/>
              </a:ext>
            </a:extLst>
          </p:cNvPr>
          <p:cNvSpPr txBox="1">
            <a:spLocks/>
          </p:cNvSpPr>
          <p:nvPr/>
        </p:nvSpPr>
        <p:spPr>
          <a:xfrm>
            <a:off x="11788048" y="6455892"/>
            <a:ext cx="434431" cy="339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E61CC-47EF-4421-A150-C590F21C210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2255</Words>
  <Application>Microsoft Office PowerPoint</Application>
  <PresentationFormat>Widescreen</PresentationFormat>
  <Paragraphs>367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</vt:lpstr>
      <vt:lpstr>DevLys 010</vt:lpstr>
      <vt:lpstr>DevLys 010 </vt:lpstr>
      <vt:lpstr>Kruti Dev 010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Giri, Sanjay</dc:creator>
  <cp:lastModifiedBy>Giri, Sanjay</cp:lastModifiedBy>
  <cp:revision>78</cp:revision>
  <cp:lastPrinted>2026-05-05T11:27:22Z</cp:lastPrinted>
  <dcterms:created xsi:type="dcterms:W3CDTF">2026-05-04T11:56:52Z</dcterms:created>
  <dcterms:modified xsi:type="dcterms:W3CDTF">2026-05-06T05:57:36Z</dcterms:modified>
</cp:coreProperties>
</file>