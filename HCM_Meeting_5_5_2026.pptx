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300" r:id="rId3"/>
    <p:sldId id="284" r:id="rId4"/>
    <p:sldId id="346" r:id="rId5"/>
    <p:sldId id="347" r:id="rId6"/>
    <p:sldId id="348" r:id="rId7"/>
    <p:sldId id="349" r:id="rId8"/>
    <p:sldId id="367" r:id="rId9"/>
    <p:sldId id="368" r:id="rId10"/>
    <p:sldId id="369" r:id="rId11"/>
    <p:sldId id="370" r:id="rId12"/>
    <p:sldId id="371" r:id="rId13"/>
    <p:sldId id="372" r:id="rId14"/>
    <p:sldId id="350" r:id="rId15"/>
    <p:sldId id="366" r:id="rId16"/>
    <p:sldId id="363" r:id="rId17"/>
    <p:sldId id="364" r:id="rId18"/>
    <p:sldId id="3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1313"/>
    <a:srgbClr val="156082"/>
    <a:srgbClr val="337C3D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Sheet1!$H$2:$H$6</c:f>
              <c:strCache>
                <c:ptCount val="5"/>
                <c:pt idx="0">
                  <c:v>Royalty</c:v>
                </c:pt>
                <c:pt idx="1">
                  <c:v>Premium</c:v>
                </c:pt>
                <c:pt idx="2">
                  <c:v>BT Amount</c:v>
                </c:pt>
                <c:pt idx="3">
                  <c:v>Penalty</c:v>
                </c:pt>
                <c:pt idx="4">
                  <c:v>Others</c:v>
                </c:pt>
              </c:strCache>
            </c:strRef>
          </c:cat>
          <c:val>
            <c:numRef>
              <c:f>Sheet1!$I$2:$I$6</c:f>
              <c:numCache>
                <c:formatCode>#,##0_ ;\-#,##0\ </c:formatCode>
                <c:ptCount val="5"/>
                <c:pt idx="0">
                  <c:v>8678.9439999999995</c:v>
                </c:pt>
                <c:pt idx="1">
                  <c:v>953.577</c:v>
                </c:pt>
                <c:pt idx="2">
                  <c:v>232.547</c:v>
                </c:pt>
                <c:pt idx="3">
                  <c:v>104.589</c:v>
                </c:pt>
                <c:pt idx="4">
                  <c:v>411.71300000000002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5B-412D-B0CD-D60235E3D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0112479"/>
        <c:axId val="860113919"/>
      </c:barChart>
      <c:catAx>
        <c:axId val="860112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113919"/>
        <c:crosses val="autoZero"/>
        <c:auto val="1"/>
        <c:lblAlgn val="ctr"/>
        <c:lblOffset val="100"/>
        <c:noMultiLvlLbl val="0"/>
      </c:catAx>
      <c:valAx>
        <c:axId val="860113919"/>
        <c:scaling>
          <c:orientation val="minMax"/>
        </c:scaling>
        <c:delete val="0"/>
        <c:axPos val="l"/>
        <c:numFmt formatCode="#,##0_ ;\-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112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Minor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322585242063044E-2"/>
          <c:y val="7.4913216434337737E-2"/>
          <c:w val="0.82535482951587391"/>
          <c:h val="0.6667100439903899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399-4A91-9910-2EB865A4E5DC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399-4A91-9910-2EB865A4E5D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399-4A91-9910-2EB865A4E5D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399-4A91-9910-2EB865A4E5D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C399-4A91-9910-2EB865A4E5DC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C399-4A91-9910-2EB865A4E5DC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C399-4A91-9910-2EB865A4E5DC}"/>
              </c:ext>
            </c:extLst>
          </c:dPt>
          <c:dLbls>
            <c:dLbl>
              <c:idx val="5"/>
              <c:layout>
                <c:manualLayout>
                  <c:x val="0"/>
                  <c:y val="-8.671232765486615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399-4A91-9910-2EB865A4E5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Masonary Stone</c:v>
                </c:pt>
                <c:pt idx="1">
                  <c:v>Granite</c:v>
                </c:pt>
                <c:pt idx="2">
                  <c:v>Marble</c:v>
                </c:pt>
                <c:pt idx="3">
                  <c:v>Limestone</c:v>
                </c:pt>
                <c:pt idx="4">
                  <c:v>Sandstone</c:v>
                </c:pt>
                <c:pt idx="5">
                  <c:v>Gypsum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753.73</c:v>
                </c:pt>
                <c:pt idx="1">
                  <c:v>334.49</c:v>
                </c:pt>
                <c:pt idx="2">
                  <c:v>314.20999999999998</c:v>
                </c:pt>
                <c:pt idx="3">
                  <c:v>228.51</c:v>
                </c:pt>
                <c:pt idx="4">
                  <c:v>310.19</c:v>
                </c:pt>
                <c:pt idx="5">
                  <c:v>143.94999999999999</c:v>
                </c:pt>
                <c:pt idx="6">
                  <c:v>607.99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399-4A91-9910-2EB865A4E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2.8357327744970396E-2"/>
          <c:y val="0.78144470599003368"/>
          <c:w val="0.94328534451005919"/>
          <c:h val="0.19746310620202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40" b="1"/>
              <a:t>Major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784706593975026E-2"/>
          <c:y val="0.15479341188300988"/>
          <c:w val="0.82443058681204995"/>
          <c:h val="0.5167573542963650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548-4813-BCCE-90C07C854920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548-4813-BCCE-90C07C854920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548-4813-BCCE-90C07C854920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548-4813-BCCE-90C07C854920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6548-4813-BCCE-90C07C854920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6548-4813-BCCE-90C07C854920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6548-4813-BCCE-90C07C854920}"/>
              </c:ext>
            </c:extLst>
          </c:dPt>
          <c:dLbls>
            <c:dLbl>
              <c:idx val="4"/>
              <c:layout>
                <c:manualLayout>
                  <c:x val="-6.4361128918816318E-2"/>
                  <c:y val="-1.224205885596321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548-4813-BCCE-90C07C854920}"/>
                </c:ext>
              </c:extLst>
            </c:dLbl>
            <c:dLbl>
              <c:idx val="6"/>
              <c:layout>
                <c:manualLayout>
                  <c:x val="6.2062517171715625E-2"/>
                  <c:y val="-7.345235313577933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548-4813-BCCE-90C07C85492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Zinc</c:v>
                </c:pt>
                <c:pt idx="1">
                  <c:v>Limestone</c:v>
                </c:pt>
                <c:pt idx="2">
                  <c:v>Lead</c:v>
                </c:pt>
                <c:pt idx="3">
                  <c:v>Silver</c:v>
                </c:pt>
                <c:pt idx="4">
                  <c:v>Rock  Phosphate</c:v>
                </c:pt>
                <c:pt idx="5">
                  <c:v>Felspar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2509.88</c:v>
                </c:pt>
                <c:pt idx="1">
                  <c:v>841.66</c:v>
                </c:pt>
                <c:pt idx="2">
                  <c:v>544.55999999999995</c:v>
                </c:pt>
                <c:pt idx="3">
                  <c:v>769.01</c:v>
                </c:pt>
                <c:pt idx="4">
                  <c:v>202.56</c:v>
                </c:pt>
                <c:pt idx="5">
                  <c:v>145.15</c:v>
                </c:pt>
                <c:pt idx="6">
                  <c:v>340.38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548-4813-BCCE-90C07C85492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236330228337215E-2"/>
          <c:y val="0.74049206521797806"/>
          <c:w val="0.9631438585677472"/>
          <c:h val="0.236122132177220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416589505210176E-2"/>
                  <c:y val="4.60097293018093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36-4162-B42A-CE608A8E6239}"/>
                </c:ext>
              </c:extLst>
            </c:dLbl>
            <c:numFmt formatCode="#,##0" sourceLinked="0"/>
            <c:spPr>
              <a:solidFill>
                <a:srgbClr val="C41313"/>
              </a:solidFill>
              <a:ln>
                <a:solidFill>
                  <a:srgbClr val="15608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General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36-4162-B42A-CE608A8E6239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1.5301742809240041E-2"/>
                  <c:y val="-3.70625336668952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36-4162-B42A-CE608A8E6239}"/>
                </c:ext>
              </c:extLst>
            </c:dLbl>
            <c:dLbl>
              <c:idx val="5"/>
              <c:layout>
                <c:manualLayout>
                  <c:x val="-2.8597971173532698E-2"/>
                  <c:y val="-2.58365521846378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36-4162-B42A-CE608A8E6239}"/>
                </c:ext>
              </c:extLst>
            </c:dLbl>
            <c:numFmt formatCode="#,##0" sourceLinked="0"/>
            <c:spPr>
              <a:solidFill>
                <a:srgbClr val="337C3D"/>
              </a:solidFill>
              <a:ln>
                <a:solidFill>
                  <a:srgbClr val="3B7D2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General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36-4162-B42A-CE608A8E6239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5273914082459516E-2"/>
                  <c:y val="2.80817484810893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162-B42A-CE608A8E6239}"/>
                </c:ext>
              </c:extLst>
            </c:dLbl>
            <c:dLbl>
              <c:idx val="4"/>
              <c:layout>
                <c:manualLayout>
                  <c:x val="-2.416589505210176E-2"/>
                  <c:y val="1.68557669988318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336-4162-B42A-CE608A8E6239}"/>
                </c:ext>
              </c:extLst>
            </c:dLbl>
            <c:numFmt formatCode="#,##0" sourceLinked="0"/>
            <c:spPr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General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36-4162-B42A-CE608A8E62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863594383"/>
        <c:axId val="863595823"/>
      </c:lineChart>
      <c:catAx>
        <c:axId val="863594383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5823"/>
        <c:crossesAt val="10"/>
        <c:auto val="1"/>
        <c:lblAlgn val="ctr"/>
        <c:lblOffset val="100"/>
        <c:noMultiLvlLbl val="0"/>
      </c:catAx>
      <c:valAx>
        <c:axId val="863595823"/>
        <c:scaling>
          <c:orientation val="minMax"/>
          <c:max val="1500"/>
          <c:min val="4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4383"/>
        <c:crosses val="autoZero"/>
        <c:crossBetween val="between"/>
        <c:majorUnit val="100"/>
        <c:minorUnit val="4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>
          <a:alpha val="98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6D8E6-1F2D-498C-BDFD-55840DB8F6A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DF74A-357F-4663-83BA-71AC7508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25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7BDF1-0ADF-022B-3DA0-EE549EB3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7C381-F354-DE3B-0BCD-B8251B35D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4C2C8-C041-1FAC-5D0B-3C9983138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FD8F-D85F-05CE-8F89-06CF4A1C6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544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9B62-50D9-1614-92F6-A03425E4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78CBB-2168-97CD-BBE6-A0D8F0794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9BD5-A482-092C-E5D3-41979347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F7A32-5554-DFDB-A045-FD5362985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363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043-1811-2700-ACA0-05731D59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FC3AF-5E82-82F7-5A00-8A1478FD9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085E3-0B68-F4DC-6447-D358D00A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5BAA-584F-3F66-90A1-7361A9DC1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47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AFDF-6F0B-F31E-A81E-822D5F0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0FF5-2477-DD39-A574-516D9165F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8B8B9-3DC3-DFDD-913B-B96D92899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A4A21-A8A8-9701-B9A3-6D551F88D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92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A3A4-7ED7-0EE2-4866-372568DE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E490-8848-B5B1-A155-9A47DEB1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5EA38-F9D8-8D2F-184A-F573FA122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6CD6-AED8-A27C-4E52-D4F7269ED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8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70CF-94CB-9FDB-F2A7-62178281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6C302-5D21-A1E3-4C65-39463B586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ABCD5-6530-7228-0B84-E11A96E7F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0A40C-2421-8614-B2F6-C5BB813EA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613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6E91-6123-5DBA-66B0-F524AAA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2E426-16DE-2F85-9EFB-B99E2660C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D1887-4ECD-5239-1233-68207FF1B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E53E7-CC77-73AA-EB4B-817935A3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2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10F2-4645-62F5-2779-9B285C05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767C9-4AE0-DF15-F893-3F8A3306E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309EB-DC02-337D-9408-8406A1467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90671-E847-5135-1A22-12782BC96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408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01A6-1F11-502F-6072-729C70BA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16170-31F9-D659-5542-ADB65B6B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5CEF5-ADB4-2BB9-26D3-34015FA52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FD33-BC61-99DF-42ED-A3779BC8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96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FC92-AA8F-DDA6-4CF2-B3D87966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A7AAD-B677-04D4-A8E8-DE6A0019F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2480C-8B36-6305-543D-3D10FCCD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DD0CA-BAD0-9355-C4F0-E5AB2E95D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32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82D5-EE73-A119-B7B2-0416415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7CD75-D3BA-902C-9298-51BC1A2D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0EF5D-D3CA-D854-29EF-042C20A11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B5C3E-8838-29C8-FDC3-C823960E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39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754F-34DE-8C0D-3981-23DCE68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B7CA8-BE8C-1CD4-6148-434A26741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1841E-C7B2-3C18-CE1B-F618A614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1C164-5362-C313-8E25-083EE914F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15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F269-F824-381F-8623-14900850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0F71B-1561-B241-29AE-BF7BF00F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F2275-6098-1A58-0A70-651E2D0B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FDD0C-067E-ACA9-54F7-1037DDAD3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2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8247-C717-50F5-569E-C7CE91DE3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5D44-9CCC-9F34-147C-BB27AAE0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6C16-CBE3-A814-C602-F6AB99E9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06C4-106D-AD7F-293F-9D70DA0B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6629-BA0F-DE95-1A92-0DDCACE9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9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0C35-C2DE-F1EA-E777-AEE488CE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DCA2-BE4C-0BDB-822D-2D66DAA0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202F-D7A1-1540-7B0F-D08AEEA1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79E3-1128-E4C6-67CF-88F753A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8C16-EDDE-7488-B894-99B5EF11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9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7A0E-B153-22CD-479E-07DA7D24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91F86-9B65-547D-F2E0-25A4A3E3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0E61-99E8-CF88-4643-DF703FC8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7DF06-DA34-484E-3D1E-DBB2E2FB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82B8-CC4F-719A-0DD7-B7B9F97A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2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E166-97A8-B201-70B1-9E35C5F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3488-2678-3F21-FAD4-DCF1E43E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8C37-1ABD-BF4F-B592-FB85BD453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FD27-46A8-6E34-2BC8-2405633D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90742-B0F4-A313-1E2F-6312AC1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4C2AD-90E4-4038-0E9B-E3EB4EA0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5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A954-8FBC-88F8-33AB-9B739640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83CA0-247C-DFE4-6431-A026E284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CE25D-BED0-52FB-CFD5-E635E45E3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89C0F-D4ED-0B02-8054-B45269843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7F4AD-D27B-C9DB-4DED-0DD0EA054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DF069-E476-3834-BB42-87C5B50C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F2C90-B679-F4C9-3194-F5368CD2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0333A-161C-A628-5B2B-45FC377E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3BE4-01D7-A1E2-EAE1-60A33920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36E10-B4BF-3E9F-BD7A-8924D0FB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862E9-1D21-1FE6-C834-E93F5FA2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2B2F2-7931-4A25-8B18-4A954FC7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E90B0-93CD-3910-89D9-DB977FF5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FC27F-13BC-DCC6-6BD3-806EB0D9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63E99-4C0B-096C-CAFF-036EF35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3FB2-C23A-2B11-DD57-29A0307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14E1-7060-133C-CC05-96DA60D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BD8FE-B321-F463-1DE6-21D6B0AC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47166-494F-D81D-F9DD-99D67E5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5A44-50A0-00F9-FE63-DE106431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5B956-8BFB-B791-D931-AE5FF763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1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DB7E-5C6E-7152-0B8F-88DC3322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13830-D167-8C33-CCC1-D975934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200CF-4CD7-A1A9-010A-51A599260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4F10-7EC4-5E3B-B631-D0CD4636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E92A-0A4A-C0CD-A9F5-49A6C068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2967-9040-7FEC-ADA9-C128953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C2ED-2EA4-FA5B-199D-AD50589B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E2FB6-3ABE-A927-66A5-886040F3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E70F-0455-E263-D9B2-F0DB0C29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9D5F-6052-2D04-D8B5-226635D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26D0C-928E-DFF3-E0E4-21007EF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E3F06-EBBF-B09D-C775-BD5CEB963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7B119-97DE-5E7A-E4AF-217CB73D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59900-50B5-3FA9-0B8C-FE78B9FB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C227-2B83-A57A-E41E-FFA0D4D9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2C13-68E3-D2FA-803E-75116CEB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0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3A1C-A4BF-F1E9-7236-F7D34FBC3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33591-D8F9-3BCD-88A3-D31E6EC5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4EF3-CB2F-BAA3-F729-AF60EDA0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2D85-7415-7676-C0AE-B48D6401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D804-30B4-192D-DC92-A030EA02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72C41-6FBA-9139-C898-5606C62D305F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86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EBDB-6342-2B9B-99EE-62E34FAF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BA10-39FA-4CF0-3664-9EBDCAAE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A533-1DD9-B04E-AC9E-B1E43AD3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0F69F-5A86-21B7-744A-7A68256A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2A5BD-0EE9-2C26-1554-FD86093D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4B36C-A339-04F1-8A51-85B13CA00E01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06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B901-BA81-F30C-DE6B-7C75B352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5C43-CD2F-EF19-3B31-B1B27867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C241-CB25-34C1-69A4-6018B95C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1669C-27E1-16FE-74FA-21A971D3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6369-BC94-0077-5C42-BE8B44A6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03053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8E96-B098-DF59-07A1-C3F94C6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849A-CF6F-4DC6-6546-6940F76DB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3B9AE-89AD-A9A0-7EC0-15524AD0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02FE7-2881-C24E-4511-4BF1A88A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76FB9-8BD3-C40F-854A-34C05065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66AF-D601-7D82-AC54-2F924386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809685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65EC-E6FC-ADD6-C24C-C96ECAE1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86EC-7584-C47E-88C1-1EF7CC64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A1FF4-F279-67D6-6FFA-E87F4CA3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DA2EE-ADF0-5B65-179B-F2D037728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74FDF-9A2E-57F3-2B9B-D6E45E7EA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8C16F-3F14-DBC0-DC11-F6FF6EDE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1D129-0AAD-269D-1729-46A65CDE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B8ADF-D842-BCBD-83D8-58C14117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57531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EBF1-A227-BC1A-E751-CC91FC42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C3AD1-662B-EFD5-F69C-9FBF9EFD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49619-7F5D-C248-61E9-7F20308B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174AC-4565-6272-D2AE-9367F56A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96594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7FAEB-BC52-2E78-8F98-AF243A0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43CC6-0484-3264-452C-BA67D56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40930-5EAB-D773-5F1B-6CD9EBCD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373613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BB16-7C79-0BF2-C995-955AF3CF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649B-08CE-BA07-9658-62F80471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629C5-4831-EDEF-686B-5DB0B4B0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54C77-35A6-5382-0C40-57B2008F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C7547-99B5-185E-3995-E3781CB6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AF376-EA6A-C1C1-4D25-9689E8A1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6645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C297-B0B4-16C6-84E4-8BA64ABE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8384A-A05C-566B-68CF-ECEF43CDC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AF816-9B68-2FAF-7178-2C1D7258F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803A-CF68-9C76-5840-8FFAE59F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63FB-B594-F5E1-30D0-5A7328BF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E651-B88D-28C7-FF89-AB8043C4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160221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614D-B6FB-7CB4-0EA2-A039C552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7E944-36CC-AA42-C24E-39A306A15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97D5-49C3-7FFA-29B8-A22D4644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A6483-1EE8-50A8-3503-76073CF7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FB46-8894-253F-363A-7740E283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924514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CAB29-3E2C-54B7-9B5F-9EFCDF81A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471AB-C064-8B10-8688-F86AA496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D12A-6A3C-8E92-706F-38AA7696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FA3C-05BF-612A-51E0-58B9B69A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643D-EA67-1722-9FA6-900B501B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24651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A3C13-522E-D7B4-BA4A-300FEB28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9A60-1878-D5E0-0195-C3D29019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D710-175E-1704-0DDC-C903C21A6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15D77-4000-021D-8849-654CFA3D7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958C9-83E5-DA97-F97D-A61664092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6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EAEE2-6E25-F58B-43D1-6EB3852E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61A8D-7ABB-702F-AEFF-1090949F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9C87B-AF8C-72DC-0B66-6A7DF9F5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37A3-2705-D521-C23A-9D6181E3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217B-D6AE-3F6D-BB80-7D44B04A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716466-A219-6706-3151-EA4BAC73FE48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partment of Mines &amp; Geology">
            <a:extLst>
              <a:ext uri="{FF2B5EF4-FFF2-40B4-BE49-F238E27FC236}">
                <a16:creationId xmlns:a16="http://schemas.microsoft.com/office/drawing/2014/main" id="{20341F8C-B14D-F619-A61A-3FF9D7EF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856"/>
            <a:ext cx="12192000" cy="6876856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solidFill>
              <a:schemeClr val="tx1"/>
            </a:solidFill>
          </a:ln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B72E08F-07CF-C9FC-C012-DEC0F6BD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423" y="511551"/>
            <a:ext cx="1733133" cy="175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515FBCA5-DBF5-19A4-B33F-DAC206761193}"/>
              </a:ext>
            </a:extLst>
          </p:cNvPr>
          <p:cNvSpPr txBox="1">
            <a:spLocks/>
          </p:cNvSpPr>
          <p:nvPr/>
        </p:nvSpPr>
        <p:spPr>
          <a:xfrm>
            <a:off x="2286001" y="2895601"/>
            <a:ext cx="7703003" cy="103574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91440" rIns="0" bIns="0" rtlCol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720"/>
              </a:spcBef>
            </a:pP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kku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oa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isVªksfy;e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foHkkx</a:t>
            </a:r>
            <a:endParaRPr lang="en-US" sz="40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  <a:p>
            <a:pPr marL="12700" algn="ctr">
              <a:spcBef>
                <a:spcPts val="720"/>
              </a:spcBef>
            </a:pPr>
            <a:endParaRPr lang="en-US" sz="9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DEC72-14A5-F6B9-1BD5-539A9B985B53}"/>
              </a:ext>
            </a:extLst>
          </p:cNvPr>
          <p:cNvSpPr/>
          <p:nvPr/>
        </p:nvSpPr>
        <p:spPr>
          <a:xfrm>
            <a:off x="4116599" y="4562718"/>
            <a:ext cx="3314240" cy="70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720"/>
              </a:spcBef>
            </a:pPr>
            <a:r>
              <a:rPr lang="en-US" sz="3600" b="1" dirty="0" err="1">
                <a:solidFill>
                  <a:srgbClr val="C00000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fnukad</a:t>
            </a:r>
            <a:r>
              <a:rPr lang="en-US" sz="3600" b="1" dirty="0">
                <a:solidFill>
                  <a:srgbClr val="C00000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05-05-2026</a:t>
            </a:r>
            <a:endParaRPr lang="en-US" sz="3600" b="1" kern="0" dirty="0">
              <a:solidFill>
                <a:srgbClr val="C00000"/>
              </a:solidFill>
              <a:latin typeface="DevLys 01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E61CC-47EF-4421-A150-C590F21C210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7BF39122-8F06-7485-295E-0798743E3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77471"/>
            <a:ext cx="9456281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jktLFkku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; % [</a:t>
            </a: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kuu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ifjn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`';</a:t>
            </a:r>
            <a:endParaRPr lang="en-IN" sz="360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70A5B7C-683E-90C7-AA61-1A29A5CA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E53897-B0B6-EE7F-90AF-67E16457AD83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818FD2-5202-F631-A3E4-FE684DEDB123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E8EF30-9B43-4553-F80F-4275119993A6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21ECCA-8F45-BCDB-5DA6-C7EE9ED221B1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631E14FA-7555-D684-ABD9-F2A07ED0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24" y="1454026"/>
            <a:ext cx="11229247" cy="5004594"/>
          </a:xfrm>
        </p:spPr>
        <p:txBody>
          <a:bodyPr>
            <a:noAutofit/>
          </a:bodyPr>
          <a:lstStyle/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DevLys 010" pitchFamily="2" charset="0"/>
              </a:rPr>
              <a:t>82 </a:t>
            </a:r>
            <a:r>
              <a:rPr lang="en-US" sz="2000" dirty="0" err="1">
                <a:latin typeface="DevLys 010" pitchFamily="2" charset="0"/>
              </a:rPr>
              <a:t>fofHkUu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izdkj</a:t>
            </a:r>
            <a:r>
              <a:rPr lang="en-US" sz="2000" dirty="0">
                <a:latin typeface="DevLys 010" pitchFamily="2" charset="0"/>
              </a:rPr>
              <a:t> ds 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miyCèk</a:t>
            </a:r>
            <a:r>
              <a:rPr lang="en-US" sz="2000" dirty="0">
                <a:latin typeface="DevLys 010" pitchFamily="2" charset="0"/>
              </a:rPr>
              <a:t>] 57 [</a:t>
            </a:r>
            <a:r>
              <a:rPr lang="en-US" sz="2000" dirty="0" err="1">
                <a:latin typeface="DevLys 010" pitchFamily="2" charset="0"/>
              </a:rPr>
              <a:t>kfutksa</a:t>
            </a:r>
            <a:r>
              <a:rPr lang="en-US" sz="2000" dirty="0">
                <a:latin typeface="DevLys 010" pitchFamily="2" charset="0"/>
              </a:rPr>
              <a:t> dk </a:t>
            </a:r>
            <a:r>
              <a:rPr lang="en-US" sz="2000" dirty="0" err="1">
                <a:latin typeface="DevLys 010" pitchFamily="2" charset="0"/>
              </a:rPr>
              <a:t>mRiknu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iz</a:t>
            </a:r>
            <a:r>
              <a:rPr lang="en-US" sz="2000" dirty="0">
                <a:latin typeface="DevLys 010" pitchFamily="2" charset="0"/>
              </a:rPr>
              <a:t>/</a:t>
            </a:r>
            <a:r>
              <a:rPr lang="en-US" sz="2000" dirty="0" err="1">
                <a:latin typeface="DevLys 010" pitchFamily="2" charset="0"/>
              </a:rPr>
              <a:t>kku</a:t>
            </a:r>
            <a:r>
              <a:rPr lang="en-US" sz="2000" dirty="0">
                <a:latin typeface="DevLys 010" pitchFamily="2" charset="0"/>
              </a:rPr>
              <a:t> 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3395</a:t>
            </a:r>
            <a:r>
              <a:rPr lang="en-US" sz="2000" dirty="0">
                <a:latin typeface="DevLys 010" pitchFamily="2" charset="0"/>
              </a:rPr>
              <a:t>] viz/</a:t>
            </a:r>
            <a:r>
              <a:rPr lang="en-US" sz="2000" dirty="0" err="1">
                <a:latin typeface="DevLys 010" pitchFamily="2" charset="0"/>
              </a:rPr>
              <a:t>kku</a:t>
            </a:r>
            <a:r>
              <a:rPr lang="en-US" sz="2000" dirty="0">
                <a:latin typeface="DevLys 010" pitchFamily="2" charset="0"/>
              </a:rPr>
              <a:t> 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13428</a:t>
            </a:r>
            <a:r>
              <a:rPr lang="en-US" sz="2000" dirty="0">
                <a:latin typeface="DevLys 010" pitchFamily="2" charset="0"/>
              </a:rPr>
              <a:t> [</a:t>
            </a:r>
            <a:r>
              <a:rPr lang="en-US" sz="2000" dirty="0" err="1">
                <a:latin typeface="DevLys 010" pitchFamily="2" charset="0"/>
              </a:rPr>
              <a:t>kuu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iV~Vs</a:t>
            </a:r>
            <a:r>
              <a:rPr lang="en-US" sz="2000" dirty="0">
                <a:latin typeface="DevLys 010" pitchFamily="2" charset="0"/>
              </a:rPr>
              <a:t> ,</a:t>
            </a:r>
            <a:r>
              <a:rPr lang="en-US" sz="2000" dirty="0" err="1">
                <a:latin typeface="DevLys 010" pitchFamily="2" charset="0"/>
              </a:rPr>
              <a:t>oa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Dokjh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ykbZlsal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16508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izHkkoh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DevLys 010" pitchFamily="2" charset="0"/>
              </a:rPr>
              <a:t>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iksVk'k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 err="1">
                <a:latin typeface="DevLys 010" pitchFamily="2" charset="0"/>
              </a:rPr>
              <a:t>lokZf</a:t>
            </a:r>
            <a:r>
              <a:rPr lang="en-US" sz="2000" dirty="0">
                <a:latin typeface="DevLys 010" pitchFamily="2" charset="0"/>
              </a:rPr>
              <a:t>/</a:t>
            </a:r>
            <a:r>
              <a:rPr lang="en-US" sz="2000" dirty="0" err="1">
                <a:latin typeface="DevLys 010" pitchFamily="2" charset="0"/>
              </a:rPr>
              <a:t>kd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Hk.Mkj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jkT</a:t>
            </a:r>
            <a:r>
              <a:rPr lang="en-US" sz="2000" dirty="0">
                <a:latin typeface="DevLys 010" pitchFamily="2" charset="0"/>
              </a:rPr>
              <a:t>; </a:t>
            </a:r>
            <a:r>
              <a:rPr lang="en-US" sz="2000" dirty="0" err="1">
                <a:latin typeface="DevLys 010" pitchFamily="2" charset="0"/>
              </a:rPr>
              <a:t>esa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miyC</a:t>
            </a:r>
            <a:r>
              <a:rPr lang="en-US" sz="2000" dirty="0">
                <a:latin typeface="DevLys 010" pitchFamily="2" charset="0"/>
              </a:rPr>
              <a:t>/k</a:t>
            </a: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DevLys 010" pitchFamily="2" charset="0"/>
              </a:rPr>
              <a:t>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mRiknu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 err="1">
                <a:latin typeface="DevLys 010" pitchFamily="2" charset="0"/>
              </a:rPr>
              <a:t>ewY</a:t>
            </a:r>
            <a:r>
              <a:rPr lang="en-US" sz="2000" dirty="0">
                <a:latin typeface="DevLys 010" pitchFamily="2" charset="0"/>
              </a:rPr>
              <a:t>; dh </a:t>
            </a:r>
            <a:r>
              <a:rPr lang="en-US" sz="2000" dirty="0" err="1">
                <a:latin typeface="DevLys 010" pitchFamily="2" charset="0"/>
              </a:rPr>
              <a:t>n`f"V</a:t>
            </a:r>
            <a:r>
              <a:rPr lang="en-US" sz="2000" dirty="0">
                <a:latin typeface="DevLys 010" pitchFamily="2" charset="0"/>
              </a:rPr>
              <a:t> ls </a:t>
            </a:r>
            <a:r>
              <a:rPr lang="en-US" sz="2000" dirty="0" err="1">
                <a:latin typeface="DevLys 010" pitchFamily="2" charset="0"/>
              </a:rPr>
              <a:t>jkT</a:t>
            </a:r>
            <a:r>
              <a:rPr lang="en-US" sz="2000" dirty="0">
                <a:latin typeface="DevLys 010" pitchFamily="2" charset="0"/>
              </a:rPr>
              <a:t>; dk </a:t>
            </a:r>
            <a:r>
              <a:rPr lang="en-US" sz="2000" dirty="0" err="1">
                <a:latin typeface="DevLys 010" pitchFamily="2" charset="0"/>
              </a:rPr>
              <a:t>rhljk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LFkku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lhlk</a:t>
            </a:r>
            <a:r>
              <a:rPr lang="en-US" sz="2000" dirty="0">
                <a:latin typeface="DevLys 010" pitchFamily="2" charset="0"/>
              </a:rPr>
              <a:t>] </a:t>
            </a:r>
            <a:r>
              <a:rPr lang="en-US" sz="2000" dirty="0" err="1">
                <a:latin typeface="DevLys 010" pitchFamily="2" charset="0"/>
              </a:rPr>
              <a:t>tLrk</a:t>
            </a:r>
            <a:r>
              <a:rPr lang="en-US" sz="2000" dirty="0">
                <a:latin typeface="DevLys 010" pitchFamily="2" charset="0"/>
              </a:rPr>
              <a:t>] </a:t>
            </a:r>
            <a:r>
              <a:rPr lang="en-US" sz="2000" dirty="0" err="1">
                <a:latin typeface="DevLys 010" pitchFamily="2" charset="0"/>
              </a:rPr>
              <a:t>lsysukbV</a:t>
            </a:r>
            <a:r>
              <a:rPr lang="en-US" sz="2000" dirty="0">
                <a:latin typeface="DevLys 010" pitchFamily="2" charset="0"/>
              </a:rPr>
              <a:t> o </a:t>
            </a:r>
            <a:r>
              <a:rPr lang="en-US" sz="2000" dirty="0" err="1">
                <a:latin typeface="DevLys 010" pitchFamily="2" charset="0"/>
              </a:rPr>
              <a:t>oksysLVksukbV</a:t>
            </a:r>
            <a:r>
              <a:rPr lang="en-US" sz="2000" dirty="0">
                <a:latin typeface="DevLys 010" pitchFamily="2" charset="0"/>
              </a:rPr>
              <a:t> dk ,</a:t>
            </a:r>
            <a:r>
              <a:rPr lang="en-US" sz="2000" dirty="0" err="1">
                <a:latin typeface="DevLys 010" pitchFamily="2" charset="0"/>
              </a:rPr>
              <a:t>dek</a:t>
            </a:r>
            <a:r>
              <a:rPr lang="en-US" sz="2000" dirty="0">
                <a:latin typeface="DevLys 010" pitchFamily="2" charset="0"/>
              </a:rPr>
              <a:t>= </a:t>
            </a:r>
            <a:r>
              <a:rPr lang="en-US" sz="2000" dirty="0" err="1">
                <a:latin typeface="DevLys 010" pitchFamily="2" charset="0"/>
              </a:rPr>
              <a:t>mRiknd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dSYlkbV</a:t>
            </a:r>
            <a:r>
              <a:rPr lang="en-US" sz="2000" dirty="0">
                <a:latin typeface="DevLys 010" pitchFamily="2" charset="0"/>
              </a:rPr>
              <a:t> ,</a:t>
            </a:r>
            <a:r>
              <a:rPr lang="en-US" sz="2000" dirty="0" err="1">
                <a:latin typeface="DevLys 010" pitchFamily="2" charset="0"/>
              </a:rPr>
              <a:t>oa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ftIle</a:t>
            </a:r>
            <a:r>
              <a:rPr lang="en-US" sz="2000" dirty="0">
                <a:latin typeface="DevLys 010" pitchFamily="2" charset="0"/>
              </a:rPr>
              <a:t> dk </a:t>
            </a:r>
            <a:r>
              <a:rPr lang="en-US" sz="2000" dirty="0" err="1">
                <a:latin typeface="DevLys 010" pitchFamily="2" charset="0"/>
              </a:rPr>
              <a:t>yxHkx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iwjk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mRiknu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2000" dirty="0" err="1">
                <a:latin typeface="DevLys 010" pitchFamily="2" charset="0"/>
              </a:rPr>
              <a:t>pk¡nh</a:t>
            </a:r>
            <a:r>
              <a:rPr lang="en-US" sz="2000" dirty="0">
                <a:latin typeface="DevLys 010" pitchFamily="2" charset="0"/>
              </a:rPr>
              <a:t> dk </a:t>
            </a:r>
            <a:r>
              <a:rPr lang="en-US" sz="2000" dirty="0" err="1">
                <a:latin typeface="DevLys 010" pitchFamily="2" charset="0"/>
              </a:rPr>
              <a:t>lcls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cMk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mRiknd</a:t>
            </a:r>
            <a:r>
              <a:rPr lang="en-US" sz="2000" dirty="0">
                <a:latin typeface="DevLys 010" pitchFamily="2" charset="0"/>
              </a:rPr>
              <a:t> ,</a:t>
            </a:r>
            <a:r>
              <a:rPr lang="en-US" sz="2000" dirty="0" err="1">
                <a:latin typeface="DevLys 010" pitchFamily="2" charset="0"/>
              </a:rPr>
              <a:t>oa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,l-,e-,l- </a:t>
            </a:r>
            <a:r>
              <a:rPr lang="en-US" sz="2000" dirty="0" err="1">
                <a:solidFill>
                  <a:srgbClr val="C00000"/>
                </a:solidFill>
                <a:latin typeface="DevLys 010" pitchFamily="2" charset="0"/>
              </a:rPr>
              <a:t>xszM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DevLys 010" pitchFamily="2" charset="0"/>
              </a:rPr>
              <a:t>ykbZeLVksu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 </a:t>
            </a:r>
            <a:r>
              <a:rPr lang="en-US" sz="2000" dirty="0">
                <a:latin typeface="DevLys 010" pitchFamily="2" charset="0"/>
              </a:rPr>
              <a:t>dk </a:t>
            </a:r>
            <a:r>
              <a:rPr lang="en-US" sz="2000" dirty="0" err="1">
                <a:latin typeface="DevLys 010" pitchFamily="2" charset="0"/>
              </a:rPr>
              <a:t>nwljk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lcls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cMk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mRiknd</a:t>
            </a:r>
            <a:r>
              <a:rPr lang="en-US" sz="2000" dirty="0">
                <a:latin typeface="DevLys 010" pitchFamily="2" charset="0"/>
              </a:rPr>
              <a:t> </a:t>
            </a: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dPps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rsy</a:t>
            </a:r>
            <a:r>
              <a:rPr lang="en-US" sz="2000" dirty="0">
                <a:latin typeface="DevLys 010" pitchFamily="2" charset="0"/>
              </a:rPr>
              <a:t> ¼vkWQ&amp;'kkssj½ dk </a:t>
            </a:r>
            <a:r>
              <a:rPr lang="en-US" sz="2000" dirty="0" err="1">
                <a:latin typeface="DevLys 010" pitchFamily="2" charset="0"/>
              </a:rPr>
              <a:t>nwljk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lcls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cM+k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mRiknd</a:t>
            </a:r>
            <a:endParaRPr lang="en-US" sz="2000" dirty="0">
              <a:latin typeface="DevLys 010" pitchFamily="2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b="1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1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717D-8FE5-C694-7295-B438CE46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5C97741-B8A2-B20F-A556-D2AA92688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115307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latin typeface="+mj-lt"/>
                <a:ea typeface="Cambria" panose="02040503050406030204" pitchFamily="18" charset="0"/>
              </a:rPr>
              <a:t>(1/2)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20171CF-2368-C51B-F9BE-D363DDBB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2B6272-41BC-9C72-9685-E47E82572148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43B707-946F-069D-A160-E3CFEA7378EF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E52ADC-61FF-AB99-4D02-7FE83BA8B1FC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50F273-C2E4-CD98-99CD-64EB163CE6B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D37F74-DCE5-D139-F8A6-BDCCA2E34300}"/>
              </a:ext>
            </a:extLst>
          </p:cNvPr>
          <p:cNvSpPr txBox="1"/>
          <p:nvPr/>
        </p:nvSpPr>
        <p:spPr>
          <a:xfrm>
            <a:off x="10646835" y="76214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389466A-BC2F-5B8F-EBB1-96B4A02E75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297894"/>
              </p:ext>
            </p:extLst>
          </p:nvPr>
        </p:nvGraphicFramePr>
        <p:xfrm>
          <a:off x="440675" y="1178805"/>
          <a:ext cx="11281272" cy="5177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010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43A6-9891-A304-B6F7-9994676A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4CC0218-A8C8-35FB-F6EB-3595310C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114845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ea typeface="Cambria" panose="02040503050406030204" pitchFamily="18" charset="0"/>
              </a:rPr>
              <a:t>(2/2)</a:t>
            </a:r>
            <a:endParaRPr lang="en-US" altLang="en-US" sz="3600" b="1" dirty="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60FEB59-4D2C-E386-B18E-330ADAE9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4643F8-BAAD-12E4-C1A3-A0E8E98458B5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550976E-B1ED-0EDE-C2CD-E0685471089B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9565C8-14D1-1608-05C1-36DEDC660BAB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AFC20-8700-D111-5B80-DC5A7799D51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21E4445-42CA-688F-4FA2-A26A325E2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328850"/>
              </p:ext>
            </p:extLst>
          </p:nvPr>
        </p:nvGraphicFramePr>
        <p:xfrm>
          <a:off x="446314" y="1170215"/>
          <a:ext cx="5627914" cy="5187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1238C59-350F-0A58-0AED-F3942A6A6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965078"/>
              </p:ext>
            </p:extLst>
          </p:nvPr>
        </p:nvGraphicFramePr>
        <p:xfrm>
          <a:off x="6198840" y="1170215"/>
          <a:ext cx="5525074" cy="518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04A79D-7711-AB14-BC68-B730348E4FD9}"/>
              </a:ext>
            </a:extLst>
          </p:cNvPr>
          <p:cNvSpPr txBox="1"/>
          <p:nvPr/>
        </p:nvSpPr>
        <p:spPr>
          <a:xfrm>
            <a:off x="10632279" y="111493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</p:spTree>
    <p:extLst>
      <p:ext uri="{BB962C8B-B14F-4D97-AF65-F5344CB8AC3E}">
        <p14:creationId xmlns:p14="http://schemas.microsoft.com/office/powerpoint/2010/main" val="198125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E562-5E78-B1B2-1B7D-73EA58EE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FF624ED-984A-4EFA-3B79-FF0088C6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06646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foxr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E291648-E522-E79C-ECE2-8D97227D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B494FD-ACE9-B39D-B03E-BDCC4ED686A9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2B898C-F020-A508-6D06-DA9A8D8242E2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890B37-EB91-F712-FD9B-AD3B0C16E5A6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144A20-083C-82C6-7FAE-0C2D99EADD77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6C61B98-3FD3-11F6-BB27-938DF53B9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803193"/>
              </p:ext>
            </p:extLst>
          </p:nvPr>
        </p:nvGraphicFramePr>
        <p:xfrm>
          <a:off x="457201" y="1152334"/>
          <a:ext cx="11257594" cy="520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199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sz="3600" b="1" err="1">
                <a:latin typeface="DevLys 010" pitchFamily="2" charset="0"/>
              </a:rPr>
              <a:t>xr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esa</a:t>
            </a:r>
            <a:r>
              <a:rPr lang="en-US" sz="3600" b="1">
                <a:latin typeface="DevLys 010" pitchFamily="2" charset="0"/>
              </a:rPr>
              <a:t> de </a:t>
            </a:r>
            <a:r>
              <a:rPr lang="en-US" sz="3600" b="1" err="1">
                <a:latin typeface="DevLys 010" pitchFamily="2" charset="0"/>
              </a:rPr>
              <a:t>jktLo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izkfIr</a:t>
            </a:r>
            <a:r>
              <a:rPr lang="en-US" sz="3600" b="1">
                <a:latin typeface="DevLys 010" pitchFamily="2" charset="0"/>
              </a:rPr>
              <a:t> ds </a:t>
            </a:r>
            <a:r>
              <a:rPr lang="en-US" sz="3600" b="1" err="1">
                <a:latin typeface="DevLys 010" pitchFamily="2" charset="0"/>
              </a:rPr>
              <a:t>dkj.k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2130E14-84DB-CCDE-724F-E873C8B4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8A6BFB-3293-7F10-61D4-D232FC4F7301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C51AD8-EAEB-40B1-109B-E4B0C295D41E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43E3CF-2342-7277-D8E8-73EE8524AF8C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E57BC2-EC6B-EA41-F1A1-06B3A737ADE0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6" y="1042356"/>
            <a:ext cx="11140440" cy="4351338"/>
          </a:xfrm>
        </p:spPr>
        <p:txBody>
          <a:bodyPr>
            <a:noAutofit/>
          </a:bodyPr>
          <a:lstStyle/>
          <a:p>
            <a:pPr marL="363538" indent="-363538" algn="just">
              <a:lnSpc>
                <a:spcPct val="2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</a:rPr>
              <a:t>vjkoyh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fgYl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jsat</a:t>
            </a:r>
            <a:r>
              <a:rPr lang="en-US" sz="2400" dirty="0">
                <a:latin typeface="DevLys 010" pitchFamily="2" charset="0"/>
              </a:rPr>
              <a:t> ds 20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uhykeh@vkoaVu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ij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jksd</a:t>
            </a:r>
            <a:r>
              <a:rPr lang="en-US" sz="2400" dirty="0">
                <a:latin typeface="DevLys 010" pitchFamily="2" charset="0"/>
              </a:rPr>
              <a:t> </a:t>
            </a:r>
          </a:p>
          <a:p>
            <a:pPr marL="363538" indent="-363538" algn="just">
              <a:lnSpc>
                <a:spcPct val="2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</a:rPr>
              <a:t>ctjh</a:t>
            </a:r>
            <a:r>
              <a:rPr lang="en-US" sz="2400" dirty="0">
                <a:latin typeface="DevLys 010" pitchFamily="2" charset="0"/>
              </a:rPr>
              <a:t> ds </a:t>
            </a:r>
            <a:r>
              <a:rPr lang="en-US" sz="2400" dirty="0" err="1">
                <a:latin typeface="DevLys 010" pitchFamily="2" charset="0"/>
              </a:rPr>
              <a:t>izeq</a:t>
            </a:r>
            <a:r>
              <a:rPr lang="en-US" sz="2400" dirty="0">
                <a:latin typeface="DevLys 010" pitchFamily="2" charset="0"/>
              </a:rPr>
              <a:t>[k L=</a:t>
            </a:r>
            <a:r>
              <a:rPr lang="en-US" sz="2400" dirty="0" err="1">
                <a:latin typeface="DevLys 010" pitchFamily="2" charset="0"/>
              </a:rPr>
              <a:t>ksr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cukl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unh</a:t>
            </a:r>
            <a:r>
              <a:rPr lang="en-US" sz="2400" dirty="0">
                <a:latin typeface="DevLys 010" pitchFamily="2" charset="0"/>
              </a:rPr>
              <a:t> ds 4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¼HkhyokM+k] </a:t>
            </a:r>
            <a:r>
              <a:rPr lang="en-US" sz="2400" dirty="0" err="1">
                <a:latin typeface="DevLys 010" pitchFamily="2" charset="0"/>
              </a:rPr>
              <a:t>vtesj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Vksad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lokbZek</a:t>
            </a:r>
            <a:r>
              <a:rPr lang="en-US" sz="2400" dirty="0">
                <a:latin typeface="DevLys 010" pitchFamily="2" charset="0"/>
              </a:rPr>
              <a:t>/kksiqj½ ds 93 </a:t>
            </a:r>
            <a:r>
              <a:rPr lang="en-US" sz="2400" dirty="0" err="1">
                <a:latin typeface="DevLys 010" pitchFamily="2" charset="0"/>
              </a:rPr>
              <a:t>IykWV~l</a:t>
            </a:r>
            <a:r>
              <a:rPr lang="en-US" sz="2400" dirty="0">
                <a:latin typeface="DevLys 010" pitchFamily="2" charset="0"/>
              </a:rPr>
              <a:t> dh </a:t>
            </a:r>
            <a:r>
              <a:rPr lang="en-US" sz="2400" dirty="0" err="1">
                <a:latin typeface="DevLys 010" pitchFamily="2" charset="0"/>
              </a:rPr>
              <a:t>uhykeh</a:t>
            </a:r>
            <a:r>
              <a:rPr lang="en-US" sz="2400" dirty="0">
                <a:latin typeface="DevLys 010" pitchFamily="2" charset="0"/>
              </a:rPr>
              <a:t>@,yvksvkbZ@yht </a:t>
            </a:r>
            <a:r>
              <a:rPr lang="en-US" sz="2400" dirty="0" err="1">
                <a:latin typeface="DevLys 010" pitchFamily="2" charset="0"/>
              </a:rPr>
              <a:t>dks</a:t>
            </a:r>
            <a:r>
              <a:rPr lang="en-US" sz="2400" dirty="0">
                <a:latin typeface="DevLys 010" pitchFamily="2" charset="0"/>
              </a:rPr>
              <a:t> ek- </a:t>
            </a:r>
            <a:r>
              <a:rPr lang="en-US" sz="2400" dirty="0" err="1">
                <a:latin typeface="DevLys 010" pitchFamily="2" charset="0"/>
              </a:rPr>
              <a:t>U;k;ky</a:t>
            </a:r>
            <a:r>
              <a:rPr lang="en-US" sz="2400" dirty="0">
                <a:latin typeface="DevLys 010" pitchFamily="2" charset="0"/>
              </a:rPr>
              <a:t>; }</a:t>
            </a:r>
            <a:r>
              <a:rPr lang="en-US" sz="2400" dirty="0" err="1">
                <a:latin typeface="DevLys 010" pitchFamily="2" charset="0"/>
              </a:rPr>
              <a:t>kjk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fujLr</a:t>
            </a:r>
            <a:endParaRPr lang="en-US" sz="2400" dirty="0">
              <a:latin typeface="DevLys 010" pitchFamily="2" charset="0"/>
            </a:endParaRPr>
          </a:p>
          <a:p>
            <a:pPr marL="363538" indent="-363538" algn="just">
              <a:lnSpc>
                <a:spcPct val="2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</a:rPr>
              <a:t>cnyrs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oSf'od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ifjn</a:t>
            </a:r>
            <a:r>
              <a:rPr lang="en-US" sz="2400" dirty="0">
                <a:latin typeface="DevLys 010" pitchFamily="2" charset="0"/>
              </a:rPr>
              <a:t>`'; ds </a:t>
            </a:r>
            <a:r>
              <a:rPr lang="en-US" sz="2400" dirty="0" err="1">
                <a:latin typeface="DevLys 010" pitchFamily="2" charset="0"/>
              </a:rPr>
              <a:t>dkj.k</a:t>
            </a:r>
            <a:r>
              <a:rPr lang="en-US" sz="2400" dirty="0">
                <a:latin typeface="DevLys 010" pitchFamily="2" charset="0"/>
              </a:rPr>
              <a:t> [</a:t>
            </a:r>
            <a:r>
              <a:rPr lang="en-US" sz="2400" dirty="0" err="1">
                <a:latin typeface="DevLys 010" pitchFamily="2" charset="0"/>
              </a:rPr>
              <a:t>kfut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DokVZt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QSYlikj</a:t>
            </a:r>
            <a:r>
              <a:rPr lang="en-US" sz="2400" dirty="0">
                <a:latin typeface="DevLys 010" pitchFamily="2" charset="0"/>
              </a:rPr>
              <a:t> o Dys dk </a:t>
            </a:r>
            <a:r>
              <a:rPr lang="en-US" sz="2400" dirty="0" err="1">
                <a:latin typeface="DevLys 010" pitchFamily="2" charset="0"/>
              </a:rPr>
              <a:t>mRiknu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izHkkfor</a:t>
            </a:r>
            <a:endParaRPr lang="en-US" sz="2400" dirty="0">
              <a:latin typeface="DevLys 010" pitchFamily="2" charset="0"/>
            </a:endParaRPr>
          </a:p>
          <a:p>
            <a:pPr marL="363538" indent="-363538" algn="just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</a:rPr>
              <a:t>[</a:t>
            </a:r>
            <a:r>
              <a:rPr lang="en-US" sz="2400" dirty="0" err="1">
                <a:latin typeface="DevLys 010" pitchFamily="2" charset="0"/>
              </a:rPr>
              <a:t>kfut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ykbZeLVksu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ysM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ftad</a:t>
            </a:r>
            <a:r>
              <a:rPr lang="en-US" sz="2400" dirty="0">
                <a:latin typeface="DevLys 010" pitchFamily="2" charset="0"/>
              </a:rPr>
              <a:t> ds </a:t>
            </a:r>
            <a:r>
              <a:rPr lang="en-US" sz="2400" dirty="0" err="1">
                <a:latin typeface="DevLys 010" pitchFamily="2" charset="0"/>
              </a:rPr>
              <a:t>mRiknu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esa</a:t>
            </a:r>
            <a:r>
              <a:rPr lang="en-US" sz="2400" dirty="0">
                <a:latin typeface="DevLys 010" pitchFamily="2" charset="0"/>
              </a:rPr>
              <a:t> vis{</a:t>
            </a:r>
            <a:r>
              <a:rPr lang="en-US" sz="2400" dirty="0" err="1">
                <a:latin typeface="DevLys 010" pitchFamily="2" charset="0"/>
              </a:rPr>
              <a:t>kkd`r</a:t>
            </a:r>
            <a:r>
              <a:rPr lang="en-US" sz="2400" dirty="0">
                <a:latin typeface="DevLys 010" pitchFamily="2" charset="0"/>
              </a:rPr>
              <a:t> de </a:t>
            </a:r>
            <a:r>
              <a:rPr lang="en-US" sz="2400" dirty="0" err="1">
                <a:latin typeface="DevLys 010" pitchFamily="2" charset="0"/>
              </a:rPr>
              <a:t>o`f</a:t>
            </a:r>
            <a:r>
              <a:rPr lang="en-US" sz="2400" dirty="0">
                <a:latin typeface="DevLys 010" pitchFamily="2" charset="0"/>
              </a:rPr>
              <a:t>)</a:t>
            </a:r>
          </a:p>
          <a:p>
            <a:pPr algn="just">
              <a:lnSpc>
                <a:spcPct val="25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133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0649-4B23-9D49-DC04-B0FD010C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41917B1-6C4D-2094-5881-4CB4C312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3053DE-B8E2-4B94-346A-36547AD61635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93231C-D761-1AF7-9F8E-925ADC6BA20C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EA95DB-65E2-2E3C-8911-E88ED1320C79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AD9548-7E7C-38BF-98C3-F61E60550E7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1718737-44EA-D8EB-3D4E-8DF657C636C4}"/>
              </a:ext>
            </a:extLst>
          </p:cNvPr>
          <p:cNvSpPr txBox="1">
            <a:spLocks/>
          </p:cNvSpPr>
          <p:nvPr/>
        </p:nvSpPr>
        <p:spPr>
          <a:xfrm>
            <a:off x="0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2026&amp;27 % </a:t>
            </a:r>
            <a:r>
              <a:rPr lang="en-US" sz="3600" b="1" err="1">
                <a:latin typeface="DevLys 010" pitchFamily="2" charset="0"/>
              </a:rPr>
              <a:t>vk</a:t>
            </a:r>
            <a:r>
              <a:rPr lang="en-US" sz="3600" b="1">
                <a:latin typeface="DevLys 010" pitchFamily="2" charset="0"/>
              </a:rPr>
              <a:t>; y{; o </a:t>
            </a:r>
            <a:r>
              <a:rPr lang="en-US" sz="3600" b="1" err="1">
                <a:latin typeface="DevLys 010" pitchFamily="2" charset="0"/>
              </a:rPr>
              <a:t>izkfIr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FC3506-58B1-D8DB-D1F1-D6FAACF94B40}"/>
              </a:ext>
            </a:extLst>
          </p:cNvPr>
          <p:cNvSpPr txBox="1">
            <a:spLocks/>
          </p:cNvSpPr>
          <p:nvPr/>
        </p:nvSpPr>
        <p:spPr>
          <a:xfrm>
            <a:off x="453619" y="4020731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y{; % 14001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viszy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ekg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y{; % 840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545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¼295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de½</a:t>
            </a:r>
          </a:p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deh dk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</a:p>
          <a:p>
            <a:pPr marL="72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ekpZ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2025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vfxze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198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72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20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uhykeh@vkoaVu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marL="72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cnyrs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oSf'od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ifjn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`';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Dys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deh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15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dh deh</a:t>
            </a:r>
          </a:p>
          <a:p>
            <a:pPr marL="720000" indent="-342900"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fgUnqLrku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ftad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gM+rky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izHkkfor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15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dh deh</a:t>
            </a:r>
          </a:p>
        </p:txBody>
      </p:sp>
    </p:spTree>
    <p:extLst>
      <p:ext uri="{BB962C8B-B14F-4D97-AF65-F5344CB8AC3E}">
        <p14:creationId xmlns:p14="http://schemas.microsoft.com/office/powerpoint/2010/main" val="113990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52BA-4F44-0719-F17B-6520D157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892AE21-48C3-5670-A987-EB2080BC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78BD7F-CE92-EBC3-84D8-A37902C97C5F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CEA94B-E8BF-12B7-F6D6-AF133AD4385E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327239-BA40-3C1D-161A-FAFD3AD10BB4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FF58A-0D3A-F666-5AFC-98FE5FB805B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940B4CD-7BB3-0596-F935-5695726108F1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2026&amp;27 % </a:t>
            </a:r>
            <a:r>
              <a:rPr lang="en-US" sz="3600" b="1" err="1">
                <a:latin typeface="DevLys 010" pitchFamily="2" charset="0"/>
              </a:rPr>
              <a:t>dk;Z</a:t>
            </a:r>
            <a:r>
              <a:rPr lang="en-US" sz="3600" b="1">
                <a:latin typeface="DevLys 010" pitchFamily="2" charset="0"/>
              </a:rPr>
              <a:t> ;</a:t>
            </a:r>
            <a:r>
              <a:rPr lang="en-US" sz="3600" b="1" err="1">
                <a:latin typeface="DevLys 010" pitchFamily="2" charset="0"/>
              </a:rPr>
              <a:t>kstuk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05D2E3-F433-3B8D-D2CF-A013D7A598E9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96508-4A06-A9BA-A0AF-07D203780D01}"/>
              </a:ext>
            </a:extLst>
          </p:cNvPr>
          <p:cNvSpPr txBox="1"/>
          <p:nvPr/>
        </p:nvSpPr>
        <p:spPr>
          <a:xfrm>
            <a:off x="515041" y="1144864"/>
            <a:ext cx="1116191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cM+s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>
                <a:latin typeface="DevLys 010 " pitchFamily="2" charset="0"/>
              </a:rPr>
              <a:t>¼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HZL 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</a:t>
            </a:r>
            <a:r>
              <a:rPr lang="en-US">
                <a:latin typeface="DevLys 010 " pitchFamily="2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RSMML</a:t>
            </a:r>
            <a:r>
              <a:rPr lang="en-US">
                <a:latin typeface="DevLys 010 " pitchFamily="2" charset="0"/>
              </a:rPr>
              <a:t>½ % 4850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1050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RCC/ERCC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2700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 " pitchFamily="2" charset="0"/>
              </a:rPr>
              <a:t>+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viz/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¼cM+s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NksM+dj½ % 900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viÝaV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isesUV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¼iz/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</a:t>
            </a:r>
            <a:r>
              <a:rPr lang="en-US">
                <a:latin typeface="DevLys 010 " pitchFamily="2" charset="0"/>
              </a:rPr>
              <a:t>½ %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100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izhfe;e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jkf'k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¼viz/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[kfut½ %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350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fuEkkZ.k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foHkkxksa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'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kkfLr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iqjkuh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cdk;k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100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2100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unh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500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003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3E4B-0B70-726A-5C06-B12D19A8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C19412F-473F-9981-61FD-350E6E42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624170-B2A0-B104-ABF7-D53974B65F37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647A6E-E352-3878-5F6A-4C672C34DA70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83A5E6-02A6-9A30-A542-10A005528851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A30D4E-4C92-38B2-4B4A-4B38C5B5FE74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DF6EF24-363F-8480-5511-024AAF8482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 " pitchFamily="2" charset="0"/>
              </a:rPr>
              <a:t>fo'ks"k</a:t>
            </a:r>
            <a:r>
              <a:rPr lang="en-US" sz="3600" b="1">
                <a:latin typeface="DevLys 010 " pitchFamily="2" charset="0"/>
              </a:rPr>
              <a:t> </a:t>
            </a:r>
            <a:r>
              <a:rPr lang="en-US" sz="3600" b="1" err="1">
                <a:latin typeface="DevLys 010 " pitchFamily="2" charset="0"/>
              </a:rPr>
              <a:t>iz;kl</a:t>
            </a:r>
            <a:r>
              <a:rPr lang="en-US" sz="3600" b="1">
                <a:latin typeface="DevLys 010 " pitchFamily="2" charset="0"/>
              </a:rPr>
              <a:t> </a:t>
            </a:r>
            <a:endParaRPr lang="en-US" sz="3600" b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46A4F69-D90C-BA68-8D90-093E9A0342B2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068AD-4811-17CB-8D2E-3EA563578799}"/>
              </a:ext>
            </a:extLst>
          </p:cNvPr>
          <p:cNvSpPr txBox="1"/>
          <p:nvPr/>
        </p:nvSpPr>
        <p:spPr>
          <a:xfrm>
            <a:off x="504966" y="1290017"/>
            <a:ext cx="11161918" cy="493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NksM+dj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'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ks"k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vfèkdre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fpUghdj.k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loksZPp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vkns'k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29-12-2025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la'kks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ç;klA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laca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fopkjk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khu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izdj.k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fuLrkj.k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ç;klA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izHkkoh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non-operational 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izkjEHk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ç;klA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fd;s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early operationalization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gsrq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xfBr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Post Auction Cell 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lqn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`&lt;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hdj.kA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latin typeface="DevLys 010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7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1A57AC5-68B6-F3CC-60D9-ADC0AC83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4843A8-47FF-02D9-F92D-97CF2044EF26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13F3D9-002D-E356-46B2-D56A2241A44A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3D7119-6F7D-0A9B-D1D3-6DE82905A439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 " pitchFamily="2" charset="0"/>
              </a:rPr>
              <a:t>psyastst</a:t>
            </a:r>
            <a:endParaRPr lang="en-US" sz="3600" b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BC5CD-8EE6-532A-CFEC-1D65E6FAE510}"/>
              </a:ext>
            </a:extLst>
          </p:cNvPr>
          <p:cNvSpPr txBox="1"/>
          <p:nvPr/>
        </p:nvSpPr>
        <p:spPr>
          <a:xfrm>
            <a:off x="515041" y="1196667"/>
            <a:ext cx="11161918" cy="493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20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mPpre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unh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4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93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vkoafVr@uhyke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fd;s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fujLrhdj.kA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EC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tkjh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jkT;ksa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rqyuk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vis{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kkd`r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le;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yxuk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:- 175@&amp;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80@&amp;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izfrVu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gksuk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fodkl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{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=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ijUrq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fudk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,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uvkslh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nsus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vkukdkuh@nsjh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Hkkjr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ljdkj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flrEcj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2017 ls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njksa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o``f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)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ugha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xbZA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48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971B-0946-E6B3-2CB5-9216F363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F5C5C0F-FF32-95FE-35CB-F945703D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667B4A-62E8-5243-34E2-EF10D1E099EF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D5F9914-9141-D059-DB6D-1B02202E41FB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08803C-44A6-B3C2-50FE-128E941C44FB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9ACBFC-0A09-6068-0979-2BC6EDABF043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DCB797-CD1D-8A91-197B-3D25591D40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850533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DevLys 010 " pitchFamily="2" charset="0"/>
              </a:rPr>
              <a:t>[</a:t>
            </a:r>
            <a:r>
              <a:rPr lang="en-US" sz="3600" b="1" err="1">
                <a:latin typeface="DevLys 010 " pitchFamily="2" charset="0"/>
              </a:rPr>
              <a:t>kfut</a:t>
            </a:r>
            <a:r>
              <a:rPr lang="en-US" sz="3600" b="1">
                <a:latin typeface="DevLys 010 " pitchFamily="2" charset="0"/>
              </a:rPr>
              <a:t> </a:t>
            </a:r>
            <a:r>
              <a:rPr lang="en-US" sz="3600" b="1" err="1">
                <a:latin typeface="DevLys 010 " pitchFamily="2" charset="0"/>
              </a:rPr>
              <a:t>CykWDl@IykWV~l</a:t>
            </a:r>
            <a:r>
              <a:rPr lang="en-US" sz="3600" b="1"/>
              <a:t> </a:t>
            </a:r>
            <a:r>
              <a:rPr lang="en-US" sz="3600" b="1">
                <a:latin typeface="DevLys 010 " pitchFamily="2" charset="0"/>
              </a:rPr>
              <a:t> dh </a:t>
            </a:r>
            <a:r>
              <a:rPr lang="en-US" sz="3600" b="1" err="1">
                <a:latin typeface="DevLys 010 " pitchFamily="2" charset="0"/>
              </a:rPr>
              <a:t>izLrkfor</a:t>
            </a:r>
            <a:r>
              <a:rPr lang="en-US" sz="3600" b="1">
                <a:latin typeface="DevLys 010 " pitchFamily="2" charset="0"/>
              </a:rPr>
              <a:t> </a:t>
            </a:r>
            <a:r>
              <a:rPr lang="en-US" sz="3600" b="1" err="1">
                <a:latin typeface="DevLys 010 " pitchFamily="2" charset="0"/>
              </a:rPr>
              <a:t>uhykeh</a:t>
            </a:r>
            <a:r>
              <a:rPr lang="en-US" sz="3600" b="1">
                <a:latin typeface="DevLys 010 " pitchFamily="2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71480E-68D1-F303-86C6-41C045FB970F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A4981-2A7A-EB48-8705-C89346967306}"/>
              </a:ext>
            </a:extLst>
          </p:cNvPr>
          <p:cNvSpPr txBox="1"/>
          <p:nvPr/>
        </p:nvSpPr>
        <p:spPr>
          <a:xfrm>
            <a:off x="515041" y="1196667"/>
            <a:ext cx="11161918" cy="519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139825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¼xksYM 1 ]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dkWij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4]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46] </a:t>
            </a:r>
            <a:r>
              <a:rPr lang="hi-IN" dirty="0"/>
              <a:t>गार्नेट</a:t>
            </a:r>
            <a:r>
              <a:rPr lang="en-US" dirty="0"/>
              <a:t> 2</a:t>
            </a:r>
            <a:r>
              <a:rPr lang="en-US" u="sng" dirty="0"/>
              <a:t>,</a:t>
            </a:r>
            <a:r>
              <a:rPr lang="hi-IN" dirty="0"/>
              <a:t>लेड–जिंक – 1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¼ekcZy------]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xszukbZV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-----------------]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ls.MLVksu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eslujhLVksu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-----½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¼ctjh----------½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&amp;,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EcsMsM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9ABA9-DD8A-82CD-BFBC-19694C33BE52}"/>
              </a:ext>
            </a:extLst>
          </p:cNvPr>
          <p:cNvSpPr txBox="1"/>
          <p:nvPr/>
        </p:nvSpPr>
        <p:spPr>
          <a:xfrm>
            <a:off x="10810729" y="162448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DevLys 010" pitchFamily="2" charset="0"/>
              </a:rPr>
              <a:t>o"kZ</a:t>
            </a:r>
            <a:r>
              <a:rPr lang="en-US" b="1" dirty="0">
                <a:latin typeface="DevLys 010" pitchFamily="2" charset="0"/>
              </a:rPr>
              <a:t> 2025&amp;26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13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0903-DF6F-98C0-7F72-6035EF34B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793ADC6-42C1-85E2-4D0F-4C57E3E2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5A9723-F561-DF3C-95F5-53BD82118068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200084-B160-22AB-A3F1-9D54EBF8569E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FEBDD7-4E97-AEAA-BA3B-02F2E9DA4CFF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1772B6-E844-9C93-C042-72829C4CB1EF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E9FBFB1-9BF7-BE63-EBAC-B1F9182D8FB8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850533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>
                <a:latin typeface="DevLys 010 " pitchFamily="2" charset="0"/>
              </a:rPr>
              <a:t>[</a:t>
            </a:r>
            <a:r>
              <a:rPr lang="en-US" sz="3600" b="1" dirty="0" err="1">
                <a:latin typeface="DevLys 010 " pitchFamily="2" charset="0"/>
              </a:rPr>
              <a:t>kfut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Cy‚Dl</a:t>
            </a:r>
            <a:r>
              <a:rPr lang="en-US" sz="3600" b="1" dirty="0">
                <a:latin typeface="DevLys 010 " pitchFamily="2" charset="0"/>
              </a:rPr>
              <a:t> dh </a:t>
            </a:r>
            <a:r>
              <a:rPr lang="en-US" sz="3600" b="1" dirty="0" err="1">
                <a:latin typeface="DevLys 010 " pitchFamily="2" charset="0"/>
              </a:rPr>
              <a:t>çLrkfor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b="1" dirty="0" err="1">
                <a:latin typeface="DevLys 010 " pitchFamily="2" charset="0"/>
              </a:rPr>
              <a:t>uhykeh</a:t>
            </a:r>
            <a:r>
              <a:rPr lang="en-US" sz="3600" b="1" dirty="0">
                <a:latin typeface="DevLys 010 " pitchFamily="2" charset="0"/>
              </a:rPr>
              <a:t> </a:t>
            </a:r>
            <a:r>
              <a:rPr lang="en-US" sz="3600" dirty="0">
                <a:latin typeface="+mn-lt"/>
              </a:rPr>
              <a:t>2026-27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3177E1-358E-6C51-2C52-289357FFA38D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71302-7CBF-65F5-0895-34F66BFD3ED3}"/>
              </a:ext>
            </a:extLst>
          </p:cNvPr>
          <p:cNvSpPr txBox="1"/>
          <p:nvPr/>
        </p:nvSpPr>
        <p:spPr>
          <a:xfrm>
            <a:off x="515041" y="1196667"/>
            <a:ext cx="11161918" cy="519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139825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¼xksYM 1 ]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dkWij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4]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46] </a:t>
            </a:r>
            <a:r>
              <a:rPr lang="hi-IN" dirty="0">
                <a:latin typeface="DevLys 010" pitchFamily="2" charset="0"/>
              </a:rPr>
              <a:t>गार्नेट</a:t>
            </a:r>
            <a:r>
              <a:rPr lang="en-US" dirty="0">
                <a:latin typeface="DevLys 010" pitchFamily="2" charset="0"/>
              </a:rPr>
              <a:t> 2</a:t>
            </a:r>
            <a:r>
              <a:rPr lang="en-US" u="sng" dirty="0">
                <a:latin typeface="DevLys 010" pitchFamily="2" charset="0"/>
              </a:rPr>
              <a:t>,</a:t>
            </a:r>
            <a:r>
              <a:rPr lang="hi-IN" dirty="0">
                <a:latin typeface="DevLys 010" pitchFamily="2" charset="0"/>
              </a:rPr>
              <a:t>लेड–जिंक – 1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¼ekcZy------]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xszukbZV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-----------------]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ls.MLVksu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eslujhLVksu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-----½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¼ctjh----------½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&amp;,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EcsMsM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446C7-BDB6-C87B-E072-F1BF6F505713}"/>
              </a:ext>
            </a:extLst>
          </p:cNvPr>
          <p:cNvSpPr txBox="1"/>
          <p:nvPr/>
        </p:nvSpPr>
        <p:spPr>
          <a:xfrm>
            <a:off x="10810729" y="162448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DevLys 010" pitchFamily="2" charset="0"/>
              </a:rPr>
              <a:t>o"kZ</a:t>
            </a:r>
            <a:r>
              <a:rPr lang="en-US" b="1" dirty="0">
                <a:latin typeface="DevLys 010" pitchFamily="2" charset="0"/>
              </a:rPr>
              <a:t> 2025&amp;26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803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10B3-8A1D-E7A5-4DA3-6F58B1AB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56EF043-417F-F79C-4148-7DC1EF9D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C43071-B54A-615C-D561-597125571A8F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11BC7D1-3D11-A8C9-2B38-F38C123C9191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984097-2528-B7A2-2333-6A71610EDCF1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B0D7AB-BCC9-BD38-1746-EF1B9450E79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FA7C5-9406-8C2A-56CF-7FEF421409B0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0A422-D281-F3FE-B27D-E7F1C8159E2E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69A5D2A3-4A47-2108-BC32-D7E192C6AAD9}"/>
              </a:ext>
            </a:extLst>
          </p:cNvPr>
          <p:cNvGraphicFramePr>
            <a:graphicFrameLocks/>
          </p:cNvGraphicFramePr>
          <p:nvPr/>
        </p:nvGraphicFramePr>
        <p:xfrm>
          <a:off x="385598" y="1124828"/>
          <a:ext cx="11411115" cy="52451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69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4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dz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-l-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[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kfut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izHkkfor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ftyk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3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ctjh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lokbZek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kksiqj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fprkSM+x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&lt;+]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/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kkSyiqj</a:t>
                      </a:r>
                      <a:endParaRPr lang="en-IN" sz="2000">
                        <a:effectLst/>
                        <a:latin typeface="DevLys 010" pitchFamily="2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ikyh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tSrkj.k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ckM+esj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fljksgh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tkykSj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ukxkSj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90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eslujh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LVksu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vyoj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uhedkFkkuk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&gt;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qU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&gt;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quw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dksViqryh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t;iqj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dksVk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DokVZt&amp;QsYlikj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C;koj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Mqaxjiqj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mn;iqj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ykbZe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LVksu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tSrkj.k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ls.MLVksu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kkSyiqj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cqUnh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baseline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]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6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ftIle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chdkusj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Jhxaxkuxj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guqekux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&lt;+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453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74FB-491C-9EB0-BEDA-70FD823E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3D5A71B-C0D6-6524-9843-E5C4FBDB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4067E3-60B0-7686-5B41-592C7F73983A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0D1C56-47F3-24BC-7170-5A94CC715371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2847C-C871-2D02-CD24-E65C2F24289C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C2AF99-B79B-1FD3-8F8A-127BE7D68DE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A00EEB-6519-58B2-A229-C002B1705B7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C4182-3BE5-0AB1-C1E8-5B18E48085F6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7ACCCE70-A552-7BEB-0703-3051E0103B69}"/>
              </a:ext>
            </a:extLst>
          </p:cNvPr>
          <p:cNvGraphicFramePr>
            <a:graphicFrameLocks/>
          </p:cNvGraphicFramePr>
          <p:nvPr/>
        </p:nvGraphicFramePr>
        <p:xfrm>
          <a:off x="385598" y="1124828"/>
          <a:ext cx="11459698" cy="52485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39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222490616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020745929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1048730062"/>
                    </a:ext>
                  </a:extLst>
                </a:gridCol>
              </a:tblGrid>
              <a:tr h="937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Ø-l-</a:t>
                      </a: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fooj.k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2023&amp;24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endParaRPr lang="en-US" sz="200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2024&amp;25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2025&amp;26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2026&amp;27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¼vizsy</a:t>
                      </a:r>
                      <a:r>
                        <a:rPr lang="en-US" sz="2000" u="none" strike="noStrike" baseline="0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baseline="0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rd½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77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ntZ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izdj.k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9563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9331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10568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920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6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,Q-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vkbZ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-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vkj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-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1219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801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1161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88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50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tCr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okgu@e'khujh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9033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9342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10402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945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869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olwy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dh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xbZ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'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kkfLr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jkf'k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¼:i;s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djksMksa</a:t>
                      </a:r>
                      <a:r>
                        <a:rPr lang="en-US" sz="2000" u="none" strike="noStrike" baseline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baseline="0" err="1">
                          <a:effectLst/>
                          <a:latin typeface="DevLys 010" pitchFamily="2" charset="0"/>
                        </a:rPr>
                        <a:t>esa½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108-32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67-05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109-78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5-00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50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fxj¶rkjh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562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397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734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66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246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ACAB-493B-AD39-A908-00CAFCE0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6AB4B84-A30B-370F-EFD3-DC74540F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EA4AEA-7C64-A87E-194F-E1BF54F05C88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86182F-B220-1D05-79FD-FB763A8C0991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38EFB0-A179-41F3-B58E-97ED8DFAB7CE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D4C27-EA20-C886-F1AE-61C896F3DF2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7EDA9-A5ED-C772-EA78-245D390BC81D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94146-1DA6-3487-F6D9-B74DF9D58E3B}"/>
              </a:ext>
            </a:extLst>
          </p:cNvPr>
          <p:cNvSpPr/>
          <p:nvPr/>
        </p:nvSpPr>
        <p:spPr>
          <a:xfrm>
            <a:off x="0" y="57667"/>
            <a:ext cx="10256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err="1">
                <a:latin typeface="DevLys 010" pitchFamily="2" charset="0"/>
              </a:rPr>
              <a:t>voS</a:t>
            </a:r>
            <a:r>
              <a:rPr lang="en-US" sz="3600" b="1">
                <a:latin typeface="DevLys 010" pitchFamily="2" charset="0"/>
              </a:rPr>
              <a:t>/k [</a:t>
            </a:r>
            <a:r>
              <a:rPr lang="en-US" sz="3600" b="1" err="1">
                <a:latin typeface="DevLys 010" pitchFamily="2" charset="0"/>
              </a:rPr>
              <a:t>kuu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xfrfof</a:t>
            </a:r>
            <a:r>
              <a:rPr lang="en-US" sz="3600" b="1">
                <a:latin typeface="DevLys 010" pitchFamily="2" charset="0"/>
              </a:rPr>
              <a:t>/</a:t>
            </a:r>
            <a:r>
              <a:rPr lang="en-US" sz="3600" b="1" err="1">
                <a:latin typeface="DevLys 010" pitchFamily="2" charset="0"/>
              </a:rPr>
              <a:t>k;ksa</a:t>
            </a:r>
            <a:r>
              <a:rPr lang="en-US" sz="3600" b="1">
                <a:latin typeface="DevLys 010" pitchFamily="2" charset="0"/>
              </a:rPr>
              <a:t> dh </a:t>
            </a:r>
            <a:r>
              <a:rPr lang="en-US" sz="3600" b="1" err="1">
                <a:latin typeface="DevLys 010" pitchFamily="2" charset="0"/>
              </a:rPr>
              <a:t>jksdFkke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gsrq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uohure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rduhd</a:t>
            </a:r>
            <a:r>
              <a:rPr lang="en-US" sz="3600" b="1">
                <a:latin typeface="DevLys 010" pitchFamily="2" charset="0"/>
              </a:rPr>
              <a:t> dk </a:t>
            </a:r>
            <a:r>
              <a:rPr lang="en-US" sz="3600" b="1" err="1">
                <a:latin typeface="DevLys 010" pitchFamily="2" charset="0"/>
              </a:rPr>
              <a:t>iz;ksx</a:t>
            </a:r>
            <a:endParaRPr lang="en-IN" sz="3600" b="1">
              <a:latin typeface="DevLys 01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BA300-A96E-A684-FC71-33897B8981D6}"/>
              </a:ext>
            </a:extLst>
          </p:cNvPr>
          <p:cNvSpPr txBox="1"/>
          <p:nvPr/>
        </p:nvSpPr>
        <p:spPr>
          <a:xfrm>
            <a:off x="549070" y="1244736"/>
            <a:ext cx="11168906" cy="48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DevLys 010" pitchFamily="2" charset="0"/>
              </a:rPr>
              <a:t>[</a:t>
            </a:r>
            <a:r>
              <a:rPr lang="en-IN" sz="2400" dirty="0" err="1">
                <a:latin typeface="DevLys 010" pitchFamily="2" charset="0"/>
              </a:rPr>
              <a:t>kuu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iV~Vk</a:t>
            </a:r>
            <a:r>
              <a:rPr lang="en-IN" sz="2400" dirty="0">
                <a:latin typeface="DevLys 010" pitchFamily="2" charset="0"/>
              </a:rPr>
              <a:t> {</a:t>
            </a:r>
            <a:r>
              <a:rPr lang="en-IN" sz="2400" dirty="0" err="1">
                <a:latin typeface="DevLys 010" pitchFamily="2" charset="0"/>
              </a:rPr>
              <a:t>ks</a:t>
            </a:r>
            <a:r>
              <a:rPr lang="en-IN" sz="2400" dirty="0">
                <a:latin typeface="DevLys 010" pitchFamily="2" charset="0"/>
              </a:rPr>
              <a:t>=</a:t>
            </a:r>
            <a:r>
              <a:rPr lang="en-IN" sz="2400" dirty="0" err="1">
                <a:latin typeface="DevLys 010" pitchFamily="2" charset="0"/>
              </a:rPr>
              <a:t>ksa</a:t>
            </a:r>
            <a:r>
              <a:rPr lang="en-IN" sz="2400" dirty="0">
                <a:latin typeface="DevLys 010" pitchFamily="2" charset="0"/>
              </a:rPr>
              <a:t> dh </a:t>
            </a:r>
            <a:r>
              <a:rPr lang="en-IN" sz="2400" dirty="0" err="1">
                <a:latin typeface="DevLys 010" pitchFamily="2" charset="0"/>
              </a:rPr>
              <a:t>ft;ks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QSfUlx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izfØ;k</a:t>
            </a:r>
            <a:r>
              <a:rPr lang="en-IN" sz="2400" dirty="0">
                <a:latin typeface="DevLys 010" pitchFamily="2" charset="0"/>
              </a:rPr>
              <a:t>/</a:t>
            </a:r>
            <a:r>
              <a:rPr lang="en-IN" sz="2400" dirty="0" err="1">
                <a:latin typeface="DevLys 010" pitchFamily="2" charset="0"/>
              </a:rPr>
              <a:t>khu</a:t>
            </a:r>
            <a:endParaRPr lang="en-IN" sz="2400" dirty="0">
              <a:latin typeface="DevLys 010" pitchFamily="2" charset="0"/>
            </a:endParaRPr>
          </a:p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 err="1">
                <a:latin typeface="DevLys 010" pitchFamily="2" charset="0"/>
              </a:rPr>
              <a:t>joUuk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dUQesZ'ku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esa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dirty="0">
                <a:latin typeface="DevLys 010" pitchFamily="2" charset="0"/>
              </a:rPr>
              <a:t>[</a:t>
            </a:r>
            <a:r>
              <a:rPr lang="en-IN" sz="2400" dirty="0" err="1">
                <a:latin typeface="DevLys 010" pitchFamily="2" charset="0"/>
              </a:rPr>
              <a:t>kfut</a:t>
            </a:r>
            <a:r>
              <a:rPr lang="en-IN" sz="2400" dirty="0">
                <a:latin typeface="DevLys 010" pitchFamily="2" charset="0"/>
              </a:rPr>
              <a:t> ds </a:t>
            </a:r>
            <a:r>
              <a:rPr lang="en-IN" sz="2400" dirty="0" err="1">
                <a:latin typeface="DevLys 010" pitchFamily="2" charset="0"/>
              </a:rPr>
              <a:t>otu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esa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laHkkfor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ifjorZu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dks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jksdus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gsrq</a:t>
            </a:r>
            <a:r>
              <a:rPr lang="en-IN" sz="2400" baseline="0" dirty="0">
                <a:latin typeface="DevLys 010" pitchFamily="2" charset="0"/>
              </a:rPr>
              <a:t> ,d </a:t>
            </a:r>
            <a:r>
              <a:rPr lang="en-IN" sz="2400" baseline="0" dirty="0" err="1">
                <a:latin typeface="DevLys 010" pitchFamily="2" charset="0"/>
              </a:rPr>
              <a:t>gh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lkW¶Vos;j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rFkk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</a:t>
            </a:r>
            <a:r>
              <a:rPr lang="en-IN" sz="2400" baseline="0" dirty="0">
                <a:latin typeface="DevLys 010" pitchFamily="2" charset="0"/>
              </a:rPr>
              <a:t>/</a:t>
            </a:r>
            <a:r>
              <a:rPr lang="en-IN" sz="2400" baseline="0" dirty="0" err="1">
                <a:latin typeface="DevLys 010" pitchFamily="2" charset="0"/>
              </a:rPr>
              <a:t>kqfud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rduhd</a:t>
            </a:r>
            <a:r>
              <a:rPr lang="en-IN" sz="2400" baseline="0" dirty="0">
                <a:latin typeface="DevLys 010" pitchFamily="2" charset="0"/>
              </a:rPr>
              <a:t> dk </a:t>
            </a:r>
            <a:r>
              <a:rPr lang="en-IN" sz="2400" baseline="0" dirty="0" err="1">
                <a:latin typeface="DevLys 010" pitchFamily="2" charset="0"/>
              </a:rPr>
              <a:t>mi;ksx</a:t>
            </a:r>
            <a:endParaRPr lang="en-IN" sz="2400" dirty="0">
              <a:latin typeface="DevLys 010" pitchFamily="2" charset="0"/>
            </a:endParaRPr>
          </a:p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DevLys 010" pitchFamily="2" charset="0"/>
              </a:rPr>
              <a:t>[</a:t>
            </a:r>
            <a:r>
              <a:rPr lang="en-IN" sz="2400" dirty="0" err="1">
                <a:latin typeface="DevLys 010" pitchFamily="2" charset="0"/>
              </a:rPr>
              <a:t>kfut</a:t>
            </a:r>
            <a:r>
              <a:rPr lang="en-IN" sz="2400" dirty="0">
                <a:latin typeface="DevLys 010" pitchFamily="2" charset="0"/>
              </a:rPr>
              <a:t> ds </a:t>
            </a:r>
            <a:r>
              <a:rPr lang="en-IN" sz="2400" dirty="0" err="1">
                <a:latin typeface="DevLys 010" pitchFamily="2" charset="0"/>
              </a:rPr>
              <a:t>ifjogu</a:t>
            </a:r>
            <a:r>
              <a:rPr lang="en-IN" sz="2400" dirty="0">
                <a:latin typeface="DevLys 010" pitchFamily="2" charset="0"/>
              </a:rPr>
              <a:t> dh </a:t>
            </a:r>
            <a:r>
              <a:rPr lang="en-IN" sz="2400" dirty="0" err="1">
                <a:latin typeface="DevLys 010" pitchFamily="2" charset="0"/>
              </a:rPr>
              <a:t>ekWfuVfjax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gsrq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okguksa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esa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vkj</a:t>
            </a:r>
            <a:r>
              <a:rPr lang="en-IN" sz="2400" baseline="0" dirty="0">
                <a:latin typeface="DevLys 010" pitchFamily="2" charset="0"/>
              </a:rPr>
              <a:t>-,Q-</a:t>
            </a:r>
            <a:r>
              <a:rPr lang="en-IN" sz="2400" baseline="0" dirty="0" err="1">
                <a:latin typeface="DevLys 010" pitchFamily="2" charset="0"/>
              </a:rPr>
              <a:t>vkbZ</a:t>
            </a:r>
            <a:r>
              <a:rPr lang="en-IN" sz="2400" baseline="0" dirty="0">
                <a:latin typeface="DevLys 010" pitchFamily="2" charset="0"/>
              </a:rPr>
              <a:t>-</a:t>
            </a:r>
            <a:r>
              <a:rPr lang="en-IN" sz="2400" baseline="0" dirty="0" err="1">
                <a:latin typeface="DevLys 010" pitchFamily="2" charset="0"/>
              </a:rPr>
              <a:t>Mh</a:t>
            </a:r>
            <a:r>
              <a:rPr lang="en-IN" sz="2400" baseline="0" dirty="0">
                <a:latin typeface="DevLys 010" pitchFamily="2" charset="0"/>
              </a:rPr>
              <a:t>- o </a:t>
            </a:r>
            <a:r>
              <a:rPr lang="en-IN" sz="2400" baseline="0" dirty="0" err="1">
                <a:latin typeface="DevLys 010" pitchFamily="2" charset="0"/>
              </a:rPr>
              <a:t>th</a:t>
            </a:r>
            <a:r>
              <a:rPr lang="en-IN" sz="2400" baseline="0" dirty="0">
                <a:latin typeface="DevLys 010" pitchFamily="2" charset="0"/>
              </a:rPr>
              <a:t>-</a:t>
            </a:r>
            <a:r>
              <a:rPr lang="en-IN" sz="2400" baseline="0" dirty="0" err="1">
                <a:latin typeface="DevLys 010" pitchFamily="2" charset="0"/>
              </a:rPr>
              <a:t>ih</a:t>
            </a:r>
            <a:r>
              <a:rPr lang="en-IN" sz="2400" baseline="0" dirty="0">
                <a:latin typeface="DevLys 010" pitchFamily="2" charset="0"/>
              </a:rPr>
              <a:t>-,l- dk </a:t>
            </a:r>
            <a:r>
              <a:rPr lang="en-IN" sz="2400" baseline="0" dirty="0" err="1">
                <a:latin typeface="DevLys 010" pitchFamily="2" charset="0"/>
              </a:rPr>
              <a:t>mi;ksx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dirty="0">
                <a:latin typeface="DevLys 010" pitchFamily="2" charset="0"/>
              </a:rPr>
              <a:t> </a:t>
            </a:r>
          </a:p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 err="1">
                <a:latin typeface="DevLys 010" pitchFamily="2" charset="0"/>
              </a:rPr>
              <a:t>jkW;YVh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olwyh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Bsdsnkjksa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dks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vkj</a:t>
            </a:r>
            <a:r>
              <a:rPr lang="en-IN" sz="2400" baseline="0" dirty="0">
                <a:latin typeface="DevLys 010" pitchFamily="2" charset="0"/>
              </a:rPr>
              <a:t>-,Q-</a:t>
            </a:r>
            <a:r>
              <a:rPr lang="en-IN" sz="2400" baseline="0" dirty="0" err="1">
                <a:latin typeface="DevLys 010" pitchFamily="2" charset="0"/>
              </a:rPr>
              <a:t>vkbZ</a:t>
            </a:r>
            <a:r>
              <a:rPr lang="en-IN" sz="2400" baseline="0" dirty="0">
                <a:latin typeface="DevLys 010" pitchFamily="2" charset="0"/>
              </a:rPr>
              <a:t>-</a:t>
            </a:r>
            <a:r>
              <a:rPr lang="en-IN" sz="2400" baseline="0" dirty="0" err="1">
                <a:latin typeface="DevLys 010" pitchFamily="2" charset="0"/>
              </a:rPr>
              <a:t>Mh</a:t>
            </a:r>
            <a:r>
              <a:rPr lang="en-IN" sz="2400" baseline="0" dirty="0">
                <a:latin typeface="DevLys 010" pitchFamily="2" charset="0"/>
              </a:rPr>
              <a:t>- ;</a:t>
            </a:r>
            <a:r>
              <a:rPr lang="en-IN" sz="2400" baseline="0" dirty="0" err="1">
                <a:latin typeface="DevLys 010" pitchFamily="2" charset="0"/>
              </a:rPr>
              <a:t>qDr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pSdiksLV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LFkkfir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djus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rFkk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vkWuykbZu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jkf'k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tek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dj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jlhn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tkjh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djuk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izLrkforA</a:t>
            </a:r>
            <a:endParaRPr lang="en-IN" sz="2400" dirty="0">
              <a:latin typeface="DevLys 010" pitchFamily="2" charset="0"/>
            </a:endParaRPr>
          </a:p>
          <a:p>
            <a:pPr marL="465138" marR="0" indent="-465138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IN" sz="2400" dirty="0" err="1">
                <a:latin typeface="DevLys 010" pitchFamily="2" charset="0"/>
              </a:rPr>
              <a:t>voS</a:t>
            </a:r>
            <a:r>
              <a:rPr lang="en-IN" sz="2400" dirty="0">
                <a:latin typeface="DevLys 010" pitchFamily="2" charset="0"/>
              </a:rPr>
              <a:t>/k [</a:t>
            </a:r>
            <a:r>
              <a:rPr lang="en-IN" sz="2400" dirty="0" err="1">
                <a:latin typeface="DevLys 010" pitchFamily="2" charset="0"/>
              </a:rPr>
              <a:t>kuu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LFkyksa</a:t>
            </a:r>
            <a:r>
              <a:rPr lang="en-IN" sz="2400" dirty="0">
                <a:latin typeface="DevLys 010" pitchFamily="2" charset="0"/>
              </a:rPr>
              <a:t> dh </a:t>
            </a:r>
            <a:r>
              <a:rPr lang="en-IN" sz="2400" dirty="0" err="1">
                <a:latin typeface="DevLys 010" pitchFamily="2" charset="0"/>
              </a:rPr>
              <a:t>ft;ks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QsfUlax</a:t>
            </a:r>
            <a:endParaRPr lang="en-IN" sz="24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728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BF33-F45A-5D9B-5881-EA9D3BA1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5B75442-D851-8D0C-5E44-47807667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B663F5-38D8-915D-304F-A9A95C4A2F3D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B48F53-9330-EB76-5C32-7F2F2D9ED574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176250-58D9-2AD8-7707-C68A5AD71438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7B5747-A793-85A9-32D2-AFB6617A24B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44B70-265F-531D-304E-58521D196DD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0407F-593E-2721-D856-76AC0049F54A}"/>
              </a:ext>
            </a:extLst>
          </p:cNvPr>
          <p:cNvSpPr/>
          <p:nvPr/>
        </p:nvSpPr>
        <p:spPr>
          <a:xfrm>
            <a:off x="148867" y="69960"/>
            <a:ext cx="47099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err="1">
                <a:latin typeface="DevLys 010" pitchFamily="2" charset="0"/>
              </a:rPr>
              <a:t>os&amp;fczt</a:t>
            </a:r>
            <a:r>
              <a:rPr lang="en-US" sz="3600" b="1">
                <a:latin typeface="DevLys 010" pitchFamily="2" charset="0"/>
              </a:rPr>
              <a:t> ,</a:t>
            </a:r>
            <a:r>
              <a:rPr lang="en-US" sz="3600" b="1" err="1">
                <a:latin typeface="DevLys 010" pitchFamily="2" charset="0"/>
              </a:rPr>
              <a:t>oa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thih,l</a:t>
            </a:r>
            <a:r>
              <a:rPr lang="en-US" sz="3600" b="1">
                <a:latin typeface="DevLys 010" pitchFamily="2" charset="0"/>
              </a:rPr>
              <a:t> dh </a:t>
            </a:r>
            <a:r>
              <a:rPr lang="en-US" sz="3600" b="1" err="1">
                <a:latin typeface="DevLys 010" pitchFamily="2" charset="0"/>
              </a:rPr>
              <a:t>izxfr</a:t>
            </a:r>
            <a:endParaRPr lang="en-IN" sz="3600" b="1"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0A9356EE-B1E3-613A-B031-198E3DC9ACDA}"/>
              </a:ext>
            </a:extLst>
          </p:cNvPr>
          <p:cNvGraphicFramePr>
            <a:graphicFrameLocks/>
          </p:cNvGraphicFramePr>
          <p:nvPr/>
        </p:nvGraphicFramePr>
        <p:xfrm>
          <a:off x="392252" y="1137784"/>
          <a:ext cx="11353155" cy="342798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07562">
                  <a:extLst>
                    <a:ext uri="{9D8B030D-6E8A-4147-A177-3AD203B41FA5}">
                      <a16:colId xmlns:a16="http://schemas.microsoft.com/office/drawing/2014/main" val="1626336352"/>
                    </a:ext>
                  </a:extLst>
                </a:gridCol>
                <a:gridCol w="3076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9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8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DevLys 010" pitchFamily="2" charset="0"/>
                          <a:ea typeface="+mn-ea"/>
                          <a:cs typeface="+mn-cs"/>
                        </a:rPr>
                        <a:t>Ø-l-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IN" sz="2000" b="1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y{;</a:t>
                      </a:r>
                      <a:endParaRPr lang="en-IN" sz="2000" b="1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izxfr</a:t>
                      </a:r>
                      <a:endParaRPr lang="en-IN" sz="2000" b="1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24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DevLys 010" pitchFamily="2" charset="0"/>
                          <a:ea typeface="Times New Roman"/>
                          <a:cs typeface="Mangal"/>
                        </a:rPr>
                        <a:t>1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leLr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LFkkuksa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vkWVkses'ku</a:t>
                      </a:r>
                      <a:endParaRPr lang="en-IN" sz="2000"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gkMZos;j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631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441</a:t>
                      </a:r>
                      <a:endParaRPr lang="en-IN" sz="2000" b="0">
                        <a:solidFill>
                          <a:schemeClr val="tx1"/>
                        </a:solidFill>
                      </a:endParaRPr>
                    </a:p>
                  </a:txBody>
                  <a:tcPr marL="32147" marR="3214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343">
                <a:tc>
                  <a:txBody>
                    <a:bodyPr/>
                    <a:lstStyle/>
                    <a:p>
                      <a:pPr marL="60325" indent="0" algn="ctr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DevLys 010" pitchFamily="2" charset="0"/>
                          <a:ea typeface="+mn-ea"/>
                          <a:cs typeface="+mn-cs"/>
                        </a:rPr>
                        <a:t>2</a:t>
                      </a:r>
                      <a:endParaRPr lang="en-IN" sz="2000" b="0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indent="0" algn="l">
                        <a:spcAft>
                          <a:spcPts val="0"/>
                        </a:spcAft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esa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thih,l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rFkk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vkj,QvkbZMh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yxk;k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tkuk</a:t>
                      </a:r>
                      <a:endParaRPr lang="en-IN" sz="2000" b="0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--,l-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5719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-,l-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3297</a:t>
                      </a:r>
                      <a:endParaRPr lang="en-IN" sz="2000" b="0">
                        <a:solidFill>
                          <a:schemeClr val="tx1"/>
                        </a:solidFill>
                      </a:endParaRPr>
                    </a:p>
                  </a:txBody>
                  <a:tcPr marL="32147" marR="3214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55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5034-280A-D15A-C7C1-18F7A877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4BC45E5-2F17-F934-C112-FE94C25C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060F6-8711-644E-1DF9-1A56A9C5D2A2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87AE6-4C39-0839-A0BE-24B0BD94B74B}"/>
              </a:ext>
            </a:extLst>
          </p:cNvPr>
          <p:cNvSpPr txBox="1"/>
          <p:nvPr/>
        </p:nvSpPr>
        <p:spPr>
          <a:xfrm>
            <a:off x="2848356" y="2544818"/>
            <a:ext cx="6135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>
                <a:latin typeface="DevLys 010" pitchFamily="2" charset="0"/>
              </a:rPr>
              <a:t>/</a:t>
            </a:r>
            <a:r>
              <a:rPr lang="en-IN" sz="6000" err="1">
                <a:latin typeface="DevLys 010" pitchFamily="2" charset="0"/>
              </a:rPr>
              <a:t>kU;okn</a:t>
            </a:r>
            <a:endParaRPr lang="en-IN" sz="600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4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1609</Words>
  <Application>Microsoft Office PowerPoint</Application>
  <PresentationFormat>Widescreen</PresentationFormat>
  <Paragraphs>231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Cambria</vt:lpstr>
      <vt:lpstr>DevLys 010</vt:lpstr>
      <vt:lpstr>DevLys 010 </vt:lpstr>
      <vt:lpstr>Kruti Dev 010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Giri, Sanjay</dc:creator>
  <cp:lastModifiedBy>Giri, Sanjay</cp:lastModifiedBy>
  <cp:revision>6</cp:revision>
  <dcterms:created xsi:type="dcterms:W3CDTF">2026-05-04T11:56:52Z</dcterms:created>
  <dcterms:modified xsi:type="dcterms:W3CDTF">2026-05-04T14:14:26Z</dcterms:modified>
</cp:coreProperties>
</file>