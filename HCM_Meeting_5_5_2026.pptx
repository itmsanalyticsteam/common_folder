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19"/>
  </p:notesMasterIdLst>
  <p:sldIdLst>
    <p:sldId id="300" r:id="rId3"/>
    <p:sldId id="284" r:id="rId4"/>
    <p:sldId id="346" r:id="rId5"/>
    <p:sldId id="347" r:id="rId6"/>
    <p:sldId id="348" r:id="rId7"/>
    <p:sldId id="349" r:id="rId8"/>
    <p:sldId id="367" r:id="rId9"/>
    <p:sldId id="368" r:id="rId10"/>
    <p:sldId id="369" r:id="rId11"/>
    <p:sldId id="370" r:id="rId12"/>
    <p:sldId id="371" r:id="rId13"/>
    <p:sldId id="350" r:id="rId14"/>
    <p:sldId id="366" r:id="rId15"/>
    <p:sldId id="363" r:id="rId16"/>
    <p:sldId id="364" r:id="rId17"/>
    <p:sldId id="3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41313"/>
    <a:srgbClr val="156082"/>
    <a:srgbClr val="337C3D"/>
    <a:srgbClr val="E971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8" d="100"/>
          <a:sy n="58" d="100"/>
        </p:scale>
        <p:origin x="988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Sheet1!$H$2:$H$6</c:f>
              <c:strCache>
                <c:ptCount val="5"/>
                <c:pt idx="0">
                  <c:v>Royalty</c:v>
                </c:pt>
                <c:pt idx="1">
                  <c:v>Premium</c:v>
                </c:pt>
                <c:pt idx="2">
                  <c:v>BT Amount</c:v>
                </c:pt>
                <c:pt idx="3">
                  <c:v>Penalty</c:v>
                </c:pt>
                <c:pt idx="4">
                  <c:v>Others</c:v>
                </c:pt>
              </c:strCache>
            </c:strRef>
          </c:cat>
          <c:val>
            <c:numRef>
              <c:f>Sheet1!$I$2:$I$6</c:f>
              <c:numCache>
                <c:formatCode>#,##0_ ;\-#,##0\ </c:formatCode>
                <c:ptCount val="5"/>
                <c:pt idx="0">
                  <c:v>8678.9439999999995</c:v>
                </c:pt>
                <c:pt idx="1">
                  <c:v>953.577</c:v>
                </c:pt>
                <c:pt idx="2">
                  <c:v>232.547</c:v>
                </c:pt>
                <c:pt idx="3">
                  <c:v>104.589</c:v>
                </c:pt>
                <c:pt idx="4">
                  <c:v>411.71300000000002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C5B-412D-B0CD-D60235E3D95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60112479"/>
        <c:axId val="860113919"/>
      </c:barChart>
      <c:catAx>
        <c:axId val="86011247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0113919"/>
        <c:crosses val="autoZero"/>
        <c:auto val="1"/>
        <c:lblAlgn val="ctr"/>
        <c:lblOffset val="100"/>
        <c:noMultiLvlLbl val="0"/>
      </c:catAx>
      <c:valAx>
        <c:axId val="860113919"/>
        <c:scaling>
          <c:orientation val="minMax"/>
        </c:scaling>
        <c:delete val="0"/>
        <c:axPos val="l"/>
        <c:numFmt formatCode="#,##0_ ;\-#,##0\ 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011247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sz="144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1"/>
              <a:t>Minor Minerals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sz="144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8.7322585242063044E-2"/>
          <c:y val="7.4913216434337737E-2"/>
          <c:w val="0.82535482951587391"/>
          <c:h val="0.66671004399038991"/>
        </c:manualLayout>
      </c:layout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Royalty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399-4A91-9910-2EB865A4E5DC}"/>
              </c:ext>
            </c:extLst>
          </c:dPt>
          <c:dPt>
            <c:idx val="1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399-4A91-9910-2EB865A4E5DC}"/>
              </c:ext>
            </c:extLst>
          </c:dPt>
          <c:dPt>
            <c:idx val="2"/>
            <c:bubble3D val="0"/>
            <c:spPr>
              <a:solidFill>
                <a:schemeClr val="accent6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399-4A91-9910-2EB865A4E5DC}"/>
              </c:ext>
            </c:extLst>
          </c:dPt>
          <c:dPt>
            <c:idx val="3"/>
            <c:bubble3D val="0"/>
            <c:spPr>
              <a:solidFill>
                <a:schemeClr val="accent2">
                  <a:lumMod val="60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399-4A91-9910-2EB865A4E5DC}"/>
              </c:ext>
            </c:extLst>
          </c:dPt>
          <c:dPt>
            <c:idx val="4"/>
            <c:bubble3D val="0"/>
            <c:spPr>
              <a:solidFill>
                <a:schemeClr val="accent4">
                  <a:lumMod val="60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9-C399-4A91-9910-2EB865A4E5DC}"/>
              </c:ext>
            </c:extLst>
          </c:dPt>
          <c:dPt>
            <c:idx val="5"/>
            <c:bubble3D val="0"/>
            <c:spPr>
              <a:solidFill>
                <a:schemeClr val="accent5">
                  <a:lumMod val="20000"/>
                  <a:lumOff val="80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B-C399-4A91-9910-2EB865A4E5DC}"/>
              </c:ext>
            </c:extLst>
          </c:dPt>
          <c:dPt>
            <c:idx val="6"/>
            <c:bubble3D val="0"/>
            <c:spPr>
              <a:solidFill>
                <a:schemeClr val="accent2">
                  <a:lumMod val="80000"/>
                  <a:lumOff val="20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D-C399-4A91-9910-2EB865A4E5DC}"/>
              </c:ext>
            </c:extLst>
          </c:dPt>
          <c:dLbls>
            <c:dLbl>
              <c:idx val="5"/>
              <c:layout>
                <c:manualLayout>
                  <c:x val="0"/>
                  <c:y val="-8.6712327654866153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C399-4A91-9910-2EB865A4E5D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1"/>
            <c:showBubbleSize val="0"/>
            <c:separator>
</c:separator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Masonary Stone</c:v>
                </c:pt>
                <c:pt idx="1">
                  <c:v>Granite</c:v>
                </c:pt>
                <c:pt idx="2">
                  <c:v>Marble</c:v>
                </c:pt>
                <c:pt idx="3">
                  <c:v>Limestone</c:v>
                </c:pt>
                <c:pt idx="4">
                  <c:v>Sandstone</c:v>
                </c:pt>
                <c:pt idx="5">
                  <c:v>Gypsum</c:v>
                </c:pt>
                <c:pt idx="6">
                  <c:v>Other</c:v>
                </c:pt>
              </c:strCache>
            </c:strRef>
          </c:cat>
          <c:val>
            <c:numRef>
              <c:f>Sheet1!$B$2:$B$8</c:f>
              <c:numCache>
                <c:formatCode>_ * #,##0_ ;_ * \-#,##0_ ;_ * "-"??_ ;_ @_ </c:formatCode>
                <c:ptCount val="7"/>
                <c:pt idx="0">
                  <c:v>753.73</c:v>
                </c:pt>
                <c:pt idx="1">
                  <c:v>334.49</c:v>
                </c:pt>
                <c:pt idx="2">
                  <c:v>314.20999999999998</c:v>
                </c:pt>
                <c:pt idx="3">
                  <c:v>228.51</c:v>
                </c:pt>
                <c:pt idx="4">
                  <c:v>310.19</c:v>
                </c:pt>
                <c:pt idx="5">
                  <c:v>143.94999999999999</c:v>
                </c:pt>
                <c:pt idx="6">
                  <c:v>607.99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C399-4A91-9910-2EB865A4E5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ayout>
        <c:manualLayout>
          <c:xMode val="edge"/>
          <c:yMode val="edge"/>
          <c:x val="2.8357327744970396E-2"/>
          <c:y val="0.78144470599003368"/>
          <c:w val="0.94328534451005919"/>
          <c:h val="0.197463106202025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>
          <a:lumMod val="50000"/>
          <a:lumOff val="50000"/>
        </a:schemeClr>
      </a:solidFill>
    </a:ln>
    <a:effectLst/>
  </c:spPr>
  <c:txPr>
    <a:bodyPr/>
    <a:lstStyle/>
    <a:p>
      <a:pPr>
        <a:defRPr sz="1200"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4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40" b="1"/>
              <a:t>Major Minerals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4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8.7784706593975026E-2"/>
          <c:y val="0.15479341188300988"/>
          <c:w val="0.82443058681204995"/>
          <c:h val="0.51675735429636505"/>
        </c:manualLayout>
      </c:layout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Royalty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6548-4813-BCCE-90C07C854920}"/>
              </c:ext>
            </c:extLst>
          </c:dPt>
          <c:dPt>
            <c:idx val="1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6548-4813-BCCE-90C07C854920}"/>
              </c:ext>
            </c:extLst>
          </c:dPt>
          <c:dPt>
            <c:idx val="2"/>
            <c:bubble3D val="0"/>
            <c:spPr>
              <a:solidFill>
                <a:schemeClr val="accent6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6548-4813-BCCE-90C07C854920}"/>
              </c:ext>
            </c:extLst>
          </c:dPt>
          <c:dPt>
            <c:idx val="3"/>
            <c:bubble3D val="0"/>
            <c:spPr>
              <a:solidFill>
                <a:schemeClr val="accent2">
                  <a:lumMod val="60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6548-4813-BCCE-90C07C854920}"/>
              </c:ext>
            </c:extLst>
          </c:dPt>
          <c:dPt>
            <c:idx val="4"/>
            <c:bubble3D val="0"/>
            <c:spPr>
              <a:solidFill>
                <a:schemeClr val="accent4">
                  <a:lumMod val="60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9-6548-4813-BCCE-90C07C854920}"/>
              </c:ext>
            </c:extLst>
          </c:dPt>
          <c:dPt>
            <c:idx val="5"/>
            <c:bubble3D val="0"/>
            <c:spPr>
              <a:solidFill>
                <a:schemeClr val="accent5">
                  <a:lumMod val="20000"/>
                  <a:lumOff val="80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B-6548-4813-BCCE-90C07C854920}"/>
              </c:ext>
            </c:extLst>
          </c:dPt>
          <c:dPt>
            <c:idx val="6"/>
            <c:bubble3D val="0"/>
            <c:spPr>
              <a:solidFill>
                <a:schemeClr val="accent2">
                  <a:lumMod val="80000"/>
                  <a:lumOff val="20000"/>
                </a:schemeClr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D-6548-4813-BCCE-90C07C854920}"/>
              </c:ext>
            </c:extLst>
          </c:dPt>
          <c:dLbls>
            <c:dLbl>
              <c:idx val="4"/>
              <c:layout>
                <c:manualLayout>
                  <c:x val="-6.4361128918816318E-2"/>
                  <c:y val="-1.2242058855963214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6548-4813-BCCE-90C07C854920}"/>
                </c:ext>
              </c:extLst>
            </c:dLbl>
            <c:dLbl>
              <c:idx val="6"/>
              <c:layout>
                <c:manualLayout>
                  <c:x val="6.2062517171715625E-2"/>
                  <c:y val="-7.345235313577933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6548-4813-BCCE-90C07C854920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1"/>
            <c:showBubbleSize val="0"/>
            <c:separator>
</c:separator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Zinc</c:v>
                </c:pt>
                <c:pt idx="1">
                  <c:v>Limestone</c:v>
                </c:pt>
                <c:pt idx="2">
                  <c:v>Lead</c:v>
                </c:pt>
                <c:pt idx="3">
                  <c:v>Silver</c:v>
                </c:pt>
                <c:pt idx="4">
                  <c:v>Rock  Phosphate</c:v>
                </c:pt>
                <c:pt idx="5">
                  <c:v>Felspar</c:v>
                </c:pt>
                <c:pt idx="6">
                  <c:v>Other</c:v>
                </c:pt>
              </c:strCache>
            </c:strRef>
          </c:cat>
          <c:val>
            <c:numRef>
              <c:f>Sheet1!$B$2:$B$8</c:f>
              <c:numCache>
                <c:formatCode>_ * #,##0_ ;_ * \-#,##0_ ;_ * "-"??_ ;_ @_ </c:formatCode>
                <c:ptCount val="7"/>
                <c:pt idx="0">
                  <c:v>2509.88</c:v>
                </c:pt>
                <c:pt idx="1">
                  <c:v>841.66</c:v>
                </c:pt>
                <c:pt idx="2">
                  <c:v>544.55999999999995</c:v>
                </c:pt>
                <c:pt idx="3">
                  <c:v>769.01</c:v>
                </c:pt>
                <c:pt idx="4">
                  <c:v>202.56</c:v>
                </c:pt>
                <c:pt idx="5">
                  <c:v>145.15</c:v>
                </c:pt>
                <c:pt idx="6">
                  <c:v>340.38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548-4813-BCCE-90C07C854920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7236330228337215E-2"/>
          <c:y val="0.74049206521797806"/>
          <c:w val="0.9631438585677472"/>
          <c:h val="0.2361221321772202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solidFill>
        <a:schemeClr val="tx1">
          <a:lumMod val="50000"/>
          <a:lumOff val="50000"/>
        </a:schemeClr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Sheet2!$B$1</c:f>
              <c:strCache>
                <c:ptCount val="1"/>
                <c:pt idx="0">
                  <c:v>2023-24</c:v>
                </c:pt>
              </c:strCache>
            </c:strRef>
          </c:tx>
          <c:spPr>
            <a:ln w="28575" cap="rnd">
              <a:solidFill>
                <a:srgbClr val="C00000"/>
              </a:solidFill>
              <a:round/>
            </a:ln>
            <a:effectLst/>
          </c:spPr>
          <c:marker>
            <c:symbol val="none"/>
          </c:marker>
          <c:dLbls>
            <c:dLbl>
              <c:idx val="5"/>
              <c:layout>
                <c:manualLayout>
                  <c:x val="-2.416589505210176E-2"/>
                  <c:y val="4.600972930180936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336-4162-B42A-CE608A8E6239}"/>
                </c:ext>
              </c:extLst>
            </c:dLbl>
            <c:numFmt formatCode="#,##0" sourceLinked="0"/>
            <c:spPr>
              <a:solidFill>
                <a:srgbClr val="C41313"/>
              </a:solidFill>
              <a:ln>
                <a:solidFill>
                  <a:srgbClr val="156082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Sheet2!$A$2:$A$13</c:f>
              <c:strCache>
                <c:ptCount val="12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  <c:pt idx="4">
                  <c:v>August</c:v>
                </c:pt>
                <c:pt idx="5">
                  <c:v>September</c:v>
                </c:pt>
                <c:pt idx="6">
                  <c:v>October</c:v>
                </c:pt>
                <c:pt idx="7">
                  <c:v>November</c:v>
                </c:pt>
                <c:pt idx="8">
                  <c:v>December</c:v>
                </c:pt>
                <c:pt idx="9">
                  <c:v>January</c:v>
                </c:pt>
                <c:pt idx="10">
                  <c:v>February</c:v>
                </c:pt>
                <c:pt idx="11">
                  <c:v>March</c:v>
                </c:pt>
              </c:strCache>
            </c:strRef>
          </c:cat>
          <c:val>
            <c:numRef>
              <c:f>Sheet2!$B$2:$B$13</c:f>
              <c:numCache>
                <c:formatCode>General</c:formatCode>
                <c:ptCount val="12"/>
                <c:pt idx="0">
                  <c:v>503.7</c:v>
                </c:pt>
                <c:pt idx="1">
                  <c:v>543.72</c:v>
                </c:pt>
                <c:pt idx="2">
                  <c:v>590.80999999999995</c:v>
                </c:pt>
                <c:pt idx="3">
                  <c:v>525.47</c:v>
                </c:pt>
                <c:pt idx="4">
                  <c:v>574.72</c:v>
                </c:pt>
                <c:pt idx="5">
                  <c:v>621.64</c:v>
                </c:pt>
                <c:pt idx="6">
                  <c:v>619.66</c:v>
                </c:pt>
                <c:pt idx="7">
                  <c:v>537.82000000000005</c:v>
                </c:pt>
                <c:pt idx="8">
                  <c:v>613.95000000000005</c:v>
                </c:pt>
                <c:pt idx="9">
                  <c:v>635.89</c:v>
                </c:pt>
                <c:pt idx="10">
                  <c:v>624</c:v>
                </c:pt>
                <c:pt idx="11">
                  <c:v>1047.54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36-4162-B42A-CE608A8E6239}"/>
            </c:ext>
          </c:extLst>
        </c:ser>
        <c:ser>
          <c:idx val="1"/>
          <c:order val="1"/>
          <c:tx>
            <c:strRef>
              <c:f>Sheet2!$C$1</c:f>
              <c:strCache>
                <c:ptCount val="1"/>
                <c:pt idx="0">
                  <c:v>2024-25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dLbls>
            <c:dLbl>
              <c:idx val="4"/>
              <c:layout>
                <c:manualLayout>
                  <c:x val="-1.5301742809240041E-2"/>
                  <c:y val="-3.70625336668952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336-4162-B42A-CE608A8E6239}"/>
                </c:ext>
              </c:extLst>
            </c:dLbl>
            <c:dLbl>
              <c:idx val="5"/>
              <c:layout>
                <c:manualLayout>
                  <c:x val="-2.8597971173532698E-2"/>
                  <c:y val="-2.583655218463787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336-4162-B42A-CE608A8E6239}"/>
                </c:ext>
              </c:extLst>
            </c:dLbl>
            <c:numFmt formatCode="#,##0" sourceLinked="0"/>
            <c:spPr>
              <a:solidFill>
                <a:srgbClr val="337C3D"/>
              </a:solidFill>
              <a:ln>
                <a:solidFill>
                  <a:srgbClr val="3B7D23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Sheet2!$A$2:$A$13</c:f>
              <c:strCache>
                <c:ptCount val="12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  <c:pt idx="4">
                  <c:v>August</c:v>
                </c:pt>
                <c:pt idx="5">
                  <c:v>September</c:v>
                </c:pt>
                <c:pt idx="6">
                  <c:v>October</c:v>
                </c:pt>
                <c:pt idx="7">
                  <c:v>November</c:v>
                </c:pt>
                <c:pt idx="8">
                  <c:v>December</c:v>
                </c:pt>
                <c:pt idx="9">
                  <c:v>January</c:v>
                </c:pt>
                <c:pt idx="10">
                  <c:v>February</c:v>
                </c:pt>
                <c:pt idx="11">
                  <c:v>March</c:v>
                </c:pt>
              </c:strCache>
            </c:strRef>
          </c:cat>
          <c:val>
            <c:numRef>
              <c:f>Sheet2!$C$2:$C$13</c:f>
              <c:numCache>
                <c:formatCode>General</c:formatCode>
                <c:ptCount val="12"/>
                <c:pt idx="0">
                  <c:v>613.54999999999995</c:v>
                </c:pt>
                <c:pt idx="1">
                  <c:v>638.12</c:v>
                </c:pt>
                <c:pt idx="2">
                  <c:v>663.25</c:v>
                </c:pt>
                <c:pt idx="3">
                  <c:v>893.44</c:v>
                </c:pt>
                <c:pt idx="4">
                  <c:v>670.33</c:v>
                </c:pt>
                <c:pt idx="5">
                  <c:v>648.63</c:v>
                </c:pt>
                <c:pt idx="6">
                  <c:v>781.15</c:v>
                </c:pt>
                <c:pt idx="7">
                  <c:v>693.39</c:v>
                </c:pt>
                <c:pt idx="8">
                  <c:v>738.88</c:v>
                </c:pt>
                <c:pt idx="9">
                  <c:v>755.03</c:v>
                </c:pt>
                <c:pt idx="10">
                  <c:v>840.2</c:v>
                </c:pt>
                <c:pt idx="11">
                  <c:v>1292.25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36-4162-B42A-CE608A8E6239}"/>
            </c:ext>
          </c:extLst>
        </c:ser>
        <c:ser>
          <c:idx val="2"/>
          <c:order val="2"/>
          <c:tx>
            <c:strRef>
              <c:f>Sheet2!$D$1</c:f>
              <c:strCache>
                <c:ptCount val="1"/>
                <c:pt idx="0">
                  <c:v>2025-26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dLbls>
            <c:dLbl>
              <c:idx val="3"/>
              <c:layout>
                <c:manualLayout>
                  <c:x val="-2.5273914082459516E-2"/>
                  <c:y val="2.80817484810893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336-4162-B42A-CE608A8E6239}"/>
                </c:ext>
              </c:extLst>
            </c:dLbl>
            <c:dLbl>
              <c:idx val="4"/>
              <c:layout>
                <c:manualLayout>
                  <c:x val="-2.416589505210176E-2"/>
                  <c:y val="1.685576699883188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336-4162-B42A-CE608A8E6239}"/>
                </c:ext>
              </c:extLst>
            </c:dLbl>
            <c:numFmt formatCode="#,##0" sourceLinked="0"/>
            <c:spPr>
              <a:solidFill>
                <a:schemeClr val="accent5"/>
              </a:solidFill>
              <a:ln>
                <a:solidFill>
                  <a:schemeClr val="accent5">
                    <a:lumMod val="75000"/>
                  </a:schemeClr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Sheet2!$A$2:$A$13</c:f>
              <c:strCache>
                <c:ptCount val="12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  <c:pt idx="4">
                  <c:v>August</c:v>
                </c:pt>
                <c:pt idx="5">
                  <c:v>September</c:v>
                </c:pt>
                <c:pt idx="6">
                  <c:v>October</c:v>
                </c:pt>
                <c:pt idx="7">
                  <c:v>November</c:v>
                </c:pt>
                <c:pt idx="8">
                  <c:v>December</c:v>
                </c:pt>
                <c:pt idx="9">
                  <c:v>January</c:v>
                </c:pt>
                <c:pt idx="10">
                  <c:v>February</c:v>
                </c:pt>
                <c:pt idx="11">
                  <c:v>March</c:v>
                </c:pt>
              </c:strCache>
            </c:strRef>
          </c:cat>
          <c:val>
            <c:numRef>
              <c:f>Sheet2!$D$2:$D$13</c:f>
              <c:numCache>
                <c:formatCode>General</c:formatCode>
                <c:ptCount val="12"/>
                <c:pt idx="0">
                  <c:v>623.16</c:v>
                </c:pt>
                <c:pt idx="1">
                  <c:v>692.03</c:v>
                </c:pt>
                <c:pt idx="2">
                  <c:v>779.52</c:v>
                </c:pt>
                <c:pt idx="3">
                  <c:v>734.42</c:v>
                </c:pt>
                <c:pt idx="4">
                  <c:v>631.19000000000005</c:v>
                </c:pt>
                <c:pt idx="5">
                  <c:v>747.96</c:v>
                </c:pt>
                <c:pt idx="6">
                  <c:v>873.56</c:v>
                </c:pt>
                <c:pt idx="7">
                  <c:v>806.96</c:v>
                </c:pt>
                <c:pt idx="8">
                  <c:v>969.16</c:v>
                </c:pt>
                <c:pt idx="9">
                  <c:v>970.24</c:v>
                </c:pt>
                <c:pt idx="10">
                  <c:v>1060.6099999999999</c:v>
                </c:pt>
                <c:pt idx="11">
                  <c:v>1492.56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36-4162-B42A-CE608A8E623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863594383"/>
        <c:axId val="863595823"/>
      </c:lineChart>
      <c:catAx>
        <c:axId val="863594383"/>
        <c:scaling>
          <c:orientation val="minMax"/>
        </c:scaling>
        <c:delete val="0"/>
        <c:axPos val="b"/>
        <c:numFmt formatCode="#,##0.00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3595823"/>
        <c:crossesAt val="10"/>
        <c:auto val="1"/>
        <c:lblAlgn val="ctr"/>
        <c:lblOffset val="100"/>
        <c:noMultiLvlLbl val="0"/>
      </c:catAx>
      <c:valAx>
        <c:axId val="863595823"/>
        <c:scaling>
          <c:orientation val="minMax"/>
          <c:max val="1500"/>
          <c:min val="400"/>
        </c:scaling>
        <c:delete val="0"/>
        <c:axPos val="l"/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3594383"/>
        <c:crosses val="autoZero"/>
        <c:crossBetween val="between"/>
        <c:majorUnit val="100"/>
        <c:minorUnit val="4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solidFill>
        <a:schemeClr val="tx1">
          <a:alpha val="98000"/>
        </a:schemeClr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36D8E6-1F2D-498C-BDFD-55840DB8F6AA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4DF74A-357F-4663-83BA-71AC7508D0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774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94480D-BAD5-42D1-B62D-16376DEED2F9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22591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7BDF1-0ADF-022B-3DA0-EE549EB3D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D7C381-F354-DE3B-0BCD-B8251B35D8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74C2C8-C041-1FAC-5D0B-3C99831388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AFD8F-D85F-05CE-8F89-06CF4A1C65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94480D-BAD5-42D1-B62D-16376DEED2F9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75449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A9B62-50D9-1614-92F6-A03425E4A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B78CBB-2168-97CD-BBE6-A0D8F07940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929BD5-A482-092C-E5D3-41979347B9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4F7A32-5554-DFDB-A045-FD5362985F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94480D-BAD5-42D1-B62D-16376DEED2F9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53632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CC043-1811-2700-ACA0-05731D59F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7FC3AF-5E82-82F7-5A00-8A1478FD9E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8085E3-0B68-F4DC-6447-D358D00AFE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E55BAA-584F-3F66-90A1-7361A9DC11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94480D-BAD5-42D1-B62D-16376DEED2F9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394744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0EF5-19AF-2A4E-0F59-7E2C055C2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A6FFF-569C-1576-635C-2B645F9C35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7E2D4-C69A-CD72-1F67-13756C73A6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3E385-F7F1-FE48-3029-8839D3C45E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94480D-BAD5-42D1-B62D-16376DEED2F9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19025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2AFDF-6F0B-F31E-A81E-822D5F07B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990FF5-2477-DD39-A574-516D9165F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88B8B9-3DC3-DFDD-913B-B96D92899F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8A4A21-A8A8-9701-B9A3-6D551F88D0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94480D-BAD5-42D1-B62D-16376DEED2F9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29200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CA3A4-7ED7-0EE2-4866-372568DEA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EDE490-8848-B5B1-A155-9A47DEB1BE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15EA38-F9D8-8D2F-184A-F573FA12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3E6CD6-AED8-A27C-4E52-D4F7269ED6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94480D-BAD5-42D1-B62D-16376DEED2F9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31801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870CF-94CB-9FDB-F2A7-62178281C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F6C302-5D21-A1E3-4C65-39463B586E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FABCD5-6530-7228-0B84-E11A96E7F9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0A40C-2421-8614-B2F6-C5BB813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94480D-BAD5-42D1-B62D-16376DEED2F9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56135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31AE8-045E-01DF-EB88-2E2E34288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0CF04-45DB-0010-ACCA-5C9DAA704E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AA08C9-6537-0AA2-A43D-E69C75107F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F5D7CF-C438-1F9F-93EE-8444DBA748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94480D-BAD5-42D1-B62D-16376DEED2F9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76441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26E91-6123-5DBA-66B0-F524AAA9B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42E426-16DE-2F85-9EFB-B99E2660C5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BD1887-4ECD-5239-1233-68207FF1BF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E53E7-CC77-73AA-EB4B-817935A3C7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94480D-BAD5-42D1-B62D-16376DEED2F9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83242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601A6-1F11-502F-6072-729C70BAC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916170-31F9-D659-5542-ADB65B6BD0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5CEF5-ADB4-2BB9-26D3-34015FA52F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45FD33-BC61-99DF-42ED-A3779BC88B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94480D-BAD5-42D1-B62D-16376DEED2F9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22964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5FC92-AA8F-DDA6-4CF2-B3D879664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6A7AAD-B677-04D4-A8E8-DE6A0019F0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2480C-8B36-6305-543D-3D10FCCD20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5DD0CA-BAD0-9355-C4F0-E5AB2E95D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94480D-BAD5-42D1-B62D-16376DEED2F9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63323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B82D5-EE73-A119-B7B2-0416415E2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87CD75-D3BA-902C-9298-51BC1A2D4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E0EF5D-D3CA-D854-29EF-042C20A112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B5C3E-8838-29C8-FDC3-C823960E61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94480D-BAD5-42D1-B62D-16376DEED2F9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57390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5754F-34DE-8C0D-3981-23DCE68EB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0B7CA8-BE8C-1CD4-6148-434A267410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1841E-C7B2-3C18-CE1B-F618A6149F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1C164-5362-C313-8E25-083EE914F2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94480D-BAD5-42D1-B62D-16376DEED2F9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36154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EF269-F824-381F-8623-14900850E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F0F71B-1561-B241-29AE-BF7BF00F33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8F2275-6098-1A58-0A70-651E2D0B20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FDD0C-067E-ACA9-54F7-1037DDAD3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94480D-BAD5-42D1-B62D-16376DEED2F9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44217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88247-C717-50F5-569E-C7CE91DE36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B75D44-9CCC-9F34-147C-BB27AAE09D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A66C16-CBE3-A814-C602-F6AB99E9D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E606C4-106D-AD7F-293F-9D70DA0BA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236629-BA0F-DE95-1A92-0DDCACE94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6897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90C35-C2DE-F1EA-E777-AEE488CE3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0DCA2-BE4C-0BDB-822D-2D66DAA018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A202F-D7A1-1540-7B0F-D08AEEA1D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8979E3-1128-E4C6-67CF-88F753A95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38C16-EDDE-7488-B894-99B5EF111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18493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C7A0E-B153-22CD-479E-07DA7D245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191F86-9B65-547D-F2E0-25A4A3E31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730E61-99E8-CF88-4643-DF703FC8A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A7DF06-DA34-484E-3D1E-DBB2E2FB7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EE82B8-CC4F-719A-0DD7-B7B9F97AF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9821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EE166-97A8-B201-70B1-9E35C5FA8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E3488-2678-3F21-FAD4-DCF1E43E64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338C37-1ABD-BF4F-B592-FB85BD453D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11FD27-46A8-6E34-2BC8-2405633D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990742-B0F4-A313-1E2F-6312AC1E8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44C2AD-90E4-4038-0E9B-E3EB4EA06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1758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BA954-8FBC-88F8-33AB-9B7396408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83CA0-247C-DFE4-6431-A026E2840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BCE25D-BED0-52FB-CFD5-E635E45E39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F89C0F-D4ED-0B02-8054-B45269843B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D7F4AD-D27B-C9DB-4DED-0DD0EA0548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EDF069-E476-3834-BB42-87C5B50CE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7F2C90-B679-F4C9-3194-F5368CD22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F0333A-161C-A628-5B2B-45FC377EE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86694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63BE4-01D7-A1E2-EAE1-60A33920F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036E10-B4BF-3E9F-BD7A-8924D0FB1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1862E9-1D21-1FE6-C834-E93F5FA27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D2B2F2-7931-4A25-8B18-4A954FC70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8486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9E90B0-93CD-3910-89D9-DB977FF5D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9FC27F-13BC-DCC6-6BD3-806EB0D98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63E99-4C0B-096C-CAFF-036EF35C4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4091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33FB2-C23A-2B11-DD57-29A0307FB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E14E1-7060-133C-CC05-96DA60D01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EBD8FE-B321-F463-1DE6-21D6B0AC7D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347166-494F-D81D-F9DD-99D67E5C9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75A44-50A0-00F9-FE63-DE1064314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D5B956-8BFB-B791-D931-AE5FF763A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7118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4DB7E-5C6E-7152-0B8F-88DC332238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A13830-D167-8C33-CCC1-D975934863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C200CF-4CD7-A1A9-010A-51A5992600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4A4F10-7EC4-5E3B-B631-D0CD4636E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5FE92A-0A4A-C0CD-A9F5-49A6C0685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E12967-9040-7FEC-ADA9-C1289532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9768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AC2ED-2EA4-FA5B-199D-AD50589BA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EE2FB6-3ABE-A927-66A5-886040F399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5E70F-0455-E263-D9B2-F0DB0C293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39D5F-6052-2D04-D8B5-226635DEF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026D0C-928E-DFF3-E0E4-21007EF5D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0665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7E3F06-EBBF-B09D-C775-BD5CEB963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C7B119-97DE-5E7A-E4AF-217CB73D97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459900-50B5-3FA9-0B8C-FE78B9FB0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DC227-2B83-A57A-E41E-FFA0D4D92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F2C13-68E3-D2FA-803E-75116CEBF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26027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63A1C-A4BF-F1E9-7236-F7D34FBC33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D33591-D8F9-3BCD-88A3-D31E6EC54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BA4EF3-CB2F-BAA3-F729-AF60EDA02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82D85-7415-7676-C0AE-B48D64019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CD804-30B4-192D-DC92-A030EA027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5872C41-6FBA-9139-C898-5606C62D305F}"/>
              </a:ext>
            </a:extLst>
          </p:cNvPr>
          <p:cNvCxnSpPr/>
          <p:nvPr userDrawn="1"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58642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DEBDB-6342-2B9B-99EE-62E34FAF4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1BA10-39FA-4CF0-3664-9EBDCAAE21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3CA533-1DD9-B04E-AC9E-B1E43AD3D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0F69F-5A86-21B7-744A-7A68256AD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C2A5BD-0EE9-2C26-1554-FD86093DC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5C4B36C-A339-04F1-8A51-85B13CA00E01}"/>
              </a:ext>
            </a:extLst>
          </p:cNvPr>
          <p:cNvCxnSpPr/>
          <p:nvPr userDrawn="1"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3066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9B901-BA81-F30C-DE6B-7C75B352F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F95C43-CD2F-EF19-3B31-B1B278672E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D6C241-CB25-34C1-69A4-6018B95CC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51669C-27E1-16FE-74FA-21A971D33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E6369-BC94-0077-5C42-BE8B44A60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</p:spTree>
    <p:extLst>
      <p:ext uri="{BB962C8B-B14F-4D97-AF65-F5344CB8AC3E}">
        <p14:creationId xmlns:p14="http://schemas.microsoft.com/office/powerpoint/2010/main" val="10305338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C8E96-B098-DF59-07A1-C3F94C681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4849A-CF6F-4DC6-6546-6940F76DB9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83B9AE-89AD-A9A0-7EC0-15524AD027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D02FE7-2881-C24E-4511-4BF1A88A5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C76FB9-8BD3-C40F-854A-34C05065C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6A66AF-D601-7D82-AC54-2F9243869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</p:spTree>
    <p:extLst>
      <p:ext uri="{BB962C8B-B14F-4D97-AF65-F5344CB8AC3E}">
        <p14:creationId xmlns:p14="http://schemas.microsoft.com/office/powerpoint/2010/main" val="28096855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C65EC-E6FC-ADD6-C24C-C96ECAE12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5986EC-7584-C47E-88C1-1EF7CC6498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7A1FF4-F279-67D6-6FFA-E87F4CA374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7DA2EE-ADF0-5B65-179B-F2D037728F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E74FDF-9A2E-57F3-2B9B-D6E45E7EA9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48C16F-3F14-DBC0-DC11-F6FF6EDE9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F31D129-0AAD-269D-1729-46A65CDEC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3B8ADF-D842-BCBD-83D8-58C141175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</p:spTree>
    <p:extLst>
      <p:ext uri="{BB962C8B-B14F-4D97-AF65-F5344CB8AC3E}">
        <p14:creationId xmlns:p14="http://schemas.microsoft.com/office/powerpoint/2010/main" val="5753160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EEBF1-A227-BC1A-E751-CC91FC42D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FC3AD1-662B-EFD5-F69C-9FBF9EFD5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E49619-7F5D-C248-61E9-7F20308B4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174AC-4565-6272-D2AE-9367F56AD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</p:spTree>
    <p:extLst>
      <p:ext uri="{BB962C8B-B14F-4D97-AF65-F5344CB8AC3E}">
        <p14:creationId xmlns:p14="http://schemas.microsoft.com/office/powerpoint/2010/main" val="39659487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87FAEB-BC52-2E78-8F98-AF243A0CF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843CC6-0484-3264-452C-BA67D562C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340930-5EAB-D773-5F1B-6CD9EBCD0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</p:spTree>
    <p:extLst>
      <p:ext uri="{BB962C8B-B14F-4D97-AF65-F5344CB8AC3E}">
        <p14:creationId xmlns:p14="http://schemas.microsoft.com/office/powerpoint/2010/main" val="337361328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DBB16-7C79-0BF2-C995-955AF3CF4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6649B-08CE-BA07-9658-62F80471D8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2629C5-4831-EDEF-686B-5DB0B4B059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054C77-35A6-5382-0C40-57B2008FF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AC7547-99B5-185E-3995-E3781CB6A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8AF376-EA6A-C1C1-4D25-9689E8A10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</p:spTree>
    <p:extLst>
      <p:ext uri="{BB962C8B-B14F-4D97-AF65-F5344CB8AC3E}">
        <p14:creationId xmlns:p14="http://schemas.microsoft.com/office/powerpoint/2010/main" val="366454219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2C297-B0B4-16C6-84E4-8BA64ABE9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48384A-A05C-566B-68CF-ECEF43CDCB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6AF816-9B68-2FAF-7178-2C1D7258FE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CA803A-CF68-9C76-5840-8FFAE59F4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8D63FB-B594-F5E1-30D0-5A7328BF4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A3E651-B88D-28C7-FF89-AB8043C42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</p:spTree>
    <p:extLst>
      <p:ext uri="{BB962C8B-B14F-4D97-AF65-F5344CB8AC3E}">
        <p14:creationId xmlns:p14="http://schemas.microsoft.com/office/powerpoint/2010/main" val="21602211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E614D-B6FB-7CB4-0EA2-A039C5520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47E944-36CC-AA42-C24E-39A306A152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B97D5-49C3-7FFA-29B8-A22D46441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7A6483-1EE8-50A8-3503-76073CF70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66FB46-8894-253F-363A-7740E2837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</p:spTree>
    <p:extLst>
      <p:ext uri="{BB962C8B-B14F-4D97-AF65-F5344CB8AC3E}">
        <p14:creationId xmlns:p14="http://schemas.microsoft.com/office/powerpoint/2010/main" val="292451499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DCAB29-3E2C-54B7-9B5F-9EFCDF81A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0471AB-C064-8B10-8688-F86AA49694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12D12A-6A3C-8E92-706F-38AA76963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C7FA3C-05BF-612A-51E0-58B9B69AB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A643D-EA67-1722-9FA6-900B501B1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</p:spTree>
    <p:extLst>
      <p:ext uri="{BB962C8B-B14F-4D97-AF65-F5344CB8AC3E}">
        <p14:creationId xmlns:p14="http://schemas.microsoft.com/office/powerpoint/2010/main" val="1246512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DA3C13-522E-D7B4-BA4A-300FEB28D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F19A60-1878-D5E0-0195-C3D290191B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E8D710-175E-1704-0DDC-C903C21A68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BAFDDD-0950-404D-A69C-C21C286955A5}" type="datetimeFigureOut">
              <a:rPr lang="en-IN" smtClean="0"/>
              <a:t>04-05-2026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715D77-4000-021D-8849-654CFA3D73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958C9-83E5-DA97-F97D-A61664092A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3DB2C9-9C6F-4B55-8650-A5800A1463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004677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3EAEE2-6E25-F58B-43D1-6EB3852EF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861A8D-7ABB-702F-AEFF-1090949F62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19C87B-AF8C-72DC-0B66-6A7DF9F5C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537A3-2705-D521-C23A-9D6181E391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E217B-D6AE-3F6D-BB80-7D44B04A8F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marL="12700">
              <a:lnSpc>
                <a:spcPts val="1130"/>
              </a:lnSpc>
            </a:pPr>
            <a:fld id="{81D60167-4931-47E6-BA6A-407CBD079E47}" type="slidenum">
              <a:rPr lang="en-IN" spc="-25" smtClean="0"/>
              <a:pPr marL="12700">
                <a:lnSpc>
                  <a:spcPts val="1130"/>
                </a:lnSpc>
              </a:pPr>
              <a:t>‹#›</a:t>
            </a:fld>
            <a:endParaRPr lang="en-IN" spc="-25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716466-A219-6706-3151-EA4BAC73FE48}"/>
              </a:ext>
            </a:extLst>
          </p:cNvPr>
          <p:cNvCxnSpPr/>
          <p:nvPr userDrawn="1"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6422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chart" Target="../charts/char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epartment of Mines &amp; Geology">
            <a:extLst>
              <a:ext uri="{FF2B5EF4-FFF2-40B4-BE49-F238E27FC236}">
                <a16:creationId xmlns:a16="http://schemas.microsoft.com/office/drawing/2014/main" id="{20341F8C-B14D-F619-A61A-3FF9D7EF22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3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8856"/>
            <a:ext cx="12192000" cy="6876856"/>
          </a:xfrm>
          <a:prstGeom prst="rect">
            <a:avLst/>
          </a:prstGeom>
          <a:solidFill>
            <a:schemeClr val="bg1">
              <a:alpha val="24000"/>
            </a:schemeClr>
          </a:solidFill>
          <a:ln>
            <a:solidFill>
              <a:schemeClr val="tx1"/>
            </a:solidFill>
          </a:ln>
        </p:spPr>
      </p:pic>
      <p:pic>
        <p:nvPicPr>
          <p:cNvPr id="18" name="Picture 2">
            <a:extLst>
              <a:ext uri="{FF2B5EF4-FFF2-40B4-BE49-F238E27FC236}">
                <a16:creationId xmlns:a16="http://schemas.microsoft.com/office/drawing/2014/main" id="{CB72E08F-07CF-C9FC-C012-DEC0F6BD4C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3423" y="511551"/>
            <a:ext cx="1733133" cy="1752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object 2">
            <a:extLst>
              <a:ext uri="{FF2B5EF4-FFF2-40B4-BE49-F238E27FC236}">
                <a16:creationId xmlns:a16="http://schemas.microsoft.com/office/drawing/2014/main" id="{515FBCA5-DBF5-19A4-B33F-DAC206761193}"/>
              </a:ext>
            </a:extLst>
          </p:cNvPr>
          <p:cNvSpPr txBox="1">
            <a:spLocks/>
          </p:cNvSpPr>
          <p:nvPr/>
        </p:nvSpPr>
        <p:spPr>
          <a:xfrm>
            <a:off x="2286001" y="2895601"/>
            <a:ext cx="7703003" cy="1035745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txBody>
          <a:bodyPr vert="horz" wrap="square" lIns="0" tIns="91440" rIns="0" bIns="0" rtlCol="0">
            <a:spAutoFit/>
          </a:bodyPr>
          <a:lstStyle>
            <a:lvl1pPr>
              <a:defRPr sz="3600" b="0" i="0">
                <a:solidFill>
                  <a:srgbClr val="006FC0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 algn="ctr">
              <a:spcBef>
                <a:spcPts val="720"/>
              </a:spcBef>
            </a:pPr>
            <a:r>
              <a:rPr lang="en-US" sz="4000" b="1" dirty="0">
                <a:solidFill>
                  <a:schemeClr val="bg1"/>
                </a:solidFill>
                <a:latin typeface="DevLys 010" pitchFamily="2" charset="0"/>
                <a:ea typeface="Times New Roman"/>
                <a:cs typeface="Times New Roman"/>
                <a:sym typeface="Times New Roman"/>
              </a:rPr>
              <a:t>[</a:t>
            </a:r>
            <a:r>
              <a:rPr lang="en-US" sz="4000" b="1" dirty="0" err="1">
                <a:solidFill>
                  <a:schemeClr val="bg1"/>
                </a:solidFill>
                <a:latin typeface="DevLys 010" pitchFamily="2" charset="0"/>
                <a:ea typeface="Times New Roman"/>
                <a:cs typeface="Times New Roman"/>
                <a:sym typeface="Times New Roman"/>
              </a:rPr>
              <a:t>kku</a:t>
            </a:r>
            <a:r>
              <a:rPr lang="en-US" sz="4000" b="1" dirty="0">
                <a:solidFill>
                  <a:schemeClr val="bg1"/>
                </a:solidFill>
                <a:latin typeface="DevLys 010" pitchFamily="2" charset="0"/>
                <a:ea typeface="Times New Roman"/>
                <a:cs typeface="Times New Roman"/>
                <a:sym typeface="Times New Roman"/>
              </a:rPr>
              <a:t> ,</a:t>
            </a:r>
            <a:r>
              <a:rPr lang="en-US" sz="4000" b="1" dirty="0" err="1">
                <a:solidFill>
                  <a:schemeClr val="bg1"/>
                </a:solidFill>
                <a:latin typeface="DevLys 010" pitchFamily="2" charset="0"/>
                <a:ea typeface="Times New Roman"/>
                <a:cs typeface="Times New Roman"/>
                <a:sym typeface="Times New Roman"/>
              </a:rPr>
              <a:t>oa</a:t>
            </a:r>
            <a:r>
              <a:rPr lang="en-US" sz="4000" b="1" dirty="0">
                <a:solidFill>
                  <a:schemeClr val="bg1"/>
                </a:solidFill>
                <a:latin typeface="DevLys 010" pitchFamily="2" charset="0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4000" b="1" dirty="0" err="1">
                <a:solidFill>
                  <a:schemeClr val="bg1"/>
                </a:solidFill>
                <a:latin typeface="DevLys 010" pitchFamily="2" charset="0"/>
                <a:ea typeface="Times New Roman"/>
                <a:cs typeface="Times New Roman"/>
                <a:sym typeface="Times New Roman"/>
              </a:rPr>
              <a:t>isVªksfy;e</a:t>
            </a:r>
            <a:r>
              <a:rPr lang="en-US" sz="4000" b="1" dirty="0">
                <a:solidFill>
                  <a:schemeClr val="bg1"/>
                </a:solidFill>
                <a:latin typeface="DevLys 010" pitchFamily="2" charset="0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4000" b="1" dirty="0" err="1">
                <a:solidFill>
                  <a:schemeClr val="bg1"/>
                </a:solidFill>
                <a:latin typeface="DevLys 010" pitchFamily="2" charset="0"/>
                <a:ea typeface="Times New Roman"/>
                <a:cs typeface="Times New Roman"/>
                <a:sym typeface="Times New Roman"/>
              </a:rPr>
              <a:t>foHkkx</a:t>
            </a:r>
            <a:endParaRPr lang="en-US" sz="4000" b="1" dirty="0">
              <a:solidFill>
                <a:schemeClr val="bg1"/>
              </a:solidFill>
              <a:latin typeface="DevLys 010" pitchFamily="2" charset="0"/>
              <a:ea typeface="Times New Roman"/>
              <a:cs typeface="Times New Roman"/>
              <a:sym typeface="Times New Roman"/>
            </a:endParaRPr>
          </a:p>
          <a:p>
            <a:pPr marL="12700" algn="ctr">
              <a:spcBef>
                <a:spcPts val="720"/>
              </a:spcBef>
            </a:pPr>
            <a:endParaRPr lang="en-US" sz="900" b="1" dirty="0">
              <a:solidFill>
                <a:schemeClr val="bg1"/>
              </a:solidFill>
              <a:latin typeface="DevLys 010" pitchFamily="2" charset="0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8DEC72-14A5-F6B9-1BD5-539A9B985B53}"/>
              </a:ext>
            </a:extLst>
          </p:cNvPr>
          <p:cNvSpPr/>
          <p:nvPr/>
        </p:nvSpPr>
        <p:spPr>
          <a:xfrm>
            <a:off x="4116599" y="4562718"/>
            <a:ext cx="3314240" cy="7050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2700" algn="ctr">
              <a:spcBef>
                <a:spcPts val="720"/>
              </a:spcBef>
            </a:pPr>
            <a:r>
              <a:rPr lang="en-US" sz="3600" b="1" dirty="0" err="1">
                <a:solidFill>
                  <a:srgbClr val="C00000"/>
                </a:solidFill>
                <a:latin typeface="DevLys 010" pitchFamily="2" charset="0"/>
                <a:ea typeface="Times New Roman"/>
                <a:cs typeface="Times New Roman"/>
                <a:sym typeface="Times New Roman"/>
              </a:rPr>
              <a:t>fnukad</a:t>
            </a:r>
            <a:r>
              <a:rPr lang="en-US" sz="3600" b="1" dirty="0">
                <a:solidFill>
                  <a:srgbClr val="C00000"/>
                </a:solidFill>
                <a:latin typeface="DevLys 010" pitchFamily="2" charset="0"/>
                <a:ea typeface="Times New Roman"/>
                <a:cs typeface="Times New Roman"/>
                <a:sym typeface="Times New Roman"/>
              </a:rPr>
              <a:t> 05-05-2026</a:t>
            </a:r>
            <a:endParaRPr lang="en-US" sz="3600" b="1" kern="0" dirty="0">
              <a:solidFill>
                <a:srgbClr val="C00000"/>
              </a:solidFill>
              <a:latin typeface="DevLys 010" pitchFamily="2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E61CC-47EF-4421-A150-C590F21C2109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7BF39122-8F06-7485-295E-0798743E3F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21" y="77471"/>
            <a:ext cx="9456281" cy="5972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None/>
            </a:pPr>
            <a:r>
              <a:rPr lang="en-IN" sz="3600" b="1" kern="100" err="1">
                <a:latin typeface="DevLys 010" pitchFamily="2" charset="0"/>
                <a:ea typeface="Calibri" panose="020F0502020204030204" pitchFamily="34" charset="0"/>
                <a:cs typeface="Times New Roman" pitchFamily="18" charset="0"/>
              </a:rPr>
              <a:t>jktLFkku</a:t>
            </a:r>
            <a:r>
              <a:rPr lang="en-IN" sz="3600" b="1" kern="100">
                <a:latin typeface="DevLys 010" pitchFamily="2" charset="0"/>
                <a:ea typeface="Calibri" panose="020F0502020204030204" pitchFamily="34" charset="0"/>
                <a:cs typeface="Times New Roman" pitchFamily="18" charset="0"/>
              </a:rPr>
              <a:t> </a:t>
            </a:r>
            <a:r>
              <a:rPr lang="en-IN" sz="3600" b="1" kern="100" err="1">
                <a:latin typeface="DevLys 010" pitchFamily="2" charset="0"/>
                <a:ea typeface="Calibri" panose="020F0502020204030204" pitchFamily="34" charset="0"/>
                <a:cs typeface="Times New Roman" pitchFamily="18" charset="0"/>
              </a:rPr>
              <a:t>jkT</a:t>
            </a:r>
            <a:r>
              <a:rPr lang="en-IN" sz="3600" b="1" kern="100">
                <a:latin typeface="DevLys 010" pitchFamily="2" charset="0"/>
                <a:ea typeface="Calibri" panose="020F0502020204030204" pitchFamily="34" charset="0"/>
                <a:cs typeface="Times New Roman" pitchFamily="18" charset="0"/>
              </a:rPr>
              <a:t>; % [</a:t>
            </a:r>
            <a:r>
              <a:rPr lang="en-IN" sz="3600" b="1" kern="100" err="1">
                <a:latin typeface="DevLys 010" pitchFamily="2" charset="0"/>
                <a:ea typeface="Calibri" panose="020F0502020204030204" pitchFamily="34" charset="0"/>
                <a:cs typeface="Times New Roman" pitchFamily="18" charset="0"/>
              </a:rPr>
              <a:t>kuu</a:t>
            </a:r>
            <a:r>
              <a:rPr lang="en-IN" sz="3600" b="1" kern="100">
                <a:latin typeface="DevLys 010" pitchFamily="2" charset="0"/>
                <a:ea typeface="Calibri" panose="020F0502020204030204" pitchFamily="34" charset="0"/>
                <a:cs typeface="Times New Roman" pitchFamily="18" charset="0"/>
              </a:rPr>
              <a:t> </a:t>
            </a:r>
            <a:r>
              <a:rPr lang="en-IN" sz="3600" b="1" kern="100" err="1">
                <a:latin typeface="DevLys 010" pitchFamily="2" charset="0"/>
                <a:ea typeface="Calibri" panose="020F0502020204030204" pitchFamily="34" charset="0"/>
                <a:cs typeface="Times New Roman" pitchFamily="18" charset="0"/>
              </a:rPr>
              <a:t>ifjn</a:t>
            </a:r>
            <a:r>
              <a:rPr lang="en-IN" sz="3600" b="1" kern="100">
                <a:latin typeface="DevLys 010" pitchFamily="2" charset="0"/>
                <a:ea typeface="Calibri" panose="020F0502020204030204" pitchFamily="34" charset="0"/>
                <a:cs typeface="Times New Roman" pitchFamily="18" charset="0"/>
              </a:rPr>
              <a:t>`';</a:t>
            </a:r>
            <a:endParaRPr lang="en-IN" sz="3600">
              <a:latin typeface="DevLys 010" pitchFamily="2" charset="0"/>
            </a:endParaRP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270A5B7C-683E-90C7-AA61-1A29A5CA0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F78ADD-73C9-4183-AFDA-6039D928B4EE}" type="slidenum">
              <a:rPr kumimoji="0" lang="en-I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I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9E53897-B0B6-EE7F-90AF-67E16457AD83}"/>
              </a:ext>
            </a:extLst>
          </p:cNvPr>
          <p:cNvGrpSpPr/>
          <p:nvPr/>
        </p:nvGrpSpPr>
        <p:grpSpPr>
          <a:xfrm>
            <a:off x="71421" y="848300"/>
            <a:ext cx="11982034" cy="5873133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D818FD2-5202-F631-A3E4-FE684DEDB123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6E8EF30-9B43-4553-F80F-4275119993A6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chemeClr val="bg1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R="0" lvl="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C21ECCA-8F45-BCDB-5DA6-C7EE9ED221B1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id="{631E14FA-7555-D684-ABD9-F2A07ED07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0424" y="1454026"/>
            <a:ext cx="11229247" cy="5004594"/>
          </a:xfrm>
        </p:spPr>
        <p:txBody>
          <a:bodyPr>
            <a:noAutofit/>
          </a:bodyPr>
          <a:lstStyle/>
          <a:p>
            <a:pPr marL="465138" indent="-465138" algn="just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 dirty="0">
                <a:latin typeface="DevLys 010" pitchFamily="2" charset="0"/>
              </a:rPr>
              <a:t>82 </a:t>
            </a:r>
            <a:r>
              <a:rPr lang="en-US" sz="2000" dirty="0" err="1">
                <a:latin typeface="DevLys 010" pitchFamily="2" charset="0"/>
              </a:rPr>
              <a:t>fofHkUu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izdkj</a:t>
            </a:r>
            <a:r>
              <a:rPr lang="en-US" sz="2000" dirty="0">
                <a:latin typeface="DevLys 010" pitchFamily="2" charset="0"/>
              </a:rPr>
              <a:t> ds [</a:t>
            </a:r>
            <a:r>
              <a:rPr lang="en-US" sz="2000" dirty="0" err="1">
                <a:latin typeface="DevLys 010" pitchFamily="2" charset="0"/>
              </a:rPr>
              <a:t>kfut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miyCèk</a:t>
            </a:r>
            <a:r>
              <a:rPr lang="en-US" sz="2000" dirty="0">
                <a:latin typeface="DevLys 010" pitchFamily="2" charset="0"/>
              </a:rPr>
              <a:t>] 57 [</a:t>
            </a:r>
            <a:r>
              <a:rPr lang="en-US" sz="2000" dirty="0" err="1">
                <a:latin typeface="DevLys 010" pitchFamily="2" charset="0"/>
              </a:rPr>
              <a:t>kfutksa</a:t>
            </a:r>
            <a:r>
              <a:rPr lang="en-US" sz="2000" dirty="0">
                <a:latin typeface="DevLys 010" pitchFamily="2" charset="0"/>
              </a:rPr>
              <a:t> dk </a:t>
            </a:r>
            <a:r>
              <a:rPr lang="en-US" sz="2000" dirty="0" err="1">
                <a:latin typeface="DevLys 010" pitchFamily="2" charset="0"/>
              </a:rPr>
              <a:t>mRiknu</a:t>
            </a:r>
            <a:endParaRPr lang="en-US" sz="2000" dirty="0">
              <a:latin typeface="DevLys 010" pitchFamily="2" charset="0"/>
            </a:endParaRPr>
          </a:p>
          <a:p>
            <a:pPr marL="465138" indent="-465138" algn="just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 dirty="0" err="1">
                <a:latin typeface="DevLys 010" pitchFamily="2" charset="0"/>
              </a:rPr>
              <a:t>iz</a:t>
            </a:r>
            <a:r>
              <a:rPr lang="en-US" sz="2000" dirty="0">
                <a:latin typeface="DevLys 010" pitchFamily="2" charset="0"/>
              </a:rPr>
              <a:t>/</a:t>
            </a:r>
            <a:r>
              <a:rPr lang="en-US" sz="2000" dirty="0" err="1">
                <a:latin typeface="DevLys 010" pitchFamily="2" charset="0"/>
              </a:rPr>
              <a:t>kku</a:t>
            </a:r>
            <a:r>
              <a:rPr lang="en-US" sz="2000" dirty="0">
                <a:latin typeface="DevLys 010" pitchFamily="2" charset="0"/>
              </a:rPr>
              <a:t> [</a:t>
            </a:r>
            <a:r>
              <a:rPr lang="en-US" sz="2000" dirty="0" err="1">
                <a:latin typeface="DevLys 010" pitchFamily="2" charset="0"/>
              </a:rPr>
              <a:t>kfut</a:t>
            </a:r>
            <a:r>
              <a:rPr lang="en-US" sz="2000" dirty="0">
                <a:latin typeface="DevLys 010" pitchFamily="2" charset="0"/>
              </a:rPr>
              <a:t> ds </a:t>
            </a:r>
            <a:r>
              <a:rPr lang="en-US" sz="2000" dirty="0">
                <a:solidFill>
                  <a:srgbClr val="C00000"/>
                </a:solidFill>
                <a:latin typeface="DevLys 010" pitchFamily="2" charset="0"/>
              </a:rPr>
              <a:t>3395</a:t>
            </a:r>
            <a:r>
              <a:rPr lang="en-US" sz="2000" dirty="0">
                <a:latin typeface="DevLys 010" pitchFamily="2" charset="0"/>
              </a:rPr>
              <a:t>] viz/</a:t>
            </a:r>
            <a:r>
              <a:rPr lang="en-US" sz="2000" dirty="0" err="1">
                <a:latin typeface="DevLys 010" pitchFamily="2" charset="0"/>
              </a:rPr>
              <a:t>kku</a:t>
            </a:r>
            <a:r>
              <a:rPr lang="en-US" sz="2000" dirty="0">
                <a:latin typeface="DevLys 010" pitchFamily="2" charset="0"/>
              </a:rPr>
              <a:t> [</a:t>
            </a:r>
            <a:r>
              <a:rPr lang="en-US" sz="2000" dirty="0" err="1">
                <a:latin typeface="DevLys 010" pitchFamily="2" charset="0"/>
              </a:rPr>
              <a:t>kfut</a:t>
            </a:r>
            <a:r>
              <a:rPr lang="en-US" sz="2000" dirty="0">
                <a:latin typeface="DevLys 010" pitchFamily="2" charset="0"/>
              </a:rPr>
              <a:t> ds </a:t>
            </a:r>
            <a:r>
              <a:rPr lang="en-US" sz="2000" dirty="0">
                <a:solidFill>
                  <a:srgbClr val="C00000"/>
                </a:solidFill>
                <a:latin typeface="DevLys 010" pitchFamily="2" charset="0"/>
              </a:rPr>
              <a:t>13428</a:t>
            </a:r>
            <a:r>
              <a:rPr lang="en-US" sz="2000" dirty="0">
                <a:latin typeface="DevLys 010" pitchFamily="2" charset="0"/>
              </a:rPr>
              <a:t> [</a:t>
            </a:r>
            <a:r>
              <a:rPr lang="en-US" sz="2000" dirty="0" err="1">
                <a:latin typeface="DevLys 010" pitchFamily="2" charset="0"/>
              </a:rPr>
              <a:t>kuu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iV~Vs</a:t>
            </a:r>
            <a:r>
              <a:rPr lang="en-US" sz="2000" dirty="0">
                <a:latin typeface="DevLys 010" pitchFamily="2" charset="0"/>
              </a:rPr>
              <a:t> ,</a:t>
            </a:r>
            <a:r>
              <a:rPr lang="en-US" sz="2000" dirty="0" err="1">
                <a:latin typeface="DevLys 010" pitchFamily="2" charset="0"/>
              </a:rPr>
              <a:t>oa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Dokjh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ykbZlsal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DevLys 010" pitchFamily="2" charset="0"/>
              </a:rPr>
              <a:t>16508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izHkkoh</a:t>
            </a:r>
            <a:endParaRPr lang="en-US" sz="2000" dirty="0">
              <a:latin typeface="DevLys 010" pitchFamily="2" charset="0"/>
            </a:endParaRPr>
          </a:p>
          <a:p>
            <a:pPr marL="465138" indent="-465138" algn="just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 dirty="0">
                <a:latin typeface="DevLys 010" pitchFamily="2" charset="0"/>
              </a:rPr>
              <a:t>[</a:t>
            </a:r>
            <a:r>
              <a:rPr lang="en-US" sz="2000" dirty="0" err="1">
                <a:latin typeface="DevLys 010" pitchFamily="2" charset="0"/>
              </a:rPr>
              <a:t>kfut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iksVk'k</a:t>
            </a:r>
            <a:r>
              <a:rPr lang="en-US" sz="2000" dirty="0">
                <a:latin typeface="DevLys 010" pitchFamily="2" charset="0"/>
              </a:rPr>
              <a:t> ds </a:t>
            </a:r>
            <a:r>
              <a:rPr lang="en-US" sz="2000" dirty="0" err="1">
                <a:latin typeface="DevLys 010" pitchFamily="2" charset="0"/>
              </a:rPr>
              <a:t>lokZf</a:t>
            </a:r>
            <a:r>
              <a:rPr lang="en-US" sz="2000" dirty="0">
                <a:latin typeface="DevLys 010" pitchFamily="2" charset="0"/>
              </a:rPr>
              <a:t>/</a:t>
            </a:r>
            <a:r>
              <a:rPr lang="en-US" sz="2000" dirty="0" err="1">
                <a:latin typeface="DevLys 010" pitchFamily="2" charset="0"/>
              </a:rPr>
              <a:t>kd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Hk.Mkj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jkT</a:t>
            </a:r>
            <a:r>
              <a:rPr lang="en-US" sz="2000" dirty="0">
                <a:latin typeface="DevLys 010" pitchFamily="2" charset="0"/>
              </a:rPr>
              <a:t>; </a:t>
            </a:r>
            <a:r>
              <a:rPr lang="en-US" sz="2000" dirty="0" err="1">
                <a:latin typeface="DevLys 010" pitchFamily="2" charset="0"/>
              </a:rPr>
              <a:t>esa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miyC</a:t>
            </a:r>
            <a:r>
              <a:rPr lang="en-US" sz="2000" dirty="0">
                <a:latin typeface="DevLys 010" pitchFamily="2" charset="0"/>
              </a:rPr>
              <a:t>/k</a:t>
            </a:r>
          </a:p>
          <a:p>
            <a:pPr marL="465138" indent="-465138" algn="just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 dirty="0">
                <a:latin typeface="DevLys 010" pitchFamily="2" charset="0"/>
              </a:rPr>
              <a:t>[</a:t>
            </a:r>
            <a:r>
              <a:rPr lang="en-US" sz="2000" dirty="0" err="1">
                <a:latin typeface="DevLys 010" pitchFamily="2" charset="0"/>
              </a:rPr>
              <a:t>kfut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mRiknu</a:t>
            </a:r>
            <a:r>
              <a:rPr lang="en-US" sz="2000" dirty="0">
                <a:latin typeface="DevLys 010" pitchFamily="2" charset="0"/>
              </a:rPr>
              <a:t> ds </a:t>
            </a:r>
            <a:r>
              <a:rPr lang="en-US" sz="2000" dirty="0" err="1">
                <a:latin typeface="DevLys 010" pitchFamily="2" charset="0"/>
              </a:rPr>
              <a:t>ewY</a:t>
            </a:r>
            <a:r>
              <a:rPr lang="en-US" sz="2000" dirty="0">
                <a:latin typeface="DevLys 010" pitchFamily="2" charset="0"/>
              </a:rPr>
              <a:t>; dh </a:t>
            </a:r>
            <a:r>
              <a:rPr lang="en-US" sz="2000" dirty="0" err="1">
                <a:latin typeface="DevLys 010" pitchFamily="2" charset="0"/>
              </a:rPr>
              <a:t>n`f"V</a:t>
            </a:r>
            <a:r>
              <a:rPr lang="en-US" sz="2000" dirty="0">
                <a:latin typeface="DevLys 010" pitchFamily="2" charset="0"/>
              </a:rPr>
              <a:t> ls </a:t>
            </a:r>
            <a:r>
              <a:rPr lang="en-US" sz="2000" dirty="0" err="1">
                <a:latin typeface="DevLys 010" pitchFamily="2" charset="0"/>
              </a:rPr>
              <a:t>jkT</a:t>
            </a:r>
            <a:r>
              <a:rPr lang="en-US" sz="2000" dirty="0">
                <a:latin typeface="DevLys 010" pitchFamily="2" charset="0"/>
              </a:rPr>
              <a:t>; dk </a:t>
            </a:r>
            <a:r>
              <a:rPr lang="en-US" sz="2000" dirty="0" err="1">
                <a:latin typeface="DevLys 010" pitchFamily="2" charset="0"/>
              </a:rPr>
              <a:t>rhljk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LFkku</a:t>
            </a:r>
            <a:endParaRPr lang="en-US" sz="2000" dirty="0">
              <a:latin typeface="DevLys 010" pitchFamily="2" charset="0"/>
            </a:endParaRPr>
          </a:p>
          <a:p>
            <a:pPr marL="465138" indent="-465138" algn="just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 dirty="0" err="1">
                <a:latin typeface="DevLys 010" pitchFamily="2" charset="0"/>
              </a:rPr>
              <a:t>lhlk</a:t>
            </a:r>
            <a:r>
              <a:rPr lang="en-US" sz="2000" dirty="0">
                <a:latin typeface="DevLys 010" pitchFamily="2" charset="0"/>
              </a:rPr>
              <a:t>] </a:t>
            </a:r>
            <a:r>
              <a:rPr lang="en-US" sz="2000" dirty="0" err="1">
                <a:latin typeface="DevLys 010" pitchFamily="2" charset="0"/>
              </a:rPr>
              <a:t>tLrk</a:t>
            </a:r>
            <a:r>
              <a:rPr lang="en-US" sz="2000" dirty="0">
                <a:latin typeface="DevLys 010" pitchFamily="2" charset="0"/>
              </a:rPr>
              <a:t>] </a:t>
            </a:r>
            <a:r>
              <a:rPr lang="en-US" sz="2000" dirty="0" err="1">
                <a:latin typeface="DevLys 010" pitchFamily="2" charset="0"/>
              </a:rPr>
              <a:t>lsysukbV</a:t>
            </a:r>
            <a:r>
              <a:rPr lang="en-US" sz="2000" dirty="0">
                <a:latin typeface="DevLys 010" pitchFamily="2" charset="0"/>
              </a:rPr>
              <a:t> o </a:t>
            </a:r>
            <a:r>
              <a:rPr lang="en-US" sz="2000" dirty="0" err="1">
                <a:latin typeface="DevLys 010" pitchFamily="2" charset="0"/>
              </a:rPr>
              <a:t>oksysLVksukbV</a:t>
            </a:r>
            <a:r>
              <a:rPr lang="en-US" sz="2000" dirty="0">
                <a:latin typeface="DevLys 010" pitchFamily="2" charset="0"/>
              </a:rPr>
              <a:t> dk ,</a:t>
            </a:r>
            <a:r>
              <a:rPr lang="en-US" sz="2000" dirty="0" err="1">
                <a:latin typeface="DevLys 010" pitchFamily="2" charset="0"/>
              </a:rPr>
              <a:t>dek</a:t>
            </a:r>
            <a:r>
              <a:rPr lang="en-US" sz="2000" dirty="0">
                <a:latin typeface="DevLys 010" pitchFamily="2" charset="0"/>
              </a:rPr>
              <a:t>= </a:t>
            </a:r>
            <a:r>
              <a:rPr lang="en-US" sz="2000" dirty="0" err="1">
                <a:latin typeface="DevLys 010" pitchFamily="2" charset="0"/>
              </a:rPr>
              <a:t>mRiknd</a:t>
            </a:r>
            <a:endParaRPr lang="en-US" sz="2000" dirty="0">
              <a:latin typeface="DevLys 010" pitchFamily="2" charset="0"/>
            </a:endParaRPr>
          </a:p>
          <a:p>
            <a:pPr marL="465138" indent="-465138" algn="just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 dirty="0" err="1">
                <a:latin typeface="DevLys 010" pitchFamily="2" charset="0"/>
              </a:rPr>
              <a:t>dSYlkbV</a:t>
            </a:r>
            <a:r>
              <a:rPr lang="en-US" sz="2000" dirty="0">
                <a:latin typeface="DevLys 010" pitchFamily="2" charset="0"/>
              </a:rPr>
              <a:t> ,</a:t>
            </a:r>
            <a:r>
              <a:rPr lang="en-US" sz="2000" dirty="0" err="1">
                <a:latin typeface="DevLys 010" pitchFamily="2" charset="0"/>
              </a:rPr>
              <a:t>oa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ftIle</a:t>
            </a:r>
            <a:r>
              <a:rPr lang="en-US" sz="2000" dirty="0">
                <a:latin typeface="DevLys 010" pitchFamily="2" charset="0"/>
              </a:rPr>
              <a:t> dk </a:t>
            </a:r>
            <a:r>
              <a:rPr lang="en-US" sz="2000" dirty="0" err="1">
                <a:latin typeface="DevLys 010" pitchFamily="2" charset="0"/>
              </a:rPr>
              <a:t>yxHkx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iwjk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mRiknu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,</a:t>
            </a:r>
            <a:r>
              <a:rPr lang="en-US" sz="2000" dirty="0" err="1">
                <a:latin typeface="DevLys 010" pitchFamily="2" charset="0"/>
              </a:rPr>
              <a:t>pk¡nh</a:t>
            </a:r>
            <a:r>
              <a:rPr lang="en-US" sz="2000" dirty="0">
                <a:latin typeface="DevLys 010" pitchFamily="2" charset="0"/>
              </a:rPr>
              <a:t> dk </a:t>
            </a:r>
            <a:r>
              <a:rPr lang="en-US" sz="2000" dirty="0" err="1">
                <a:latin typeface="DevLys 010" pitchFamily="2" charset="0"/>
              </a:rPr>
              <a:t>lcls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cMk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mRiknd</a:t>
            </a:r>
            <a:r>
              <a:rPr lang="en-US" sz="2000" dirty="0">
                <a:latin typeface="DevLys 010" pitchFamily="2" charset="0"/>
              </a:rPr>
              <a:t> ,</a:t>
            </a:r>
            <a:r>
              <a:rPr lang="en-US" sz="2000" dirty="0" err="1">
                <a:latin typeface="DevLys 010" pitchFamily="2" charset="0"/>
              </a:rPr>
              <a:t>oa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DevLys 010" pitchFamily="2" charset="0"/>
              </a:rPr>
              <a:t>,l-,e-,l- </a:t>
            </a:r>
            <a:r>
              <a:rPr lang="en-US" sz="2000" dirty="0" err="1">
                <a:solidFill>
                  <a:srgbClr val="C00000"/>
                </a:solidFill>
                <a:latin typeface="DevLys 010" pitchFamily="2" charset="0"/>
              </a:rPr>
              <a:t>xszM</a:t>
            </a:r>
            <a:r>
              <a:rPr lang="en-US" sz="2000" dirty="0">
                <a:solidFill>
                  <a:srgbClr val="C00000"/>
                </a:solidFill>
                <a:latin typeface="DevLys 010" pitchFamily="2" charset="0"/>
              </a:rPr>
              <a:t> </a:t>
            </a:r>
            <a:r>
              <a:rPr lang="en-US" sz="2000" dirty="0" err="1">
                <a:solidFill>
                  <a:srgbClr val="C00000"/>
                </a:solidFill>
                <a:latin typeface="DevLys 010" pitchFamily="2" charset="0"/>
              </a:rPr>
              <a:t>ykbZeLVksu</a:t>
            </a:r>
            <a:r>
              <a:rPr lang="en-US" sz="2000" dirty="0">
                <a:solidFill>
                  <a:srgbClr val="C00000"/>
                </a:solidFill>
                <a:latin typeface="DevLys 010" pitchFamily="2" charset="0"/>
              </a:rPr>
              <a:t> </a:t>
            </a:r>
            <a:r>
              <a:rPr lang="en-US" sz="2000" dirty="0">
                <a:latin typeface="DevLys 010" pitchFamily="2" charset="0"/>
              </a:rPr>
              <a:t>dk </a:t>
            </a:r>
            <a:r>
              <a:rPr lang="en-US" sz="2000" dirty="0" err="1">
                <a:latin typeface="DevLys 010" pitchFamily="2" charset="0"/>
              </a:rPr>
              <a:t>nwljk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lcls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cMk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mRiknd</a:t>
            </a:r>
            <a:r>
              <a:rPr lang="en-US" sz="2000" dirty="0">
                <a:latin typeface="DevLys 010" pitchFamily="2" charset="0"/>
              </a:rPr>
              <a:t> </a:t>
            </a:r>
          </a:p>
          <a:p>
            <a:pPr marL="465138" indent="-465138" algn="just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US" sz="2000" dirty="0" err="1">
                <a:latin typeface="DevLys 010" pitchFamily="2" charset="0"/>
              </a:rPr>
              <a:t>dPps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rsy</a:t>
            </a:r>
            <a:r>
              <a:rPr lang="en-US" sz="2000" dirty="0">
                <a:latin typeface="DevLys 010" pitchFamily="2" charset="0"/>
              </a:rPr>
              <a:t> ¼vkWQ&amp;'kkssj½ dk </a:t>
            </a:r>
            <a:r>
              <a:rPr lang="en-US" sz="2000" dirty="0" err="1">
                <a:latin typeface="DevLys 010" pitchFamily="2" charset="0"/>
              </a:rPr>
              <a:t>nwljk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lcls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cM+k</a:t>
            </a:r>
            <a:r>
              <a:rPr lang="en-US" sz="2000" dirty="0">
                <a:latin typeface="DevLys 010" pitchFamily="2" charset="0"/>
              </a:rPr>
              <a:t> </a:t>
            </a:r>
            <a:r>
              <a:rPr lang="en-US" sz="2000" dirty="0" err="1">
                <a:latin typeface="DevLys 010" pitchFamily="2" charset="0"/>
              </a:rPr>
              <a:t>mRiknd</a:t>
            </a:r>
            <a:endParaRPr lang="en-US" sz="2000" dirty="0">
              <a:latin typeface="DevLys 010" pitchFamily="2" charset="0"/>
            </a:endParaRPr>
          </a:p>
          <a:p>
            <a:pPr algn="just">
              <a:lnSpc>
                <a:spcPct val="100000"/>
              </a:lnSpc>
              <a:buFont typeface="Wingdings" panose="05000000000000000000" pitchFamily="2" charset="2"/>
              <a:buChar char="q"/>
            </a:pPr>
            <a:endParaRPr lang="en-US" sz="2000" b="1" dirty="0">
              <a:latin typeface="DevLys 01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3199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5717D-8FE5-C694-7295-B438CE462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D5C97741-B8A2-B20F-A556-D2AA926883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21" y="115307"/>
            <a:ext cx="9391402" cy="5972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Aft>
                <a:spcPts val="1000"/>
              </a:spcAft>
              <a:buNone/>
            </a:pPr>
            <a:r>
              <a:rPr lang="en-US" altLang="en-US" sz="3600" b="1" dirty="0" err="1">
                <a:latin typeface="DevLys 010" pitchFamily="2" charset="0"/>
              </a:rPr>
              <a:t>jktLo</a:t>
            </a:r>
            <a:r>
              <a:rPr lang="en-US" altLang="en-US" sz="3600" b="1" dirty="0">
                <a:latin typeface="DevLys 010" pitchFamily="2" charset="0"/>
              </a:rPr>
              <a:t> ds </a:t>
            </a:r>
            <a:r>
              <a:rPr lang="en-US" altLang="en-US" sz="3600" b="1" dirty="0" err="1">
                <a:latin typeface="DevLys 010" pitchFamily="2" charset="0"/>
              </a:rPr>
              <a:t>izeq</a:t>
            </a:r>
            <a:r>
              <a:rPr lang="en-US" altLang="en-US" sz="3600" b="1" dirty="0">
                <a:latin typeface="DevLys 010" pitchFamily="2" charset="0"/>
              </a:rPr>
              <a:t>[k L=</a:t>
            </a:r>
            <a:r>
              <a:rPr lang="en-US" altLang="en-US" sz="3600" b="1" dirty="0" err="1">
                <a:latin typeface="DevLys 010" pitchFamily="2" charset="0"/>
              </a:rPr>
              <a:t>ksr</a:t>
            </a:r>
            <a:r>
              <a:rPr lang="en-US" altLang="en-US" sz="3600" b="1" dirty="0">
                <a:latin typeface="DevLys 010" pitchFamily="2" charset="0"/>
              </a:rPr>
              <a:t> </a:t>
            </a:r>
            <a:r>
              <a:rPr lang="en-US" altLang="en-US" sz="3600" dirty="0">
                <a:latin typeface="+mj-lt"/>
                <a:ea typeface="Cambria" panose="02040503050406030204" pitchFamily="18" charset="0"/>
              </a:rPr>
              <a:t>(1/2)</a:t>
            </a: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520171CF-2368-C51B-F9BE-D363DDBB8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F78ADD-73C9-4183-AFDA-6039D928B4EE}" type="slidenum">
              <a:rPr kumimoji="0" lang="en-I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I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E2B6272-41BC-9C72-9685-E47E82572148}"/>
              </a:ext>
            </a:extLst>
          </p:cNvPr>
          <p:cNvGrpSpPr/>
          <p:nvPr/>
        </p:nvGrpSpPr>
        <p:grpSpPr>
          <a:xfrm>
            <a:off x="71421" y="848300"/>
            <a:ext cx="11982034" cy="5873133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43B707-946F-069D-A160-E3CFEA7378EF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1E52ADC-61FF-AB99-4D02-7FE83BA8B1FC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chemeClr val="bg1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R="0" lvl="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tabLst/>
                <a:defRPr/>
              </a:pPr>
              <a:endParaRPr kumimoji="0" lang="en-IN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750F273-C2E4-CD98-99CD-64EB163CE6BC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3D37F74-DCE5-D139-F8A6-BDCCA2E34300}"/>
              </a:ext>
            </a:extLst>
          </p:cNvPr>
          <p:cNvSpPr txBox="1"/>
          <p:nvPr/>
        </p:nvSpPr>
        <p:spPr>
          <a:xfrm>
            <a:off x="10646835" y="76214"/>
            <a:ext cx="1421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 err="1">
                <a:latin typeface="DevLys 010" pitchFamily="2" charset="0"/>
              </a:rPr>
              <a:t>o"kZ</a:t>
            </a:r>
            <a:r>
              <a:rPr lang="en-US" sz="2000" b="1" dirty="0">
                <a:latin typeface="DevLys 010" pitchFamily="2" charset="0"/>
              </a:rPr>
              <a:t> 2025&amp;26</a:t>
            </a:r>
          </a:p>
          <a:p>
            <a:pPr algn="ctr"/>
            <a:r>
              <a:rPr lang="en-US" sz="1600" b="1" dirty="0">
                <a:latin typeface="+mj-lt"/>
              </a:rPr>
              <a:t>(in Cr.)</a:t>
            </a:r>
          </a:p>
        </p:txBody>
      </p: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2389466A-BC2F-5B8F-EBB1-96B4A02E757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14297894"/>
              </p:ext>
            </p:extLst>
          </p:nvPr>
        </p:nvGraphicFramePr>
        <p:xfrm>
          <a:off x="440675" y="1178805"/>
          <a:ext cx="11281272" cy="51779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520103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B43A6-9891-A304-B6F7-9994676A8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C4CC0218-A8C8-35FB-F6EB-3595310CED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21" y="114845"/>
            <a:ext cx="9391402" cy="5972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Aft>
                <a:spcPts val="1000"/>
              </a:spcAft>
              <a:buNone/>
            </a:pPr>
            <a:r>
              <a:rPr lang="en-US" altLang="en-US" sz="3600" b="1" dirty="0" err="1">
                <a:latin typeface="DevLys 010" pitchFamily="2" charset="0"/>
              </a:rPr>
              <a:t>jktLo</a:t>
            </a:r>
            <a:r>
              <a:rPr lang="en-US" altLang="en-US" sz="3600" b="1" dirty="0">
                <a:latin typeface="DevLys 010" pitchFamily="2" charset="0"/>
              </a:rPr>
              <a:t> ds </a:t>
            </a:r>
            <a:r>
              <a:rPr lang="en-US" altLang="en-US" sz="3600" b="1" dirty="0" err="1">
                <a:latin typeface="DevLys 010" pitchFamily="2" charset="0"/>
              </a:rPr>
              <a:t>izeq</a:t>
            </a:r>
            <a:r>
              <a:rPr lang="en-US" altLang="en-US" sz="3600" b="1" dirty="0">
                <a:latin typeface="DevLys 010" pitchFamily="2" charset="0"/>
              </a:rPr>
              <a:t>[k L=</a:t>
            </a:r>
            <a:r>
              <a:rPr lang="en-US" altLang="en-US" sz="3600" b="1" dirty="0" err="1">
                <a:latin typeface="DevLys 010" pitchFamily="2" charset="0"/>
              </a:rPr>
              <a:t>ksr</a:t>
            </a:r>
            <a:r>
              <a:rPr lang="en-US" altLang="en-US" sz="3600" b="1" dirty="0">
                <a:latin typeface="DevLys 010" pitchFamily="2" charset="0"/>
              </a:rPr>
              <a:t> </a:t>
            </a:r>
            <a:r>
              <a:rPr lang="en-US" altLang="en-US" sz="3600" dirty="0">
                <a:ea typeface="Cambria" panose="02040503050406030204" pitchFamily="18" charset="0"/>
              </a:rPr>
              <a:t>(2/2)</a:t>
            </a:r>
            <a:endParaRPr lang="en-US" altLang="en-US" sz="3600" b="1" dirty="0">
              <a:latin typeface="DevLys 010" pitchFamily="2" charset="0"/>
            </a:endParaRP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C60FEB59-4D2C-E386-B18E-330ADAE9F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F78ADD-73C9-4183-AFDA-6039D928B4EE}" type="slidenum">
              <a:rPr kumimoji="0" lang="en-I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I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34643F8-BAAD-12E4-C1A3-A0E8E98458B5}"/>
              </a:ext>
            </a:extLst>
          </p:cNvPr>
          <p:cNvGrpSpPr/>
          <p:nvPr/>
        </p:nvGrpSpPr>
        <p:grpSpPr>
          <a:xfrm>
            <a:off x="71421" y="848300"/>
            <a:ext cx="11982034" cy="5873133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550976E-B1ED-0EDE-C2CD-E0685471089B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69565C8-14D1-1608-05C1-36DEDC660BAB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chemeClr val="bg1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R="0" lvl="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tabLst/>
                <a:defRPr/>
              </a:pPr>
              <a:endParaRPr kumimoji="0" lang="en-IN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7CAFC20-8700-D111-5B80-DC5A7799D51E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121E4445-42CA-688F-4FA2-A26A325E26A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54328850"/>
              </p:ext>
            </p:extLst>
          </p:nvPr>
        </p:nvGraphicFramePr>
        <p:xfrm>
          <a:off x="446314" y="1170215"/>
          <a:ext cx="5627914" cy="51870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91238C59-350F-0A58-0AED-F3942A6A66D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47965078"/>
              </p:ext>
            </p:extLst>
          </p:nvPr>
        </p:nvGraphicFramePr>
        <p:xfrm>
          <a:off x="6198840" y="1170215"/>
          <a:ext cx="5525074" cy="51870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904A79D-7711-AB14-BC68-B730348E4FD9}"/>
              </a:ext>
            </a:extLst>
          </p:cNvPr>
          <p:cNvSpPr txBox="1"/>
          <p:nvPr/>
        </p:nvSpPr>
        <p:spPr>
          <a:xfrm>
            <a:off x="10632279" y="111493"/>
            <a:ext cx="1421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 err="1">
                <a:latin typeface="DevLys 010" pitchFamily="2" charset="0"/>
              </a:rPr>
              <a:t>o"kZ</a:t>
            </a:r>
            <a:r>
              <a:rPr lang="en-US" sz="2000" b="1" dirty="0">
                <a:latin typeface="DevLys 010" pitchFamily="2" charset="0"/>
              </a:rPr>
              <a:t> 2025&amp;26</a:t>
            </a:r>
          </a:p>
          <a:p>
            <a:pPr algn="ctr"/>
            <a:r>
              <a:rPr lang="en-US" sz="1600" b="1" dirty="0">
                <a:latin typeface="+mj-lt"/>
              </a:rPr>
              <a:t>(in Cr.)</a:t>
            </a:r>
          </a:p>
        </p:txBody>
      </p:sp>
    </p:spTree>
    <p:extLst>
      <p:ext uri="{BB962C8B-B14F-4D97-AF65-F5344CB8AC3E}">
        <p14:creationId xmlns:p14="http://schemas.microsoft.com/office/powerpoint/2010/main" val="1981251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CE562-5E78-B1B2-1B7D-73EA58EE2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5FF624ED-984A-4EFA-3B79-FF0088C6F3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" y="106646"/>
            <a:ext cx="11714795" cy="5972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Aft>
                <a:spcPts val="1000"/>
              </a:spcAft>
              <a:buNone/>
            </a:pPr>
            <a:r>
              <a:rPr lang="en-US" altLang="en-US" sz="3600" b="1" dirty="0" err="1">
                <a:latin typeface="DevLys 010" pitchFamily="2" charset="0"/>
              </a:rPr>
              <a:t>foxr</a:t>
            </a:r>
            <a:r>
              <a:rPr lang="en-US" altLang="en-US" sz="3600" b="1" dirty="0">
                <a:latin typeface="DevLys 010" pitchFamily="2" charset="0"/>
              </a:rPr>
              <a:t> </a:t>
            </a:r>
            <a:r>
              <a:rPr lang="en-US" altLang="en-US" sz="3600" b="1" dirty="0" err="1">
                <a:latin typeface="DevLys 010" pitchFamily="2" charset="0"/>
              </a:rPr>
              <a:t>rhu</a:t>
            </a:r>
            <a:r>
              <a:rPr lang="en-US" altLang="en-US" sz="3600" b="1" dirty="0">
                <a:latin typeface="DevLys 010" pitchFamily="2" charset="0"/>
              </a:rPr>
              <a:t> </a:t>
            </a:r>
            <a:r>
              <a:rPr lang="en-US" altLang="en-US" sz="3600" b="1" dirty="0" err="1">
                <a:latin typeface="DevLys 010" pitchFamily="2" charset="0"/>
              </a:rPr>
              <a:t>o"kksZa</a:t>
            </a:r>
            <a:r>
              <a:rPr lang="en-US" altLang="en-US" sz="3600" b="1" dirty="0">
                <a:latin typeface="DevLys 010" pitchFamily="2" charset="0"/>
              </a:rPr>
              <a:t> dh </a:t>
            </a:r>
            <a:r>
              <a:rPr lang="en-US" altLang="en-US" sz="3600" b="1" dirty="0" err="1">
                <a:latin typeface="DevLys 010" pitchFamily="2" charset="0"/>
              </a:rPr>
              <a:t>ekgokj</a:t>
            </a:r>
            <a:r>
              <a:rPr lang="en-US" altLang="en-US" sz="3600" b="1" dirty="0">
                <a:latin typeface="DevLys 010" pitchFamily="2" charset="0"/>
              </a:rPr>
              <a:t> </a:t>
            </a:r>
            <a:r>
              <a:rPr lang="en-US" altLang="en-US" sz="3600" b="1" dirty="0" err="1">
                <a:latin typeface="DevLys 010" pitchFamily="2" charset="0"/>
              </a:rPr>
              <a:t>jktLo</a:t>
            </a:r>
            <a:r>
              <a:rPr lang="en-US" altLang="en-US" sz="3600" b="1" dirty="0">
                <a:latin typeface="DevLys 010" pitchFamily="2" charset="0"/>
              </a:rPr>
              <a:t> </a:t>
            </a:r>
            <a:r>
              <a:rPr lang="en-US" altLang="en-US" sz="3600" b="1" dirty="0" err="1">
                <a:latin typeface="DevLys 010" pitchFamily="2" charset="0"/>
              </a:rPr>
              <a:t>izkfIr</a:t>
            </a:r>
            <a:r>
              <a:rPr lang="en-US" altLang="en-US" sz="3600" b="1" dirty="0">
                <a:latin typeface="DevLys 010" pitchFamily="2" charset="0"/>
              </a:rPr>
              <a:t> dh </a:t>
            </a:r>
            <a:r>
              <a:rPr lang="en-US" altLang="en-US" sz="3600" b="1" dirty="0" err="1">
                <a:latin typeface="DevLys 010" pitchFamily="2" charset="0"/>
              </a:rPr>
              <a:t>rqyukRed</a:t>
            </a:r>
            <a:r>
              <a:rPr lang="en-US" altLang="en-US" sz="3600" b="1" dirty="0">
                <a:latin typeface="DevLys 010" pitchFamily="2" charset="0"/>
              </a:rPr>
              <a:t> </a:t>
            </a:r>
            <a:r>
              <a:rPr lang="en-US" altLang="en-US" sz="3600" b="1" dirty="0" err="1">
                <a:latin typeface="DevLys 010" pitchFamily="2" charset="0"/>
              </a:rPr>
              <a:t>fLFkfr</a:t>
            </a:r>
            <a:r>
              <a:rPr lang="en-US" altLang="en-US" sz="3600" b="1" dirty="0">
                <a:latin typeface="DevLys 010" pitchFamily="2" charset="0"/>
              </a:rPr>
              <a:t> </a:t>
            </a:r>
            <a:r>
              <a:rPr lang="en-US" altLang="en-US" sz="3000" b="1" dirty="0">
                <a:latin typeface="+mj-lt"/>
              </a:rPr>
              <a:t>(in Cr. )</a:t>
            </a: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EE291648-E522-E79C-ECE2-8D97227D1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F78ADD-73C9-4183-AFDA-6039D928B4EE}" type="slidenum">
              <a:rPr kumimoji="0" lang="en-I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8B494FD-ACE9-B39D-B03E-BDCC4ED686A9}"/>
              </a:ext>
            </a:extLst>
          </p:cNvPr>
          <p:cNvGrpSpPr/>
          <p:nvPr/>
        </p:nvGrpSpPr>
        <p:grpSpPr>
          <a:xfrm>
            <a:off x="71421" y="848300"/>
            <a:ext cx="11982034" cy="5873133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D2B898C-F020-A508-6D06-DA9A8D8242E2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1890B37-EB91-F712-FD9B-AD3B0C16E5A6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chemeClr val="bg1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R="0" lvl="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tabLst/>
                <a:defRPr/>
              </a:pPr>
              <a:endParaRPr kumimoji="0" lang="en-IN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9144A20-083C-82C6-7FAE-0C2D99EADD77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Content Placeholder 3">
            <a:extLst>
              <a:ext uri="{FF2B5EF4-FFF2-40B4-BE49-F238E27FC236}">
                <a16:creationId xmlns:a16="http://schemas.microsoft.com/office/drawing/2014/main" id="{E6C61B98-3FD3-11F6-BB27-938DF53B92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1803193"/>
              </p:ext>
            </p:extLst>
          </p:nvPr>
        </p:nvGraphicFramePr>
        <p:xfrm>
          <a:off x="457201" y="1152334"/>
          <a:ext cx="11257594" cy="5204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5819929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47255-9E38-2DB9-4404-7659219E3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">
            <a:extLst>
              <a:ext uri="{FF2B5EF4-FFF2-40B4-BE49-F238E27FC236}">
                <a16:creationId xmlns:a16="http://schemas.microsoft.com/office/drawing/2014/main" id="{8162215D-2ECB-9C17-5373-2A6ECB76E2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7123" y="72300"/>
            <a:ext cx="9391402" cy="595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Aft>
                <a:spcPts val="1000"/>
              </a:spcAft>
              <a:buNone/>
            </a:pPr>
            <a:r>
              <a:rPr lang="en-US" sz="3600" b="1" err="1">
                <a:latin typeface="DevLys 010" pitchFamily="2" charset="0"/>
              </a:rPr>
              <a:t>xr</a:t>
            </a:r>
            <a:r>
              <a:rPr lang="en-US" sz="3600" b="1">
                <a:latin typeface="DevLys 010" pitchFamily="2" charset="0"/>
              </a:rPr>
              <a:t> </a:t>
            </a:r>
            <a:r>
              <a:rPr lang="en-US" sz="3600" b="1" err="1">
                <a:latin typeface="DevLys 010" pitchFamily="2" charset="0"/>
              </a:rPr>
              <a:t>foRrh</a:t>
            </a:r>
            <a:r>
              <a:rPr lang="en-US" sz="3600" b="1">
                <a:latin typeface="DevLys 010" pitchFamily="2" charset="0"/>
              </a:rPr>
              <a:t>; </a:t>
            </a:r>
            <a:r>
              <a:rPr lang="en-US" sz="3600" b="1" err="1">
                <a:latin typeface="DevLys 010" pitchFamily="2" charset="0"/>
              </a:rPr>
              <a:t>o"kZ</a:t>
            </a:r>
            <a:r>
              <a:rPr lang="en-US" sz="3600" b="1">
                <a:latin typeface="DevLys 010" pitchFamily="2" charset="0"/>
              </a:rPr>
              <a:t> </a:t>
            </a:r>
            <a:r>
              <a:rPr lang="en-US" sz="3600" b="1" err="1">
                <a:latin typeface="DevLys 010" pitchFamily="2" charset="0"/>
              </a:rPr>
              <a:t>esa</a:t>
            </a:r>
            <a:r>
              <a:rPr lang="en-US" sz="3600" b="1">
                <a:latin typeface="DevLys 010" pitchFamily="2" charset="0"/>
              </a:rPr>
              <a:t> de </a:t>
            </a:r>
            <a:r>
              <a:rPr lang="en-US" sz="3600" b="1" err="1">
                <a:latin typeface="DevLys 010" pitchFamily="2" charset="0"/>
              </a:rPr>
              <a:t>jktLo</a:t>
            </a:r>
            <a:r>
              <a:rPr lang="en-US" sz="3600" b="1">
                <a:latin typeface="DevLys 010" pitchFamily="2" charset="0"/>
              </a:rPr>
              <a:t> </a:t>
            </a:r>
            <a:r>
              <a:rPr lang="en-US" sz="3600" b="1" err="1">
                <a:latin typeface="DevLys 010" pitchFamily="2" charset="0"/>
              </a:rPr>
              <a:t>izkfIr</a:t>
            </a:r>
            <a:r>
              <a:rPr lang="en-US" sz="3600" b="1">
                <a:latin typeface="DevLys 010" pitchFamily="2" charset="0"/>
              </a:rPr>
              <a:t> ds </a:t>
            </a:r>
            <a:r>
              <a:rPr lang="en-US" sz="3600" b="1" err="1">
                <a:latin typeface="DevLys 010" pitchFamily="2" charset="0"/>
              </a:rPr>
              <a:t>dkj.k</a:t>
            </a:r>
            <a:endParaRPr lang="en-US" sz="3600" b="1">
              <a:latin typeface="Kruti Dev 010" pitchFamily="2" charset="0"/>
            </a:endParaRP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12130E14-84DB-CCDE-724F-E873C8B49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F78ADD-73C9-4183-AFDA-6039D928B4EE}" type="slidenum">
              <a:rPr kumimoji="0" lang="en-I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I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98A6BFB-3293-7F10-61D4-D232FC4F7301}"/>
              </a:ext>
            </a:extLst>
          </p:cNvPr>
          <p:cNvGrpSpPr/>
          <p:nvPr/>
        </p:nvGrpSpPr>
        <p:grpSpPr>
          <a:xfrm>
            <a:off x="71421" y="848300"/>
            <a:ext cx="11982034" cy="5873133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DC51AD8-EAEB-40B1-109B-E4B0C295D41E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643E3CF-2342-7277-D8E8-73EE8524AF8C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chemeClr val="bg1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R="0" lvl="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tabLst/>
                <a:defRPr/>
              </a:pPr>
              <a:endParaRPr kumimoji="0" lang="en-IN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EE57BC2-EC6B-EA41-F1A1-06B3A737ADE0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D506739-84CF-4466-134F-A9C0BE146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16" y="1042356"/>
            <a:ext cx="11140440" cy="4351338"/>
          </a:xfrm>
        </p:spPr>
        <p:txBody>
          <a:bodyPr>
            <a:noAutofit/>
          </a:bodyPr>
          <a:lstStyle/>
          <a:p>
            <a:pPr marL="363538" indent="-363538" algn="just">
              <a:lnSpc>
                <a:spcPct val="25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400" dirty="0" err="1">
                <a:latin typeface="DevLys 010" pitchFamily="2" charset="0"/>
              </a:rPr>
              <a:t>vjkoyh</a:t>
            </a:r>
            <a:r>
              <a:rPr lang="en-US" sz="2400" dirty="0">
                <a:latin typeface="DevLys 010" pitchFamily="2" charset="0"/>
              </a:rPr>
              <a:t> </a:t>
            </a:r>
            <a:r>
              <a:rPr lang="en-US" sz="2400" dirty="0" err="1">
                <a:latin typeface="DevLys 010" pitchFamily="2" charset="0"/>
              </a:rPr>
              <a:t>fgYl</a:t>
            </a:r>
            <a:r>
              <a:rPr lang="en-US" sz="2400" dirty="0">
                <a:latin typeface="DevLys 010" pitchFamily="2" charset="0"/>
              </a:rPr>
              <a:t> </a:t>
            </a:r>
            <a:r>
              <a:rPr lang="en-US" sz="2400" dirty="0" err="1">
                <a:latin typeface="DevLys 010" pitchFamily="2" charset="0"/>
              </a:rPr>
              <a:t>jsat</a:t>
            </a:r>
            <a:r>
              <a:rPr lang="en-US" sz="2400" dirty="0">
                <a:latin typeface="DevLys 010" pitchFamily="2" charset="0"/>
              </a:rPr>
              <a:t> ds 20 </a:t>
            </a:r>
            <a:r>
              <a:rPr lang="en-US" sz="2400" dirty="0" err="1">
                <a:latin typeface="DevLys 010" pitchFamily="2" charset="0"/>
              </a:rPr>
              <a:t>ftyksa</a:t>
            </a:r>
            <a:r>
              <a:rPr lang="en-US" sz="2400" dirty="0">
                <a:latin typeface="DevLys 010" pitchFamily="2" charset="0"/>
              </a:rPr>
              <a:t> </a:t>
            </a:r>
            <a:r>
              <a:rPr lang="en-US" sz="2400" dirty="0" err="1">
                <a:latin typeface="DevLys 010" pitchFamily="2" charset="0"/>
              </a:rPr>
              <a:t>esa</a:t>
            </a:r>
            <a:r>
              <a:rPr lang="en-US" sz="2400" dirty="0">
                <a:latin typeface="DevLys 010" pitchFamily="2" charset="0"/>
              </a:rPr>
              <a:t> </a:t>
            </a:r>
            <a:r>
              <a:rPr lang="en-US" sz="2400" dirty="0" err="1">
                <a:latin typeface="DevLys 010" pitchFamily="2" charset="0"/>
              </a:rPr>
              <a:t>uhykeh@vkoaVu</a:t>
            </a:r>
            <a:r>
              <a:rPr lang="en-US" sz="2400" dirty="0">
                <a:latin typeface="DevLys 010" pitchFamily="2" charset="0"/>
              </a:rPr>
              <a:t> </a:t>
            </a:r>
            <a:r>
              <a:rPr lang="en-US" sz="2400" dirty="0" err="1">
                <a:latin typeface="DevLys 010" pitchFamily="2" charset="0"/>
              </a:rPr>
              <a:t>ij</a:t>
            </a:r>
            <a:r>
              <a:rPr lang="en-US" sz="2400" dirty="0">
                <a:latin typeface="DevLys 010" pitchFamily="2" charset="0"/>
              </a:rPr>
              <a:t> </a:t>
            </a:r>
            <a:r>
              <a:rPr lang="en-US" sz="2400" dirty="0" err="1">
                <a:latin typeface="DevLys 010" pitchFamily="2" charset="0"/>
              </a:rPr>
              <a:t>jksd</a:t>
            </a:r>
            <a:r>
              <a:rPr lang="en-US" sz="2400" dirty="0">
                <a:latin typeface="DevLys 010" pitchFamily="2" charset="0"/>
              </a:rPr>
              <a:t> </a:t>
            </a:r>
          </a:p>
          <a:p>
            <a:pPr marL="363538" indent="-363538" algn="just">
              <a:lnSpc>
                <a:spcPct val="25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400" dirty="0" err="1">
                <a:latin typeface="DevLys 010" pitchFamily="2" charset="0"/>
              </a:rPr>
              <a:t>ctjh</a:t>
            </a:r>
            <a:r>
              <a:rPr lang="en-US" sz="2400" dirty="0">
                <a:latin typeface="DevLys 010" pitchFamily="2" charset="0"/>
              </a:rPr>
              <a:t> ds </a:t>
            </a:r>
            <a:r>
              <a:rPr lang="en-US" sz="2400" dirty="0" err="1">
                <a:latin typeface="DevLys 010" pitchFamily="2" charset="0"/>
              </a:rPr>
              <a:t>izeq</a:t>
            </a:r>
            <a:r>
              <a:rPr lang="en-US" sz="2400" dirty="0">
                <a:latin typeface="DevLys 010" pitchFamily="2" charset="0"/>
              </a:rPr>
              <a:t>[k L=</a:t>
            </a:r>
            <a:r>
              <a:rPr lang="en-US" sz="2400" dirty="0" err="1">
                <a:latin typeface="DevLys 010" pitchFamily="2" charset="0"/>
              </a:rPr>
              <a:t>ksr</a:t>
            </a:r>
            <a:r>
              <a:rPr lang="en-US" sz="2400" dirty="0">
                <a:latin typeface="DevLys 010" pitchFamily="2" charset="0"/>
              </a:rPr>
              <a:t> </a:t>
            </a:r>
            <a:r>
              <a:rPr lang="en-US" sz="2400" dirty="0" err="1">
                <a:latin typeface="DevLys 010" pitchFamily="2" charset="0"/>
              </a:rPr>
              <a:t>cukl</a:t>
            </a:r>
            <a:r>
              <a:rPr lang="en-US" sz="2400" dirty="0">
                <a:latin typeface="DevLys 010" pitchFamily="2" charset="0"/>
              </a:rPr>
              <a:t> </a:t>
            </a:r>
            <a:r>
              <a:rPr lang="en-US" sz="2400" dirty="0" err="1">
                <a:latin typeface="DevLys 010" pitchFamily="2" charset="0"/>
              </a:rPr>
              <a:t>unh</a:t>
            </a:r>
            <a:r>
              <a:rPr lang="en-US" sz="2400" dirty="0">
                <a:latin typeface="DevLys 010" pitchFamily="2" charset="0"/>
              </a:rPr>
              <a:t> ds 4 </a:t>
            </a:r>
            <a:r>
              <a:rPr lang="en-US" sz="2400" dirty="0" err="1">
                <a:latin typeface="DevLys 010" pitchFamily="2" charset="0"/>
              </a:rPr>
              <a:t>ftyksa</a:t>
            </a:r>
            <a:r>
              <a:rPr lang="en-US" sz="2400" dirty="0">
                <a:latin typeface="DevLys 010" pitchFamily="2" charset="0"/>
              </a:rPr>
              <a:t> ¼HkhyokM+k] </a:t>
            </a:r>
            <a:r>
              <a:rPr lang="en-US" sz="2400" dirty="0" err="1">
                <a:latin typeface="DevLys 010" pitchFamily="2" charset="0"/>
              </a:rPr>
              <a:t>vtesj</a:t>
            </a:r>
            <a:r>
              <a:rPr lang="en-US" sz="2400" dirty="0">
                <a:latin typeface="DevLys 010" pitchFamily="2" charset="0"/>
              </a:rPr>
              <a:t>] </a:t>
            </a:r>
            <a:r>
              <a:rPr lang="en-US" sz="2400" dirty="0" err="1">
                <a:latin typeface="DevLys 010" pitchFamily="2" charset="0"/>
              </a:rPr>
              <a:t>Vksad</a:t>
            </a:r>
            <a:r>
              <a:rPr lang="en-US" sz="2400" dirty="0">
                <a:latin typeface="DevLys 010" pitchFamily="2" charset="0"/>
              </a:rPr>
              <a:t> o </a:t>
            </a:r>
            <a:r>
              <a:rPr lang="en-US" sz="2400" dirty="0" err="1">
                <a:latin typeface="DevLys 010" pitchFamily="2" charset="0"/>
              </a:rPr>
              <a:t>lokbZek</a:t>
            </a:r>
            <a:r>
              <a:rPr lang="en-US" sz="2400" dirty="0">
                <a:latin typeface="DevLys 010" pitchFamily="2" charset="0"/>
              </a:rPr>
              <a:t>/kksiqj½ ds 93 </a:t>
            </a:r>
            <a:r>
              <a:rPr lang="en-US" sz="2400" dirty="0" err="1">
                <a:latin typeface="DevLys 010" pitchFamily="2" charset="0"/>
              </a:rPr>
              <a:t>IykWV~l</a:t>
            </a:r>
            <a:r>
              <a:rPr lang="en-US" sz="2400" dirty="0">
                <a:latin typeface="DevLys 010" pitchFamily="2" charset="0"/>
              </a:rPr>
              <a:t> dh </a:t>
            </a:r>
            <a:r>
              <a:rPr lang="en-US" sz="2400" dirty="0" err="1">
                <a:latin typeface="DevLys 010" pitchFamily="2" charset="0"/>
              </a:rPr>
              <a:t>uhykeh</a:t>
            </a:r>
            <a:r>
              <a:rPr lang="en-US" sz="2400" dirty="0">
                <a:latin typeface="DevLys 010" pitchFamily="2" charset="0"/>
              </a:rPr>
              <a:t>@,yvksvkbZ@yht </a:t>
            </a:r>
            <a:r>
              <a:rPr lang="en-US" sz="2400" dirty="0" err="1">
                <a:latin typeface="DevLys 010" pitchFamily="2" charset="0"/>
              </a:rPr>
              <a:t>dks</a:t>
            </a:r>
            <a:r>
              <a:rPr lang="en-US" sz="2400" dirty="0">
                <a:latin typeface="DevLys 010" pitchFamily="2" charset="0"/>
              </a:rPr>
              <a:t> ek- </a:t>
            </a:r>
            <a:r>
              <a:rPr lang="en-US" sz="2400" dirty="0" err="1">
                <a:latin typeface="DevLys 010" pitchFamily="2" charset="0"/>
              </a:rPr>
              <a:t>U;k;ky</a:t>
            </a:r>
            <a:r>
              <a:rPr lang="en-US" sz="2400" dirty="0">
                <a:latin typeface="DevLys 010" pitchFamily="2" charset="0"/>
              </a:rPr>
              <a:t>; }</a:t>
            </a:r>
            <a:r>
              <a:rPr lang="en-US" sz="2400" dirty="0" err="1">
                <a:latin typeface="DevLys 010" pitchFamily="2" charset="0"/>
              </a:rPr>
              <a:t>kjk</a:t>
            </a:r>
            <a:r>
              <a:rPr lang="en-US" sz="2400" dirty="0">
                <a:latin typeface="DevLys 010" pitchFamily="2" charset="0"/>
              </a:rPr>
              <a:t> </a:t>
            </a:r>
            <a:r>
              <a:rPr lang="en-US" sz="2400" dirty="0" err="1">
                <a:latin typeface="DevLys 010" pitchFamily="2" charset="0"/>
              </a:rPr>
              <a:t>fujLr</a:t>
            </a:r>
            <a:endParaRPr lang="en-US" sz="2400" dirty="0">
              <a:latin typeface="DevLys 010" pitchFamily="2" charset="0"/>
            </a:endParaRPr>
          </a:p>
          <a:p>
            <a:pPr marL="363538" indent="-363538" algn="just">
              <a:lnSpc>
                <a:spcPct val="25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400" dirty="0" err="1">
                <a:latin typeface="DevLys 010" pitchFamily="2" charset="0"/>
              </a:rPr>
              <a:t>cnyrs</a:t>
            </a:r>
            <a:r>
              <a:rPr lang="en-US" sz="2400" dirty="0">
                <a:latin typeface="DevLys 010" pitchFamily="2" charset="0"/>
              </a:rPr>
              <a:t> </a:t>
            </a:r>
            <a:r>
              <a:rPr lang="en-US" sz="2400" dirty="0" err="1">
                <a:latin typeface="DevLys 010" pitchFamily="2" charset="0"/>
              </a:rPr>
              <a:t>oSf'od</a:t>
            </a:r>
            <a:r>
              <a:rPr lang="en-US" sz="2400" dirty="0">
                <a:latin typeface="DevLys 010" pitchFamily="2" charset="0"/>
              </a:rPr>
              <a:t> </a:t>
            </a:r>
            <a:r>
              <a:rPr lang="en-US" sz="2400" dirty="0" err="1">
                <a:latin typeface="DevLys 010" pitchFamily="2" charset="0"/>
              </a:rPr>
              <a:t>ifjn</a:t>
            </a:r>
            <a:r>
              <a:rPr lang="en-US" sz="2400" dirty="0">
                <a:latin typeface="DevLys 010" pitchFamily="2" charset="0"/>
              </a:rPr>
              <a:t>`'; ds </a:t>
            </a:r>
            <a:r>
              <a:rPr lang="en-US" sz="2400" dirty="0" err="1">
                <a:latin typeface="DevLys 010" pitchFamily="2" charset="0"/>
              </a:rPr>
              <a:t>dkj.k</a:t>
            </a:r>
            <a:r>
              <a:rPr lang="en-US" sz="2400" dirty="0">
                <a:latin typeface="DevLys 010" pitchFamily="2" charset="0"/>
              </a:rPr>
              <a:t> [</a:t>
            </a:r>
            <a:r>
              <a:rPr lang="en-US" sz="2400" dirty="0" err="1">
                <a:latin typeface="DevLys 010" pitchFamily="2" charset="0"/>
              </a:rPr>
              <a:t>kfut</a:t>
            </a:r>
            <a:r>
              <a:rPr lang="en-US" sz="2400" dirty="0">
                <a:latin typeface="DevLys 010" pitchFamily="2" charset="0"/>
              </a:rPr>
              <a:t> </a:t>
            </a:r>
            <a:r>
              <a:rPr lang="en-US" sz="2400" dirty="0" err="1">
                <a:latin typeface="DevLys 010" pitchFamily="2" charset="0"/>
              </a:rPr>
              <a:t>DokVZt</a:t>
            </a:r>
            <a:r>
              <a:rPr lang="en-US" sz="2400" dirty="0">
                <a:latin typeface="DevLys 010" pitchFamily="2" charset="0"/>
              </a:rPr>
              <a:t>] </a:t>
            </a:r>
            <a:r>
              <a:rPr lang="en-US" sz="2400" dirty="0" err="1">
                <a:latin typeface="DevLys 010" pitchFamily="2" charset="0"/>
              </a:rPr>
              <a:t>QSYlikj</a:t>
            </a:r>
            <a:r>
              <a:rPr lang="en-US" sz="2400" dirty="0">
                <a:latin typeface="DevLys 010" pitchFamily="2" charset="0"/>
              </a:rPr>
              <a:t> o Dys dk </a:t>
            </a:r>
            <a:r>
              <a:rPr lang="en-US" sz="2400" dirty="0" err="1">
                <a:latin typeface="DevLys 010" pitchFamily="2" charset="0"/>
              </a:rPr>
              <a:t>mRiknu</a:t>
            </a:r>
            <a:r>
              <a:rPr lang="en-US" sz="2400" dirty="0">
                <a:latin typeface="DevLys 010" pitchFamily="2" charset="0"/>
              </a:rPr>
              <a:t> </a:t>
            </a:r>
            <a:r>
              <a:rPr lang="en-US" sz="2400" dirty="0" err="1">
                <a:latin typeface="DevLys 010" pitchFamily="2" charset="0"/>
              </a:rPr>
              <a:t>izHkkfor</a:t>
            </a:r>
            <a:endParaRPr lang="en-US" sz="2400" dirty="0">
              <a:latin typeface="DevLys 010" pitchFamily="2" charset="0"/>
            </a:endParaRPr>
          </a:p>
          <a:p>
            <a:pPr marL="363538" indent="-363538" algn="just">
              <a:lnSpc>
                <a:spcPct val="25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latin typeface="DevLys 010" pitchFamily="2" charset="0"/>
              </a:rPr>
              <a:t>[</a:t>
            </a:r>
            <a:r>
              <a:rPr lang="en-US" sz="2400" dirty="0" err="1">
                <a:latin typeface="DevLys 010" pitchFamily="2" charset="0"/>
              </a:rPr>
              <a:t>kfut</a:t>
            </a:r>
            <a:r>
              <a:rPr lang="en-US" sz="2400" dirty="0">
                <a:latin typeface="DevLys 010" pitchFamily="2" charset="0"/>
              </a:rPr>
              <a:t> </a:t>
            </a:r>
            <a:r>
              <a:rPr lang="en-US" sz="2400" dirty="0" err="1">
                <a:latin typeface="DevLys 010" pitchFamily="2" charset="0"/>
              </a:rPr>
              <a:t>ykbZeLVksu</a:t>
            </a:r>
            <a:r>
              <a:rPr lang="en-US" sz="2400" dirty="0">
                <a:latin typeface="DevLys 010" pitchFamily="2" charset="0"/>
              </a:rPr>
              <a:t>] </a:t>
            </a:r>
            <a:r>
              <a:rPr lang="en-US" sz="2400" dirty="0" err="1">
                <a:latin typeface="DevLys 010" pitchFamily="2" charset="0"/>
              </a:rPr>
              <a:t>ysM</a:t>
            </a:r>
            <a:r>
              <a:rPr lang="en-US" sz="2400" dirty="0">
                <a:latin typeface="DevLys 010" pitchFamily="2" charset="0"/>
              </a:rPr>
              <a:t> o </a:t>
            </a:r>
            <a:r>
              <a:rPr lang="en-US" sz="2400" dirty="0" err="1">
                <a:latin typeface="DevLys 010" pitchFamily="2" charset="0"/>
              </a:rPr>
              <a:t>ftad</a:t>
            </a:r>
            <a:r>
              <a:rPr lang="en-US" sz="2400" dirty="0">
                <a:latin typeface="DevLys 010" pitchFamily="2" charset="0"/>
              </a:rPr>
              <a:t> ds </a:t>
            </a:r>
            <a:r>
              <a:rPr lang="en-US" sz="2400" dirty="0" err="1">
                <a:latin typeface="DevLys 010" pitchFamily="2" charset="0"/>
              </a:rPr>
              <a:t>mRiknu</a:t>
            </a:r>
            <a:r>
              <a:rPr lang="en-US" sz="2400" dirty="0">
                <a:latin typeface="DevLys 010" pitchFamily="2" charset="0"/>
              </a:rPr>
              <a:t> </a:t>
            </a:r>
            <a:r>
              <a:rPr lang="en-US" sz="2400" dirty="0" err="1">
                <a:latin typeface="DevLys 010" pitchFamily="2" charset="0"/>
              </a:rPr>
              <a:t>esa</a:t>
            </a:r>
            <a:r>
              <a:rPr lang="en-US" sz="2400" dirty="0">
                <a:latin typeface="DevLys 010" pitchFamily="2" charset="0"/>
              </a:rPr>
              <a:t> vis{</a:t>
            </a:r>
            <a:r>
              <a:rPr lang="en-US" sz="2400" dirty="0" err="1">
                <a:latin typeface="DevLys 010" pitchFamily="2" charset="0"/>
              </a:rPr>
              <a:t>kkd`r</a:t>
            </a:r>
            <a:r>
              <a:rPr lang="en-US" sz="2400" dirty="0">
                <a:latin typeface="DevLys 010" pitchFamily="2" charset="0"/>
              </a:rPr>
              <a:t> de </a:t>
            </a:r>
            <a:r>
              <a:rPr lang="en-US" sz="2400" dirty="0" err="1">
                <a:latin typeface="DevLys 010" pitchFamily="2" charset="0"/>
              </a:rPr>
              <a:t>o`f</a:t>
            </a:r>
            <a:r>
              <a:rPr lang="en-US" sz="2400" dirty="0">
                <a:latin typeface="DevLys 010" pitchFamily="2" charset="0"/>
              </a:rPr>
              <a:t>)</a:t>
            </a:r>
          </a:p>
          <a:p>
            <a:pPr algn="just">
              <a:lnSpc>
                <a:spcPct val="250000"/>
              </a:lnSpc>
              <a:buFont typeface="Wingdings" panose="05000000000000000000" pitchFamily="2" charset="2"/>
              <a:buChar char="q"/>
            </a:pPr>
            <a:endParaRPr lang="en-US" sz="2400" b="1" dirty="0">
              <a:latin typeface="DevLys 01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3133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B0649-4B23-9D49-DC04-B0FD010C2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941917B1-6C4D-2094-5881-4CB4C3124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F78ADD-73C9-4183-AFDA-6039D928B4EE}" type="slidenum">
              <a:rPr kumimoji="0" lang="en-I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I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53053DE-B8E2-4B94-346A-36547AD61635}"/>
              </a:ext>
            </a:extLst>
          </p:cNvPr>
          <p:cNvGrpSpPr/>
          <p:nvPr/>
        </p:nvGrpSpPr>
        <p:grpSpPr>
          <a:xfrm>
            <a:off x="71421" y="859734"/>
            <a:ext cx="11982034" cy="5861699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793231C-D761-1AF7-9F8E-925ADC6BA20C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CEA95DB-65E2-2E3C-8911-E88ED1320C79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chemeClr val="bg1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L="0" marR="0" lvl="0" indent="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fr-FR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fr-FR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4AD9548-7E7C-38BF-98C3-F61E60550E75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1718737-44EA-D8EB-3D4E-8DF657C636C4}"/>
              </a:ext>
            </a:extLst>
          </p:cNvPr>
          <p:cNvSpPr txBox="1">
            <a:spLocks/>
          </p:cNvSpPr>
          <p:nvPr/>
        </p:nvSpPr>
        <p:spPr>
          <a:xfrm>
            <a:off x="0" y="100419"/>
            <a:ext cx="6665595" cy="5969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err="1">
                <a:latin typeface="DevLys 010" pitchFamily="2" charset="0"/>
              </a:rPr>
              <a:t>foRrh</a:t>
            </a:r>
            <a:r>
              <a:rPr lang="en-US" sz="3600" b="1">
                <a:latin typeface="DevLys 010" pitchFamily="2" charset="0"/>
              </a:rPr>
              <a:t>; </a:t>
            </a:r>
            <a:r>
              <a:rPr lang="en-US" sz="3600" b="1" err="1">
                <a:latin typeface="DevLys 010" pitchFamily="2" charset="0"/>
              </a:rPr>
              <a:t>o"kZ</a:t>
            </a:r>
            <a:r>
              <a:rPr lang="en-US" sz="3600" b="1">
                <a:latin typeface="DevLys 010" pitchFamily="2" charset="0"/>
              </a:rPr>
              <a:t> 2026&amp;27 % </a:t>
            </a:r>
            <a:r>
              <a:rPr lang="en-US" sz="3600" b="1" err="1">
                <a:latin typeface="DevLys 010" pitchFamily="2" charset="0"/>
              </a:rPr>
              <a:t>vk</a:t>
            </a:r>
            <a:r>
              <a:rPr lang="en-US" sz="3600" b="1">
                <a:latin typeface="DevLys 010" pitchFamily="2" charset="0"/>
              </a:rPr>
              <a:t>; y{; o </a:t>
            </a:r>
            <a:r>
              <a:rPr lang="en-US" sz="3600" b="1" err="1">
                <a:latin typeface="DevLys 010" pitchFamily="2" charset="0"/>
              </a:rPr>
              <a:t>izkfIr</a:t>
            </a:r>
            <a:endParaRPr lang="en-US" sz="3600" b="1">
              <a:latin typeface="Kruti Dev 010" pitchFamily="2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BFC3506-58B1-D8DB-D1F1-D6FAACF94B40}"/>
              </a:ext>
            </a:extLst>
          </p:cNvPr>
          <p:cNvSpPr txBox="1">
            <a:spLocks/>
          </p:cNvSpPr>
          <p:nvPr/>
        </p:nvSpPr>
        <p:spPr>
          <a:xfrm>
            <a:off x="453619" y="4020731"/>
            <a:ext cx="10930344" cy="24384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80000" indent="-342900" algn="just">
              <a:lnSpc>
                <a:spcPct val="17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vk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y{; % 14001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</a:t>
            </a:r>
          </a:p>
          <a:p>
            <a:pPr marL="180000" indent="-342900" algn="just">
              <a:lnSpc>
                <a:spcPct val="17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viszy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ekg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dk y{; % 840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+]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jktLo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izkfIr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% 545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 ¼295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 de½</a:t>
            </a:r>
          </a:p>
          <a:p>
            <a:pPr marL="180000" indent="-342900" algn="just">
              <a:lnSpc>
                <a:spcPct val="17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deh dk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dkj.k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% </a:t>
            </a:r>
          </a:p>
          <a:p>
            <a:pPr marL="720000" indent="-342900" algn="just">
              <a:lnSpc>
                <a:spcPct val="170000"/>
              </a:lnSpc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ekpZ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] 2025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vfxze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izkfIr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% 198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 </a:t>
            </a:r>
          </a:p>
          <a:p>
            <a:pPr marL="720000" indent="-342900" algn="just">
              <a:lnSpc>
                <a:spcPct val="170000"/>
              </a:lnSpc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vjkoyh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fgYl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jsat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20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ftyksa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uhykeh@vkoaVu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ij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jksd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</a:p>
          <a:p>
            <a:pPr marL="720000" indent="-342900" algn="just">
              <a:lnSpc>
                <a:spcPct val="170000"/>
              </a:lnSpc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cnyrs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oSf'od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ifjn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`'; ds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dkj.k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kfut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DokVZt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]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QSYlikj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o Dys ds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mRiknu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deh %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yxHkx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15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 dh deh</a:t>
            </a:r>
          </a:p>
          <a:p>
            <a:pPr marL="720000" indent="-342900" algn="just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fgUnqLrku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ftad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fy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-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gM+rky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mRiknu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izHkkfor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%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yxHkx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15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 dh deh</a:t>
            </a:r>
          </a:p>
        </p:txBody>
      </p:sp>
    </p:spTree>
    <p:extLst>
      <p:ext uri="{BB962C8B-B14F-4D97-AF65-F5344CB8AC3E}">
        <p14:creationId xmlns:p14="http://schemas.microsoft.com/office/powerpoint/2010/main" val="11399022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152BA-4F44-0719-F17B-6520D157D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C892AE21-48C3-5670-A987-EB2080BC1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F78ADD-73C9-4183-AFDA-6039D928B4EE}" type="slidenum">
              <a:rPr kumimoji="0" lang="en-I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I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78BD7F-CE92-EBC3-84D8-A37902C97C5F}"/>
              </a:ext>
            </a:extLst>
          </p:cNvPr>
          <p:cNvGrpSpPr/>
          <p:nvPr/>
        </p:nvGrpSpPr>
        <p:grpSpPr>
          <a:xfrm>
            <a:off x="71421" y="859734"/>
            <a:ext cx="11982034" cy="5861699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1CEA94B-E8BF-12B7-F6D6-AF133AD4385E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2327239-BA40-3C1D-161A-FAFD3AD10BB4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chemeClr val="bg1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L="0" marR="0" lvl="0" indent="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fr-FR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fr-FR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9BFF58A-0D3A-F666-5AFC-98FE5FB805B5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1940B4CD-7BB3-0596-F935-5695726108F1}"/>
              </a:ext>
            </a:extLst>
          </p:cNvPr>
          <p:cNvSpPr txBox="1">
            <a:spLocks/>
          </p:cNvSpPr>
          <p:nvPr/>
        </p:nvSpPr>
        <p:spPr>
          <a:xfrm>
            <a:off x="135429" y="100419"/>
            <a:ext cx="6665595" cy="5969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b="1" err="1">
                <a:latin typeface="DevLys 010" pitchFamily="2" charset="0"/>
              </a:rPr>
              <a:t>foRrh</a:t>
            </a:r>
            <a:r>
              <a:rPr lang="en-US" sz="3600" b="1">
                <a:latin typeface="DevLys 010" pitchFamily="2" charset="0"/>
              </a:rPr>
              <a:t>; </a:t>
            </a:r>
            <a:r>
              <a:rPr lang="en-US" sz="3600" b="1" err="1">
                <a:latin typeface="DevLys 010" pitchFamily="2" charset="0"/>
              </a:rPr>
              <a:t>o"kZ</a:t>
            </a:r>
            <a:r>
              <a:rPr lang="en-US" sz="3600" b="1">
                <a:latin typeface="DevLys 010" pitchFamily="2" charset="0"/>
              </a:rPr>
              <a:t> 2026&amp;27 % </a:t>
            </a:r>
            <a:r>
              <a:rPr lang="en-US" sz="3600" b="1" err="1">
                <a:latin typeface="DevLys 010" pitchFamily="2" charset="0"/>
              </a:rPr>
              <a:t>dk;Z</a:t>
            </a:r>
            <a:r>
              <a:rPr lang="en-US" sz="3600" b="1">
                <a:latin typeface="DevLys 010" pitchFamily="2" charset="0"/>
              </a:rPr>
              <a:t> ;</a:t>
            </a:r>
            <a:r>
              <a:rPr lang="en-US" sz="3600" b="1" err="1">
                <a:latin typeface="DevLys 010" pitchFamily="2" charset="0"/>
              </a:rPr>
              <a:t>kstuk</a:t>
            </a:r>
            <a:endParaRPr lang="en-US" sz="3600" b="1">
              <a:latin typeface="Kruti Dev 010" pitchFamily="2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05D2E3-F433-3B8D-D2CF-A013D7A598E9}"/>
              </a:ext>
            </a:extLst>
          </p:cNvPr>
          <p:cNvSpPr txBox="1">
            <a:spLocks/>
          </p:cNvSpPr>
          <p:nvPr/>
        </p:nvSpPr>
        <p:spPr>
          <a:xfrm>
            <a:off x="597266" y="2969258"/>
            <a:ext cx="10930344" cy="24384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80000" indent="-342900" algn="just">
              <a:lnSpc>
                <a:spcPct val="17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196508-4A06-A9BA-A0AF-07D203780D01}"/>
              </a:ext>
            </a:extLst>
          </p:cNvPr>
          <p:cNvSpPr txBox="1"/>
          <p:nvPr/>
        </p:nvSpPr>
        <p:spPr>
          <a:xfrm>
            <a:off x="515041" y="1144864"/>
            <a:ext cx="11161918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cM+s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laLFkkuksa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izkfIr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>
                <a:latin typeface="DevLys 010 " pitchFamily="2" charset="0"/>
              </a:rPr>
              <a:t>¼</a:t>
            </a:r>
            <a:r>
              <a:rPr lang="en-US">
                <a:latin typeface="Times New Roman" pitchFamily="18" charset="0"/>
                <a:cs typeface="Times New Roman" pitchFamily="18" charset="0"/>
              </a:rPr>
              <a:t>HZL 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o</a:t>
            </a:r>
            <a:r>
              <a:rPr lang="en-US">
                <a:latin typeface="DevLys 010 " pitchFamily="2" charset="0"/>
              </a:rPr>
              <a:t> </a:t>
            </a:r>
            <a:r>
              <a:rPr lang="en-US">
                <a:latin typeface="Times New Roman" pitchFamily="18" charset="0"/>
                <a:cs typeface="Times New Roman" pitchFamily="18" charset="0"/>
              </a:rPr>
              <a:t>RSMML</a:t>
            </a:r>
            <a:r>
              <a:rPr lang="en-US">
                <a:latin typeface="DevLys 010 " pitchFamily="2" charset="0"/>
              </a:rPr>
              <a:t>½ % 4850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lhesaV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dEiuht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% 1050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endParaRPr lang="en-US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>
                <a:latin typeface="Times New Roman" pitchFamily="18" charset="0"/>
                <a:cs typeface="Times New Roman" pitchFamily="18" charset="0"/>
              </a:rPr>
              <a:t>RCC/ERCC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Bsdksa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izkfIr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% 2700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>
                <a:latin typeface="DevLys 010 " pitchFamily="2" charset="0"/>
              </a:rPr>
              <a:t>+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/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o viz/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kfutksa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jkW;YVh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¼cM+s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laLFkku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]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lhesaV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dEiuht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o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Bsdksa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izkfIr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dks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NksM+dj½ % 900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endParaRPr lang="en-US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viÝaV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isesUV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¼iz/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[kfut</a:t>
            </a:r>
            <a:r>
              <a:rPr lang="en-US">
                <a:latin typeface="DevLys 010 " pitchFamily="2" charset="0"/>
              </a:rPr>
              <a:t>½ %</a:t>
            </a:r>
          </a:p>
          <a:p>
            <a:pPr marL="630237" indent="-285750" algn="just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iwoZ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uhyke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gks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pqds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CykWDl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% 200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 </a:t>
            </a:r>
          </a:p>
          <a:p>
            <a:pPr marL="630237" indent="-285750" algn="just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bl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foRrh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o"kZ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izLrkfor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uhykeh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% 100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endParaRPr lang="en-US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4488" indent="-344488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izhfe;e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jkf'k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¼viz/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[kfut½ %</a:t>
            </a:r>
          </a:p>
          <a:p>
            <a:pPr marL="630237" indent="-285750" algn="just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iwoZ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uhyke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gks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pqds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IykWV~l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% 250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 </a:t>
            </a:r>
          </a:p>
          <a:p>
            <a:pPr marL="630237" indent="-285750" algn="just"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bl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foRrh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o"kZ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izLrkfor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uhykeh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% 350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endParaRPr lang="en-US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4488" indent="-344488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fuEkkZ.k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foHkkxksa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% 250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</a:t>
            </a:r>
          </a:p>
          <a:p>
            <a:pPr marL="344488" indent="-344488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voS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/k [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kuu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dh '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kkfLr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% 200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</a:t>
            </a:r>
          </a:p>
          <a:p>
            <a:pPr marL="344488" indent="-344488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iqjkuh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cdk;k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% 100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</a:t>
            </a:r>
          </a:p>
          <a:p>
            <a:pPr marL="344488" indent="-344488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vjkoyh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fgYl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jsat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ekeyk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¼ek-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U;k;ky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fu.kZ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mijkUr½ % 2100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+</a:t>
            </a:r>
          </a:p>
          <a:p>
            <a:pPr marL="344488" indent="-344488" algn="just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cukl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unh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ctjh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kuu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iV~Vksa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dk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ekeyk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¼ek-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U;k;ky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fu.kZ</a:t>
            </a:r>
            <a:r>
              <a:rPr lang="en-US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mijkUr½ % 500 </a:t>
            </a:r>
            <a:r>
              <a:rPr lang="en-US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djksM</a:t>
            </a:r>
            <a:endParaRPr lang="en-US">
              <a:latin typeface="DevLys 010 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1003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23E4B-0B70-726A-5C06-B12D19A89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6C19412F-473F-9981-61FD-350E6E427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F78ADD-73C9-4183-AFDA-6039D928B4EE}" type="slidenum">
              <a:rPr kumimoji="0" lang="en-I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I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C624170-B2A0-B104-ABF7-D53974B65F37}"/>
              </a:ext>
            </a:extLst>
          </p:cNvPr>
          <p:cNvGrpSpPr/>
          <p:nvPr/>
        </p:nvGrpSpPr>
        <p:grpSpPr>
          <a:xfrm>
            <a:off x="71421" y="859734"/>
            <a:ext cx="11982034" cy="5861699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1647A6E-E352-3878-5F6A-4C672C34DA70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B83A5E6-02A6-9A30-A542-10A005528851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chemeClr val="bg1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L="0" marR="0" lvl="0" indent="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fr-FR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fr-FR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BA30D4E-4C92-38B2-4B4A-4B38C5B5FE74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DF6EF24-363F-8480-5511-024AAF848252}"/>
              </a:ext>
            </a:extLst>
          </p:cNvPr>
          <p:cNvSpPr txBox="1">
            <a:spLocks/>
          </p:cNvSpPr>
          <p:nvPr/>
        </p:nvSpPr>
        <p:spPr>
          <a:xfrm>
            <a:off x="135429" y="100419"/>
            <a:ext cx="6665595" cy="5969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b="1" err="1">
                <a:latin typeface="DevLys 010 " pitchFamily="2" charset="0"/>
              </a:rPr>
              <a:t>fo'ks"k</a:t>
            </a:r>
            <a:r>
              <a:rPr lang="en-US" sz="3600" b="1">
                <a:latin typeface="DevLys 010 " pitchFamily="2" charset="0"/>
              </a:rPr>
              <a:t> </a:t>
            </a:r>
            <a:r>
              <a:rPr lang="en-US" sz="3600" b="1" err="1">
                <a:latin typeface="DevLys 010 " pitchFamily="2" charset="0"/>
              </a:rPr>
              <a:t>iz;kl</a:t>
            </a:r>
            <a:r>
              <a:rPr lang="en-US" sz="3600" b="1">
                <a:latin typeface="DevLys 010 " pitchFamily="2" charset="0"/>
              </a:rPr>
              <a:t> </a:t>
            </a:r>
            <a:endParaRPr lang="en-US" sz="3600" b="1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46A4F69-D90C-BA68-8D90-093E9A0342B2}"/>
              </a:ext>
            </a:extLst>
          </p:cNvPr>
          <p:cNvSpPr txBox="1">
            <a:spLocks/>
          </p:cNvSpPr>
          <p:nvPr/>
        </p:nvSpPr>
        <p:spPr>
          <a:xfrm>
            <a:off x="597266" y="2969258"/>
            <a:ext cx="10930344" cy="24384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80000" indent="-342900" algn="just">
              <a:lnSpc>
                <a:spcPct val="17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3068AD-4811-17CB-8D2E-3EA563578799}"/>
              </a:ext>
            </a:extLst>
          </p:cNvPr>
          <p:cNvSpPr txBox="1"/>
          <p:nvPr/>
        </p:nvSpPr>
        <p:spPr>
          <a:xfrm>
            <a:off x="504966" y="1290017"/>
            <a:ext cx="11161918" cy="4939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20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vjkoyh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ftyksa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dks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NksM+dj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'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ks"k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ftyksa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vfèkdre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CykWDl@IykWV~l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dk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fpUghdj.k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o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uhykeh</a:t>
            </a:r>
            <a:endParaRPr lang="en-US" sz="2400" dirty="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2900" indent="-342900" algn="just">
              <a:lnSpc>
                <a:spcPct val="20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vjkoyh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ekeys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ek-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loksZPp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U;k;ky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ds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vkns'k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fnukad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29-12-2025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la'kks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/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ç;klA</a:t>
            </a:r>
            <a:endParaRPr lang="en-US" sz="2400" dirty="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2900" indent="-342900" algn="just">
              <a:lnSpc>
                <a:spcPct val="20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4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ftyksa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ctjh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kuu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laca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/k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ek-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U;k;ky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fopkjk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/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khu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izdj.k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fuLrkj.k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ç;klA</a:t>
            </a:r>
            <a:endParaRPr lang="en-US" sz="2400" dirty="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2900" indent="-342900" algn="just">
              <a:lnSpc>
                <a:spcPct val="20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izHkkoh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>
                <a:latin typeface="Times New Roman" pitchFamily="18" charset="0"/>
                <a:ea typeface="Calibri" panose="020F0502020204030204" pitchFamily="34" charset="0"/>
                <a:cs typeface="Times New Roman" pitchFamily="18" charset="0"/>
              </a:rPr>
              <a:t>non-operational 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[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kkuksa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[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kfut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mRiknu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izkjEHk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djus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ç;klA</a:t>
            </a:r>
            <a:endParaRPr lang="en-US" sz="2400" dirty="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2900" indent="-342900" algn="just">
              <a:lnSpc>
                <a:spcPct val="20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uhyke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fd;s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x;s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CykWDl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</a:t>
            </a:r>
            <a:r>
              <a:rPr lang="en-US" sz="2400" dirty="0">
                <a:latin typeface="Times New Roman" pitchFamily="18" charset="0"/>
                <a:ea typeface="Calibri" panose="020F0502020204030204" pitchFamily="34" charset="0"/>
                <a:cs typeface="Times New Roman" pitchFamily="18" charset="0"/>
              </a:rPr>
              <a:t>early operationalization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gsrq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xfBr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>
                <a:latin typeface="Times New Roman" pitchFamily="18" charset="0"/>
                <a:ea typeface="Calibri" panose="020F0502020204030204" pitchFamily="34" charset="0"/>
                <a:cs typeface="Times New Roman" pitchFamily="18" charset="0"/>
              </a:rPr>
              <a:t>Post Auction Cell 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dk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lqn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`&lt;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hdj.kA</a:t>
            </a:r>
            <a:endParaRPr lang="en-US" sz="2400" dirty="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285750" indent="-285750" algn="just">
              <a:lnSpc>
                <a:spcPct val="20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US" sz="2400" dirty="0">
              <a:latin typeface="DevLys 010 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67949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8B97F-BEF9-4D1F-4A72-2107B5084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D1A57AC5-68B6-F3CC-60D9-ADC0AC83B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F78ADD-73C9-4183-AFDA-6039D928B4EE}" type="slidenum">
              <a:rPr kumimoji="0" lang="en-I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I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A4843A8-47FF-02D9-F92D-97CF2044EF26}"/>
              </a:ext>
            </a:extLst>
          </p:cNvPr>
          <p:cNvGrpSpPr/>
          <p:nvPr/>
        </p:nvGrpSpPr>
        <p:grpSpPr>
          <a:xfrm>
            <a:off x="71421" y="859734"/>
            <a:ext cx="11982034" cy="5861699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113F3D9-002D-E356-46B2-D56A2241A44A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63D7119-6F7D-0A9B-D1D3-6DE82905A439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chemeClr val="bg1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L="0" marR="0" lvl="0" indent="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fr-FR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fr-FR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A0D3201-0711-C48D-3E65-24619F90D4E9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5D11BBB3-BAD9-058E-C5F9-5F951082162C}"/>
              </a:ext>
            </a:extLst>
          </p:cNvPr>
          <p:cNvSpPr txBox="1">
            <a:spLocks/>
          </p:cNvSpPr>
          <p:nvPr/>
        </p:nvSpPr>
        <p:spPr>
          <a:xfrm>
            <a:off x="135429" y="100419"/>
            <a:ext cx="6665595" cy="5969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b="1" err="1">
                <a:latin typeface="DevLys 010 " pitchFamily="2" charset="0"/>
              </a:rPr>
              <a:t>psyastst</a:t>
            </a:r>
            <a:endParaRPr lang="en-US" sz="3600" b="1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F86CD2A-D8BA-B382-AB99-76172EF32BC3}"/>
              </a:ext>
            </a:extLst>
          </p:cNvPr>
          <p:cNvSpPr txBox="1">
            <a:spLocks/>
          </p:cNvSpPr>
          <p:nvPr/>
        </p:nvSpPr>
        <p:spPr>
          <a:xfrm>
            <a:off x="597266" y="2969258"/>
            <a:ext cx="10930344" cy="24384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80000" indent="-342900" algn="just">
              <a:lnSpc>
                <a:spcPct val="17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3BC5CD-8EE6-532A-CFEC-1D65E6FAE510}"/>
              </a:ext>
            </a:extLst>
          </p:cNvPr>
          <p:cNvSpPr txBox="1"/>
          <p:nvPr/>
        </p:nvSpPr>
        <p:spPr>
          <a:xfrm>
            <a:off x="515041" y="1196667"/>
            <a:ext cx="11161918" cy="4939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20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vjkoyh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fgYl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jsat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20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ftyksa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ek-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mPpre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U;k;ky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}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kjk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kuu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iV~Vksa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vkoaVu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ij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jksd</a:t>
            </a:r>
            <a:endParaRPr lang="en-US" sz="2400" dirty="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2900" indent="-342900" algn="just">
              <a:lnSpc>
                <a:spcPct val="20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cukl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unh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4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ftyksa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93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vkoafVr@uhyke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fd;s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x;s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IykWV~l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dk ek-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mPp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U;k;ky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}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kjk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fujLrhdj.kA</a:t>
            </a:r>
            <a:endParaRPr lang="en-US" sz="2400" dirty="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2900" indent="-342900" algn="just">
              <a:lnSpc>
                <a:spcPct val="20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400" dirty="0">
                <a:latin typeface="Times New Roman" pitchFamily="18" charset="0"/>
                <a:ea typeface="Calibri" panose="020F0502020204030204" pitchFamily="34" charset="0"/>
                <a:cs typeface="Times New Roman" pitchFamily="18" charset="0"/>
              </a:rPr>
              <a:t>EC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tkjh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gksus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jkT;ksa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dh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rqyuk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vis{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kkd`r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vf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/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kd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le;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yxuk</a:t>
            </a:r>
            <a:endParaRPr lang="en-US" sz="2400" dirty="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2900" indent="-342900" algn="just">
              <a:lnSpc>
                <a:spcPct val="20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[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kfut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ykbZeLVksu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viz/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/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kfut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gksus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ls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jkW;YVh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:- 175@&amp; ds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LFkku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80@&amp;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izfrVu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gksuk</a:t>
            </a:r>
            <a:endParaRPr lang="en-US" sz="2400" dirty="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2900" indent="-342900" algn="just">
              <a:lnSpc>
                <a:spcPct val="20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fodkl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izkf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/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kdj.k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ds {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ks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=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IykWV~l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dh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uhykeh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ijUrq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fudk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; }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kjk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,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uvkslh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nsus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vkukdkuh@nsjh</a:t>
            </a:r>
            <a:endParaRPr lang="en-US" sz="2400" dirty="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342900" indent="-342900">
              <a:lnSpc>
                <a:spcPct val="20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Hkkjr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ljdkj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}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kjk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flrEcj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] 2017 ls [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kfut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ykbZeLVksu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dh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jkW;YVh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njksa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o``f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)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ugha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dh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xbZA</a:t>
            </a:r>
            <a:endParaRPr lang="en-US" sz="2400" dirty="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8483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5971B-0946-E6B3-2CB5-9216F3639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EF5C5C0F-FF32-95FE-35CB-F945703D9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F78ADD-73C9-4183-AFDA-6039D928B4EE}" type="slidenum">
              <a:rPr kumimoji="0" lang="en-I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I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A667B4A-62E8-5243-34E2-EF10D1E099EF}"/>
              </a:ext>
            </a:extLst>
          </p:cNvPr>
          <p:cNvGrpSpPr/>
          <p:nvPr/>
        </p:nvGrpSpPr>
        <p:grpSpPr>
          <a:xfrm>
            <a:off x="71421" y="859734"/>
            <a:ext cx="11982034" cy="5861699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D5F9914-9141-D059-DB6D-1B02202E41FB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F08803C-44A6-B3C2-50FE-128E941C44FB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chemeClr val="bg1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L="0" marR="0" lvl="0" indent="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fr-FR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fr-FR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  <a:p>
              <a:pPr marL="342900" marR="0" lvl="0" indent="-342900" algn="l" defTabSz="914400" rtl="0" eaLnBrk="1" fontAlgn="base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q"/>
                <a:tabLst/>
                <a:defRPr/>
              </a:pPr>
              <a:endParaRPr kumimoji="0" lang="en-IN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vLys 010" pitchFamily="2" charset="0"/>
                <a:ea typeface="+mn-ea"/>
                <a:cs typeface="+mn-cs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89ACBFC-0A09-6068-0979-2BC6EDABF043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B9DCB797-CD1D-8A91-197B-3D25591D4052}"/>
              </a:ext>
            </a:extLst>
          </p:cNvPr>
          <p:cNvSpPr txBox="1">
            <a:spLocks/>
          </p:cNvSpPr>
          <p:nvPr/>
        </p:nvSpPr>
        <p:spPr>
          <a:xfrm>
            <a:off x="135429" y="100419"/>
            <a:ext cx="8505334" cy="5969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b="1">
                <a:latin typeface="DevLys 010 " pitchFamily="2" charset="0"/>
              </a:rPr>
              <a:t>[</a:t>
            </a:r>
            <a:r>
              <a:rPr lang="en-US" sz="3600" b="1" err="1">
                <a:latin typeface="DevLys 010 " pitchFamily="2" charset="0"/>
              </a:rPr>
              <a:t>kfut</a:t>
            </a:r>
            <a:r>
              <a:rPr lang="en-US" sz="3600" b="1">
                <a:latin typeface="DevLys 010 " pitchFamily="2" charset="0"/>
              </a:rPr>
              <a:t> </a:t>
            </a:r>
            <a:r>
              <a:rPr lang="en-US" sz="3600" b="1" err="1">
                <a:latin typeface="DevLys 010 " pitchFamily="2" charset="0"/>
              </a:rPr>
              <a:t>CykWDl@IykWV~l</a:t>
            </a:r>
            <a:r>
              <a:rPr lang="en-US" sz="3600" b="1"/>
              <a:t> </a:t>
            </a:r>
            <a:r>
              <a:rPr lang="en-US" sz="3600" b="1">
                <a:latin typeface="DevLys 010 " pitchFamily="2" charset="0"/>
              </a:rPr>
              <a:t> dh </a:t>
            </a:r>
            <a:r>
              <a:rPr lang="en-US" sz="3600" b="1" err="1">
                <a:latin typeface="DevLys 010 " pitchFamily="2" charset="0"/>
              </a:rPr>
              <a:t>izLrkfor</a:t>
            </a:r>
            <a:r>
              <a:rPr lang="en-US" sz="3600" b="1">
                <a:latin typeface="DevLys 010 " pitchFamily="2" charset="0"/>
              </a:rPr>
              <a:t> </a:t>
            </a:r>
            <a:r>
              <a:rPr lang="en-US" sz="3600" b="1" err="1">
                <a:latin typeface="DevLys 010 " pitchFamily="2" charset="0"/>
              </a:rPr>
              <a:t>uhykeh</a:t>
            </a:r>
            <a:r>
              <a:rPr lang="en-US" sz="3600" b="1">
                <a:latin typeface="DevLys 010 " pitchFamily="2" charset="0"/>
              </a:rPr>
              <a:t> 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1480E-68D1-F303-86C6-41C045FB970F}"/>
              </a:ext>
            </a:extLst>
          </p:cNvPr>
          <p:cNvSpPr txBox="1">
            <a:spLocks/>
          </p:cNvSpPr>
          <p:nvPr/>
        </p:nvSpPr>
        <p:spPr>
          <a:xfrm>
            <a:off x="597266" y="2969258"/>
            <a:ext cx="10930344" cy="24384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80000" indent="-342900" algn="just">
              <a:lnSpc>
                <a:spcPct val="170000"/>
              </a:lnSpc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US" sz="200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0A4981-2A7A-EB48-8705-C89346967306}"/>
              </a:ext>
            </a:extLst>
          </p:cNvPr>
          <p:cNvSpPr txBox="1"/>
          <p:nvPr/>
        </p:nvSpPr>
        <p:spPr>
          <a:xfrm>
            <a:off x="515041" y="1196667"/>
            <a:ext cx="11161918" cy="51912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/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kfut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%</a:t>
            </a:r>
          </a:p>
          <a:p>
            <a:pPr marL="1139825" indent="-403225" algn="just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v"/>
            </a:pP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------------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CykWDl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¼xksYM------]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dkWij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-----------------]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ykbZeLVksu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-----]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vk;ju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vksj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------½</a:t>
            </a:r>
          </a:p>
          <a:p>
            <a:pPr marL="342900" indent="-342900" algn="just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viz/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kfut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%</a:t>
            </a:r>
          </a:p>
          <a:p>
            <a:pPr marL="1081088" indent="-403225" algn="just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v"/>
            </a:pP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------------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IykWV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~~l ¼ekcZy------]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xszukbZV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-----------------]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ls.MLVksu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-----]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eslujhLVksu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-----½</a:t>
            </a:r>
          </a:p>
          <a:p>
            <a:pPr marL="1081088" indent="-403225" algn="just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v"/>
            </a:pP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------------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IykWV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~~l ¼ctjh----------½</a:t>
            </a:r>
          </a:p>
          <a:p>
            <a:pPr marL="342900" indent="-342900" algn="just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izh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&amp;,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EcsMsM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CykWDl@IykWV~l</a:t>
            </a:r>
            <a:endParaRPr lang="en-US" sz="2400" dirty="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1081088" indent="-403225" algn="just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v"/>
            </a:pP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iz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/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kfut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% ------------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CykWDl</a:t>
            </a:r>
            <a:endParaRPr lang="en-US" sz="2400" dirty="0">
              <a:latin typeface="DevLys 010" pitchFamily="2" charset="0"/>
              <a:ea typeface="Calibri" panose="020F0502020204030204" pitchFamily="34" charset="0"/>
              <a:cs typeface="Mangal" panose="02040503050203030202" pitchFamily="18" charset="0"/>
            </a:endParaRPr>
          </a:p>
          <a:p>
            <a:pPr marL="1081088" indent="-403225" algn="just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v"/>
            </a:pP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viz/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kku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[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kfut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 % ------------ </a:t>
            </a:r>
            <a:r>
              <a:rPr lang="en-US" sz="2400" dirty="0" err="1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IykWV</a:t>
            </a:r>
            <a:r>
              <a:rPr lang="en-US" sz="2400" dirty="0">
                <a:latin typeface="DevLys 010" pitchFamily="2" charset="0"/>
                <a:ea typeface="Calibri" panose="020F0502020204030204" pitchFamily="34" charset="0"/>
                <a:cs typeface="Mangal" panose="02040503050203030202" pitchFamily="18" charset="0"/>
              </a:rPr>
              <a:t>~~l</a:t>
            </a:r>
          </a:p>
        </p:txBody>
      </p:sp>
    </p:spTree>
    <p:extLst>
      <p:ext uri="{BB962C8B-B14F-4D97-AF65-F5344CB8AC3E}">
        <p14:creationId xmlns:p14="http://schemas.microsoft.com/office/powerpoint/2010/main" val="14371367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910B3-8A1D-E7A5-4DA3-6F58B1ABD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B56EF043-417F-F79C-4148-7DC1EF9D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C3F78ADD-73C9-4183-AFDA-6039D928B4EE}" type="slidenum">
              <a:rPr lang="en-IN" altLang="en-US" smtClean="0"/>
              <a:pPr>
                <a:defRPr/>
              </a:pPr>
              <a:t>12</a:t>
            </a:fld>
            <a:endParaRPr lang="en-IN" alt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2C43071-B54A-615C-D561-597125571A8F}"/>
              </a:ext>
            </a:extLst>
          </p:cNvPr>
          <p:cNvGrpSpPr/>
          <p:nvPr/>
        </p:nvGrpSpPr>
        <p:grpSpPr>
          <a:xfrm>
            <a:off x="71421" y="865477"/>
            <a:ext cx="11982034" cy="5861699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11BC7D1-3D11-A8C9-2B38-F38C123C9191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B984097-2528-B7A2-2333-6A71610EDCF1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rgbClr val="FFFFFF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L="342900" lvl="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en-IN" sz="2200">
                <a:latin typeface="DevLys 010" pitchFamily="2" charset="0"/>
              </a:endParaRPr>
            </a:p>
            <a:p>
              <a:pPr lvl="0" fontAlgn="base">
                <a:lnSpc>
                  <a:spcPct val="150000"/>
                </a:lnSpc>
                <a:spcAft>
                  <a:spcPts val="600"/>
                </a:spcAft>
              </a:pPr>
              <a:endParaRPr lang="en-IN" sz="2200">
                <a:latin typeface="DevLys 010" pitchFamily="2" charset="0"/>
              </a:endParaRPr>
            </a:p>
            <a:p>
              <a:pPr marL="34290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fr-FR" sz="2200">
                <a:latin typeface="DevLys 010" pitchFamily="2" charset="0"/>
              </a:endParaRPr>
            </a:p>
            <a:p>
              <a:pPr marL="34290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fr-FR" sz="2200">
                <a:latin typeface="DevLys 010" pitchFamily="2" charset="0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B0D7AB-BCC9-BD38-1746-EF1B9450E798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99DFA7C5-9406-8C2A-56CF-7FEF421409B0}"/>
              </a:ext>
            </a:extLst>
          </p:cNvPr>
          <p:cNvSpPr/>
          <p:nvPr/>
        </p:nvSpPr>
        <p:spPr>
          <a:xfrm>
            <a:off x="474024" y="1149536"/>
            <a:ext cx="5148000" cy="720000"/>
          </a:xfrm>
          <a:prstGeom prst="rect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</p:spPr>
        <p:txBody>
          <a:bodyPr lIns="18288" tIns="320040" rIns="18288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endParaRPr lang="en-US" sz="2400" b="1" kern="0">
              <a:solidFill>
                <a:sysClr val="windowText" lastClr="000000"/>
              </a:solidFill>
              <a:latin typeface="DevLys 010" pitchFamily="2" charset="0"/>
              <a:cs typeface="Times New Roman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F0A422-D281-F3FE-B27D-E7F1C8159E2E}"/>
              </a:ext>
            </a:extLst>
          </p:cNvPr>
          <p:cNvSpPr/>
          <p:nvPr/>
        </p:nvSpPr>
        <p:spPr>
          <a:xfrm>
            <a:off x="71421" y="65397"/>
            <a:ext cx="647485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ts val="840"/>
              </a:spcBef>
              <a:spcAft>
                <a:spcPts val="840"/>
              </a:spcAft>
            </a:pPr>
            <a:r>
              <a:rPr lang="en-US" altLang="en-US" sz="3200" b="1" err="1">
                <a:latin typeface="DevLys 010" pitchFamily="2" charset="0"/>
              </a:rPr>
              <a:t>voS</a:t>
            </a:r>
            <a:r>
              <a:rPr lang="en-US" altLang="en-US" sz="3200" b="1">
                <a:latin typeface="DevLys 010" pitchFamily="2" charset="0"/>
              </a:rPr>
              <a:t>/k [</a:t>
            </a:r>
            <a:r>
              <a:rPr lang="en-US" altLang="en-US" sz="3200" b="1" err="1">
                <a:latin typeface="DevLys 010" pitchFamily="2" charset="0"/>
              </a:rPr>
              <a:t>kuu</a:t>
            </a:r>
            <a:r>
              <a:rPr lang="en-US" altLang="en-US" sz="3200" b="1">
                <a:latin typeface="DevLys 010" pitchFamily="2" charset="0"/>
              </a:rPr>
              <a:t> </a:t>
            </a:r>
            <a:r>
              <a:rPr lang="en-US" altLang="en-US" sz="3200" b="1" err="1">
                <a:latin typeface="DevLys 010" pitchFamily="2" charset="0"/>
              </a:rPr>
              <a:t>laHkkfor</a:t>
            </a:r>
            <a:r>
              <a:rPr lang="en-US" altLang="en-US" sz="3200" b="1">
                <a:latin typeface="DevLys 010" pitchFamily="2" charset="0"/>
              </a:rPr>
              <a:t> [</a:t>
            </a:r>
            <a:r>
              <a:rPr lang="en-US" altLang="en-US" sz="3200" b="1" err="1">
                <a:latin typeface="DevLys 010" pitchFamily="2" charset="0"/>
              </a:rPr>
              <a:t>kfut</a:t>
            </a:r>
            <a:r>
              <a:rPr lang="en-US" altLang="en-US" sz="3200" b="1">
                <a:latin typeface="DevLys 010" pitchFamily="2" charset="0"/>
              </a:rPr>
              <a:t> ,</a:t>
            </a:r>
            <a:r>
              <a:rPr lang="en-US" altLang="en-US" sz="3200" b="1" err="1">
                <a:latin typeface="DevLys 010" pitchFamily="2" charset="0"/>
              </a:rPr>
              <a:t>oa</a:t>
            </a:r>
            <a:r>
              <a:rPr lang="en-US" altLang="en-US" sz="3200" b="1">
                <a:latin typeface="DevLys 010" pitchFamily="2" charset="0"/>
              </a:rPr>
              <a:t> </a:t>
            </a:r>
            <a:r>
              <a:rPr lang="en-US" altLang="en-US" sz="3200" b="1" err="1">
                <a:latin typeface="DevLys 010" pitchFamily="2" charset="0"/>
              </a:rPr>
              <a:t>laosnu'khy</a:t>
            </a:r>
            <a:r>
              <a:rPr lang="en-US" altLang="en-US" sz="3200" b="1">
                <a:latin typeface="DevLys 010" pitchFamily="2" charset="0"/>
              </a:rPr>
              <a:t> {</a:t>
            </a:r>
            <a:r>
              <a:rPr lang="en-US" altLang="en-US" sz="3200" b="1" err="1">
                <a:latin typeface="DevLys 010" pitchFamily="2" charset="0"/>
              </a:rPr>
              <a:t>ks</a:t>
            </a:r>
            <a:r>
              <a:rPr lang="en-US" altLang="en-US" sz="3200" b="1">
                <a:latin typeface="DevLys 010" pitchFamily="2" charset="0"/>
              </a:rPr>
              <a:t>=</a:t>
            </a:r>
            <a:endParaRPr lang="en-US" altLang="en-US" sz="3200" b="1">
              <a:solidFill>
                <a:schemeClr val="tx2"/>
              </a:solidFill>
              <a:latin typeface="DevLys 010" pitchFamily="2" charset="0"/>
            </a:endParaRPr>
          </a:p>
        </p:txBody>
      </p:sp>
      <p:graphicFrame>
        <p:nvGraphicFramePr>
          <p:cNvPr id="2" name="Content Placeholder 4">
            <a:extLst>
              <a:ext uri="{FF2B5EF4-FFF2-40B4-BE49-F238E27FC236}">
                <a16:creationId xmlns:a16="http://schemas.microsoft.com/office/drawing/2014/main" id="{69A5D2A3-4A47-2108-BC32-D7E192C6AAD9}"/>
              </a:ext>
            </a:extLst>
          </p:cNvPr>
          <p:cNvGraphicFramePr>
            <a:graphicFrameLocks/>
          </p:cNvGraphicFramePr>
          <p:nvPr/>
        </p:nvGraphicFramePr>
        <p:xfrm>
          <a:off x="385598" y="1124828"/>
          <a:ext cx="11411115" cy="5245165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69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2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89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4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dz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-l-</a:t>
                      </a:r>
                      <a:endParaRPr lang="en-IN" sz="2000">
                        <a:solidFill>
                          <a:schemeClr val="bg1"/>
                        </a:solidFill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[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kfut</a:t>
                      </a:r>
                      <a:endParaRPr lang="en-IN" sz="2000">
                        <a:solidFill>
                          <a:schemeClr val="bg1"/>
                        </a:solidFill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izHkkfor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ftyk</a:t>
                      </a:r>
                      <a:endParaRPr lang="en-IN" sz="2000">
                        <a:solidFill>
                          <a:schemeClr val="bg1"/>
                        </a:solidFill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50036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1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ctjh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HkhyokM+k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Vksad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lokbZek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/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kksiqj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jktlean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fprkSM+x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&lt;+]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djkSyh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/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kkSyiqj</a:t>
                      </a:r>
                      <a:endParaRPr lang="en-IN" sz="2000">
                        <a:effectLst/>
                        <a:latin typeface="DevLys 010" pitchFamily="2" charset="0"/>
                      </a:endParaRPr>
                    </a:p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tks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/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kiqj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ikyh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tSrkj.k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ckM+esj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fljksgh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ckyksrjk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tkykSj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ukxkSj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4906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2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eslujh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LVksu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Hkjriqj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vyoj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uhedkFkkuk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&gt;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qU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&gt;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quw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dksViqryh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t;iqj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dksVk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4681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3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DokVZt&amp;QsYlikj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HkhyokM+k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C;koj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jktlean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Mqaxjiqj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Vksad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IN" sz="2000" baseline="0" err="1">
                          <a:effectLst/>
                          <a:latin typeface="DevLys 010" pitchFamily="2" charset="0"/>
                        </a:rPr>
                        <a:t>mn;iqj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4681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4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ykbZe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LVksu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ukxkSj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baseline="0" err="1">
                          <a:effectLst/>
                          <a:latin typeface="DevLys 010" pitchFamily="2" charset="0"/>
                        </a:rPr>
                        <a:t>tks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/</a:t>
                      </a:r>
                      <a:r>
                        <a:rPr lang="en-IN" sz="2000" baseline="0" err="1">
                          <a:effectLst/>
                          <a:latin typeface="DevLys 010" pitchFamily="2" charset="0"/>
                        </a:rPr>
                        <a:t>kiqj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baseline="0" err="1">
                          <a:effectLst/>
                          <a:latin typeface="DevLys 010" pitchFamily="2" charset="0"/>
                        </a:rPr>
                        <a:t>tSrkj.k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4681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5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ls.MLVksu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/</a:t>
                      </a:r>
                      <a:r>
                        <a:rPr lang="en-IN" sz="2000" baseline="0" err="1">
                          <a:effectLst/>
                          <a:latin typeface="DevLys 010" pitchFamily="2" charset="0"/>
                        </a:rPr>
                        <a:t>kkSyiqj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baseline="0" err="1">
                          <a:effectLst/>
                          <a:latin typeface="DevLys 010" pitchFamily="2" charset="0"/>
                        </a:rPr>
                        <a:t>Hkjriqj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djksyh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IN" sz="2000" baseline="0" err="1">
                          <a:effectLst/>
                          <a:latin typeface="DevLys 010" pitchFamily="2" charset="0"/>
                        </a:rPr>
                        <a:t>HkhyokM+k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baseline="0" err="1">
                          <a:effectLst/>
                          <a:latin typeface="DevLys 010" pitchFamily="2" charset="0"/>
                        </a:rPr>
                        <a:t>cqUnh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baseline="0" err="1">
                          <a:effectLst/>
                          <a:latin typeface="DevLys 010" pitchFamily="2" charset="0"/>
                        </a:rPr>
                        <a:t>tks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/</a:t>
                      </a:r>
                      <a:r>
                        <a:rPr lang="en-IN" sz="2000" baseline="0" err="1">
                          <a:effectLst/>
                          <a:latin typeface="DevLys 010" pitchFamily="2" charset="0"/>
                        </a:rPr>
                        <a:t>kiqj</a:t>
                      </a:r>
                      <a:r>
                        <a:rPr lang="en-IN" sz="2000" baseline="0">
                          <a:effectLst/>
                          <a:latin typeface="DevLys 010" pitchFamily="2" charset="0"/>
                        </a:rPr>
                        <a:t>]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24681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6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ftIle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just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chdkusj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Jhxaxkuxj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] </a:t>
                      </a:r>
                      <a:r>
                        <a:rPr lang="en-IN" sz="2000" err="1">
                          <a:effectLst/>
                          <a:latin typeface="DevLys 010" pitchFamily="2" charset="0"/>
                        </a:rPr>
                        <a:t>guqekux</a:t>
                      </a:r>
                      <a:r>
                        <a:rPr lang="en-IN" sz="2000">
                          <a:effectLst/>
                          <a:latin typeface="DevLys 010" pitchFamily="2" charset="0"/>
                        </a:rPr>
                        <a:t>&lt;+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0453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074FB-491C-9EB0-BEDA-70FD823E3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E3D5A71B-C0D6-6524-9843-E5C4FBDB3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C3F78ADD-73C9-4183-AFDA-6039D928B4EE}" type="slidenum">
              <a:rPr lang="en-IN" altLang="en-US" smtClean="0"/>
              <a:pPr>
                <a:defRPr/>
              </a:pPr>
              <a:t>13</a:t>
            </a:fld>
            <a:endParaRPr lang="en-IN" alt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44067E3-60B0-7686-5B41-592C7F73983A}"/>
              </a:ext>
            </a:extLst>
          </p:cNvPr>
          <p:cNvGrpSpPr/>
          <p:nvPr/>
        </p:nvGrpSpPr>
        <p:grpSpPr>
          <a:xfrm>
            <a:off x="71421" y="865477"/>
            <a:ext cx="11982034" cy="5861699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C0D1C56-47F3-24BC-7170-5A94CC715371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92847C-C871-2D02-CD24-E65C2F24289C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rgbClr val="FFFFFF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L="342900" lvl="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en-IN" sz="2200">
                <a:latin typeface="DevLys 010" pitchFamily="2" charset="0"/>
              </a:endParaRPr>
            </a:p>
            <a:p>
              <a:pPr lvl="0" fontAlgn="base">
                <a:lnSpc>
                  <a:spcPct val="150000"/>
                </a:lnSpc>
                <a:spcAft>
                  <a:spcPts val="600"/>
                </a:spcAft>
              </a:pPr>
              <a:endParaRPr lang="en-IN" sz="2200">
                <a:latin typeface="DevLys 010" pitchFamily="2" charset="0"/>
              </a:endParaRPr>
            </a:p>
            <a:p>
              <a:pPr marL="34290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fr-FR" sz="2200">
                <a:latin typeface="DevLys 010" pitchFamily="2" charset="0"/>
              </a:endParaRPr>
            </a:p>
            <a:p>
              <a:pPr marL="34290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fr-FR" sz="2200">
                <a:latin typeface="DevLys 010" pitchFamily="2" charset="0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C2AF99-B79B-1FD3-8F8A-127BE7D68DE5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CA00EEB-6519-58B2-A229-C002B1705B75}"/>
              </a:ext>
            </a:extLst>
          </p:cNvPr>
          <p:cNvSpPr/>
          <p:nvPr/>
        </p:nvSpPr>
        <p:spPr>
          <a:xfrm>
            <a:off x="474024" y="1149536"/>
            <a:ext cx="5148000" cy="720000"/>
          </a:xfrm>
          <a:prstGeom prst="rect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</p:spPr>
        <p:txBody>
          <a:bodyPr lIns="18288" tIns="320040" rIns="18288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endParaRPr lang="en-US" sz="2400" b="1" kern="0">
              <a:solidFill>
                <a:sysClr val="windowText" lastClr="000000"/>
              </a:solidFill>
              <a:latin typeface="DevLys 010" pitchFamily="2" charset="0"/>
              <a:cs typeface="Times New Roman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7C4182-3BE5-0AB1-C1E8-5B18E48085F6}"/>
              </a:ext>
            </a:extLst>
          </p:cNvPr>
          <p:cNvSpPr/>
          <p:nvPr/>
        </p:nvSpPr>
        <p:spPr>
          <a:xfrm>
            <a:off x="71421" y="65397"/>
            <a:ext cx="647485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ts val="840"/>
              </a:spcBef>
              <a:spcAft>
                <a:spcPts val="840"/>
              </a:spcAft>
            </a:pPr>
            <a:r>
              <a:rPr lang="en-US" altLang="en-US" sz="3200" b="1" err="1">
                <a:latin typeface="DevLys 010" pitchFamily="2" charset="0"/>
              </a:rPr>
              <a:t>voS</a:t>
            </a:r>
            <a:r>
              <a:rPr lang="en-US" altLang="en-US" sz="3200" b="1">
                <a:latin typeface="DevLys 010" pitchFamily="2" charset="0"/>
              </a:rPr>
              <a:t>/k [</a:t>
            </a:r>
            <a:r>
              <a:rPr lang="en-US" altLang="en-US" sz="3200" b="1" err="1">
                <a:latin typeface="DevLys 010" pitchFamily="2" charset="0"/>
              </a:rPr>
              <a:t>kuu</a:t>
            </a:r>
            <a:r>
              <a:rPr lang="en-US" altLang="en-US" sz="3200" b="1">
                <a:latin typeface="DevLys 010" pitchFamily="2" charset="0"/>
              </a:rPr>
              <a:t> </a:t>
            </a:r>
            <a:r>
              <a:rPr lang="en-US" altLang="en-US" sz="3200" b="1" err="1">
                <a:latin typeface="DevLys 010" pitchFamily="2" charset="0"/>
              </a:rPr>
              <a:t>laHkkfor</a:t>
            </a:r>
            <a:r>
              <a:rPr lang="en-US" altLang="en-US" sz="3200" b="1">
                <a:latin typeface="DevLys 010" pitchFamily="2" charset="0"/>
              </a:rPr>
              <a:t> [</a:t>
            </a:r>
            <a:r>
              <a:rPr lang="en-US" altLang="en-US" sz="3200" b="1" err="1">
                <a:latin typeface="DevLys 010" pitchFamily="2" charset="0"/>
              </a:rPr>
              <a:t>kfut</a:t>
            </a:r>
            <a:r>
              <a:rPr lang="en-US" altLang="en-US" sz="3200" b="1">
                <a:latin typeface="DevLys 010" pitchFamily="2" charset="0"/>
              </a:rPr>
              <a:t> ,</a:t>
            </a:r>
            <a:r>
              <a:rPr lang="en-US" altLang="en-US" sz="3200" b="1" err="1">
                <a:latin typeface="DevLys 010" pitchFamily="2" charset="0"/>
              </a:rPr>
              <a:t>oa</a:t>
            </a:r>
            <a:r>
              <a:rPr lang="en-US" altLang="en-US" sz="3200" b="1">
                <a:latin typeface="DevLys 010" pitchFamily="2" charset="0"/>
              </a:rPr>
              <a:t> </a:t>
            </a:r>
            <a:r>
              <a:rPr lang="en-US" altLang="en-US" sz="3200" b="1" err="1">
                <a:latin typeface="DevLys 010" pitchFamily="2" charset="0"/>
              </a:rPr>
              <a:t>laosnu'khy</a:t>
            </a:r>
            <a:r>
              <a:rPr lang="en-US" altLang="en-US" sz="3200" b="1">
                <a:latin typeface="DevLys 010" pitchFamily="2" charset="0"/>
              </a:rPr>
              <a:t> {</a:t>
            </a:r>
            <a:r>
              <a:rPr lang="en-US" altLang="en-US" sz="3200" b="1" err="1">
                <a:latin typeface="DevLys 010" pitchFamily="2" charset="0"/>
              </a:rPr>
              <a:t>ks</a:t>
            </a:r>
            <a:r>
              <a:rPr lang="en-US" altLang="en-US" sz="3200" b="1">
                <a:latin typeface="DevLys 010" pitchFamily="2" charset="0"/>
              </a:rPr>
              <a:t>=</a:t>
            </a:r>
            <a:endParaRPr lang="en-US" altLang="en-US" sz="3200" b="1">
              <a:solidFill>
                <a:schemeClr val="tx2"/>
              </a:solidFill>
              <a:latin typeface="DevLys 010" pitchFamily="2" charset="0"/>
            </a:endParaRPr>
          </a:p>
        </p:txBody>
      </p:sp>
      <p:graphicFrame>
        <p:nvGraphicFramePr>
          <p:cNvPr id="2" name="Content Placeholder 4">
            <a:extLst>
              <a:ext uri="{FF2B5EF4-FFF2-40B4-BE49-F238E27FC236}">
                <a16:creationId xmlns:a16="http://schemas.microsoft.com/office/drawing/2014/main" id="{7ACCCE70-A552-7BEB-0703-3051E0103B69}"/>
              </a:ext>
            </a:extLst>
          </p:cNvPr>
          <p:cNvGraphicFramePr>
            <a:graphicFrameLocks/>
          </p:cNvGraphicFramePr>
          <p:nvPr/>
        </p:nvGraphicFramePr>
        <p:xfrm>
          <a:off x="385598" y="1124828"/>
          <a:ext cx="11459698" cy="5248539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8396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4000">
                  <a:extLst>
                    <a:ext uri="{9D8B030D-6E8A-4147-A177-3AD203B41FA5}">
                      <a16:colId xmlns:a16="http://schemas.microsoft.com/office/drawing/2014/main" val="3222490616"/>
                    </a:ext>
                  </a:extLst>
                </a:gridCol>
                <a:gridCol w="2124000">
                  <a:extLst>
                    <a:ext uri="{9D8B030D-6E8A-4147-A177-3AD203B41FA5}">
                      <a16:colId xmlns:a16="http://schemas.microsoft.com/office/drawing/2014/main" val="4020745929"/>
                    </a:ext>
                  </a:extLst>
                </a:gridCol>
                <a:gridCol w="2124000">
                  <a:extLst>
                    <a:ext uri="{9D8B030D-6E8A-4147-A177-3AD203B41FA5}">
                      <a16:colId xmlns:a16="http://schemas.microsoft.com/office/drawing/2014/main" val="1048730062"/>
                    </a:ext>
                  </a:extLst>
                </a:gridCol>
              </a:tblGrid>
              <a:tr h="93730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Ø-l-</a:t>
                      </a: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fooj.k</a:t>
                      </a:r>
                      <a:endParaRPr lang="hi-IN" sz="2000" b="0" i="0" u="none" strike="noStrike">
                        <a:solidFill>
                          <a:schemeClr val="tx1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o"kZ</a:t>
                      </a:r>
                      <a:r>
                        <a:rPr lang="en-US" sz="2000" u="none" strike="noStrike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 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2023&amp;24</a:t>
                      </a:r>
                      <a:endParaRPr lang="hi-IN" sz="2000" b="0" i="0" u="none" strike="noStrike">
                        <a:solidFill>
                          <a:schemeClr val="tx1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o"kZ</a:t>
                      </a:r>
                      <a:endParaRPr lang="en-US" sz="2000" u="none" strike="noStrike">
                        <a:solidFill>
                          <a:schemeClr val="tx1"/>
                        </a:solidFill>
                        <a:effectLst/>
                        <a:latin typeface="DevLys 010" pitchFamily="2" charset="0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 2024&amp;25</a:t>
                      </a:r>
                      <a:endParaRPr lang="hi-IN" sz="2000" b="0" i="0" u="none" strike="noStrike">
                        <a:solidFill>
                          <a:schemeClr val="tx1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o"kZ</a:t>
                      </a:r>
                      <a:r>
                        <a:rPr lang="en-US" sz="2000" u="none" strike="noStrike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 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2025&amp;26</a:t>
                      </a:r>
                      <a:endParaRPr lang="hi-IN" sz="2000" b="0" i="0" u="none" strike="noStrike">
                        <a:solidFill>
                          <a:schemeClr val="tx1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o"kZ</a:t>
                      </a:r>
                      <a:r>
                        <a:rPr lang="en-US" sz="2000" u="none" strike="noStrike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 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2026&amp;27 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¼vizsy</a:t>
                      </a:r>
                      <a:r>
                        <a:rPr lang="en-US" sz="2000" u="none" strike="noStrike" baseline="0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US" sz="2000" u="none" strike="noStrike" baseline="0" err="1">
                          <a:solidFill>
                            <a:schemeClr val="tx1"/>
                          </a:solidFill>
                          <a:effectLst/>
                          <a:latin typeface="DevLys 010" pitchFamily="2" charset="0"/>
                        </a:rPr>
                        <a:t>rd½</a:t>
                      </a:r>
                      <a:endParaRPr lang="hi-IN" sz="2000" b="0" i="0" u="none" strike="noStrike">
                        <a:solidFill>
                          <a:schemeClr val="tx1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5776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1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ntZ</a:t>
                      </a:r>
                      <a:r>
                        <a:rPr lang="en-US" sz="2000" u="none" strike="noStrike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izdj.k</a:t>
                      </a:r>
                      <a:endParaRPr lang="hi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  <a:latin typeface="DevLys 010" pitchFamily="2" charset="0"/>
                        </a:rPr>
                        <a:t>9563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  <a:latin typeface="DevLys 010" pitchFamily="2" charset="0"/>
                        </a:rPr>
                        <a:t>9331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  <a:latin typeface="DevLys 010" pitchFamily="2" charset="0"/>
                        </a:rPr>
                        <a:t>10568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  <a:latin typeface="DevLys 010" pitchFamily="2" charset="0"/>
                        </a:rPr>
                        <a:t>920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9761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2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>
                          <a:effectLst/>
                          <a:latin typeface="DevLys 010" pitchFamily="2" charset="0"/>
                        </a:rPr>
                        <a:t>,Q-</a:t>
                      </a: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vkbZ</a:t>
                      </a:r>
                      <a:r>
                        <a:rPr lang="en-US" sz="2000" u="none" strike="noStrike">
                          <a:effectLst/>
                          <a:latin typeface="DevLys 010" pitchFamily="2" charset="0"/>
                        </a:rPr>
                        <a:t>-</a:t>
                      </a: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vkj</a:t>
                      </a:r>
                      <a:r>
                        <a:rPr lang="en-US" sz="2000" u="none" strike="noStrike">
                          <a:effectLst/>
                          <a:latin typeface="DevLys 010" pitchFamily="2" charset="0"/>
                        </a:rPr>
                        <a:t>-</a:t>
                      </a:r>
                      <a:endParaRPr lang="hi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  <a:latin typeface="DevLys 010" pitchFamily="2" charset="0"/>
                        </a:rPr>
                        <a:t>1219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  <a:latin typeface="DevLys 010" pitchFamily="2" charset="0"/>
                        </a:rPr>
                        <a:t>801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  <a:latin typeface="DevLys 010" pitchFamily="2" charset="0"/>
                        </a:rPr>
                        <a:t>1161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  <a:latin typeface="DevLys 010" pitchFamily="2" charset="0"/>
                        </a:rPr>
                        <a:t>88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3503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3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tCr</a:t>
                      </a:r>
                      <a:r>
                        <a:rPr lang="en-US" sz="2000" u="none" strike="noStrike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okgu@e'khujh</a:t>
                      </a:r>
                      <a:endParaRPr lang="hi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  <a:latin typeface="DevLys 010" pitchFamily="2" charset="0"/>
                        </a:rPr>
                        <a:t>9033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  <a:latin typeface="DevLys 010" pitchFamily="2" charset="0"/>
                        </a:rPr>
                        <a:t>9342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  <a:latin typeface="DevLys 010" pitchFamily="2" charset="0"/>
                        </a:rPr>
                        <a:t>10402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  <a:latin typeface="DevLys 010" pitchFamily="2" charset="0"/>
                        </a:rPr>
                        <a:t>945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8692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4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olwy</a:t>
                      </a:r>
                      <a:r>
                        <a:rPr lang="en-US" sz="2000" u="none" strike="noStrike">
                          <a:effectLst/>
                          <a:latin typeface="DevLys 010" pitchFamily="2" charset="0"/>
                        </a:rPr>
                        <a:t> dh </a:t>
                      </a: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xbZ</a:t>
                      </a:r>
                      <a:r>
                        <a:rPr lang="en-US" sz="2000" u="none" strike="noStrike">
                          <a:effectLst/>
                          <a:latin typeface="DevLys 010" pitchFamily="2" charset="0"/>
                        </a:rPr>
                        <a:t> '</a:t>
                      </a: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kkfLr</a:t>
                      </a:r>
                      <a:r>
                        <a:rPr lang="en-US" sz="2000" u="none" strike="noStrike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jkf'k</a:t>
                      </a:r>
                      <a:r>
                        <a:rPr lang="en-US" sz="2000" u="none" strike="noStrike">
                          <a:effectLst/>
                          <a:latin typeface="DevLys 010" pitchFamily="2" charset="0"/>
                        </a:rPr>
                        <a:t> 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¼:i;s</a:t>
                      </a:r>
                      <a:r>
                        <a:rPr lang="en-US" sz="2000" u="none" strike="noStrike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djksMksa</a:t>
                      </a:r>
                      <a:r>
                        <a:rPr lang="en-US" sz="2000" u="none" strike="noStrike" baseline="0">
                          <a:effectLst/>
                          <a:latin typeface="DevLys 010" pitchFamily="2" charset="0"/>
                        </a:rPr>
                        <a:t> </a:t>
                      </a:r>
                      <a:r>
                        <a:rPr lang="en-US" sz="2000" u="none" strike="noStrike" baseline="0" err="1">
                          <a:effectLst/>
                          <a:latin typeface="DevLys 010" pitchFamily="2" charset="0"/>
                        </a:rPr>
                        <a:t>esa½</a:t>
                      </a:r>
                      <a:endParaRPr lang="hi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  <a:latin typeface="DevLys 010" pitchFamily="2" charset="0"/>
                        </a:rPr>
                        <a:t>108-32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  <a:latin typeface="DevLys 010" pitchFamily="2" charset="0"/>
                        </a:rPr>
                        <a:t>67-05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  <a:latin typeface="DevLys 010" pitchFamily="2" charset="0"/>
                        </a:rPr>
                        <a:t>109-78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  <a:latin typeface="DevLys 010" pitchFamily="2" charset="0"/>
                        </a:rPr>
                        <a:t>5-00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3503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IN" sz="2000">
                          <a:effectLst/>
                          <a:latin typeface="DevLys 010" pitchFamily="2" charset="0"/>
                        </a:rPr>
                        <a:t>5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u="none" strike="noStrike" err="1">
                          <a:effectLst/>
                          <a:latin typeface="DevLys 010" pitchFamily="2" charset="0"/>
                        </a:rPr>
                        <a:t>fxj¶rkjh</a:t>
                      </a:r>
                      <a:endParaRPr lang="hi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  <a:latin typeface="DevLys 010" pitchFamily="2" charset="0"/>
                        </a:rPr>
                        <a:t>562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u="none" strike="noStrike">
                          <a:effectLst/>
                          <a:latin typeface="DevLys 010" pitchFamily="2" charset="0"/>
                        </a:rPr>
                        <a:t>397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  <a:latin typeface="DevLys 010" pitchFamily="2" charset="0"/>
                        </a:rPr>
                        <a:t>734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  <a:latin typeface="DevLys 010" pitchFamily="2" charset="0"/>
                        </a:rPr>
                        <a:t>66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DevLys 010" pitchFamily="2" charset="0"/>
                      </a:endParaRPr>
                    </a:p>
                  </a:txBody>
                  <a:tcPr marL="5716" marR="5716" marT="7621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42469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FACAB-493B-AD39-A908-00CAFCE07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B6AB4B84-A30B-370F-EFD3-DC74540FF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C3F78ADD-73C9-4183-AFDA-6039D928B4EE}" type="slidenum">
              <a:rPr lang="en-IN" altLang="en-US" smtClean="0"/>
              <a:pPr>
                <a:defRPr/>
              </a:pPr>
              <a:t>14</a:t>
            </a:fld>
            <a:endParaRPr lang="en-IN" alt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9EA4AEA-7C64-A87E-194F-E1BF54F05C88}"/>
              </a:ext>
            </a:extLst>
          </p:cNvPr>
          <p:cNvGrpSpPr/>
          <p:nvPr/>
        </p:nvGrpSpPr>
        <p:grpSpPr>
          <a:xfrm>
            <a:off x="71421" y="865477"/>
            <a:ext cx="11982034" cy="5861699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586182F-B220-1D05-79FD-FB763A8C0991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B38EFB0-A179-41F3-B58E-97ED8DFAB7CE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rgbClr val="FFFFFF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L="342900" lvl="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en-IN" sz="2200">
                <a:latin typeface="DevLys 010" pitchFamily="2" charset="0"/>
              </a:endParaRPr>
            </a:p>
            <a:p>
              <a:pPr lvl="0" fontAlgn="base">
                <a:lnSpc>
                  <a:spcPct val="150000"/>
                </a:lnSpc>
                <a:spcAft>
                  <a:spcPts val="600"/>
                </a:spcAft>
              </a:pPr>
              <a:endParaRPr lang="en-IN" sz="2200">
                <a:latin typeface="DevLys 010" pitchFamily="2" charset="0"/>
              </a:endParaRPr>
            </a:p>
            <a:p>
              <a:pPr marL="34290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fr-FR" sz="2200">
                <a:latin typeface="DevLys 010" pitchFamily="2" charset="0"/>
              </a:endParaRPr>
            </a:p>
            <a:p>
              <a:pPr marL="34290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fr-FR" sz="2200">
                <a:latin typeface="DevLys 010" pitchFamily="2" charset="0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5CD4C27-EA20-C886-F1AE-61C896F3DF28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80F7EDA9-A5ED-C772-EA78-245D390BC81D}"/>
              </a:ext>
            </a:extLst>
          </p:cNvPr>
          <p:cNvSpPr/>
          <p:nvPr/>
        </p:nvSpPr>
        <p:spPr>
          <a:xfrm>
            <a:off x="474024" y="1149536"/>
            <a:ext cx="5148000" cy="720000"/>
          </a:xfrm>
          <a:prstGeom prst="rect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</p:spPr>
        <p:txBody>
          <a:bodyPr lIns="18288" tIns="320040" rIns="18288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endParaRPr lang="en-US" sz="2400" b="1" kern="0">
              <a:solidFill>
                <a:sysClr val="windowText" lastClr="000000"/>
              </a:solidFill>
              <a:latin typeface="DevLys 010" pitchFamily="2" charset="0"/>
              <a:cs typeface="Times New Roman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E94146-1DA6-3487-F6D9-B74DF9D58E3B}"/>
              </a:ext>
            </a:extLst>
          </p:cNvPr>
          <p:cNvSpPr/>
          <p:nvPr/>
        </p:nvSpPr>
        <p:spPr>
          <a:xfrm>
            <a:off x="0" y="57667"/>
            <a:ext cx="102563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ctr">
              <a:buNone/>
            </a:pPr>
            <a:r>
              <a:rPr lang="en-US" sz="3600" b="1" err="1">
                <a:latin typeface="DevLys 010" pitchFamily="2" charset="0"/>
              </a:rPr>
              <a:t>voS</a:t>
            </a:r>
            <a:r>
              <a:rPr lang="en-US" sz="3600" b="1">
                <a:latin typeface="DevLys 010" pitchFamily="2" charset="0"/>
              </a:rPr>
              <a:t>/k [</a:t>
            </a:r>
            <a:r>
              <a:rPr lang="en-US" sz="3600" b="1" err="1">
                <a:latin typeface="DevLys 010" pitchFamily="2" charset="0"/>
              </a:rPr>
              <a:t>kuu</a:t>
            </a:r>
            <a:r>
              <a:rPr lang="en-US" sz="3600" b="1">
                <a:latin typeface="DevLys 010" pitchFamily="2" charset="0"/>
              </a:rPr>
              <a:t> </a:t>
            </a:r>
            <a:r>
              <a:rPr lang="en-US" sz="3600" b="1" err="1">
                <a:latin typeface="DevLys 010" pitchFamily="2" charset="0"/>
              </a:rPr>
              <a:t>xfrfof</a:t>
            </a:r>
            <a:r>
              <a:rPr lang="en-US" sz="3600" b="1">
                <a:latin typeface="DevLys 010" pitchFamily="2" charset="0"/>
              </a:rPr>
              <a:t>/</a:t>
            </a:r>
            <a:r>
              <a:rPr lang="en-US" sz="3600" b="1" err="1">
                <a:latin typeface="DevLys 010" pitchFamily="2" charset="0"/>
              </a:rPr>
              <a:t>k;ksa</a:t>
            </a:r>
            <a:r>
              <a:rPr lang="en-US" sz="3600" b="1">
                <a:latin typeface="DevLys 010" pitchFamily="2" charset="0"/>
              </a:rPr>
              <a:t> dh </a:t>
            </a:r>
            <a:r>
              <a:rPr lang="en-US" sz="3600" b="1" err="1">
                <a:latin typeface="DevLys 010" pitchFamily="2" charset="0"/>
              </a:rPr>
              <a:t>jksdFkke</a:t>
            </a:r>
            <a:r>
              <a:rPr lang="en-US" sz="3600" b="1">
                <a:latin typeface="DevLys 010" pitchFamily="2" charset="0"/>
              </a:rPr>
              <a:t> </a:t>
            </a:r>
            <a:r>
              <a:rPr lang="en-US" sz="3600" b="1" err="1">
                <a:latin typeface="DevLys 010" pitchFamily="2" charset="0"/>
              </a:rPr>
              <a:t>gsrq</a:t>
            </a:r>
            <a:r>
              <a:rPr lang="en-US" sz="3600" b="1">
                <a:latin typeface="DevLys 010" pitchFamily="2" charset="0"/>
              </a:rPr>
              <a:t> </a:t>
            </a:r>
            <a:r>
              <a:rPr lang="en-US" sz="3600" b="1" err="1">
                <a:latin typeface="DevLys 010" pitchFamily="2" charset="0"/>
              </a:rPr>
              <a:t>uohure</a:t>
            </a:r>
            <a:r>
              <a:rPr lang="en-US" sz="3600" b="1">
                <a:latin typeface="DevLys 010" pitchFamily="2" charset="0"/>
              </a:rPr>
              <a:t> </a:t>
            </a:r>
            <a:r>
              <a:rPr lang="en-US" sz="3600" b="1" err="1">
                <a:latin typeface="DevLys 010" pitchFamily="2" charset="0"/>
              </a:rPr>
              <a:t>rduhd</a:t>
            </a:r>
            <a:r>
              <a:rPr lang="en-US" sz="3600" b="1">
                <a:latin typeface="DevLys 010" pitchFamily="2" charset="0"/>
              </a:rPr>
              <a:t> dk </a:t>
            </a:r>
            <a:r>
              <a:rPr lang="en-US" sz="3600" b="1" err="1">
                <a:latin typeface="DevLys 010" pitchFamily="2" charset="0"/>
              </a:rPr>
              <a:t>iz;ksx</a:t>
            </a:r>
            <a:endParaRPr lang="en-IN" sz="3600" b="1">
              <a:latin typeface="DevLys 010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1BA300-A96E-A684-FC71-33897B8981D6}"/>
              </a:ext>
            </a:extLst>
          </p:cNvPr>
          <p:cNvSpPr txBox="1"/>
          <p:nvPr/>
        </p:nvSpPr>
        <p:spPr>
          <a:xfrm>
            <a:off x="549070" y="1244736"/>
            <a:ext cx="11168906" cy="48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65138" indent="-465138" algn="just">
              <a:lnSpc>
                <a:spcPct val="150000"/>
              </a:lnSpc>
              <a:spcBef>
                <a:spcPts val="6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IN" sz="2400" dirty="0">
                <a:latin typeface="DevLys 010" pitchFamily="2" charset="0"/>
              </a:rPr>
              <a:t>[</a:t>
            </a:r>
            <a:r>
              <a:rPr lang="en-IN" sz="2400" dirty="0" err="1">
                <a:latin typeface="DevLys 010" pitchFamily="2" charset="0"/>
              </a:rPr>
              <a:t>kuu</a:t>
            </a:r>
            <a:r>
              <a:rPr lang="en-IN" sz="2400" dirty="0">
                <a:latin typeface="DevLys 010" pitchFamily="2" charset="0"/>
              </a:rPr>
              <a:t> </a:t>
            </a:r>
            <a:r>
              <a:rPr lang="en-IN" sz="2400" dirty="0" err="1">
                <a:latin typeface="DevLys 010" pitchFamily="2" charset="0"/>
              </a:rPr>
              <a:t>iV~Vk</a:t>
            </a:r>
            <a:r>
              <a:rPr lang="en-IN" sz="2400" dirty="0">
                <a:latin typeface="DevLys 010" pitchFamily="2" charset="0"/>
              </a:rPr>
              <a:t> {</a:t>
            </a:r>
            <a:r>
              <a:rPr lang="en-IN" sz="2400" dirty="0" err="1">
                <a:latin typeface="DevLys 010" pitchFamily="2" charset="0"/>
              </a:rPr>
              <a:t>ks</a:t>
            </a:r>
            <a:r>
              <a:rPr lang="en-IN" sz="2400" dirty="0">
                <a:latin typeface="DevLys 010" pitchFamily="2" charset="0"/>
              </a:rPr>
              <a:t>=</a:t>
            </a:r>
            <a:r>
              <a:rPr lang="en-IN" sz="2400" dirty="0" err="1">
                <a:latin typeface="DevLys 010" pitchFamily="2" charset="0"/>
              </a:rPr>
              <a:t>ksa</a:t>
            </a:r>
            <a:r>
              <a:rPr lang="en-IN" sz="2400" dirty="0">
                <a:latin typeface="DevLys 010" pitchFamily="2" charset="0"/>
              </a:rPr>
              <a:t> dh </a:t>
            </a:r>
            <a:r>
              <a:rPr lang="en-IN" sz="2400" dirty="0" err="1">
                <a:latin typeface="DevLys 010" pitchFamily="2" charset="0"/>
              </a:rPr>
              <a:t>ft;ks</a:t>
            </a:r>
            <a:r>
              <a:rPr lang="en-IN" sz="2400" dirty="0">
                <a:latin typeface="DevLys 010" pitchFamily="2" charset="0"/>
              </a:rPr>
              <a:t> </a:t>
            </a:r>
            <a:r>
              <a:rPr lang="en-IN" sz="2400" dirty="0" err="1">
                <a:latin typeface="DevLys 010" pitchFamily="2" charset="0"/>
              </a:rPr>
              <a:t>QSfUlx</a:t>
            </a:r>
            <a:r>
              <a:rPr lang="en-IN" sz="2400" dirty="0">
                <a:latin typeface="DevLys 010" pitchFamily="2" charset="0"/>
              </a:rPr>
              <a:t> </a:t>
            </a:r>
            <a:r>
              <a:rPr lang="en-IN" sz="2400" dirty="0" err="1">
                <a:latin typeface="DevLys 010" pitchFamily="2" charset="0"/>
              </a:rPr>
              <a:t>izfØ;k</a:t>
            </a:r>
            <a:r>
              <a:rPr lang="en-IN" sz="2400" dirty="0">
                <a:latin typeface="DevLys 010" pitchFamily="2" charset="0"/>
              </a:rPr>
              <a:t>/</a:t>
            </a:r>
            <a:r>
              <a:rPr lang="en-IN" sz="2400" dirty="0" err="1">
                <a:latin typeface="DevLys 010" pitchFamily="2" charset="0"/>
              </a:rPr>
              <a:t>khu</a:t>
            </a:r>
            <a:endParaRPr lang="en-IN" sz="2400" dirty="0">
              <a:latin typeface="DevLys 010" pitchFamily="2" charset="0"/>
            </a:endParaRPr>
          </a:p>
          <a:p>
            <a:pPr marL="465138" indent="-465138" algn="just">
              <a:lnSpc>
                <a:spcPct val="150000"/>
              </a:lnSpc>
              <a:spcBef>
                <a:spcPts val="6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IN" sz="2400" dirty="0" err="1">
                <a:latin typeface="DevLys 010" pitchFamily="2" charset="0"/>
              </a:rPr>
              <a:t>joUuk</a:t>
            </a:r>
            <a:r>
              <a:rPr lang="en-IN" sz="2400" dirty="0">
                <a:latin typeface="DevLys 010" pitchFamily="2" charset="0"/>
              </a:rPr>
              <a:t> </a:t>
            </a:r>
            <a:r>
              <a:rPr lang="en-IN" sz="2400" dirty="0" err="1">
                <a:latin typeface="DevLys 010" pitchFamily="2" charset="0"/>
              </a:rPr>
              <a:t>dUQesZ'ku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esa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dirty="0">
                <a:latin typeface="DevLys 010" pitchFamily="2" charset="0"/>
              </a:rPr>
              <a:t>[</a:t>
            </a:r>
            <a:r>
              <a:rPr lang="en-IN" sz="2400" dirty="0" err="1">
                <a:latin typeface="DevLys 010" pitchFamily="2" charset="0"/>
              </a:rPr>
              <a:t>kfut</a:t>
            </a:r>
            <a:r>
              <a:rPr lang="en-IN" sz="2400" dirty="0">
                <a:latin typeface="DevLys 010" pitchFamily="2" charset="0"/>
              </a:rPr>
              <a:t> ds </a:t>
            </a:r>
            <a:r>
              <a:rPr lang="en-IN" sz="2400" dirty="0" err="1">
                <a:latin typeface="DevLys 010" pitchFamily="2" charset="0"/>
              </a:rPr>
              <a:t>otu</a:t>
            </a:r>
            <a:r>
              <a:rPr lang="en-IN" sz="2400" dirty="0">
                <a:latin typeface="DevLys 010" pitchFamily="2" charset="0"/>
              </a:rPr>
              <a:t> </a:t>
            </a:r>
            <a:r>
              <a:rPr lang="en-IN" sz="2400" dirty="0" err="1">
                <a:latin typeface="DevLys 010" pitchFamily="2" charset="0"/>
              </a:rPr>
              <a:t>esa</a:t>
            </a:r>
            <a:r>
              <a:rPr lang="en-IN" sz="2400" dirty="0">
                <a:latin typeface="DevLys 010" pitchFamily="2" charset="0"/>
              </a:rPr>
              <a:t> </a:t>
            </a:r>
            <a:r>
              <a:rPr lang="en-IN" sz="2400" dirty="0" err="1">
                <a:latin typeface="DevLys 010" pitchFamily="2" charset="0"/>
              </a:rPr>
              <a:t>laHkkfor</a:t>
            </a:r>
            <a:r>
              <a:rPr lang="en-IN" sz="2400" dirty="0">
                <a:latin typeface="DevLys 010" pitchFamily="2" charset="0"/>
              </a:rPr>
              <a:t> </a:t>
            </a:r>
            <a:r>
              <a:rPr lang="en-IN" sz="2400" dirty="0" err="1">
                <a:latin typeface="DevLys 010" pitchFamily="2" charset="0"/>
              </a:rPr>
              <a:t>ifjorZu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dks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jksdus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gsrq</a:t>
            </a:r>
            <a:r>
              <a:rPr lang="en-IN" sz="2400" baseline="0" dirty="0">
                <a:latin typeface="DevLys 010" pitchFamily="2" charset="0"/>
              </a:rPr>
              <a:t> ,d </a:t>
            </a:r>
            <a:r>
              <a:rPr lang="en-IN" sz="2400" baseline="0" dirty="0" err="1">
                <a:latin typeface="DevLys 010" pitchFamily="2" charset="0"/>
              </a:rPr>
              <a:t>gh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lkW¶Vos;j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rFkk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vk</a:t>
            </a:r>
            <a:r>
              <a:rPr lang="en-IN" sz="2400" baseline="0" dirty="0">
                <a:latin typeface="DevLys 010" pitchFamily="2" charset="0"/>
              </a:rPr>
              <a:t>/</a:t>
            </a:r>
            <a:r>
              <a:rPr lang="en-IN" sz="2400" baseline="0" dirty="0" err="1">
                <a:latin typeface="DevLys 010" pitchFamily="2" charset="0"/>
              </a:rPr>
              <a:t>kqfud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rduhd</a:t>
            </a:r>
            <a:r>
              <a:rPr lang="en-IN" sz="2400" baseline="0" dirty="0">
                <a:latin typeface="DevLys 010" pitchFamily="2" charset="0"/>
              </a:rPr>
              <a:t> dk </a:t>
            </a:r>
            <a:r>
              <a:rPr lang="en-IN" sz="2400" baseline="0" dirty="0" err="1">
                <a:latin typeface="DevLys 010" pitchFamily="2" charset="0"/>
              </a:rPr>
              <a:t>mi;ksx</a:t>
            </a:r>
            <a:endParaRPr lang="en-IN" sz="2400" dirty="0">
              <a:latin typeface="DevLys 010" pitchFamily="2" charset="0"/>
            </a:endParaRPr>
          </a:p>
          <a:p>
            <a:pPr marL="465138" indent="-465138" algn="just">
              <a:lnSpc>
                <a:spcPct val="150000"/>
              </a:lnSpc>
              <a:spcBef>
                <a:spcPts val="6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IN" sz="2400" dirty="0">
                <a:latin typeface="DevLys 010" pitchFamily="2" charset="0"/>
              </a:rPr>
              <a:t>[</a:t>
            </a:r>
            <a:r>
              <a:rPr lang="en-IN" sz="2400" dirty="0" err="1">
                <a:latin typeface="DevLys 010" pitchFamily="2" charset="0"/>
              </a:rPr>
              <a:t>kfut</a:t>
            </a:r>
            <a:r>
              <a:rPr lang="en-IN" sz="2400" dirty="0">
                <a:latin typeface="DevLys 010" pitchFamily="2" charset="0"/>
              </a:rPr>
              <a:t> ds </a:t>
            </a:r>
            <a:r>
              <a:rPr lang="en-IN" sz="2400" dirty="0" err="1">
                <a:latin typeface="DevLys 010" pitchFamily="2" charset="0"/>
              </a:rPr>
              <a:t>ifjogu</a:t>
            </a:r>
            <a:r>
              <a:rPr lang="en-IN" sz="2400" dirty="0">
                <a:latin typeface="DevLys 010" pitchFamily="2" charset="0"/>
              </a:rPr>
              <a:t> dh </a:t>
            </a:r>
            <a:r>
              <a:rPr lang="en-IN" sz="2400" dirty="0" err="1">
                <a:latin typeface="DevLys 010" pitchFamily="2" charset="0"/>
              </a:rPr>
              <a:t>ekWfuVfjax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gsrq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okguksa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esa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vkj</a:t>
            </a:r>
            <a:r>
              <a:rPr lang="en-IN" sz="2400" baseline="0" dirty="0">
                <a:latin typeface="DevLys 010" pitchFamily="2" charset="0"/>
              </a:rPr>
              <a:t>-,Q-</a:t>
            </a:r>
            <a:r>
              <a:rPr lang="en-IN" sz="2400" baseline="0" dirty="0" err="1">
                <a:latin typeface="DevLys 010" pitchFamily="2" charset="0"/>
              </a:rPr>
              <a:t>vkbZ</a:t>
            </a:r>
            <a:r>
              <a:rPr lang="en-IN" sz="2400" baseline="0" dirty="0">
                <a:latin typeface="DevLys 010" pitchFamily="2" charset="0"/>
              </a:rPr>
              <a:t>-</a:t>
            </a:r>
            <a:r>
              <a:rPr lang="en-IN" sz="2400" baseline="0" dirty="0" err="1">
                <a:latin typeface="DevLys 010" pitchFamily="2" charset="0"/>
              </a:rPr>
              <a:t>Mh</a:t>
            </a:r>
            <a:r>
              <a:rPr lang="en-IN" sz="2400" baseline="0" dirty="0">
                <a:latin typeface="DevLys 010" pitchFamily="2" charset="0"/>
              </a:rPr>
              <a:t>- o </a:t>
            </a:r>
            <a:r>
              <a:rPr lang="en-IN" sz="2400" baseline="0" dirty="0" err="1">
                <a:latin typeface="DevLys 010" pitchFamily="2" charset="0"/>
              </a:rPr>
              <a:t>th</a:t>
            </a:r>
            <a:r>
              <a:rPr lang="en-IN" sz="2400" baseline="0" dirty="0">
                <a:latin typeface="DevLys 010" pitchFamily="2" charset="0"/>
              </a:rPr>
              <a:t>-</a:t>
            </a:r>
            <a:r>
              <a:rPr lang="en-IN" sz="2400" baseline="0" dirty="0" err="1">
                <a:latin typeface="DevLys 010" pitchFamily="2" charset="0"/>
              </a:rPr>
              <a:t>ih</a:t>
            </a:r>
            <a:r>
              <a:rPr lang="en-IN" sz="2400" baseline="0" dirty="0">
                <a:latin typeface="DevLys 010" pitchFamily="2" charset="0"/>
              </a:rPr>
              <a:t>-,l- dk </a:t>
            </a:r>
            <a:r>
              <a:rPr lang="en-IN" sz="2400" baseline="0" dirty="0" err="1">
                <a:latin typeface="DevLys 010" pitchFamily="2" charset="0"/>
              </a:rPr>
              <a:t>mi;ksx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dirty="0">
                <a:latin typeface="DevLys 010" pitchFamily="2" charset="0"/>
              </a:rPr>
              <a:t> </a:t>
            </a:r>
          </a:p>
          <a:p>
            <a:pPr marL="465138" indent="-465138" algn="just">
              <a:lnSpc>
                <a:spcPct val="150000"/>
              </a:lnSpc>
              <a:spcBef>
                <a:spcPts val="600"/>
              </a:spcBef>
              <a:spcAft>
                <a:spcPts val="1200"/>
              </a:spcAft>
              <a:buFont typeface="Wingdings" panose="05000000000000000000" pitchFamily="2" charset="2"/>
              <a:buChar char="q"/>
            </a:pPr>
            <a:r>
              <a:rPr lang="en-IN" sz="2400" dirty="0" err="1">
                <a:latin typeface="DevLys 010" pitchFamily="2" charset="0"/>
              </a:rPr>
              <a:t>jkW;YVh</a:t>
            </a:r>
            <a:r>
              <a:rPr lang="en-IN" sz="2400" dirty="0">
                <a:latin typeface="DevLys 010" pitchFamily="2" charset="0"/>
              </a:rPr>
              <a:t> </a:t>
            </a:r>
            <a:r>
              <a:rPr lang="en-IN" sz="2400" dirty="0" err="1">
                <a:latin typeface="DevLys 010" pitchFamily="2" charset="0"/>
              </a:rPr>
              <a:t>olwyh</a:t>
            </a:r>
            <a:r>
              <a:rPr lang="en-IN" sz="2400" dirty="0">
                <a:latin typeface="DevLys 010" pitchFamily="2" charset="0"/>
              </a:rPr>
              <a:t> </a:t>
            </a:r>
            <a:r>
              <a:rPr lang="en-IN" sz="2400" dirty="0" err="1">
                <a:latin typeface="DevLys 010" pitchFamily="2" charset="0"/>
              </a:rPr>
              <a:t>Bsdsnkjksa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dks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vkj</a:t>
            </a:r>
            <a:r>
              <a:rPr lang="en-IN" sz="2400" baseline="0" dirty="0">
                <a:latin typeface="DevLys 010" pitchFamily="2" charset="0"/>
              </a:rPr>
              <a:t>-,Q-</a:t>
            </a:r>
            <a:r>
              <a:rPr lang="en-IN" sz="2400" baseline="0" dirty="0" err="1">
                <a:latin typeface="DevLys 010" pitchFamily="2" charset="0"/>
              </a:rPr>
              <a:t>vkbZ</a:t>
            </a:r>
            <a:r>
              <a:rPr lang="en-IN" sz="2400" baseline="0" dirty="0">
                <a:latin typeface="DevLys 010" pitchFamily="2" charset="0"/>
              </a:rPr>
              <a:t>-</a:t>
            </a:r>
            <a:r>
              <a:rPr lang="en-IN" sz="2400" baseline="0" dirty="0" err="1">
                <a:latin typeface="DevLys 010" pitchFamily="2" charset="0"/>
              </a:rPr>
              <a:t>Mh</a:t>
            </a:r>
            <a:r>
              <a:rPr lang="en-IN" sz="2400" baseline="0" dirty="0">
                <a:latin typeface="DevLys 010" pitchFamily="2" charset="0"/>
              </a:rPr>
              <a:t>- ;</a:t>
            </a:r>
            <a:r>
              <a:rPr lang="en-IN" sz="2400" baseline="0" dirty="0" err="1">
                <a:latin typeface="DevLys 010" pitchFamily="2" charset="0"/>
              </a:rPr>
              <a:t>qDr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pSdiksLV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LFkkfir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djus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rFkk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vkWuykbZu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jkf'k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tek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dj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jlhn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tkjh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djuk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izLrkforA</a:t>
            </a:r>
            <a:endParaRPr lang="en-IN" sz="2400" dirty="0">
              <a:latin typeface="DevLys 010" pitchFamily="2" charset="0"/>
            </a:endParaRPr>
          </a:p>
          <a:p>
            <a:pPr marL="465138" marR="0" indent="-465138" algn="just" defTabSz="914400" rtl="0" eaLnBrk="1" fontAlgn="auto" latinLnBrk="0" hangingPunct="1">
              <a:lnSpc>
                <a:spcPct val="150000"/>
              </a:lnSpc>
              <a:spcBef>
                <a:spcPts val="600"/>
              </a:spcBef>
              <a:spcAft>
                <a:spcPts val="120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lang="en-IN" sz="2400" dirty="0" err="1">
                <a:latin typeface="DevLys 010" pitchFamily="2" charset="0"/>
              </a:rPr>
              <a:t>voS</a:t>
            </a:r>
            <a:r>
              <a:rPr lang="en-IN" sz="2400" dirty="0">
                <a:latin typeface="DevLys 010" pitchFamily="2" charset="0"/>
              </a:rPr>
              <a:t>/k [</a:t>
            </a:r>
            <a:r>
              <a:rPr lang="en-IN" sz="2400" dirty="0" err="1">
                <a:latin typeface="DevLys 010" pitchFamily="2" charset="0"/>
              </a:rPr>
              <a:t>kuu</a:t>
            </a:r>
            <a:r>
              <a:rPr lang="en-IN" sz="2400" dirty="0">
                <a:latin typeface="DevLys 010" pitchFamily="2" charset="0"/>
              </a:rPr>
              <a:t> </a:t>
            </a:r>
            <a:r>
              <a:rPr lang="en-IN" sz="2400" dirty="0" err="1">
                <a:latin typeface="DevLys 010" pitchFamily="2" charset="0"/>
              </a:rPr>
              <a:t>LFkyksa</a:t>
            </a:r>
            <a:r>
              <a:rPr lang="en-IN" sz="2400" dirty="0">
                <a:latin typeface="DevLys 010" pitchFamily="2" charset="0"/>
              </a:rPr>
              <a:t> dh </a:t>
            </a:r>
            <a:r>
              <a:rPr lang="en-IN" sz="2400" dirty="0" err="1">
                <a:latin typeface="DevLys 010" pitchFamily="2" charset="0"/>
              </a:rPr>
              <a:t>ft;ks</a:t>
            </a:r>
            <a:r>
              <a:rPr lang="en-IN" sz="2400" baseline="0" dirty="0">
                <a:latin typeface="DevLys 010" pitchFamily="2" charset="0"/>
              </a:rPr>
              <a:t> </a:t>
            </a:r>
            <a:r>
              <a:rPr lang="en-IN" sz="2400" baseline="0" dirty="0" err="1">
                <a:latin typeface="DevLys 010" pitchFamily="2" charset="0"/>
              </a:rPr>
              <a:t>QsfUlax</a:t>
            </a:r>
            <a:endParaRPr lang="en-IN" sz="2400" dirty="0">
              <a:latin typeface="DevLys 01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17286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0BF33-F45A-5D9B-5881-EA9D3BA15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65B75442-D851-8D0C-5E44-47807667B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C3F78ADD-73C9-4183-AFDA-6039D928B4EE}" type="slidenum">
              <a:rPr lang="en-IN" altLang="en-US" smtClean="0"/>
              <a:pPr>
                <a:defRPr/>
              </a:pPr>
              <a:t>15</a:t>
            </a:fld>
            <a:endParaRPr lang="en-IN" alt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4B663F5-38D8-915D-304F-A9A95C4A2F3D}"/>
              </a:ext>
            </a:extLst>
          </p:cNvPr>
          <p:cNvGrpSpPr/>
          <p:nvPr/>
        </p:nvGrpSpPr>
        <p:grpSpPr>
          <a:xfrm>
            <a:off x="71421" y="865477"/>
            <a:ext cx="11982034" cy="5861699"/>
            <a:chOff x="100407" y="888336"/>
            <a:chExt cx="11747210" cy="5919873"/>
          </a:xfrm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EB48F53-9330-EB76-5C32-7F2F2D9ED574}"/>
                </a:ext>
              </a:extLst>
            </p:cNvPr>
            <p:cNvSpPr/>
            <p:nvPr/>
          </p:nvSpPr>
          <p:spPr>
            <a:xfrm>
              <a:off x="100407" y="888336"/>
              <a:ext cx="11747210" cy="5919873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0176250-58D9-2AD8-7707-C68A5AD71438}"/>
                </a:ext>
              </a:extLst>
            </p:cNvPr>
            <p:cNvSpPr/>
            <p:nvPr/>
          </p:nvSpPr>
          <p:spPr bwMode="gray">
            <a:xfrm>
              <a:off x="344384" y="1091379"/>
              <a:ext cx="11305310" cy="5451925"/>
            </a:xfrm>
            <a:prstGeom prst="rect">
              <a:avLst/>
            </a:prstGeom>
            <a:solidFill>
              <a:srgbClr val="FFFFFF"/>
            </a:solidFill>
            <a:ln w="19050" algn="ctr">
              <a:noFill/>
              <a:miter lim="800000"/>
              <a:headEnd/>
              <a:tailEnd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lIns="88900" tIns="88900" rIns="88900" bIns="88900" anchor="t"/>
            <a:lstStyle/>
            <a:p>
              <a:pPr marL="342900" lvl="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en-IN" sz="2200">
                <a:latin typeface="DevLys 010" pitchFamily="2" charset="0"/>
              </a:endParaRPr>
            </a:p>
            <a:p>
              <a:pPr lvl="0" fontAlgn="base">
                <a:lnSpc>
                  <a:spcPct val="150000"/>
                </a:lnSpc>
                <a:spcAft>
                  <a:spcPts val="600"/>
                </a:spcAft>
              </a:pPr>
              <a:endParaRPr lang="en-IN" sz="2200">
                <a:latin typeface="DevLys 010" pitchFamily="2" charset="0"/>
              </a:endParaRPr>
            </a:p>
            <a:p>
              <a:pPr marL="34290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fr-FR" sz="2200">
                <a:latin typeface="DevLys 010" pitchFamily="2" charset="0"/>
              </a:endParaRPr>
            </a:p>
            <a:p>
              <a:pPr marL="342900" indent="-342900" fontAlgn="base">
                <a:lnSpc>
                  <a:spcPct val="150000"/>
                </a:lnSpc>
                <a:spcAft>
                  <a:spcPts val="600"/>
                </a:spcAft>
                <a:buFont typeface="Wingdings" panose="05000000000000000000" pitchFamily="2" charset="2"/>
                <a:buChar char="q"/>
              </a:pPr>
              <a:endParaRPr lang="fr-FR" sz="2200">
                <a:latin typeface="DevLys 010" pitchFamily="2" charset="0"/>
              </a:endParaRP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37B5747-A793-85A9-32D2-AFB6617A24BE}"/>
              </a:ext>
            </a:extLst>
          </p:cNvPr>
          <p:cNvCxnSpPr/>
          <p:nvPr/>
        </p:nvCxnSpPr>
        <p:spPr>
          <a:xfrm>
            <a:off x="0" y="757824"/>
            <a:ext cx="1219200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44B70-265F-531D-304E-58521D196DD5}"/>
              </a:ext>
            </a:extLst>
          </p:cNvPr>
          <p:cNvSpPr/>
          <p:nvPr/>
        </p:nvSpPr>
        <p:spPr>
          <a:xfrm>
            <a:off x="474024" y="1149536"/>
            <a:ext cx="5148000" cy="720000"/>
          </a:xfrm>
          <a:prstGeom prst="rect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</p:spPr>
        <p:txBody>
          <a:bodyPr lIns="18288" tIns="320040" rIns="18288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endParaRPr lang="en-US" sz="2400" b="1" kern="0">
              <a:solidFill>
                <a:sysClr val="windowText" lastClr="000000"/>
              </a:solidFill>
              <a:latin typeface="DevLys 010" pitchFamily="2" charset="0"/>
              <a:cs typeface="Times New Roman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80407F-593E-2721-D856-76AC0049F54A}"/>
              </a:ext>
            </a:extLst>
          </p:cNvPr>
          <p:cNvSpPr/>
          <p:nvPr/>
        </p:nvSpPr>
        <p:spPr>
          <a:xfrm>
            <a:off x="148867" y="69960"/>
            <a:ext cx="470994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ctr">
              <a:buNone/>
            </a:pPr>
            <a:r>
              <a:rPr lang="en-US" sz="3600" b="1" err="1">
                <a:latin typeface="DevLys 010" pitchFamily="2" charset="0"/>
              </a:rPr>
              <a:t>os&amp;fczt</a:t>
            </a:r>
            <a:r>
              <a:rPr lang="en-US" sz="3600" b="1">
                <a:latin typeface="DevLys 010" pitchFamily="2" charset="0"/>
              </a:rPr>
              <a:t> ,</a:t>
            </a:r>
            <a:r>
              <a:rPr lang="en-US" sz="3600" b="1" err="1">
                <a:latin typeface="DevLys 010" pitchFamily="2" charset="0"/>
              </a:rPr>
              <a:t>oa</a:t>
            </a:r>
            <a:r>
              <a:rPr lang="en-US" sz="3600" b="1">
                <a:latin typeface="DevLys 010" pitchFamily="2" charset="0"/>
              </a:rPr>
              <a:t> </a:t>
            </a:r>
            <a:r>
              <a:rPr lang="en-US" sz="3600" b="1" err="1">
                <a:latin typeface="DevLys 010" pitchFamily="2" charset="0"/>
              </a:rPr>
              <a:t>thih,l</a:t>
            </a:r>
            <a:r>
              <a:rPr lang="en-US" sz="3600" b="1">
                <a:latin typeface="DevLys 010" pitchFamily="2" charset="0"/>
              </a:rPr>
              <a:t> dh </a:t>
            </a:r>
            <a:r>
              <a:rPr lang="en-US" sz="3600" b="1" err="1">
                <a:latin typeface="DevLys 010" pitchFamily="2" charset="0"/>
              </a:rPr>
              <a:t>izxfr</a:t>
            </a:r>
            <a:endParaRPr lang="en-IN" sz="3600" b="1">
              <a:latin typeface="DevLys 010" pitchFamily="2" charset="0"/>
            </a:endParaRPr>
          </a:p>
        </p:txBody>
      </p:sp>
      <p:graphicFrame>
        <p:nvGraphicFramePr>
          <p:cNvPr id="2" name="Content Placeholder 4">
            <a:extLst>
              <a:ext uri="{FF2B5EF4-FFF2-40B4-BE49-F238E27FC236}">
                <a16:creationId xmlns:a16="http://schemas.microsoft.com/office/drawing/2014/main" id="{0A9356EE-B1E3-613A-B031-198E3DC9ACDA}"/>
              </a:ext>
            </a:extLst>
          </p:cNvPr>
          <p:cNvGraphicFramePr>
            <a:graphicFrameLocks/>
          </p:cNvGraphicFramePr>
          <p:nvPr/>
        </p:nvGraphicFramePr>
        <p:xfrm>
          <a:off x="392252" y="1137784"/>
          <a:ext cx="11353155" cy="3427989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07562">
                  <a:extLst>
                    <a:ext uri="{9D8B030D-6E8A-4147-A177-3AD203B41FA5}">
                      <a16:colId xmlns:a16="http://schemas.microsoft.com/office/drawing/2014/main" val="1626336352"/>
                    </a:ext>
                  </a:extLst>
                </a:gridCol>
                <a:gridCol w="3076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94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958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b="1" kern="1200">
                        <a:solidFill>
                          <a:schemeClr val="tx1"/>
                        </a:solidFill>
                        <a:latin typeface="DevLys 010" pitchFamily="2" charset="0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kern="1200">
                          <a:solidFill>
                            <a:schemeClr val="tx1"/>
                          </a:solidFill>
                          <a:latin typeface="DevLys 010" pitchFamily="2" charset="0"/>
                          <a:ea typeface="+mn-ea"/>
                          <a:cs typeface="+mn-cs"/>
                        </a:rPr>
                        <a:t>Ø-l-</a:t>
                      </a:r>
                    </a:p>
                    <a:p>
                      <a:pPr algn="ctr">
                        <a:spcAft>
                          <a:spcPts val="0"/>
                        </a:spcAft>
                      </a:pPr>
                      <a:endParaRPr lang="en-IN" sz="2000" b="1">
                        <a:solidFill>
                          <a:schemeClr val="tx1"/>
                        </a:solidFill>
                        <a:latin typeface="DevLys 010" pitchFamily="2" charset="0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000" b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y{;</a:t>
                      </a:r>
                      <a:endParaRPr lang="en-IN" sz="2000" b="1">
                        <a:solidFill>
                          <a:schemeClr val="tx1"/>
                        </a:solidFill>
                        <a:latin typeface="DevLys 010" pitchFamily="2" charset="0"/>
                      </a:endParaRPr>
                    </a:p>
                  </a:txBody>
                  <a:tcPr marL="32147" marR="32147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2000" b="1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izxfr</a:t>
                      </a:r>
                      <a:endParaRPr lang="en-IN" sz="2000" b="1">
                        <a:solidFill>
                          <a:schemeClr val="tx1"/>
                        </a:solidFill>
                        <a:latin typeface="DevLys 010" pitchFamily="2" charset="0"/>
                      </a:endParaRPr>
                    </a:p>
                  </a:txBody>
                  <a:tcPr marL="32147" marR="32147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0246">
                <a:tc>
                  <a:txBody>
                    <a:bodyPr/>
                    <a:lstStyle/>
                    <a:p>
                      <a:pPr 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2000">
                          <a:effectLst/>
                          <a:latin typeface="DevLys 010" pitchFamily="2" charset="0"/>
                          <a:ea typeface="Times New Roman"/>
                          <a:cs typeface="Mangal"/>
                        </a:rPr>
                        <a:t>1</a:t>
                      </a: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leLr</a:t>
                      </a:r>
                      <a:r>
                        <a:rPr lang="en-US" sz="2000" b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LFkkuksa</a:t>
                      </a:r>
                      <a:r>
                        <a:rPr lang="en-US" sz="2000" b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ij</a:t>
                      </a:r>
                      <a:r>
                        <a:rPr lang="en-US" sz="2000" b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fnukad</a:t>
                      </a:r>
                      <a:r>
                        <a:rPr lang="en-US" sz="2000" b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15-08-2026 </a:t>
                      </a:r>
                      <a:r>
                        <a:rPr lang="en-US" sz="2000" b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rd</a:t>
                      </a:r>
                      <a:r>
                        <a:rPr lang="en-US" sz="2000" b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os&amp;fczt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vkWVkses'ku</a:t>
                      </a:r>
                      <a:endParaRPr lang="en-IN" sz="2000" b="0">
                        <a:solidFill>
                          <a:schemeClr val="tx1"/>
                        </a:solidFill>
                      </a:endParaRPr>
                    </a:p>
                    <a:p>
                      <a:pPr algn="l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IN" sz="2000">
                        <a:effectLst/>
                        <a:latin typeface="DevLys 010" pitchFamily="2" charset="0"/>
                        <a:ea typeface="Times New Roman"/>
                        <a:cs typeface="Mangal"/>
                      </a:endParaRPr>
                    </a:p>
                  </a:txBody>
                  <a:tcPr marL="32147" marR="32147" marT="0" marB="0"/>
                </a:tc>
                <a:tc>
                  <a:txBody>
                    <a:bodyPr/>
                    <a:lstStyle/>
                    <a:p>
                      <a:pPr marL="60325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gkMZos;j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bULVkys'ku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% 631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os&amp;fczt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ij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</a:p>
                    <a:p>
                      <a:pPr marL="60325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os&amp;fczt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ykbZo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% 441</a:t>
                      </a:r>
                      <a:endParaRPr lang="en-IN" sz="2000" b="0">
                        <a:solidFill>
                          <a:schemeClr val="tx1"/>
                        </a:solidFill>
                      </a:endParaRPr>
                    </a:p>
                  </a:txBody>
                  <a:tcPr marL="32147" marR="32147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13343">
                <a:tc>
                  <a:txBody>
                    <a:bodyPr/>
                    <a:lstStyle/>
                    <a:p>
                      <a:pPr marL="60325" indent="0" algn="ctr">
                        <a:spcAft>
                          <a:spcPts val="0"/>
                        </a:spcAft>
                      </a:pPr>
                      <a:r>
                        <a:rPr lang="en-US" sz="2000" b="0" kern="1200">
                          <a:solidFill>
                            <a:schemeClr val="tx1"/>
                          </a:solidFill>
                          <a:latin typeface="DevLys 010" pitchFamily="2" charset="0"/>
                          <a:ea typeface="+mn-ea"/>
                          <a:cs typeface="+mn-cs"/>
                        </a:rPr>
                        <a:t>2</a:t>
                      </a:r>
                      <a:endParaRPr lang="en-IN" sz="2000" b="0" kern="1200">
                        <a:solidFill>
                          <a:schemeClr val="tx1"/>
                        </a:solidFill>
                        <a:latin typeface="DevLys 010" pitchFamily="2" charset="0"/>
                        <a:ea typeface="+mn-ea"/>
                        <a:cs typeface="+mn-cs"/>
                      </a:endParaRPr>
                    </a:p>
                  </a:txBody>
                  <a:tcPr marL="32147" marR="32147" marT="0" marB="0"/>
                </a:tc>
                <a:tc>
                  <a:txBody>
                    <a:bodyPr/>
                    <a:lstStyle/>
                    <a:p>
                      <a:pPr marL="60325" indent="0" algn="l">
                        <a:spcAft>
                          <a:spcPts val="0"/>
                        </a:spcAft>
                      </a:pP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okguksa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esa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fnukad</a:t>
                      </a:r>
                      <a:r>
                        <a:rPr lang="en-US" sz="2000" b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15-08-2026 </a:t>
                      </a:r>
                      <a:r>
                        <a:rPr lang="en-US" sz="2000" b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rd</a:t>
                      </a:r>
                      <a:r>
                        <a:rPr lang="en-US" sz="2000" b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thih,l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rFkk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vkj,QvkbZMh</a:t>
                      </a:r>
                      <a:r>
                        <a:rPr lang="en-US" sz="2000" b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yxk;k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tkuk</a:t>
                      </a:r>
                      <a:endParaRPr lang="en-IN" sz="2000" b="0" kern="1200">
                        <a:solidFill>
                          <a:schemeClr val="tx1"/>
                        </a:solidFill>
                        <a:latin typeface="DevLys 010" pitchFamily="2" charset="0"/>
                        <a:ea typeface="+mn-ea"/>
                        <a:cs typeface="+mn-cs"/>
                      </a:endParaRPr>
                    </a:p>
                  </a:txBody>
                  <a:tcPr marL="32147" marR="32147" marT="0" marB="0"/>
                </a:tc>
                <a:tc>
                  <a:txBody>
                    <a:bodyPr/>
                    <a:lstStyle/>
                    <a:p>
                      <a:pPr marL="60325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th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-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ih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--,l-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bULVkys'ku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% 5719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okguksa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</a:t>
                      </a:r>
                    </a:p>
                    <a:p>
                      <a:pPr marL="60325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th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-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ih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-,l- </a:t>
                      </a:r>
                      <a:r>
                        <a:rPr lang="en-US" sz="2000" b="0" baseline="0" err="1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ykbZo</a:t>
                      </a:r>
                      <a:r>
                        <a:rPr lang="en-US" sz="2000" b="0" baseline="0">
                          <a:solidFill>
                            <a:schemeClr val="tx1"/>
                          </a:solidFill>
                          <a:latin typeface="DevLys 010" pitchFamily="2" charset="0"/>
                        </a:rPr>
                        <a:t> % 3297</a:t>
                      </a:r>
                      <a:endParaRPr lang="en-IN" sz="2000" b="0">
                        <a:solidFill>
                          <a:schemeClr val="tx1"/>
                        </a:solidFill>
                      </a:endParaRPr>
                    </a:p>
                  </a:txBody>
                  <a:tcPr marL="32147" marR="32147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58553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A5034-280A-D15A-C7C1-18F7A8772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84BC45E5-2F17-F934-C112-FE94C25CF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0763" y="5169769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C3F78ADD-73C9-4183-AFDA-6039D928B4EE}" type="slidenum">
              <a:rPr lang="en-IN" altLang="en-US" smtClean="0"/>
              <a:pPr>
                <a:defRPr/>
              </a:pPr>
              <a:t>16</a:t>
            </a:fld>
            <a:endParaRPr lang="en-I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0060F6-8711-644E-1DF9-1A56A9C5D2A2}"/>
              </a:ext>
            </a:extLst>
          </p:cNvPr>
          <p:cNvSpPr/>
          <p:nvPr/>
        </p:nvSpPr>
        <p:spPr>
          <a:xfrm>
            <a:off x="474024" y="1149536"/>
            <a:ext cx="5148000" cy="720000"/>
          </a:xfrm>
          <a:prstGeom prst="rect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</p:spPr>
        <p:txBody>
          <a:bodyPr lIns="18288" tIns="320040" rIns="18288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endParaRPr lang="en-US" sz="2400" b="1" kern="0">
              <a:solidFill>
                <a:sysClr val="windowText" lastClr="000000"/>
              </a:solidFill>
              <a:latin typeface="DevLys 010" pitchFamily="2" charset="0"/>
              <a:cs typeface="Times New Roman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387AE6-4C39-0839-A0BE-24B0BD94B74B}"/>
              </a:ext>
            </a:extLst>
          </p:cNvPr>
          <p:cNvSpPr txBox="1"/>
          <p:nvPr/>
        </p:nvSpPr>
        <p:spPr>
          <a:xfrm>
            <a:off x="2848356" y="2544818"/>
            <a:ext cx="613562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6000">
                <a:latin typeface="DevLys 010" pitchFamily="2" charset="0"/>
              </a:rPr>
              <a:t>/</a:t>
            </a:r>
            <a:r>
              <a:rPr lang="en-IN" sz="6000" err="1">
                <a:latin typeface="DevLys 010" pitchFamily="2" charset="0"/>
              </a:rPr>
              <a:t>kU;okn</a:t>
            </a:r>
            <a:endParaRPr lang="en-IN" sz="6000">
              <a:latin typeface="DevLys 01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7442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1500</Words>
  <Application>Microsoft Office PowerPoint</Application>
  <PresentationFormat>Widescreen</PresentationFormat>
  <Paragraphs>216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7" baseType="lpstr">
      <vt:lpstr>Aptos</vt:lpstr>
      <vt:lpstr>Aptos Display</vt:lpstr>
      <vt:lpstr>Arial</vt:lpstr>
      <vt:lpstr>Cambria</vt:lpstr>
      <vt:lpstr>DevLys 010</vt:lpstr>
      <vt:lpstr>DevLys 010 </vt:lpstr>
      <vt:lpstr>Kruti Dev 010</vt:lpstr>
      <vt:lpstr>Times New Roman</vt:lpstr>
      <vt:lpstr>Wingdings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Giri, Sanjay</dc:creator>
  <cp:lastModifiedBy>Giri, Sanjay</cp:lastModifiedBy>
  <cp:revision>4</cp:revision>
  <dcterms:created xsi:type="dcterms:W3CDTF">2026-05-04T11:56:52Z</dcterms:created>
  <dcterms:modified xsi:type="dcterms:W3CDTF">2026-05-04T13:53:12Z</dcterms:modified>
</cp:coreProperties>
</file>