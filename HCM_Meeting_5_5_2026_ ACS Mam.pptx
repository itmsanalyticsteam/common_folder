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300" r:id="rId3"/>
    <p:sldId id="379" r:id="rId4"/>
    <p:sldId id="380" r:id="rId5"/>
    <p:sldId id="347" r:id="rId6"/>
    <p:sldId id="348" r:id="rId7"/>
    <p:sldId id="367" r:id="rId8"/>
    <p:sldId id="368" r:id="rId9"/>
    <p:sldId id="370" r:id="rId10"/>
    <p:sldId id="381" r:id="rId11"/>
    <p:sldId id="371" r:id="rId12"/>
    <p:sldId id="350" r:id="rId13"/>
    <p:sldId id="366" r:id="rId14"/>
    <p:sldId id="363" r:id="rId15"/>
    <p:sldId id="364" r:id="rId16"/>
    <p:sldId id="374" r:id="rId17"/>
    <p:sldId id="375" r:id="rId18"/>
    <p:sldId id="383" r:id="rId19"/>
    <p:sldId id="377" r:id="rId20"/>
    <p:sldId id="365" r:id="rId21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313"/>
    <a:srgbClr val="156082"/>
    <a:srgbClr val="337C3D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-7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Minor Minerals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  <c:perspective val="3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322585242063044E-2"/>
          <c:y val="7.4913216434337737E-2"/>
          <c:w val="0.82535482951587391"/>
          <c:h val="0.6667100439903899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399-4A91-9910-2EB865A4E5D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399-4A91-9910-2EB865A4E5D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399-4A91-9910-2EB865A4E5D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399-4A91-9910-2EB865A4E5D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399-4A91-9910-2EB865A4E5DC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C399-4A91-9910-2EB865A4E5DC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C399-4A91-9910-2EB865A4E5DC}"/>
              </c:ext>
            </c:extLst>
          </c:dPt>
          <c:dLbls>
            <c:dLbl>
              <c:idx val="5"/>
              <c:layout>
                <c:manualLayout>
                  <c:x val="0"/>
                  <c:y val="-8.671232765486615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399-4A91-9910-2EB865A4E5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Masonary Stone</c:v>
                </c:pt>
                <c:pt idx="1">
                  <c:v>Granite</c:v>
                </c:pt>
                <c:pt idx="2">
                  <c:v>Marble</c:v>
                </c:pt>
                <c:pt idx="3">
                  <c:v>Limestone</c:v>
                </c:pt>
                <c:pt idx="4">
                  <c:v>Sandstone</c:v>
                </c:pt>
                <c:pt idx="5">
                  <c:v>Gypsum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753.73</c:v>
                </c:pt>
                <c:pt idx="1">
                  <c:v>334.49</c:v>
                </c:pt>
                <c:pt idx="2">
                  <c:v>314.20999999999998</c:v>
                </c:pt>
                <c:pt idx="3">
                  <c:v>228.51</c:v>
                </c:pt>
                <c:pt idx="4">
                  <c:v>310.19</c:v>
                </c:pt>
                <c:pt idx="5">
                  <c:v>143.94999999999999</c:v>
                </c:pt>
                <c:pt idx="6">
                  <c:v>607.99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E-C399-4A91-9910-2EB865A4E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40" b="1"/>
              <a:t>Major Minerals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  <c:perspective val="3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784706593975026E-2"/>
          <c:y val="0.15479341188300988"/>
          <c:w val="0.82443058681204995"/>
          <c:h val="0.5167573542963650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548-4813-BCCE-90C07C854920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548-4813-BCCE-90C07C854920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548-4813-BCCE-90C07C854920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6548-4813-BCCE-90C07C854920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6548-4813-BCCE-90C07C854920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6548-4813-BCCE-90C07C854920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6548-4813-BCCE-90C07C854920}"/>
              </c:ext>
            </c:extLst>
          </c:dPt>
          <c:dLbls>
            <c:dLbl>
              <c:idx val="4"/>
              <c:layout>
                <c:manualLayout>
                  <c:x val="-6.4361128918816318E-2"/>
                  <c:y val="-1.224205885596321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548-4813-BCCE-90C07C854920}"/>
                </c:ext>
              </c:extLst>
            </c:dLbl>
            <c:dLbl>
              <c:idx val="6"/>
              <c:layout>
                <c:manualLayout>
                  <c:x val="6.2062517171715625E-2"/>
                  <c:y val="-7.345235313577933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548-4813-BCCE-90C07C85492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Zinc</c:v>
                </c:pt>
                <c:pt idx="1">
                  <c:v>Limestone</c:v>
                </c:pt>
                <c:pt idx="2">
                  <c:v>Lead</c:v>
                </c:pt>
                <c:pt idx="3">
                  <c:v>Silver</c:v>
                </c:pt>
                <c:pt idx="4">
                  <c:v>Rock  Phosphate</c:v>
                </c:pt>
                <c:pt idx="5">
                  <c:v>Felspar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2509.88</c:v>
                </c:pt>
                <c:pt idx="1">
                  <c:v>841.66</c:v>
                </c:pt>
                <c:pt idx="2">
                  <c:v>544.55999999999995</c:v>
                </c:pt>
                <c:pt idx="3">
                  <c:v>769.01</c:v>
                </c:pt>
                <c:pt idx="4">
                  <c:v>202.56</c:v>
                </c:pt>
                <c:pt idx="5">
                  <c:v>145.15</c:v>
                </c:pt>
                <c:pt idx="6">
                  <c:v>340.38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E-6548-4813-BCCE-90C07C85492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416589505210176E-2"/>
                  <c:y val="4.60097293018093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36-4162-B42A-CE608A8E6239}"/>
                </c:ext>
              </c:extLst>
            </c:dLbl>
            <c:numFmt formatCode="#,##0" sourceLinked="0"/>
            <c:spPr>
              <a:solidFill>
                <a:srgbClr val="C41313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General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1336-4162-B42A-CE608A8E6239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1.5301742809240041E-2"/>
                  <c:y val="-3.70625336668952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36-4162-B42A-CE608A8E6239}"/>
                </c:ext>
              </c:extLst>
            </c:dLbl>
            <c:dLbl>
              <c:idx val="5"/>
              <c:layout>
                <c:manualLayout>
                  <c:x val="-2.8597971173532698E-2"/>
                  <c:y val="-2.5836552184637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36-4162-B42A-CE608A8E6239}"/>
                </c:ext>
              </c:extLst>
            </c:dLbl>
            <c:numFmt formatCode="#,##0" sourceLinked="0"/>
            <c:spPr>
              <a:solidFill>
                <a:srgbClr val="337C3D"/>
              </a:solidFill>
              <a:ln>
                <a:solidFill>
                  <a:srgbClr val="3B7D2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1336-4162-B42A-CE608A8E6239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273914082459516E-2"/>
                  <c:y val="2.8081748481089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162-B42A-CE608A8E6239}"/>
                </c:ext>
              </c:extLst>
            </c:dLbl>
            <c:dLbl>
              <c:idx val="4"/>
              <c:layout>
                <c:manualLayout>
                  <c:x val="-2.416589505210176E-2"/>
                  <c:y val="1.6855766998831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36-4162-B42A-CE608A8E6239}"/>
                </c:ext>
              </c:extLst>
            </c:dLbl>
            <c:numFmt formatCode="#,##0" sourceLinked="0"/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General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7-1336-4162-B42A-CE608A8E62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932928"/>
        <c:axId val="173934464"/>
      </c:lineChart>
      <c:catAx>
        <c:axId val="173932928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4464"/>
        <c:crossesAt val="10"/>
        <c:auto val="1"/>
        <c:lblAlgn val="ctr"/>
        <c:lblOffset val="100"/>
        <c:noMultiLvlLbl val="0"/>
      </c:catAx>
      <c:valAx>
        <c:axId val="173934464"/>
        <c:scaling>
          <c:orientation val="minMax"/>
          <c:max val="1500"/>
          <c:min val="4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2928"/>
        <c:crosses val="autoZero"/>
        <c:crossBetween val="between"/>
        <c:majorUnit val="100"/>
        <c:minorUnit val="40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45481983207139"/>
          <c:y val="2.435613974408635E-2"/>
          <c:w val="0.80697079308885211"/>
          <c:h val="0.863566696810401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Targets</c:v>
                </c:pt>
              </c:strCache>
            </c:strRef>
          </c:tx>
          <c:spPr>
            <a:solidFill>
              <a:srgbClr val="4472C4"/>
            </a:solidFill>
            <a:ln w="32267">
              <a:noFill/>
            </a:ln>
          </c:spPr>
          <c:invertIfNegative val="0"/>
          <c:dLbls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5000</c:v>
                </c:pt>
                <c:pt idx="2" formatCode="_ * #,##0_ ;_ * \-#,##0_ ;_ * &quot;-&quot;??_ ;_ @_ ">
                  <c:v>3500</c:v>
                </c:pt>
                <c:pt idx="3" formatCode="_ * #,##0_ ;_ * \-#,##0_ ;_ * &quot;-&quot;??_ ;_ @_ ">
                  <c:v>2900</c:v>
                </c:pt>
                <c:pt idx="4" formatCode="_ * #,##0_ ;_ * \-#,##0_ ;_ * &quot;-&quot;??_ ;_ @_ ">
                  <c:v>2100</c:v>
                </c:pt>
                <c:pt idx="5" formatCode="_ * #,##0_ ;_ * \-#,##0_ ;_ * &quot;-&quot;??_ ;_ @_ ">
                  <c:v>2300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CED-4D1D-8396-E222CEEF7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Achievements</c:v>
                </c:pt>
              </c:strCache>
            </c:strRef>
          </c:tx>
          <c:spPr>
            <a:solidFill>
              <a:srgbClr val="ED7D31"/>
            </a:solidFill>
            <a:ln w="32267">
              <a:noFill/>
            </a:ln>
          </c:spPr>
          <c:invertIfNegative val="0"/>
          <c:dLbls>
            <c:dLbl>
              <c:idx val="0"/>
              <c:layout>
                <c:manualLayout>
                  <c:x val="1.7516929296087252E-2"/>
                  <c:y val="-3.339554160121872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D-4D1D-8396-E222CEEF7D80}"/>
                </c:ext>
              </c:extLst>
            </c:dLbl>
            <c:dLbl>
              <c:idx val="1"/>
              <c:layout>
                <c:manualLayout>
                  <c:x val="1.6057185188079984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ED-4D1D-8396-E222CEEF7D80}"/>
                </c:ext>
              </c:extLst>
            </c:dLbl>
            <c:dLbl>
              <c:idx val="2"/>
              <c:layout>
                <c:manualLayout>
                  <c:x val="1.6057185188080036E-2"/>
                  <c:y val="-6.67910832024374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D-4D1D-8396-E222CEEF7D80}"/>
                </c:ext>
              </c:extLst>
            </c:dLbl>
            <c:dLbl>
              <c:idx val="3"/>
              <c:layout>
                <c:manualLayout>
                  <c:x val="1.6057185188079876E-2"/>
                  <c:y val="3.64319207883975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ED-4D1D-8396-E222CEEF7D80}"/>
                </c:ext>
              </c:extLst>
            </c:dLbl>
            <c:dLbl>
              <c:idx val="4"/>
              <c:layout>
                <c:manualLayout>
                  <c:x val="1.6057185188079769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ED-4D1D-8396-E222CEEF7D80}"/>
                </c:ext>
              </c:extLst>
            </c:dLbl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3995.4</c:v>
                </c:pt>
                <c:pt idx="1">
                  <c:v>4889.17</c:v>
                </c:pt>
                <c:pt idx="2" formatCode="_ * #,##0_ ;_ * \-#,##0_ ;_ * &quot;-&quot;??_ ;_ @_ ">
                  <c:v>3425.08</c:v>
                </c:pt>
                <c:pt idx="3" formatCode="_ * #,##0_ ;_ * \-#,##0_ ;_ * &quot;-&quot;??_ ;_ @_ ">
                  <c:v>2688.91</c:v>
                </c:pt>
                <c:pt idx="4" formatCode="_ * #,##0_ ;_ * \-#,##0_ ;_ * &quot;-&quot;??_ ;_ @_ ">
                  <c:v>2030.43</c:v>
                </c:pt>
                <c:pt idx="5" formatCode="_ * #,##0_ ;_ * \-#,##0_ ;_ * &quot;-&quot;??_ ;_ @_ ">
                  <c:v>220.04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6CED-4D1D-8396-E222CEEF7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841216"/>
        <c:axId val="174847104"/>
      </c:barChart>
      <c:catAx>
        <c:axId val="174841216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12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21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847104"/>
        <c:crosses val="autoZero"/>
        <c:auto val="1"/>
        <c:lblAlgn val="ctr"/>
        <c:lblOffset val="100"/>
        <c:noMultiLvlLbl val="0"/>
      </c:catAx>
      <c:valAx>
        <c:axId val="17484710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8067"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1524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841216"/>
        <c:crosses val="autoZero"/>
        <c:crossBetween val="between"/>
      </c:valAx>
      <c:spPr>
        <a:noFill/>
        <a:ln w="32267">
          <a:noFill/>
        </a:ln>
      </c:spPr>
    </c:plotArea>
    <c:legend>
      <c:legendPos val="r"/>
      <c:layout>
        <c:manualLayout>
          <c:xMode val="edge"/>
          <c:yMode val="edge"/>
          <c:x val="0.72200332155874047"/>
          <c:y val="4.7062239648698247E-2"/>
          <c:w val="0.25604395604395602"/>
          <c:h val="7.4812967581047385E-2"/>
        </c:manualLayout>
      </c:layout>
      <c:overlay val="0"/>
      <c:spPr>
        <a:noFill/>
        <a:ln w="32267">
          <a:noFill/>
        </a:ln>
      </c:spPr>
      <c:txPr>
        <a:bodyPr rot="0" spcFirstLastPara="1" vertOverflow="ellipsis" vert="horz" wrap="square" anchor="ctr" anchorCtr="1"/>
        <a:lstStyle/>
        <a:p>
          <a:pPr>
            <a:defRPr sz="1521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6D8E6-1F2D-498C-BDFD-55840DB8F6A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DF74A-357F-4663-83BA-71AC7508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3A9B62-50D9-1614-92F6-A03425E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BB78CBB-2168-97CD-BBE6-A0D8F0794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5929BD5-A482-092C-E5D3-41979347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14F7A32-5554-DFDB-A045-FD5362985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3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CCC043-1811-2700-ACA0-05731D59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97FC3AF-5E82-82F7-5A00-8A1478FD9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58085E3-0B68-F4DC-6447-D358D00A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E55BAA-584F-3F66-90A1-7361A9DC1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7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E2AFDF-6F0B-F31E-A81E-822D5F0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2990FF5-2477-DD39-A574-516D9165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988B8B9-3DC3-DFDD-913B-B96D928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68A4A21-A8A8-9701-B9A3-6D551F88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92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ECA3A4-7ED7-0EE2-4866-372568DE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3EDE490-8848-B5B1-A155-9A47DEB1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F15EA38-F9D8-8D2F-184A-F573FA12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3E6CD6-AED8-A27C-4E52-D4F7269E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80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B26E91-6123-5DBA-66B0-F524AAA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042E426-16DE-2F85-9EFB-B99E266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ABD1887-4ECD-5239-1233-68207FF1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E53E7-CC77-73AA-EB4B-817935A3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24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7601A6-1F11-502F-6072-729C70BA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1916170-31F9-D659-5542-ADB65B6B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505CEF5-ADB4-2BB9-26D3-34015FA5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245FD33-BC61-99DF-42ED-A3779BC8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96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E5FC92-AA8F-DDA6-4CF2-B3D87966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C6A7AAD-B677-04D4-A8E8-DE6A0019F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D02480C-8B36-6305-543D-3D10FCCD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D5DD0CA-BAD0-9355-C4F0-E5AB2E95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32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80B82D5-EE73-A119-B7B2-0416415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087CD75-D3BA-902C-9298-51BC1A2D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5E0EF5D-D3CA-D854-29EF-042C20A1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C0B5C3E-8838-29C8-FDC3-C823960E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9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55754F-34DE-8C0D-3981-23DCE68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F0B7CA8-BE8C-1CD4-6148-434A26741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491841E-C7B2-3C18-CE1B-F618A614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6A1C164-5362-C313-8E25-083EE914F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5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1A4C29-2174-2541-4925-DAB2D3D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3982C9B-D437-C593-2EAE-AB1F781F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366ECCD-97C6-8612-B85E-C9A2461F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8B4C6C0-AA72-CCBD-6038-26F3F59A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46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D272005-08A2-2B06-45DB-9FBF42EC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EC9FBEE-C902-6C9F-8C50-0ED289ACA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0ED2780-FD89-E014-EB20-787D2A148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CCBAC1A-6123-260D-8D53-F944CE68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E17776-BD21-52B1-96BF-F1AFE36A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A1DD5A1-BFEA-0F46-92F6-C5ABDB5C2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82DA684-916E-CE01-6037-03A11E8B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54256F-D493-AB79-1BB6-D253C5C37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04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3EF269-F824-381F-8623-1490085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4F0F71B-1561-B241-29AE-BF7BF00F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D8F2275-6098-1A58-0A70-651E2D0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BAFDD0C-067E-ACA9-54F7-1037DDAD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D88247-C717-50F5-569E-C7CE91DE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B75D44-9CCC-9F34-147C-BB27AAE0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A66C16-CBE3-A814-C602-F6AB99E9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BE606C4-106D-AD7F-293F-9D70DA0B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236629-BA0F-DE95-1A92-0DDCACE9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690C35-C2DE-F1EA-E777-AEE488C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60DCA2-BE4C-0BDB-822D-2D66DAA0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8A202F-D7A1-1540-7B0F-D08AEEA1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8979E3-1128-E4C6-67CF-88F753A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538C16-EDDE-7488-B894-99B5EF11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6C7A0E-B153-22CD-479E-07DA7D24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191F86-9B65-547D-F2E0-25A4A3E3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730E61-99E8-CF88-4643-DF703FC8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A7DF06-DA34-484E-3D1E-DBB2E2FB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EE82B8-CC4F-719A-0DD7-B7B9F97A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8EE166-97A8-B201-70B1-9E35C5F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0E3488-2678-3F21-FAD4-DCF1E43E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6338C37-1ABD-BF4F-B592-FB85BD453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611FD27-46A8-6E34-2BC8-2405633D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0990742-B0F4-A313-1E2F-6312AC1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344C2AD-90E4-4038-0E9B-E3EB4EA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4BA954-8FBC-88F8-33AB-9B739640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ED83CA0-247C-DFE4-6431-A026E28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8BCE25D-BED0-52FB-CFD5-E635E45E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CF89C0F-D4ED-0B02-8054-B4526984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D7F4AD-D27B-C9DB-4DED-0DD0EA054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AEDF069-E476-3834-BB42-87C5B50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27F2C90-B679-F4C9-3194-F5368CD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4F0333A-161C-A628-5B2B-45FC377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963BE4-01D7-A1E2-EAE1-60A3392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5036E10-B4BF-3E9F-BD7A-8924D0F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81862E9-1D21-1FE6-C834-E93F5FA2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BD2B2F2-7931-4A25-8B18-4A954FC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09E90B0-93CD-3910-89D9-DB977FF5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49FC27F-13BC-DCC6-6BD3-806EB0D9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4D63E99-4C0B-096C-CAFF-036EF35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233FB2-C23A-2B11-DD57-29A0307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8E14E1-7060-133C-CC05-96DA60D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8EBD8FE-B321-F463-1DE6-21D6B0A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F347166-494F-D81D-F9DD-99D67E5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775A44-50A0-00F9-FE63-DE106431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D5B956-8BFB-B791-D931-AE5FF76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1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D4DB7E-5C6E-7152-0B8F-88DC3322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0A13830-D167-8C33-CCC1-D975934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0C200CF-4CD7-A1A9-010A-51A599260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A4F10-7EC4-5E3B-B631-D0CD4636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55FE92A-0A4A-C0CD-A9F5-49A6C06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4E12967-9040-7FEC-ADA9-C128953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7AC2ED-2EA4-FA5B-199D-AD50589B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AEE2FB6-3ABE-A927-66A5-886040F3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45E70F-0455-E263-D9B2-F0DB0C29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839D5F-6052-2D04-D8B5-226635D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026D0C-928E-DFF3-E0E4-21007EF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F7E3F06-EBBF-B09D-C775-BD5CEB963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1C7B119-97DE-5E7A-E4AF-217CB73D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459900-50B5-3FA9-0B8C-FE78B9FB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2DC227-2B83-A57A-E41E-FFA0D4D9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CF2C13-68E3-D2FA-803E-75116CE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0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63A1C-A4BF-F1E9-7236-F7D34FBC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AD33591-D8F9-3BCD-88A3-D31E6EC5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BA4EF3-CB2F-BAA3-F729-AF60EDA0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D82D85-7415-7676-C0AE-B48D640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8CD804-30B4-192D-DC92-A030EA0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05872C41-6FBA-9139-C898-5606C62D305F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DEBDB-6342-2B9B-99EE-62E34FAF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31BA10-39FA-4CF0-3664-9EBDCAA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3CA533-1DD9-B04E-AC9E-B1E43AD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20F69F-5A86-21B7-744A-7A68256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C2A5BD-0EE9-2C26-1554-FD86093D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5C4B36C-A339-04F1-8A51-85B13CA00E01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06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89B901-BA81-F30C-DE6B-7C75B352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4F95C43-CD2F-EF19-3B31-B1B27867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ED6C241-CB25-34C1-69A4-6018B9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51669C-27E1-16FE-74FA-21A971D3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6E6369-BC94-0077-5C42-BE8B44A6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03053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2C8E96-B098-DF59-07A1-C3F94C6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E4849A-CF6F-4DC6-6546-6940F76DB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F83B9AE-89AD-A9A0-7EC0-15524AD0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ED02FE7-2881-C24E-4511-4BF1A88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9C76FB9-8BD3-C40F-854A-34C05065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46A66AF-D601-7D82-AC54-2F924386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80968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FC65EC-E6FC-ADD6-C24C-C96ECAE1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85986EC-7584-C47E-88C1-1EF7CC64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17A1FF4-F279-67D6-6FFA-E87F4CA3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E7DA2EE-ADF0-5B65-179B-F2D037728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9E74FDF-9A2E-57F3-2B9B-D6E45E7E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048C16F-3F14-DBC0-DC11-F6FF6EDE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F31D129-0AAD-269D-1729-46A65CDE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73B8ADF-D842-BCBD-83D8-58C14117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57531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EEBF1-A227-BC1A-E751-CC91FC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1FC3AD1-662B-EFD5-F69C-9FBF9EFD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CE49619-7F5D-C248-61E9-7F20308B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80174AC-4565-6272-D2AE-9367F56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96594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287FAEB-BC52-2E78-8F98-AF243A0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E843CC6-0484-3264-452C-BA67D56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5340930-5EAB-D773-5F1B-6CD9EBCD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373613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0DBB16-7C79-0BF2-C995-955AF3CF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F6649B-08CE-BA07-9658-62F80471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32629C5-4831-EDEF-686B-5DB0B4B0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1054C77-35A6-5382-0C40-57B2008F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3AC7547-99B5-185E-3995-E3781CB6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8AF376-EA6A-C1C1-4D25-9689E8A1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6645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82C297-B0B4-16C6-84E4-8BA64AB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748384A-A05C-566B-68CF-ECEF43CDC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6AF816-9B68-2FAF-7178-2C1D7258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3CA803A-CF68-9C76-5840-8FFAE59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8D63FB-B594-F5E1-30D0-5A7328BF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2A3E651-B88D-28C7-FF89-AB8043C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160221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DE614D-B6FB-7CB4-0EA2-A039C552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D47E944-36CC-AA42-C24E-39A306A1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CB97D5-49C3-7FFA-29B8-A22D464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7A6483-1EE8-50A8-3503-76073CF7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66FB46-8894-253F-363A-7740E283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924514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0DCAB29-3E2C-54B7-9B5F-9EFCDF81A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0471AB-C064-8B10-8688-F86AA496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12D12A-6A3C-8E92-706F-38AA7696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C7FA3C-05BF-612A-51E0-58B9B69A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DA643D-EA67-1722-9FA6-900B501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24651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BDA3C13-522E-D7B4-BA4A-300FEB2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BF19A60-1878-D5E0-0195-C3D29019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E8D710-175E-1704-0DDC-C903C21A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AFDDD-0950-404D-A69C-C21C286955A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715D77-4000-021D-8849-654CFA3D7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6958C9-83E5-DA97-F97D-A61664092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43EAEE2-6E25-F58B-43D1-6EB3852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4861A8D-7ABB-702F-AEFF-1090949F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19C87B-AF8C-72DC-0B66-6A7DF9F5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5537A3-2705-D521-C23A-9D6181E3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9E217B-D6AE-3F6D-BB80-7D44B04A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2716466-A219-6706-3151-EA4BAC73FE48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artment of Mines &amp; Geology">
            <a:extLst>
              <a:ext uri="{FF2B5EF4-FFF2-40B4-BE49-F238E27FC236}">
                <a16:creationId xmlns:a16="http://schemas.microsoft.com/office/drawing/2014/main" xmlns="" id="{20341F8C-B14D-F619-A61A-3FF9D7EF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856"/>
            <a:ext cx="12192000" cy="6876856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solidFill>
              <a:schemeClr val="tx1"/>
            </a:solidFill>
          </a:ln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xmlns="" id="{CB72E08F-07CF-C9FC-C012-DEC0F6BD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853" y="511551"/>
            <a:ext cx="1733133" cy="17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xmlns="" id="{515FBCA5-DBF5-19A4-B33F-DAC206761193}"/>
              </a:ext>
            </a:extLst>
          </p:cNvPr>
          <p:cNvSpPr txBox="1">
            <a:spLocks/>
          </p:cNvSpPr>
          <p:nvPr/>
        </p:nvSpPr>
        <p:spPr>
          <a:xfrm>
            <a:off x="2286001" y="2895601"/>
            <a:ext cx="7703003" cy="103574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txBody>
          <a:bodyPr vert="horz" wrap="square" lIns="0" tIns="91440" rIns="0" bIns="0" rtlCol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720"/>
              </a:spcBef>
            </a:pP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kku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oa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isVªksfy;e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foHkkx</a:t>
            </a:r>
            <a:endParaRPr lang="en-US" sz="40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  <a:p>
            <a:pPr marL="12700" algn="ctr">
              <a:spcBef>
                <a:spcPts val="720"/>
              </a:spcBef>
            </a:pPr>
            <a:endParaRPr lang="en-US" sz="9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F8DEC72-14A5-F6B9-1BD5-539A9B985B53}"/>
              </a:ext>
            </a:extLst>
          </p:cNvPr>
          <p:cNvSpPr/>
          <p:nvPr/>
        </p:nvSpPr>
        <p:spPr>
          <a:xfrm>
            <a:off x="4438880" y="4438768"/>
            <a:ext cx="3314240" cy="70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720"/>
              </a:spcBef>
            </a:pP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fnukad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05-05-2026</a:t>
            </a:r>
            <a:endParaRPr lang="en-US" sz="3600" b="1" kern="0" dirty="0">
              <a:solidFill>
                <a:schemeClr val="accent6">
                  <a:lumMod val="50000"/>
                </a:schemeClr>
              </a:solidFill>
              <a:latin typeface="DevLys 01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E61CC-47EF-4421-A150-C590F21C210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alculating Revenue Lost from Missed Leads | Expert Tips">
            <a:extLst>
              <a:ext uri="{FF2B5EF4-FFF2-40B4-BE49-F238E27FC236}">
                <a16:creationId xmlns:a16="http://schemas.microsoft.com/office/drawing/2014/main" xmlns="" id="{4D962732-43AB-D63D-B695-C53A83B1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sz="3600" b="1" dirty="0" err="1">
                <a:latin typeface="DevLys 010" pitchFamily="2" charset="0"/>
              </a:rPr>
              <a:t>jktLo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err="1" smtClean="0">
                <a:latin typeface="DevLys 010" pitchFamily="2" charset="0"/>
              </a:rPr>
              <a:t>izkfIr</a:t>
            </a:r>
            <a:r>
              <a:rPr lang="en-US" sz="3600" b="1" dirty="0" smtClean="0">
                <a:latin typeface="DevLys 010" pitchFamily="2" charset="0"/>
              </a:rPr>
              <a:t> % </a:t>
            </a:r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</a:t>
            </a:r>
            <a:r>
              <a:rPr lang="en-US" sz="3600" b="1" dirty="0" smtClean="0">
                <a:latin typeface="DevLys 010" pitchFamily="2" charset="0"/>
              </a:rPr>
              <a:t>2025&amp;26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65" y="848186"/>
            <a:ext cx="11751136" cy="5880160"/>
          </a:xfrm>
        </p:spPr>
        <p:txBody>
          <a:bodyPr>
            <a:noAutofit/>
          </a:bodyPr>
          <a:lstStyle/>
          <a:p>
            <a:pPr marL="630238" indent="-63023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 err="1" smtClean="0">
                <a:latin typeface="DevLys 010" pitchFamily="2" charset="0"/>
              </a:rPr>
              <a:t>vk</a:t>
            </a:r>
            <a:r>
              <a:rPr lang="en-US" sz="2400" b="1" dirty="0" smtClean="0">
                <a:latin typeface="DevLys 010" pitchFamily="2" charset="0"/>
              </a:rPr>
              <a:t>; y{; </a:t>
            </a:r>
            <a:r>
              <a:rPr lang="en-US" sz="2400" dirty="0" smtClean="0">
                <a:latin typeface="DevLys 010" pitchFamily="2" charset="0"/>
              </a:rPr>
              <a:t>% </a:t>
            </a:r>
            <a:r>
              <a:rPr lang="en-US" sz="2400" dirty="0" err="1" smtClean="0">
                <a:latin typeface="DevLys 010" pitchFamily="2" charset="0"/>
              </a:rPr>
              <a:t>ch</a:t>
            </a:r>
            <a:r>
              <a:rPr lang="en-US" sz="2400" dirty="0" smtClean="0">
                <a:latin typeface="DevLys 010" pitchFamily="2" charset="0"/>
              </a:rPr>
              <a:t>- </a:t>
            </a:r>
            <a:r>
              <a:rPr lang="en-US" sz="2400" dirty="0" err="1" smtClean="0">
                <a:latin typeface="DevLys 010" pitchFamily="2" charset="0"/>
              </a:rPr>
              <a:t>bZ</a:t>
            </a:r>
            <a:r>
              <a:rPr lang="en-US" sz="2400" dirty="0" smtClean="0">
                <a:latin typeface="DevLys 010" pitchFamily="2" charset="0"/>
              </a:rPr>
              <a:t>-&amp; 12980 </a:t>
            </a:r>
            <a:r>
              <a:rPr lang="en-US" sz="2400" dirty="0" err="1" smtClean="0">
                <a:latin typeface="DevLys 010" pitchFamily="2" charset="0"/>
              </a:rPr>
              <a:t>djksM</a:t>
            </a:r>
            <a:r>
              <a:rPr lang="en-US" sz="2400" dirty="0" smtClean="0">
                <a:latin typeface="DevLys 010" pitchFamily="2" charset="0"/>
              </a:rPr>
              <a:t>] </a:t>
            </a:r>
            <a:r>
              <a:rPr lang="en-US" sz="2400" dirty="0" err="1" smtClean="0">
                <a:latin typeface="DevLys 010" pitchFamily="2" charset="0"/>
              </a:rPr>
              <a:t>vkj</a:t>
            </a:r>
            <a:r>
              <a:rPr lang="en-US" sz="2400" dirty="0" smtClean="0">
                <a:latin typeface="DevLys 010" pitchFamily="2" charset="0"/>
              </a:rPr>
              <a:t>- </a:t>
            </a:r>
            <a:r>
              <a:rPr lang="en-US" sz="2400" dirty="0" err="1" smtClean="0">
                <a:latin typeface="DevLys 010" pitchFamily="2" charset="0"/>
              </a:rPr>
              <a:t>bZ</a:t>
            </a:r>
            <a:r>
              <a:rPr lang="en-US" sz="2400" dirty="0" smtClean="0">
                <a:latin typeface="DevLys 010" pitchFamily="2" charset="0"/>
              </a:rPr>
              <a:t>- &amp; 11780 </a:t>
            </a:r>
            <a:r>
              <a:rPr lang="en-US" sz="2400" dirty="0" err="1" smtClean="0">
                <a:latin typeface="DevLys 010" pitchFamily="2" charset="0"/>
              </a:rPr>
              <a:t>djksMA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jktLo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izkfIr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smtClean="0">
                <a:latin typeface="DevLys 010" pitchFamily="2" charset="0"/>
              </a:rPr>
              <a:t>&amp; </a:t>
            </a:r>
            <a:r>
              <a:rPr lang="en-US" sz="2400" dirty="0" smtClean="0">
                <a:latin typeface="DevLys 010" pitchFamily="2" charset="0"/>
              </a:rPr>
              <a:t>10381 </a:t>
            </a:r>
            <a:r>
              <a:rPr lang="en-US" sz="2400" dirty="0" err="1" smtClean="0">
                <a:latin typeface="DevLys 010" pitchFamily="2" charset="0"/>
              </a:rPr>
              <a:t>djksM</a:t>
            </a:r>
            <a:endParaRPr lang="en-US" sz="2400" dirty="0" smtClean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 err="1" smtClean="0">
                <a:latin typeface="DevLys 010" pitchFamily="2" charset="0"/>
              </a:rPr>
              <a:t>xr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o"kZ</a:t>
            </a:r>
            <a:r>
              <a:rPr lang="en-US" sz="2400" dirty="0" smtClean="0">
                <a:latin typeface="DevLys 010" pitchFamily="2" charset="0"/>
              </a:rPr>
              <a:t> dh </a:t>
            </a:r>
            <a:r>
              <a:rPr lang="en-US" sz="2400" dirty="0" err="1" smtClean="0">
                <a:latin typeface="DevLys 010" pitchFamily="2" charset="0"/>
              </a:rPr>
              <a:t>rqyuk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esa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b="1" dirty="0" err="1" smtClean="0">
                <a:latin typeface="DevLys 010" pitchFamily="2" charset="0"/>
              </a:rPr>
              <a:t>o`f</a:t>
            </a:r>
            <a:r>
              <a:rPr lang="en-US" sz="2400" b="1" dirty="0" smtClean="0">
                <a:latin typeface="DevLys 010" pitchFamily="2" charset="0"/>
              </a:rPr>
              <a:t>)</a:t>
            </a:r>
            <a:r>
              <a:rPr lang="en-US" sz="2400" dirty="0" smtClean="0">
                <a:latin typeface="DevLys 010" pitchFamily="2" charset="0"/>
              </a:rPr>
              <a:t> % 12-50 </a:t>
            </a:r>
            <a:r>
              <a:rPr lang="en-US" sz="2400" dirty="0" err="1" smtClean="0">
                <a:latin typeface="DevLys 010" pitchFamily="2" charset="0"/>
              </a:rPr>
              <a:t>izfr’kr</a:t>
            </a:r>
            <a:endParaRPr lang="en-US" sz="2400" dirty="0" smtClean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 err="1" smtClean="0">
                <a:latin typeface="DevLys 010" pitchFamily="2" charset="0"/>
              </a:rPr>
              <a:t>o`Ùkokj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vk</a:t>
            </a:r>
            <a:r>
              <a:rPr lang="en-US" sz="2400" dirty="0" smtClean="0">
                <a:latin typeface="DevLys 010" pitchFamily="2" charset="0"/>
              </a:rPr>
              <a:t>; y{; </a:t>
            </a:r>
            <a:r>
              <a:rPr lang="en-US" sz="2400" dirty="0" err="1" smtClean="0">
                <a:latin typeface="DevLys 010" pitchFamily="2" charset="0"/>
              </a:rPr>
              <a:t>izkfIr</a:t>
            </a:r>
            <a:r>
              <a:rPr lang="en-US" sz="2400" dirty="0" smtClean="0">
                <a:latin typeface="DevLys 010" pitchFamily="2" charset="0"/>
              </a:rPr>
              <a:t> dh </a:t>
            </a:r>
            <a:r>
              <a:rPr lang="en-US" sz="2400" dirty="0" err="1" smtClean="0">
                <a:latin typeface="DevLys 010" pitchFamily="2" charset="0"/>
              </a:rPr>
              <a:t>fLFkfr</a:t>
            </a:r>
            <a:r>
              <a:rPr lang="en-US" sz="2400" dirty="0" smtClean="0">
                <a:latin typeface="DevLys 010" pitchFamily="2" charset="0"/>
              </a:rPr>
              <a:t> %</a:t>
            </a:r>
            <a:r>
              <a:rPr lang="en-US" dirty="0" smtClean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 smtClean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 smtClean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 smtClean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 err="1" smtClean="0">
                <a:latin typeface="DevLys 010" pitchFamily="2" charset="0"/>
              </a:rPr>
              <a:t>vk</a:t>
            </a:r>
            <a:r>
              <a:rPr lang="en-US" sz="2400" b="1" dirty="0" smtClean="0">
                <a:latin typeface="DevLys 010" pitchFamily="2" charset="0"/>
              </a:rPr>
              <a:t>; y{; </a:t>
            </a:r>
            <a:r>
              <a:rPr lang="en-US" sz="2400" b="1" dirty="0" err="1" smtClean="0">
                <a:latin typeface="DevLys 010" pitchFamily="2" charset="0"/>
              </a:rPr>
              <a:t>esa</a:t>
            </a:r>
            <a:r>
              <a:rPr lang="en-US" sz="2400" b="1" dirty="0" smtClean="0">
                <a:latin typeface="DevLys 010" pitchFamily="2" charset="0"/>
              </a:rPr>
              <a:t> </a:t>
            </a:r>
            <a:r>
              <a:rPr lang="en-US" sz="2400" b="1" dirty="0" err="1" smtClean="0">
                <a:latin typeface="DevLys 010" pitchFamily="2" charset="0"/>
              </a:rPr>
              <a:t>deh</a:t>
            </a:r>
            <a:r>
              <a:rPr lang="en-US" sz="2400" b="1" dirty="0" smtClean="0">
                <a:latin typeface="DevLys 010" pitchFamily="2" charset="0"/>
              </a:rPr>
              <a:t> ds </a:t>
            </a:r>
            <a:r>
              <a:rPr lang="en-US" sz="2400" b="1" dirty="0" err="1" smtClean="0">
                <a:latin typeface="DevLys 010" pitchFamily="2" charset="0"/>
              </a:rPr>
              <a:t>eq</a:t>
            </a:r>
            <a:r>
              <a:rPr lang="en-US" sz="2400" b="1" dirty="0" smtClean="0">
                <a:latin typeface="DevLys 010" pitchFamily="2" charset="0"/>
              </a:rPr>
              <a:t>[; </a:t>
            </a:r>
            <a:r>
              <a:rPr lang="en-US" sz="2400" b="1" dirty="0" err="1" smtClean="0">
                <a:latin typeface="DevLys 010" pitchFamily="2" charset="0"/>
              </a:rPr>
              <a:t>dkj.k</a:t>
            </a:r>
            <a:r>
              <a:rPr lang="en-US" sz="2400" b="1" dirty="0" smtClean="0">
                <a:latin typeface="DevLys 010" pitchFamily="2" charset="0"/>
              </a:rPr>
              <a:t> </a:t>
            </a:r>
            <a:r>
              <a:rPr lang="en-US" sz="2400" dirty="0" smtClean="0">
                <a:latin typeface="DevLys 010" pitchFamily="2" charset="0"/>
              </a:rPr>
              <a:t>%  </a:t>
            </a:r>
            <a:endParaRPr lang="en-US" sz="2400" dirty="0" smtClean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 err="1" smtClean="0">
                <a:latin typeface="DevLys 010" pitchFamily="2" charset="0"/>
              </a:rPr>
              <a:t>vjkoyh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fgYl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jsat</a:t>
            </a:r>
            <a:r>
              <a:rPr lang="en-US" sz="2400" dirty="0">
                <a:latin typeface="DevLys 010" pitchFamily="2" charset="0"/>
              </a:rPr>
              <a:t> ds 20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uhykeh@vkoaVu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ij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jksd</a:t>
            </a:r>
            <a:r>
              <a:rPr lang="en-US" sz="2400" dirty="0" smtClean="0">
                <a:latin typeface="DevLys 010" pitchFamily="2" charset="0"/>
              </a:rPr>
              <a:t> ¼yfEcr ,y-</a:t>
            </a:r>
            <a:r>
              <a:rPr lang="en-US" sz="2400" dirty="0" err="1" smtClean="0">
                <a:latin typeface="DevLys 010" pitchFamily="2" charset="0"/>
              </a:rPr>
              <a:t>vks</a:t>
            </a:r>
            <a:r>
              <a:rPr lang="en-US" sz="2400" dirty="0" smtClean="0">
                <a:latin typeface="DevLys 010" pitchFamily="2" charset="0"/>
              </a:rPr>
              <a:t>-</a:t>
            </a:r>
            <a:r>
              <a:rPr lang="en-US" sz="2400" dirty="0" err="1" smtClean="0">
                <a:latin typeface="DevLys 010" pitchFamily="2" charset="0"/>
              </a:rPr>
              <a:t>vkbZ</a:t>
            </a:r>
            <a:r>
              <a:rPr lang="en-US" sz="2400" dirty="0" smtClean="0">
                <a:latin typeface="DevLys 010" pitchFamily="2" charset="0"/>
              </a:rPr>
              <a:t>- &amp;&amp;&amp;] </a:t>
            </a:r>
            <a:r>
              <a:rPr lang="en-US" sz="2400" dirty="0" err="1" smtClean="0">
                <a:latin typeface="DevLys 010" pitchFamily="2" charset="0"/>
              </a:rPr>
              <a:t>Lohd`fr</a:t>
            </a:r>
            <a:r>
              <a:rPr lang="en-US" sz="2400" dirty="0" smtClean="0">
                <a:latin typeface="DevLys 010" pitchFamily="2" charset="0"/>
              </a:rPr>
              <a:t> &amp;&amp;&amp;] </a:t>
            </a:r>
            <a:r>
              <a:rPr lang="en-US" sz="2400" dirty="0" err="1" smtClean="0">
                <a:latin typeface="DevLys 010" pitchFamily="2" charset="0"/>
              </a:rPr>
              <a:t>lafonk</a:t>
            </a:r>
            <a:r>
              <a:rPr lang="en-US" sz="2400" dirty="0" smtClean="0">
                <a:latin typeface="DevLys 010" pitchFamily="2" charset="0"/>
              </a:rPr>
              <a:t> &amp;&amp;&amp;&amp; ½ </a:t>
            </a:r>
            <a:endParaRPr lang="en-US" sz="2400" dirty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</a:rPr>
              <a:t>cukl</a:t>
            </a:r>
            <a:r>
              <a:rPr lang="en-US" sz="2400" dirty="0">
                <a:latin typeface="DevLys 010" pitchFamily="2" charset="0"/>
              </a:rPr>
              <a:t> unh ds 4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¼HkhyokM+k] </a:t>
            </a:r>
            <a:r>
              <a:rPr lang="en-US" sz="2400" dirty="0" err="1">
                <a:latin typeface="DevLys 010" pitchFamily="2" charset="0"/>
              </a:rPr>
              <a:t>vtesj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Vksad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lokbZek</a:t>
            </a:r>
            <a:r>
              <a:rPr lang="en-US" sz="2400" dirty="0">
                <a:latin typeface="DevLys 010" pitchFamily="2" charset="0"/>
              </a:rPr>
              <a:t>/kksiqj½ ds 93 </a:t>
            </a:r>
            <a:r>
              <a:rPr lang="en-US" sz="2400" dirty="0" err="1">
                <a:latin typeface="DevLys 010" pitchFamily="2" charset="0"/>
              </a:rPr>
              <a:t>IykWV~l</a:t>
            </a:r>
            <a:r>
              <a:rPr lang="en-US" sz="2400" dirty="0">
                <a:latin typeface="DevLys 010" pitchFamily="2" charset="0"/>
              </a:rPr>
              <a:t> dh </a:t>
            </a:r>
            <a:r>
              <a:rPr lang="en-US" sz="2400" dirty="0" err="1">
                <a:latin typeface="DevLys 010" pitchFamily="2" charset="0"/>
              </a:rPr>
              <a:t>uhykeh</a:t>
            </a:r>
            <a:r>
              <a:rPr lang="en-US" sz="2400" dirty="0">
                <a:latin typeface="DevLys 010" pitchFamily="2" charset="0"/>
              </a:rPr>
              <a:t>] ,</a:t>
            </a:r>
            <a:r>
              <a:rPr lang="en-US" sz="2400" dirty="0" err="1">
                <a:latin typeface="DevLys 010" pitchFamily="2" charset="0"/>
              </a:rPr>
              <a:t>yvksvkbZ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vkoafVr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yhtksa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dks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ek</a:t>
            </a:r>
            <a:r>
              <a:rPr lang="en-US" sz="2400" dirty="0">
                <a:latin typeface="DevLys 010" pitchFamily="2" charset="0"/>
              </a:rPr>
              <a:t>- </a:t>
            </a:r>
            <a:r>
              <a:rPr lang="en-US" sz="2400" dirty="0" err="1">
                <a:latin typeface="DevLys 010" pitchFamily="2" charset="0"/>
              </a:rPr>
              <a:t>mPp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U;k;ky</a:t>
            </a:r>
            <a:r>
              <a:rPr lang="en-US" sz="2400" dirty="0">
                <a:latin typeface="DevLys 010" pitchFamily="2" charset="0"/>
              </a:rPr>
              <a:t>; }</a:t>
            </a:r>
            <a:r>
              <a:rPr lang="en-US" sz="2400" dirty="0" err="1">
                <a:latin typeface="DevLys 010" pitchFamily="2" charset="0"/>
              </a:rPr>
              <a:t>kjk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fujLr</a:t>
            </a:r>
            <a:r>
              <a:rPr lang="en-US" sz="2400" dirty="0" smtClean="0">
                <a:latin typeface="DevLys 010" pitchFamily="2" charset="0"/>
              </a:rPr>
              <a:t>] </a:t>
            </a:r>
            <a:r>
              <a:rPr lang="en-US" sz="2400" dirty="0" err="1" smtClean="0">
                <a:latin typeface="DevLys 010" pitchFamily="2" charset="0"/>
              </a:rPr>
              <a:t>fjO;w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izkFkZuk</a:t>
            </a:r>
            <a:r>
              <a:rPr lang="en-US" sz="2400" dirty="0" smtClean="0">
                <a:latin typeface="DevLys 010" pitchFamily="2" charset="0"/>
              </a:rPr>
              <a:t> i= </a:t>
            </a:r>
            <a:r>
              <a:rPr lang="en-US" sz="2400" dirty="0" err="1" smtClean="0">
                <a:latin typeface="DevLys 010" pitchFamily="2" charset="0"/>
              </a:rPr>
              <a:t>esa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fu.kZ</a:t>
            </a:r>
            <a:r>
              <a:rPr lang="en-US" sz="2400" dirty="0" smtClean="0">
                <a:latin typeface="DevLys 010" pitchFamily="2" charset="0"/>
              </a:rPr>
              <a:t>; </a:t>
            </a:r>
            <a:r>
              <a:rPr lang="en-US" sz="2400" dirty="0" err="1" smtClean="0">
                <a:latin typeface="DevLys 010" pitchFamily="2" charset="0"/>
              </a:rPr>
              <a:t>fjtoZ</a:t>
            </a:r>
            <a:endParaRPr lang="en-US" sz="2400" dirty="0">
              <a:latin typeface="DevLys 010" pitchFamily="2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898971"/>
              </p:ext>
            </p:extLst>
          </p:nvPr>
        </p:nvGraphicFramePr>
        <p:xfrm>
          <a:off x="2032000" y="2352114"/>
          <a:ext cx="8128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o`Ùk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izfr'kr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o`Ùk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izfr'kr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chdkusj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114-73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mn;iqj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85-80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vtesj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97-51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t;iqj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79-24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jktleUn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93-77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tks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/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79-24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HkhyokMk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87-89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Hkjriqj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75-37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dksVk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86-28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30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alculating Revenue Lost from Missed Leads | Expert Tips">
            <a:extLst>
              <a:ext uri="{FF2B5EF4-FFF2-40B4-BE49-F238E27FC236}">
                <a16:creationId xmlns:a16="http://schemas.microsoft.com/office/drawing/2014/main" xmlns="" id="{4D962732-43AB-D63D-B695-C53A83B1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(1/2)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65" y="848186"/>
            <a:ext cx="11751136" cy="5679077"/>
          </a:xfrm>
        </p:spPr>
        <p:txBody>
          <a:bodyPr>
            <a:noAutofit/>
          </a:bodyPr>
          <a:lstStyle/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 err="1" smtClean="0">
                <a:latin typeface="DevLys 010" pitchFamily="2" charset="0"/>
              </a:rPr>
              <a:t>jkW;YVh</a:t>
            </a:r>
            <a:r>
              <a:rPr lang="en-US" b="1" dirty="0" smtClean="0">
                <a:latin typeface="DevLys 010" pitchFamily="2" charset="0"/>
              </a:rPr>
              <a:t> </a:t>
            </a:r>
            <a:r>
              <a:rPr lang="en-US" dirty="0" smtClean="0">
                <a:latin typeface="DevLys 010" pitchFamily="2" charset="0"/>
              </a:rPr>
              <a:t>% 8679 </a:t>
            </a:r>
            <a:r>
              <a:rPr lang="en-US" dirty="0" err="1" smtClean="0">
                <a:latin typeface="DevLys 010" pitchFamily="2" charset="0"/>
              </a:rPr>
              <a:t>djksM</a:t>
            </a:r>
            <a:r>
              <a:rPr lang="en-US" dirty="0" smtClean="0">
                <a:latin typeface="DevLys 010" pitchFamily="2" charset="0"/>
              </a:rPr>
              <a:t>] </a:t>
            </a:r>
            <a:r>
              <a:rPr lang="en-US" dirty="0" err="1" smtClean="0">
                <a:latin typeface="DevLys 010" pitchFamily="2" charset="0"/>
              </a:rPr>
              <a:t>o"kZ</a:t>
            </a:r>
            <a:r>
              <a:rPr lang="en-US" dirty="0" smtClean="0">
                <a:latin typeface="DevLys 010" pitchFamily="2" charset="0"/>
              </a:rPr>
              <a:t> 2026&amp;27 </a:t>
            </a:r>
            <a:r>
              <a:rPr lang="en-US" dirty="0" err="1" smtClean="0">
                <a:latin typeface="DevLys 010" pitchFamily="2" charset="0"/>
              </a:rPr>
              <a:t>esa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vuqekfur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o`f</a:t>
            </a:r>
            <a:r>
              <a:rPr lang="en-US" dirty="0" smtClean="0">
                <a:latin typeface="DevLys 010" pitchFamily="2" charset="0"/>
              </a:rPr>
              <a:t>) % </a:t>
            </a:r>
            <a:r>
              <a:rPr lang="en-US" dirty="0" err="1" smtClean="0">
                <a:latin typeface="DevLys 010" pitchFamily="2" charset="0"/>
              </a:rPr>
              <a:t>yxHkx</a:t>
            </a:r>
            <a:r>
              <a:rPr lang="en-US" dirty="0" smtClean="0">
                <a:latin typeface="DevLys 010" pitchFamily="2" charset="0"/>
              </a:rPr>
              <a:t> 10 </a:t>
            </a:r>
            <a:r>
              <a:rPr lang="en-US" dirty="0" err="1" smtClean="0">
                <a:latin typeface="DevLys 010" pitchFamily="2" charset="0"/>
              </a:rPr>
              <a:t>izfr’kr</a:t>
            </a:r>
            <a:r>
              <a:rPr lang="en-US" dirty="0" smtClean="0">
                <a:latin typeface="DevLys 010" pitchFamily="2" charset="0"/>
              </a:rPr>
              <a:t> ¼cktkj </a:t>
            </a:r>
            <a:r>
              <a:rPr lang="en-US" dirty="0" err="1" smtClean="0">
                <a:latin typeface="DevLys 010" pitchFamily="2" charset="0"/>
              </a:rPr>
              <a:t>esa</a:t>
            </a:r>
            <a:r>
              <a:rPr lang="en-US" dirty="0" smtClean="0">
                <a:latin typeface="DevLys 010" pitchFamily="2" charset="0"/>
              </a:rPr>
              <a:t> [</a:t>
            </a:r>
            <a:r>
              <a:rPr lang="en-US" dirty="0" err="1" smtClean="0">
                <a:latin typeface="DevLys 010" pitchFamily="2" charset="0"/>
              </a:rPr>
              <a:t>kfut</a:t>
            </a:r>
            <a:r>
              <a:rPr lang="en-US" dirty="0" smtClean="0">
                <a:latin typeface="DevLys 010" pitchFamily="2" charset="0"/>
              </a:rPr>
              <a:t> dh </a:t>
            </a:r>
            <a:r>
              <a:rPr lang="en-US" dirty="0" err="1" smtClean="0">
                <a:latin typeface="DevLys 010" pitchFamily="2" charset="0"/>
              </a:rPr>
              <a:t>ekax</a:t>
            </a:r>
            <a:r>
              <a:rPr lang="en-US" dirty="0" smtClean="0">
                <a:latin typeface="DevLys 010" pitchFamily="2" charset="0"/>
              </a:rPr>
              <a:t> ds </a:t>
            </a:r>
            <a:r>
              <a:rPr lang="en-US" dirty="0" err="1" smtClean="0">
                <a:latin typeface="DevLys 010" pitchFamily="2" charset="0"/>
              </a:rPr>
              <a:t>dkj.k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mRiknu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esa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o`f</a:t>
            </a:r>
            <a:r>
              <a:rPr lang="en-US" dirty="0" smtClean="0">
                <a:latin typeface="DevLys 010" pitchFamily="2" charset="0"/>
              </a:rPr>
              <a:t>) ls½</a:t>
            </a: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DevLys 010" pitchFamily="2" charset="0"/>
              </a:rPr>
              <a:t>fizfe;e@viÝUV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jkf’k</a:t>
            </a:r>
            <a:r>
              <a:rPr lang="en-US" dirty="0" smtClean="0">
                <a:latin typeface="DevLys 010" pitchFamily="2" charset="0"/>
              </a:rPr>
              <a:t> % 954 </a:t>
            </a:r>
            <a:r>
              <a:rPr lang="en-US" dirty="0" err="1" smtClean="0">
                <a:latin typeface="DevLys 010" pitchFamily="2" charset="0"/>
              </a:rPr>
              <a:t>djksM</a:t>
            </a:r>
            <a:r>
              <a:rPr lang="en-US" dirty="0" smtClean="0">
                <a:latin typeface="DevLys 010" pitchFamily="2" charset="0"/>
              </a:rPr>
              <a:t>] </a:t>
            </a:r>
            <a:r>
              <a:rPr lang="en-US" dirty="0" err="1" smtClean="0">
                <a:latin typeface="DevLys 010" pitchFamily="2" charset="0"/>
              </a:rPr>
              <a:t>vjkoyh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fgYl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jsUt</a:t>
            </a:r>
            <a:r>
              <a:rPr lang="en-US" dirty="0" smtClean="0">
                <a:latin typeface="DevLys 010" pitchFamily="2" charset="0"/>
              </a:rPr>
              <a:t> o </a:t>
            </a:r>
            <a:r>
              <a:rPr lang="en-US" dirty="0" err="1" smtClean="0">
                <a:latin typeface="DevLys 010" pitchFamily="2" charset="0"/>
              </a:rPr>
              <a:t>ctjh</a:t>
            </a:r>
            <a:r>
              <a:rPr lang="en-US" dirty="0" smtClean="0">
                <a:latin typeface="DevLys 010" pitchFamily="2" charset="0"/>
              </a:rPr>
              <a:t> ds </a:t>
            </a:r>
            <a:r>
              <a:rPr lang="en-US" dirty="0" err="1" smtClean="0">
                <a:latin typeface="DevLys 010" pitchFamily="2" charset="0"/>
              </a:rPr>
              <a:t>lEcU</a:t>
            </a:r>
            <a:r>
              <a:rPr lang="en-US" dirty="0" smtClean="0">
                <a:latin typeface="DevLys 010" pitchFamily="2" charset="0"/>
              </a:rPr>
              <a:t>/k </a:t>
            </a:r>
            <a:r>
              <a:rPr lang="en-US" dirty="0" err="1" smtClean="0">
                <a:latin typeface="DevLys 010" pitchFamily="2" charset="0"/>
              </a:rPr>
              <a:t>esa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U;k;ky</a:t>
            </a:r>
            <a:r>
              <a:rPr lang="en-US" dirty="0" smtClean="0">
                <a:latin typeface="DevLys 010" pitchFamily="2" charset="0"/>
              </a:rPr>
              <a:t>; </a:t>
            </a:r>
            <a:r>
              <a:rPr lang="en-US" dirty="0" err="1" smtClean="0">
                <a:latin typeface="DevLys 010" pitchFamily="2" charset="0"/>
              </a:rPr>
              <a:t>vkns’k</a:t>
            </a:r>
            <a:r>
              <a:rPr lang="en-US" dirty="0" smtClean="0">
                <a:latin typeface="DevLys 010" pitchFamily="2" charset="0"/>
              </a:rPr>
              <a:t> ds </a:t>
            </a:r>
            <a:r>
              <a:rPr lang="en-US" dirty="0" err="1" smtClean="0">
                <a:latin typeface="DevLys 010" pitchFamily="2" charset="0"/>
              </a:rPr>
              <a:t>dkj.k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visf</a:t>
            </a:r>
            <a:r>
              <a:rPr lang="en-US" dirty="0" smtClean="0">
                <a:latin typeface="DevLys 010" pitchFamily="2" charset="0"/>
              </a:rPr>
              <a:t>{</a:t>
            </a:r>
            <a:r>
              <a:rPr lang="en-US" dirty="0" err="1" smtClean="0">
                <a:latin typeface="DevLys 010" pitchFamily="2" charset="0"/>
              </a:rPr>
              <a:t>kr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o`f</a:t>
            </a:r>
            <a:r>
              <a:rPr lang="en-US" dirty="0" smtClean="0">
                <a:latin typeface="DevLys 010" pitchFamily="2" charset="0"/>
              </a:rPr>
              <a:t>) dh de </a:t>
            </a:r>
            <a:r>
              <a:rPr lang="en-US" dirty="0" err="1" smtClean="0">
                <a:latin typeface="DevLys 010" pitchFamily="2" charset="0"/>
              </a:rPr>
              <a:t>lEHkkouk</a:t>
            </a:r>
            <a:r>
              <a:rPr lang="en-US" dirty="0" smtClean="0">
                <a:latin typeface="DevLys 010" pitchFamily="2" charset="0"/>
              </a:rPr>
              <a:t> </a:t>
            </a: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DevLys 010" pitchFamily="2" charset="0"/>
              </a:rPr>
              <a:t>fuekZ.k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foHkkx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ls</a:t>
            </a:r>
            <a:r>
              <a:rPr lang="en-US" dirty="0" smtClean="0">
                <a:latin typeface="DevLys 010" pitchFamily="2" charset="0"/>
              </a:rPr>
              <a:t> % 233 </a:t>
            </a:r>
            <a:r>
              <a:rPr lang="en-US" dirty="0" err="1" smtClean="0">
                <a:latin typeface="DevLys 010" pitchFamily="2" charset="0"/>
              </a:rPr>
              <a:t>djksM</a:t>
            </a:r>
            <a:r>
              <a:rPr lang="en-US" dirty="0" smtClean="0">
                <a:latin typeface="DevLys 010" pitchFamily="2" charset="0"/>
              </a:rPr>
              <a:t>] </a:t>
            </a:r>
            <a:r>
              <a:rPr lang="en-US" dirty="0" err="1">
                <a:latin typeface="DevLys 010" pitchFamily="2" charset="0"/>
              </a:rPr>
              <a:t>o"kZ</a:t>
            </a:r>
            <a:r>
              <a:rPr lang="en-US" dirty="0">
                <a:latin typeface="DevLys 010" pitchFamily="2" charset="0"/>
              </a:rPr>
              <a:t> 2026&amp;27 </a:t>
            </a:r>
            <a:r>
              <a:rPr lang="en-US" dirty="0" err="1">
                <a:latin typeface="DevLys 010" pitchFamily="2" charset="0"/>
              </a:rPr>
              <a:t>esa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vuqekfur</a:t>
            </a:r>
            <a:r>
              <a:rPr lang="en-US" dirty="0">
                <a:latin typeface="DevLys 010" pitchFamily="2" charset="0"/>
              </a:rPr>
              <a:t> </a:t>
            </a:r>
            <a:r>
              <a:rPr lang="en-US" dirty="0" err="1">
                <a:latin typeface="DevLys 010" pitchFamily="2" charset="0"/>
              </a:rPr>
              <a:t>o`f</a:t>
            </a:r>
            <a:r>
              <a:rPr lang="en-US" dirty="0">
                <a:latin typeface="DevLys 010" pitchFamily="2" charset="0"/>
              </a:rPr>
              <a:t>) % </a:t>
            </a:r>
            <a:r>
              <a:rPr lang="en-US" dirty="0" err="1">
                <a:latin typeface="DevLys 010" pitchFamily="2" charset="0"/>
              </a:rPr>
              <a:t>yxHkx</a:t>
            </a:r>
            <a:r>
              <a:rPr lang="en-US" dirty="0">
                <a:latin typeface="DevLys 010" pitchFamily="2" charset="0"/>
              </a:rPr>
              <a:t> 10 </a:t>
            </a:r>
            <a:r>
              <a:rPr lang="en-US" dirty="0" err="1">
                <a:latin typeface="DevLys 010" pitchFamily="2" charset="0"/>
              </a:rPr>
              <a:t>izfr’kr</a:t>
            </a:r>
            <a:r>
              <a:rPr lang="en-US" dirty="0">
                <a:latin typeface="DevLys 010" pitchFamily="2" charset="0"/>
              </a:rPr>
              <a:t> </a:t>
            </a:r>
            <a:endParaRPr lang="en-US" dirty="0" smtClean="0">
              <a:latin typeface="DevLys 010" pitchFamily="2" charset="0"/>
            </a:endParaRP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 smtClean="0">
                <a:latin typeface="DevLys 010" pitchFamily="2" charset="0"/>
              </a:rPr>
              <a:t>'</a:t>
            </a:r>
            <a:r>
              <a:rPr lang="en-US" dirty="0" err="1" smtClean="0">
                <a:latin typeface="DevLys 010" pitchFamily="2" charset="0"/>
              </a:rPr>
              <a:t>kkfLr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jkf’k</a:t>
            </a:r>
            <a:r>
              <a:rPr lang="en-US" dirty="0" smtClean="0">
                <a:latin typeface="DevLys 010" pitchFamily="2" charset="0"/>
              </a:rPr>
              <a:t> % 105 </a:t>
            </a:r>
            <a:r>
              <a:rPr lang="en-US" dirty="0" err="1" smtClean="0">
                <a:latin typeface="DevLys 010" pitchFamily="2" charset="0"/>
              </a:rPr>
              <a:t>djksM</a:t>
            </a:r>
            <a:r>
              <a:rPr lang="en-US" dirty="0" smtClean="0">
                <a:latin typeface="DevLys 010" pitchFamily="2" charset="0"/>
              </a:rPr>
              <a:t>] </a:t>
            </a:r>
            <a:r>
              <a:rPr lang="en-US" dirty="0" err="1" smtClean="0">
                <a:latin typeface="DevLys 010" pitchFamily="2" charset="0"/>
              </a:rPr>
              <a:t>yxHkx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1500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djksM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cdk;k</a:t>
            </a:r>
            <a:r>
              <a:rPr lang="en-US" dirty="0" smtClean="0">
                <a:latin typeface="DevLys 010" pitchFamily="2" charset="0"/>
              </a:rPr>
              <a:t>] </a:t>
            </a:r>
            <a:r>
              <a:rPr lang="en-US" dirty="0" err="1" smtClean="0">
                <a:latin typeface="DevLys 010" pitchFamily="2" charset="0"/>
              </a:rPr>
              <a:t>vfHk;ku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pykdj</a:t>
            </a:r>
            <a:r>
              <a:rPr lang="en-US" dirty="0" smtClean="0">
                <a:latin typeface="DevLys 010" pitchFamily="2" charset="0"/>
              </a:rPr>
              <a:t> </a:t>
            </a:r>
            <a:r>
              <a:rPr lang="en-US" dirty="0" err="1" smtClean="0">
                <a:latin typeface="DevLys 010" pitchFamily="2" charset="0"/>
              </a:rPr>
              <a:t>olwyh</a:t>
            </a:r>
            <a:r>
              <a:rPr lang="en-US" dirty="0" smtClean="0">
                <a:latin typeface="DevLys 010" pitchFamily="2" charset="0"/>
              </a:rPr>
              <a:t> dh </a:t>
            </a:r>
            <a:r>
              <a:rPr lang="en-US" dirty="0" err="1" smtClean="0">
                <a:latin typeface="DevLys 010" pitchFamily="2" charset="0"/>
              </a:rPr>
              <a:t>dk;Zokgh</a:t>
            </a:r>
            <a:endParaRPr lang="en-US" dirty="0" smtClean="0">
              <a:latin typeface="DevLys 010" pitchFamily="2" charset="0"/>
            </a:endParaRPr>
          </a:p>
          <a:p>
            <a:pPr marL="630238" indent="-630238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DevLys 010" pitchFamily="2" charset="0"/>
              </a:rPr>
              <a:t>vU</a:t>
            </a:r>
            <a:r>
              <a:rPr lang="en-US" dirty="0" smtClean="0">
                <a:latin typeface="DevLys 010" pitchFamily="2" charset="0"/>
              </a:rPr>
              <a:t>; % 410 </a:t>
            </a:r>
            <a:r>
              <a:rPr lang="en-US" dirty="0" err="1" smtClean="0">
                <a:latin typeface="DevLys 010" pitchFamily="2" charset="0"/>
              </a:rPr>
              <a:t>djksM</a:t>
            </a:r>
            <a:r>
              <a:rPr lang="en-US" dirty="0" smtClean="0">
                <a:latin typeface="DevLys 010" pitchFamily="2" charset="0"/>
              </a:rPr>
              <a:t>] ¼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cdk;k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dk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enokj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iw.kZ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fooj.k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fn;k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DevLys 010" pitchFamily="2" charset="0"/>
              </a:rPr>
              <a:t>tkuk</a:t>
            </a:r>
            <a:r>
              <a:rPr lang="en-US" dirty="0" smtClean="0">
                <a:solidFill>
                  <a:srgbClr val="FF0000"/>
                </a:solidFill>
                <a:latin typeface="DevLys 010" pitchFamily="2" charset="0"/>
              </a:rPr>
              <a:t> gS</a:t>
            </a:r>
            <a:r>
              <a:rPr lang="en-US" dirty="0" smtClean="0">
                <a:latin typeface="DevLys 010" pitchFamily="2" charset="0"/>
              </a:rPr>
              <a:t>½</a:t>
            </a:r>
            <a:endParaRPr lang="en-US" dirty="0" smtClean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DevLys 010" pitchFamily="2" charset="0"/>
            </a:endParaRPr>
          </a:p>
          <a:p>
            <a:pPr marL="630238" indent="-630238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 smtClean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 smtClean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DevLys 010" pitchFamily="2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 smtClean="0">
              <a:latin typeface="DevLys 01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</a:t>
            </a:r>
            <a:r>
              <a:rPr lang="en-US" sz="2000" b="1" dirty="0" smtClean="0">
                <a:latin typeface="DevLys 010" pitchFamily="2" charset="0"/>
              </a:rPr>
              <a:t>2025&amp;26</a:t>
            </a:r>
            <a:endParaRPr lang="en-US" sz="2000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38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2B43A6-9891-A304-B6F7-9994676A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C4CC0218-A8C8-35FB-F6EB-3595310C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4845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(2/2)</a:t>
            </a:r>
            <a:endParaRPr lang="en-US" altLang="en-US" sz="3600" b="1" dirty="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C60FEB59-4D2C-E386-B18E-330ADAE9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7CAFC20-8700-D111-5B80-DC5A7799D51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xmlns="" id="{121E4445-42CA-688F-4FA2-A26A325E2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27419"/>
              </p:ext>
            </p:extLst>
          </p:nvPr>
        </p:nvGraphicFramePr>
        <p:xfrm>
          <a:off x="446314" y="1170215"/>
          <a:ext cx="5627914" cy="5187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91238C59-350F-0A58-0AED-F3942A6A6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533195"/>
              </p:ext>
            </p:extLst>
          </p:nvPr>
        </p:nvGraphicFramePr>
        <p:xfrm>
          <a:off x="6198840" y="1170215"/>
          <a:ext cx="5525074" cy="518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</p:spTree>
    <p:extLst>
      <p:ext uri="{BB962C8B-B14F-4D97-AF65-F5344CB8AC3E}">
        <p14:creationId xmlns:p14="http://schemas.microsoft.com/office/powerpoint/2010/main" val="198125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2ECE562-5E78-B1B2-1B7D-73EA58E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5FF624ED-984A-4EFA-3B79-FF0088C6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EE291648-E522-E79C-ECE2-8D97227D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89144A20-083C-82C6-7FAE-0C2D99EADD77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E6C61B98-3FD3-11F6-BB27-938DF53B9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803193"/>
              </p:ext>
            </p:extLst>
          </p:nvPr>
        </p:nvGraphicFramePr>
        <p:xfrm>
          <a:off x="457201" y="1152334"/>
          <a:ext cx="11257594" cy="520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99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AB0649-4B23-9D49-DC04-B0FD010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ovt sets Rs 4,350 cr Revenue Target for IREDA in FY24">
            <a:extLst>
              <a:ext uri="{FF2B5EF4-FFF2-40B4-BE49-F238E27FC236}">
                <a16:creationId xmlns:a16="http://schemas.microsoft.com/office/drawing/2014/main" xmlns="" id="{691EAFE4-FFCA-6707-55C4-360371465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059"/>
            <a:ext cx="12192000" cy="684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941917B1-6C4D-2094-5881-4CB4C31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4AD9548-7E7C-38BF-98C3-F61E60550E7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18737-44EA-D8EB-3D4E-8DF657C636C4}"/>
              </a:ext>
            </a:extLst>
          </p:cNvPr>
          <p:cNvSpPr txBox="1">
            <a:spLocks/>
          </p:cNvSpPr>
          <p:nvPr/>
        </p:nvSpPr>
        <p:spPr>
          <a:xfrm>
            <a:off x="-1" y="100419"/>
            <a:ext cx="7670043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>
                <a:latin typeface="DevLys 010" pitchFamily="2" charset="0"/>
              </a:rPr>
              <a:t>foRrh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>
                <a:latin typeface="DevLys 010" pitchFamily="2" charset="0"/>
              </a:rPr>
              <a:t>o"kZ</a:t>
            </a:r>
            <a:r>
              <a:rPr lang="en-US" sz="3600" b="1" dirty="0">
                <a:latin typeface="DevLys 010" pitchFamily="2" charset="0"/>
              </a:rPr>
              <a:t> 2026&amp;27 % </a:t>
            </a:r>
            <a:r>
              <a:rPr lang="en-US" sz="3600" b="1" dirty="0" err="1">
                <a:latin typeface="DevLys 010" pitchFamily="2" charset="0"/>
              </a:rPr>
              <a:t>vk</a:t>
            </a:r>
            <a:r>
              <a:rPr lang="en-US" sz="3600" b="1" dirty="0">
                <a:latin typeface="DevLys 010" pitchFamily="2" charset="0"/>
              </a:rPr>
              <a:t>; y{; o </a:t>
            </a:r>
            <a:r>
              <a:rPr lang="en-US" sz="3600" b="1" dirty="0" err="1" smtClean="0">
                <a:latin typeface="DevLys 010" pitchFamily="2" charset="0"/>
              </a:rPr>
              <a:t>vizSy</a:t>
            </a:r>
            <a:r>
              <a:rPr lang="en-US" sz="3600" b="1" dirty="0" smtClean="0">
                <a:latin typeface="DevLys 010" pitchFamily="2" charset="0"/>
              </a:rPr>
              <a:t> </a:t>
            </a:r>
            <a:r>
              <a:rPr lang="en-US" sz="3600" b="1" dirty="0" err="1" smtClean="0">
                <a:latin typeface="DevLys 010" pitchFamily="2" charset="0"/>
              </a:rPr>
              <a:t>ekg</a:t>
            </a:r>
            <a:r>
              <a:rPr lang="en-US" sz="3600" b="1" dirty="0" smtClean="0">
                <a:latin typeface="DevLys 010" pitchFamily="2" charset="0"/>
              </a:rPr>
              <a:t> </a:t>
            </a:r>
            <a:r>
              <a:rPr lang="en-US" sz="3600" b="1" dirty="0" err="1" smtClean="0">
                <a:latin typeface="DevLys 010" pitchFamily="2" charset="0"/>
              </a:rPr>
              <a:t>esa</a:t>
            </a:r>
            <a:r>
              <a:rPr lang="en-US" sz="3600" b="1" dirty="0" smtClean="0">
                <a:latin typeface="DevLys 010" pitchFamily="2" charset="0"/>
              </a:rPr>
              <a:t> </a:t>
            </a:r>
            <a:r>
              <a:rPr lang="en-US" sz="3600" b="1" dirty="0" err="1" smtClean="0">
                <a:latin typeface="DevLys 010" pitchFamily="2" charset="0"/>
              </a:rPr>
              <a:t>izkfIr</a:t>
            </a:r>
            <a:endParaRPr lang="en-US" sz="3600" b="1" dirty="0">
              <a:latin typeface="Kruti Dev 01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5BFC3506-58B1-D8DB-D1F1-D6FAACF94B40}"/>
              </a:ext>
            </a:extLst>
          </p:cNvPr>
          <p:cNvSpPr txBox="1">
            <a:spLocks/>
          </p:cNvSpPr>
          <p:nvPr/>
        </p:nvSpPr>
        <p:spPr>
          <a:xfrm>
            <a:off x="243016" y="996289"/>
            <a:ext cx="11948984" cy="23337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2288" indent="-6858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y{;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14000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522288" indent="-6858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Ekkg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viszy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dh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545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22288" indent="-6858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DevLys 010" pitchFamily="2" charset="0"/>
              </a:rPr>
              <a:t>o`Ùkokj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vkoafVr</a:t>
            </a:r>
            <a:r>
              <a:rPr lang="en-US" sz="2400" dirty="0" smtClean="0">
                <a:latin typeface="DevLys 010" pitchFamily="2" charset="0"/>
              </a:rPr>
              <a:t> </a:t>
            </a:r>
            <a:r>
              <a:rPr lang="en-US" sz="2400" dirty="0" err="1" smtClean="0">
                <a:latin typeface="DevLys 010" pitchFamily="2" charset="0"/>
              </a:rPr>
              <a:t>vk</a:t>
            </a:r>
            <a:r>
              <a:rPr lang="en-US" sz="2400" dirty="0">
                <a:latin typeface="DevLys 010" pitchFamily="2" charset="0"/>
              </a:rPr>
              <a:t>; y{; </a:t>
            </a:r>
            <a:r>
              <a:rPr lang="en-US" sz="2400" dirty="0" smtClean="0">
                <a:latin typeface="DevLys 010" pitchFamily="2" charset="0"/>
              </a:rPr>
              <a:t>¼djksM esa½ 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</a:t>
            </a:r>
          </a:p>
          <a:p>
            <a:pPr marL="522288" indent="-6858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49717"/>
              </p:ext>
            </p:extLst>
          </p:nvPr>
        </p:nvGraphicFramePr>
        <p:xfrm>
          <a:off x="3164764" y="4090663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o`Ùk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vk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; y{;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o`Ùk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vk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; y{;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HkhyokMk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DevLys 010" pitchFamily="2" charset="0"/>
                        </a:rPr>
                        <a:t>3454-40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tks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/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1556-33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jktleUn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DevLys 010" pitchFamily="2" charset="0"/>
                        </a:rPr>
                        <a:t>2187-24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chdkusj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DevLys 010" pitchFamily="2" charset="0"/>
                        </a:rPr>
                        <a:t>1024-03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t;iqj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1621-00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Hkjriqj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564-19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mn;iqj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1581-73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dksVk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440-76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vtesj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DevLys 010" pitchFamily="2" charset="0"/>
                        </a:rPr>
                        <a:t>1570-33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DevLys 010" pitchFamily="2" charset="0"/>
                        </a:rPr>
                        <a:t>dqy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DevLys 010" pitchFamily="2" charset="0"/>
                        </a:rPr>
                        <a:t>14000-00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90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7152BA-4F44-0719-F17B-6520D157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ction Plan Logo Stock Illustrations – 1,504 Action Plan Logo Stock  Illustrations, Vectors &amp; Clipart - Dreamstime">
            <a:extLst>
              <a:ext uri="{FF2B5EF4-FFF2-40B4-BE49-F238E27FC236}">
                <a16:creationId xmlns:a16="http://schemas.microsoft.com/office/drawing/2014/main" xmlns="" id="{70D14774-3CD9-3E87-CCA4-01AACFA3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877" y="25373"/>
            <a:ext cx="6981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9BFF58A-0D3A-F666-5AFC-98FE5FB805B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40B4CD-7BB3-0596-F935-5695726108F1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dk;Z</a:t>
            </a:r>
            <a:r>
              <a:rPr lang="en-US" sz="3600" b="1">
                <a:latin typeface="DevLys 010" pitchFamily="2" charset="0"/>
              </a:rPr>
              <a:t> ;</a:t>
            </a:r>
            <a:r>
              <a:rPr lang="en-US" sz="3600" b="1" err="1">
                <a:latin typeface="DevLys 010" pitchFamily="2" charset="0"/>
              </a:rPr>
              <a:t>kstuk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505D2E3-F433-3B8D-D2CF-A013D7A598E9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D196508-4A06-A9BA-A0AF-07D203780D01}"/>
              </a:ext>
            </a:extLst>
          </p:cNvPr>
          <p:cNvSpPr txBox="1"/>
          <p:nvPr/>
        </p:nvSpPr>
        <p:spPr>
          <a:xfrm>
            <a:off x="267905" y="923046"/>
            <a:ext cx="111619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cM+s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HZL 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</a:t>
            </a:r>
            <a:r>
              <a:rPr lang="en-US" dirty="0">
                <a:latin typeface="DevLys 010 " pitchFamily="2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RSMML</a:t>
            </a:r>
            <a:r>
              <a:rPr lang="en-US" dirty="0">
                <a:latin typeface="DevLys 010 " pitchFamily="2" charset="0"/>
              </a:rPr>
              <a:t> % </a:t>
            </a:r>
            <a:r>
              <a:rPr lang="en-US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4900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RCC/ERCC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2700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 " pitchFamily="2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¼cM+s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NksM+dj½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900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viÝaV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isesUV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¼iz/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</a:t>
            </a:r>
            <a:r>
              <a:rPr lang="en-US" dirty="0">
                <a:latin typeface="DevLys 010 " pitchFamily="2" charset="0"/>
              </a:rPr>
              <a:t>½ </a:t>
            </a:r>
            <a:r>
              <a:rPr lang="en-US" dirty="0" smtClean="0">
                <a:latin typeface="DevLys 010 " pitchFamily="2" charset="0"/>
              </a:rPr>
              <a:t>%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izhfe;e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jkf'k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¼viz/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[kfut½ 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350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fuEkkZ.k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foHkkxksa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250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'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kkfLr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iqjkuh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cdk;k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algn="just">
              <a:spcAft>
                <a:spcPts val="600"/>
              </a:spcAft>
            </a:pPr>
            <a:r>
              <a:rPr lang="en-US" sz="24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dqy</a:t>
            </a:r>
            <a:r>
              <a:rPr lang="en-US" sz="24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11000 </a:t>
            </a:r>
            <a:r>
              <a:rPr lang="en-US" sz="24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400" b="1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2100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444500" indent="-4445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unh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</a:t>
            </a:r>
            <a:r>
              <a:rPr lang="en-US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500</a:t>
            </a:r>
            <a:r>
              <a:rPr lang="en-US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4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dqy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13600 </a:t>
            </a:r>
            <a:r>
              <a:rPr lang="en-US" sz="24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400" b="1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400" b="1" dirty="0" err="1" smtClean="0">
                <a:latin typeface="DevLys 010" pitchFamily="2" charset="0"/>
              </a:rPr>
              <a:t>fo'ks"k</a:t>
            </a:r>
            <a:r>
              <a:rPr lang="en-US" sz="2400" b="1" dirty="0" smtClean="0">
                <a:latin typeface="DevLys 010" pitchFamily="2" charset="0"/>
              </a:rPr>
              <a:t> </a:t>
            </a:r>
            <a:r>
              <a:rPr lang="en-US" sz="2400" b="1" dirty="0" err="1" smtClean="0">
                <a:latin typeface="DevLys 010" pitchFamily="2" charset="0"/>
              </a:rPr>
              <a:t>iz;kl</a:t>
            </a:r>
            <a:r>
              <a:rPr lang="en-US" sz="2400" b="1" dirty="0" smtClean="0">
                <a:latin typeface="DevLys 010" pitchFamily="2" charset="0"/>
              </a:rPr>
              <a:t> % ¼1½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Non-operational 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iqu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pkyw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djuk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¼2½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vof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lekIr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dk;Z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izkjEHk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djus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gsrq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AAG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</a:t>
            </a:r>
            <a:r>
              <a:rPr lang="en-US" sz="24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djuk</a:t>
            </a:r>
            <a:endParaRPr lang="en-US" sz="2400" dirty="0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0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hallenge background Images - Free Download on Freepik">
            <a:extLst>
              <a:ext uri="{FF2B5EF4-FFF2-40B4-BE49-F238E27FC236}">
                <a16:creationId xmlns:a16="http://schemas.microsoft.com/office/drawing/2014/main" xmlns="" id="{3C74E0D5-0257-DC47-10A0-D782BC6D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395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515041" y="92982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latin typeface="DevLys 010 " pitchFamily="2" charset="0"/>
              </a:rPr>
              <a:t>[</a:t>
            </a:r>
            <a:r>
              <a:rPr lang="en-US" sz="3600" b="1" dirty="0" err="1" smtClean="0">
                <a:latin typeface="DevLys 010 " pitchFamily="2" charset="0"/>
              </a:rPr>
              <a:t>kfut</a:t>
            </a:r>
            <a:r>
              <a:rPr lang="en-US" sz="3600" b="1" dirty="0" smtClean="0">
                <a:latin typeface="DevLys 010 " pitchFamily="2" charset="0"/>
              </a:rPr>
              <a:t> dh Js.kh </a:t>
            </a:r>
            <a:r>
              <a:rPr lang="en-US" sz="3600" b="1" dirty="0" err="1" smtClean="0">
                <a:latin typeface="DevLys 010 " pitchFamily="2" charset="0"/>
              </a:rPr>
              <a:t>ifjorZu</a:t>
            </a:r>
            <a:endParaRPr lang="en-US" sz="36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23BC5CD-8EE6-532A-CFEC-1D65E6FAE510}"/>
              </a:ext>
            </a:extLst>
          </p:cNvPr>
          <p:cNvSpPr txBox="1"/>
          <p:nvPr/>
        </p:nvSpPr>
        <p:spPr>
          <a:xfrm>
            <a:off x="224568" y="825767"/>
            <a:ext cx="11742863" cy="577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i`"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Hkwfe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Hkkjr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ljdkj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}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klwpuk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20-02-2025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ekbZdk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cSjkbV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rFkk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klwpuk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10-10-2025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?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kksf"kr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izHkko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endParaRPr lang="en-US" sz="2800" b="1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jgrs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olwyh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fn;s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tkus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O;oLFkk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lekIr</a:t>
            </a: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157288" indent="-542925" algn="just">
              <a:lnSpc>
                <a:spcPct val="150000"/>
              </a:lnSpc>
              <a:spcAft>
                <a:spcPts val="800"/>
              </a:spcAft>
              <a:buFont typeface="Wingdings" pitchFamily="2" charset="2"/>
              <a:buChar char="ü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ekbZdk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cSjkbV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jkf’k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&amp;&amp;&amp;&amp;&amp;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1157288" indent="-542925" algn="just">
              <a:lnSpc>
                <a:spcPct val="150000"/>
              </a:lnSpc>
              <a:spcAft>
                <a:spcPts val="800"/>
              </a:spcAft>
              <a:buFont typeface="Wingdings" pitchFamily="2" charset="2"/>
              <a:buChar char="ü"/>
            </a:pP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jkf’k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&amp;&amp;&amp;&amp;&amp;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¼Bsds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31-03-2027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rd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vkoafVr½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42925" indent="-5429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:-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175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ds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80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@&amp;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izfrVu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gksuk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48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hallenge background Images - Free Download on Freepik">
            <a:extLst>
              <a:ext uri="{FF2B5EF4-FFF2-40B4-BE49-F238E27FC236}">
                <a16:creationId xmlns:a16="http://schemas.microsoft.com/office/drawing/2014/main" xmlns="" id="{3C74E0D5-0257-DC47-10A0-D782BC6D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395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515041" y="92982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err="1" smtClean="0">
                <a:latin typeface="DevLys 010 " pitchFamily="2" charset="0"/>
              </a:rPr>
              <a:t>o"kZ</a:t>
            </a:r>
            <a:r>
              <a:rPr lang="en-US" sz="3600" b="1" dirty="0" smtClean="0">
                <a:latin typeface="DevLys 010 " pitchFamily="2" charset="0"/>
              </a:rPr>
              <a:t> 2026&amp;27 </a:t>
            </a:r>
            <a:r>
              <a:rPr lang="en-US" sz="3600" b="1" dirty="0" err="1" smtClean="0">
                <a:latin typeface="DevLys 010 " pitchFamily="2" charset="0"/>
              </a:rPr>
              <a:t>esa</a:t>
            </a:r>
            <a:r>
              <a:rPr lang="en-US" sz="3600" b="1" dirty="0" smtClean="0">
                <a:latin typeface="DevLys 010 " pitchFamily="2" charset="0"/>
              </a:rPr>
              <a:t> [</a:t>
            </a:r>
            <a:r>
              <a:rPr lang="en-US" sz="3600" b="1" dirty="0" err="1" smtClean="0">
                <a:latin typeface="DevLys 010 " pitchFamily="2" charset="0"/>
              </a:rPr>
              <a:t>kfutksa</a:t>
            </a:r>
            <a:r>
              <a:rPr lang="en-US" sz="3600" b="1" dirty="0" smtClean="0">
                <a:latin typeface="DevLys 010 " pitchFamily="2" charset="0"/>
              </a:rPr>
              <a:t> dh [</a:t>
            </a:r>
            <a:r>
              <a:rPr lang="en-US" sz="3600" b="1" dirty="0" err="1" smtClean="0">
                <a:latin typeface="DevLys 010 " pitchFamily="2" charset="0"/>
              </a:rPr>
              <a:t>kkst</a:t>
            </a:r>
            <a:r>
              <a:rPr lang="en-US" sz="3600" b="1" dirty="0" smtClean="0">
                <a:latin typeface="DevLys 010 " pitchFamily="2" charset="0"/>
              </a:rPr>
              <a:t> dh </a:t>
            </a:r>
            <a:r>
              <a:rPr lang="en-US" sz="3600" b="1" dirty="0" err="1" smtClean="0">
                <a:latin typeface="DevLys 010 " pitchFamily="2" charset="0"/>
              </a:rPr>
              <a:t>xfrfo</a:t>
            </a:r>
            <a:r>
              <a:rPr lang="en-US" sz="3600" b="1" dirty="0" err="1" smtClean="0">
                <a:latin typeface="DevLys 010 " pitchFamily="2" charset="0"/>
              </a:rPr>
              <a:t>f</a:t>
            </a:r>
            <a:r>
              <a:rPr lang="en-US" sz="3600" b="1" dirty="0" smtClean="0">
                <a:latin typeface="DevLys 010 " pitchFamily="2" charset="0"/>
              </a:rPr>
              <a:t>/</a:t>
            </a:r>
            <a:r>
              <a:rPr lang="en-US" sz="3600" b="1" dirty="0" err="1" smtClean="0">
                <a:latin typeface="DevLys 010 " pitchFamily="2" charset="0"/>
              </a:rPr>
              <a:t>k;ka</a:t>
            </a:r>
            <a:endParaRPr lang="en-US" sz="36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23BC5CD-8EE6-532A-CFEC-1D65E6FAE510}"/>
              </a:ext>
            </a:extLst>
          </p:cNvPr>
          <p:cNvSpPr txBox="1"/>
          <p:nvPr/>
        </p:nvSpPr>
        <p:spPr>
          <a:xfrm>
            <a:off x="224568" y="825767"/>
            <a:ext cx="11742863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DMG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dqy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35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ifj;kstuk,sa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lapkfyr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en-IN" sz="2800" dirty="0" smtClean="0">
                <a:latin typeface="DevLys 010" pitchFamily="2" charset="0"/>
              </a:rPr>
              <a:t>vk;ju&amp;1] cslesVy&amp;3] ykbeLVksu&amp;8] </a:t>
            </a:r>
            <a:r>
              <a:rPr lang="en-IN" sz="2800" dirty="0" err="1">
                <a:latin typeface="DevLys 010" pitchFamily="2" charset="0"/>
              </a:rPr>
              <a:t>Mk;esa'kuy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smtClean="0">
                <a:latin typeface="DevLys 010" pitchFamily="2" charset="0"/>
              </a:rPr>
              <a:t>LVksu&amp;2] </a:t>
            </a:r>
            <a:r>
              <a:rPr lang="en-IN" sz="2800" dirty="0" err="1" smtClean="0">
                <a:latin typeface="DevLys 010" pitchFamily="2" charset="0"/>
              </a:rPr>
              <a:t>vU</a:t>
            </a:r>
            <a:r>
              <a:rPr lang="en-IN" sz="2800" dirty="0" smtClean="0">
                <a:latin typeface="DevLys 010" pitchFamily="2" charset="0"/>
              </a:rPr>
              <a:t>; </a:t>
            </a:r>
            <a:r>
              <a:rPr lang="en-IN" sz="2800" dirty="0" err="1" smtClean="0">
                <a:latin typeface="DevLys 010" pitchFamily="2" charset="0"/>
              </a:rPr>
              <a:t>viz</a:t>
            </a:r>
            <a:r>
              <a:rPr lang="en-IN" sz="2800" dirty="0" smtClean="0">
                <a:latin typeface="DevLys 010" pitchFamily="2" charset="0"/>
              </a:rPr>
              <a:t>/</a:t>
            </a:r>
            <a:r>
              <a:rPr lang="en-IN" sz="2800" dirty="0" err="1" smtClean="0">
                <a:latin typeface="DevLys 010" pitchFamily="2" charset="0"/>
              </a:rPr>
              <a:t>kku</a:t>
            </a:r>
            <a:r>
              <a:rPr lang="en-IN" sz="2800" dirty="0" smtClean="0">
                <a:latin typeface="DevLys 010" pitchFamily="2" charset="0"/>
              </a:rPr>
              <a:t> </a:t>
            </a:r>
            <a:r>
              <a:rPr lang="en-IN" sz="2800" dirty="0">
                <a:latin typeface="DevLys 010" pitchFamily="2" charset="0"/>
              </a:rPr>
              <a:t>[</a:t>
            </a:r>
            <a:r>
              <a:rPr lang="en-IN" sz="2800" dirty="0" smtClean="0">
                <a:latin typeface="DevLys 010" pitchFamily="2" charset="0"/>
              </a:rPr>
              <a:t>kfut&amp;10] </a:t>
            </a:r>
            <a:r>
              <a:rPr lang="en-IN" sz="2800" dirty="0" err="1">
                <a:latin typeface="DevLys 010" pitchFamily="2" charset="0"/>
              </a:rPr>
              <a:t>LVªsfVftd</a:t>
            </a:r>
            <a:r>
              <a:rPr lang="en-IN" sz="2800" dirty="0">
                <a:latin typeface="DevLys 010" pitchFamily="2" charset="0"/>
              </a:rPr>
              <a:t> </a:t>
            </a:r>
            <a:r>
              <a:rPr lang="en-IN" sz="2800" dirty="0" smtClean="0">
                <a:latin typeface="DevLys 010" pitchFamily="2" charset="0"/>
              </a:rPr>
              <a:t>feujy&amp;9] </a:t>
            </a:r>
            <a:r>
              <a:rPr lang="en-IN" sz="2800" dirty="0" err="1">
                <a:latin typeface="DevLys 010" pitchFamily="2" charset="0"/>
              </a:rPr>
              <a:t>vkS|ksfxd</a:t>
            </a:r>
            <a:r>
              <a:rPr lang="en-IN" sz="2800" dirty="0">
                <a:latin typeface="DevLys 010" pitchFamily="2" charset="0"/>
              </a:rPr>
              <a:t> [</a:t>
            </a:r>
            <a:r>
              <a:rPr lang="en-IN" sz="2800" dirty="0" smtClean="0">
                <a:latin typeface="DevLys 010" pitchFamily="2" charset="0"/>
              </a:rPr>
              <a:t>kfut&amp;3] ,ejkYM&amp;1</a:t>
            </a: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/>
            <a:r>
              <a:rPr lang="en-US" sz="2800" b="1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RSMET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% </a:t>
            </a:r>
            <a:r>
              <a:rPr lang="pt-BR" sz="2800" dirty="0" smtClean="0">
                <a:latin typeface="DevLys 010" pitchFamily="2" charset="0"/>
              </a:rPr>
              <a:t>cslesVy</a:t>
            </a:r>
            <a:r>
              <a:rPr lang="pt-BR" sz="2800" dirty="0">
                <a:latin typeface="DevLys 010" pitchFamily="2" charset="0"/>
              </a:rPr>
              <a:t>] ykbeLVksu] dkWij] vk;ju vksj dh </a:t>
            </a:r>
            <a:r>
              <a:rPr lang="pt-BR" sz="2800" dirty="0" smtClean="0">
                <a:latin typeface="DevLys 010" pitchFamily="2" charset="0"/>
              </a:rPr>
              <a:t>10 ifj;kstuk,saa 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ISM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Dhanbad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800" dirty="0">
                <a:latin typeface="DevLys 010" pitchFamily="2" charset="0"/>
              </a:rPr>
              <a:t>ds lkFk feydj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mine-waste</a:t>
            </a:r>
            <a:r>
              <a:rPr lang="en-IN" sz="2800" dirty="0" smtClean="0">
                <a:latin typeface="DevLys 010" pitchFamily="2" charset="0"/>
              </a:rPr>
              <a:t> </a:t>
            </a:r>
            <a:r>
              <a:rPr lang="pt-BR" sz="2800" dirty="0">
                <a:latin typeface="DevLys 010" pitchFamily="2" charset="0"/>
              </a:rPr>
              <a:t>Mai esa fØfVdy [kfut nksgu </a:t>
            </a:r>
            <a:r>
              <a:rPr lang="en-US" sz="2800" dirty="0" smtClean="0">
                <a:latin typeface="DevLys 010" pitchFamily="2" charset="0"/>
              </a:rPr>
              <a:t>dh </a:t>
            </a:r>
            <a:r>
              <a:rPr lang="en-US" sz="2800" dirty="0" err="1" smtClean="0">
                <a:latin typeface="DevLys 010" pitchFamily="2" charset="0"/>
              </a:rPr>
              <a:t>LVMh</a:t>
            </a:r>
            <a:endParaRPr lang="en-IN" sz="2800" dirty="0">
              <a:latin typeface="DevLys 010" pitchFamily="2" charset="0"/>
            </a:endParaRPr>
          </a:p>
          <a:p>
            <a:pPr lvl="0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IIT Hyderabad </a:t>
            </a:r>
            <a:r>
              <a:rPr lang="pt-BR" sz="2800" dirty="0">
                <a:latin typeface="DevLys 010" pitchFamily="2" charset="0"/>
              </a:rPr>
              <a:t>ds lkFk </a:t>
            </a:r>
            <a:r>
              <a:rPr lang="pt-BR" sz="2800" dirty="0" smtClean="0">
                <a:latin typeface="DevLys 010" pitchFamily="2" charset="0"/>
              </a:rPr>
              <a:t>fØfVdy </a:t>
            </a:r>
            <a:r>
              <a:rPr lang="pt-BR" sz="2800" dirty="0">
                <a:latin typeface="DevLys 010" pitchFamily="2" charset="0"/>
              </a:rPr>
              <a:t>[kfut </a:t>
            </a:r>
            <a:r>
              <a:rPr lang="pt-BR" sz="2800" dirty="0" smtClean="0">
                <a:latin typeface="DevLys 010" pitchFamily="2" charset="0"/>
              </a:rPr>
              <a:t>vUos"k.k gsrq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AI/ML</a:t>
            </a:r>
            <a:r>
              <a:rPr lang="en-IN" sz="2800" dirty="0" smtClean="0">
                <a:latin typeface="DevLys 010" pitchFamily="2" charset="0"/>
              </a:rPr>
              <a:t> </a:t>
            </a:r>
            <a:r>
              <a:rPr lang="pt-BR" sz="2800" dirty="0">
                <a:latin typeface="DevLys 010" pitchFamily="2" charset="0"/>
              </a:rPr>
              <a:t>LVMh </a:t>
            </a:r>
            <a:endParaRPr lang="pt-BR" sz="2800" dirty="0" smtClean="0">
              <a:latin typeface="DevLys 010" pitchFamily="2" charset="0"/>
            </a:endParaRPr>
          </a:p>
          <a:p>
            <a:pPr lvl="0"/>
            <a:r>
              <a:rPr lang="en-US" sz="2800" b="1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NMEDT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%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dqy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21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ifj;kstukvksa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ij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dk;Z</a:t>
            </a: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b="1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GSI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%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dqy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84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ifj;kstuk,sa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lapkfyr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93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D5971B-0946-E6B3-2CB5-9216F363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avel Block On Wooden Desk Bokeh Stock Photo 1742766599 | Shutterstock">
            <a:extLst>
              <a:ext uri="{FF2B5EF4-FFF2-40B4-BE49-F238E27FC236}">
                <a16:creationId xmlns:a16="http://schemas.microsoft.com/office/drawing/2014/main" xmlns="" id="{CC1342E5-B456-E699-A882-C0A1C53BD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>
            <a:fillRect/>
          </a:stretch>
        </p:blipFill>
        <p:spPr bwMode="auto">
          <a:xfrm>
            <a:off x="0" y="-10793"/>
            <a:ext cx="12192000" cy="686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89ACBFC-0A09-6068-0979-2BC6EDABF043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DCB797-CD1D-8A91-197B-3D25591D40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DevLys 010 " pitchFamily="2" charset="0"/>
              </a:rPr>
              <a:t>[</a:t>
            </a:r>
            <a:r>
              <a:rPr lang="en-US" sz="3600" b="1" dirty="0" err="1">
                <a:latin typeface="DevLys 010 " pitchFamily="2" charset="0"/>
              </a:rPr>
              <a:t>kfut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CykWDl@IykWV~l</a:t>
            </a:r>
            <a:r>
              <a:rPr lang="en-US" sz="3600" b="1" dirty="0"/>
              <a:t> </a:t>
            </a:r>
            <a:r>
              <a:rPr lang="en-US" sz="3600" b="1" dirty="0">
                <a:latin typeface="DevLys 010 " pitchFamily="2" charset="0"/>
              </a:rPr>
              <a:t> dh </a:t>
            </a:r>
            <a:r>
              <a:rPr lang="en-US" sz="3600" b="1" dirty="0" err="1">
                <a:latin typeface="DevLys 010 " pitchFamily="2" charset="0"/>
              </a:rPr>
              <a:t>izLrkfor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uhykeh</a:t>
            </a:r>
            <a:r>
              <a:rPr lang="en-US" sz="3600" b="1" dirty="0">
                <a:latin typeface="DevLys 010 " pitchFamily="2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C671480E-68D1-F303-86C6-41C045FB970F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C0A4981-2A7A-EB48-8705-C89346967306}"/>
              </a:ext>
            </a:extLst>
          </p:cNvPr>
          <p:cNvSpPr txBox="1"/>
          <p:nvPr/>
        </p:nvSpPr>
        <p:spPr>
          <a:xfrm>
            <a:off x="234803" y="800340"/>
            <a:ext cx="11161918" cy="6822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ftys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12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¼xksYM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3]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xkusZV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2]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ysM&amp;ftad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1½]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xSj&amp;vjkoyh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ftys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42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¼dkWij 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1]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b="1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41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½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% 956 </a:t>
            </a: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 smtClean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8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800" b="1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100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8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8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7F9ABA9-DD8A-82CD-BFBC-19694C33BE52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552398"/>
              </p:ext>
            </p:extLst>
          </p:nvPr>
        </p:nvGraphicFramePr>
        <p:xfrm>
          <a:off x="2032000" y="2730874"/>
          <a:ext cx="6773335" cy="3255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</a:tblGrid>
              <a:tr h="373633">
                <a:tc rowSpan="2"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[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kfut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xSj&amp;vjkoyh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ftys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vjkoyh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ftys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;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ksx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 v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iksfyxu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ds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ckgj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DevLys 010" pitchFamily="2" charset="0"/>
                        </a:rPr>
                        <a:t>iksfyxu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ds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vUnj</a:t>
                      </a:r>
                      <a:endParaRPr lang="en-IN" dirty="0" smtClean="0">
                        <a:latin typeface="DevLys 01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eslsujh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LVksu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361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24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43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428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ls.MLVksu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151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50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&amp;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201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lksiLVksu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&amp;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27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94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121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xzsukbZV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15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12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49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76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vU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; [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kfut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127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&amp;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130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73633">
                <a:tc>
                  <a:txBody>
                    <a:bodyPr/>
                    <a:lstStyle/>
                    <a:p>
                      <a:endParaRPr lang="en-IN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654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113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189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956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136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2910B3-8A1D-E7A5-4DA3-6F58B1AB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B56EF043-417F-F79C-4148-7DC1EF9D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BCB0D7AB-BCC9-BD38-1746-EF1B9450E79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9DFA7C5-9406-8C2A-56CF-7FEF421409B0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2F0A422-D281-F3FE-B27D-E7F1C8159E2E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xmlns="" id="{69A5D2A3-4A47-2108-BC32-D7E192C6AA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455894"/>
              </p:ext>
            </p:extLst>
          </p:nvPr>
        </p:nvGraphicFramePr>
        <p:xfrm>
          <a:off x="216000" y="865477"/>
          <a:ext cx="11717976" cy="575570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960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566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653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950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dz</a:t>
                      </a: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-l-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[</a:t>
                      </a: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kfut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izHkkfor</a:t>
                      </a:r>
                      <a:r>
                        <a:rPr lang="en-IN" sz="32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3200" dirty="0" err="1">
                          <a:effectLst/>
                          <a:latin typeface="DevLys 010" pitchFamily="2" charset="0"/>
                        </a:rPr>
                        <a:t>ftyk</a:t>
                      </a:r>
                      <a:endParaRPr lang="en-IN" sz="32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9165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ctjh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lokbZek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kksiqj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fprkSM+x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&lt;+]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endParaRPr lang="en-IN" sz="2800" dirty="0">
                        <a:effectLst/>
                        <a:latin typeface="DevLys 010" pitchFamily="2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ikyh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ckM+esj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fljksgh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tkykSj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C;koj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068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eslujh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vyoj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uhedkFkkuk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&gt;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qU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&gt;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quw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dksViqryh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t;iqj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dksVk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err="1">
                          <a:effectLst/>
                          <a:latin typeface="DevLys 010" pitchFamily="2" charset="0"/>
                        </a:rPr>
                        <a:t>DokVZt&amp;QsYlikj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C;koj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Mqaxjiqj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mn;iqj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vtesj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ykbZeLVksu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err="1">
                          <a:effectLst/>
                          <a:latin typeface="DevLys 010" pitchFamily="2" charset="0"/>
                        </a:rPr>
                        <a:t>ls.MLVksu</a:t>
                      </a:r>
                      <a:endParaRPr lang="en-IN" sz="28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cqUnh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5457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6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ftIle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chdkusj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Jhxaxkuxj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dirty="0" err="1">
                          <a:effectLst/>
                          <a:latin typeface="DevLys 010" pitchFamily="2" charset="0"/>
                        </a:rPr>
                        <a:t>guqekux</a:t>
                      </a:r>
                      <a:r>
                        <a:rPr lang="en-IN" sz="2800" dirty="0">
                          <a:effectLst/>
                          <a:latin typeface="DevLys 010" pitchFamily="2" charset="0"/>
                        </a:rPr>
                        <a:t>&lt;]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8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800" baseline="0" dirty="0" err="1">
                          <a:effectLst/>
                          <a:latin typeface="DevLys 010" pitchFamily="2" charset="0"/>
                        </a:rPr>
                        <a:t>tSlyesj</a:t>
                      </a:r>
                      <a:endParaRPr lang="en-IN" sz="28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180000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45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8074FB-491C-9EB0-BEDA-70FD82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E3D5A71B-C0D6-6524-9843-E5C4FBDB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0AC2AF99-B79B-1FD3-8F8A-127BE7D68DE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CA00EEB-6519-58B2-A229-C002B1705B7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77C4182-3BE5-0AB1-C1E8-5B18E48085F6}"/>
              </a:ext>
            </a:extLst>
          </p:cNvPr>
          <p:cNvSpPr/>
          <p:nvPr/>
        </p:nvSpPr>
        <p:spPr>
          <a:xfrm>
            <a:off x="389209" y="173049"/>
            <a:ext cx="57967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200" b="1" dirty="0" err="1">
                <a:latin typeface="DevLys 010" pitchFamily="2" charset="0"/>
              </a:rPr>
              <a:t>voS</a:t>
            </a:r>
            <a:r>
              <a:rPr lang="en-US" sz="3200" b="1" dirty="0">
                <a:latin typeface="DevLys 010" pitchFamily="2" charset="0"/>
              </a:rPr>
              <a:t>/k [</a:t>
            </a:r>
            <a:r>
              <a:rPr lang="en-US" sz="3200" b="1" dirty="0" err="1">
                <a:latin typeface="DevLys 010" pitchFamily="2" charset="0"/>
              </a:rPr>
              <a:t>kuu</a:t>
            </a:r>
            <a:r>
              <a:rPr lang="en-US" sz="3200" b="1" dirty="0">
                <a:latin typeface="DevLys 010" pitchFamily="2" charset="0"/>
              </a:rPr>
              <a:t> </a:t>
            </a:r>
            <a:r>
              <a:rPr lang="en-US" sz="3200" b="1" dirty="0" err="1">
                <a:latin typeface="DevLys 010" pitchFamily="2" charset="0"/>
              </a:rPr>
              <a:t>xfrfof</a:t>
            </a:r>
            <a:r>
              <a:rPr lang="en-US" sz="3200" b="1" dirty="0">
                <a:latin typeface="DevLys 010" pitchFamily="2" charset="0"/>
              </a:rPr>
              <a:t>/</a:t>
            </a:r>
            <a:r>
              <a:rPr lang="en-US" sz="3200" b="1" dirty="0" err="1">
                <a:latin typeface="DevLys 010" pitchFamily="2" charset="0"/>
              </a:rPr>
              <a:t>k;ksa</a:t>
            </a:r>
            <a:r>
              <a:rPr lang="en-US" sz="3200" b="1" dirty="0">
                <a:latin typeface="DevLys 010" pitchFamily="2" charset="0"/>
              </a:rPr>
              <a:t> ds </a:t>
            </a:r>
            <a:r>
              <a:rPr lang="en-US" sz="3200" b="1" dirty="0" err="1">
                <a:latin typeface="DevLys 010" pitchFamily="2" charset="0"/>
              </a:rPr>
              <a:t>fo</a:t>
            </a:r>
            <a:r>
              <a:rPr lang="en-US" sz="3200" b="1" dirty="0">
                <a:latin typeface="DevLys 010" pitchFamily="2" charset="0"/>
              </a:rPr>
              <a:t>:) </a:t>
            </a:r>
            <a:r>
              <a:rPr lang="en-US" sz="3200" b="1" dirty="0" err="1">
                <a:latin typeface="DevLys 010" pitchFamily="2" charset="0"/>
              </a:rPr>
              <a:t>dk;Zokgh</a:t>
            </a:r>
            <a:endParaRPr lang="en-IN" sz="3200" b="1" dirty="0">
              <a:latin typeface="DevLys 010" pitchFamily="2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27F5AB19-48B7-9C27-6A7D-75E385DE0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80881"/>
              </p:ext>
            </p:extLst>
          </p:nvPr>
        </p:nvGraphicFramePr>
        <p:xfrm>
          <a:off x="304802" y="990600"/>
          <a:ext cx="11569872" cy="556260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79000"/>
                    </a:prstClr>
                  </a:outerShdw>
                </a:effectLst>
              </a:tblPr>
              <a:tblGrid>
                <a:gridCol w="925589">
                  <a:extLst>
                    <a:ext uri="{9D8B030D-6E8A-4147-A177-3AD203B41FA5}">
                      <a16:colId xmlns:a16="http://schemas.microsoft.com/office/drawing/2014/main" xmlns="" val="3622221066"/>
                    </a:ext>
                  </a:extLst>
                </a:gridCol>
                <a:gridCol w="3008166">
                  <a:extLst>
                    <a:ext uri="{9D8B030D-6E8A-4147-A177-3AD203B41FA5}">
                      <a16:colId xmlns:a16="http://schemas.microsoft.com/office/drawing/2014/main" xmlns="" val="4216238352"/>
                    </a:ext>
                  </a:extLst>
                </a:gridCol>
                <a:gridCol w="1966879">
                  <a:extLst>
                    <a:ext uri="{9D8B030D-6E8A-4147-A177-3AD203B41FA5}">
                      <a16:colId xmlns:a16="http://schemas.microsoft.com/office/drawing/2014/main" xmlns="" val="959010815"/>
                    </a:ext>
                  </a:extLst>
                </a:gridCol>
                <a:gridCol w="1619782">
                  <a:extLst>
                    <a:ext uri="{9D8B030D-6E8A-4147-A177-3AD203B41FA5}">
                      <a16:colId xmlns:a16="http://schemas.microsoft.com/office/drawing/2014/main" xmlns="" val="1483391988"/>
                    </a:ext>
                  </a:extLst>
                </a:gridCol>
                <a:gridCol w="1851180">
                  <a:extLst>
                    <a:ext uri="{9D8B030D-6E8A-4147-A177-3AD203B41FA5}">
                      <a16:colId xmlns:a16="http://schemas.microsoft.com/office/drawing/2014/main" xmlns="" val="809664965"/>
                    </a:ext>
                  </a:extLst>
                </a:gridCol>
                <a:gridCol w="2198276">
                  <a:extLst>
                    <a:ext uri="{9D8B030D-6E8A-4147-A177-3AD203B41FA5}">
                      <a16:colId xmlns:a16="http://schemas.microsoft.com/office/drawing/2014/main" xmlns="" val="1230393428"/>
                    </a:ext>
                  </a:extLst>
                </a:gridCol>
              </a:tblGrid>
              <a:tr h="12449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Ø-l-</a:t>
                      </a: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fooj.k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2023&amp;24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US" sz="2400" u="none" strike="noStrike" dirty="0">
                        <a:effectLst/>
                        <a:latin typeface="DevLys 010" pitchFamily="2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2024&amp;25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2025&amp;26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2026&amp;27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¼vizsy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rd½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947679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ntZ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izdj.k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9563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9331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10568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920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0986480"/>
                  </a:ext>
                </a:extLst>
              </a:tr>
              <a:tr h="662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,Q-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vkj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-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1219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801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1161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88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7532400"/>
                  </a:ext>
                </a:extLst>
              </a:tr>
              <a:tr h="8325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tCr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okgu@e'khujh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9033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9342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10402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945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6784628"/>
                  </a:ext>
                </a:extLst>
              </a:tr>
              <a:tr h="1657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olwy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dh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xbZ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'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kkfLr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jkf'k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¼:i;s</a:t>
                      </a:r>
                      <a:r>
                        <a:rPr lang="en-US" sz="2400" u="none" strike="noStrike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djksMksa</a:t>
                      </a:r>
                      <a:r>
                        <a:rPr lang="en-US" sz="2400" u="none" strike="noStrike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400" u="none" strike="noStrike" baseline="0" dirty="0" err="1">
                          <a:effectLst/>
                          <a:latin typeface="DevLys 010" pitchFamily="2" charset="0"/>
                        </a:rPr>
                        <a:t>esa½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108-32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67-05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109-78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5-00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4458354"/>
                  </a:ext>
                </a:extLst>
              </a:tr>
              <a:tr h="58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  <a:latin typeface="DevLys 010" pitchFamily="2" charset="0"/>
                        </a:rPr>
                        <a:t>fxj¶rkjh</a:t>
                      </a:r>
                      <a:endParaRPr lang="hi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562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  <a:latin typeface="DevLys 010" pitchFamily="2" charset="0"/>
                        </a:rPr>
                        <a:t>397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734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66</a:t>
                      </a:r>
                    </a:p>
                  </a:txBody>
                  <a:tcPr marL="5716" marR="5716" marT="7621" marB="0" anchor="ctr">
                    <a:lnL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6013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24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9FACAB-493B-AD39-A908-00CAFCE0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B6AB4B84-A30B-370F-EFD3-DC74540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5CD4C27-EA20-C886-F1AE-61C896F3DF2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0F7EDA9-A5ED-C772-EA78-245D390BC81D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8E94146-1DA6-3487-F6D9-B74DF9D58E3B}"/>
              </a:ext>
            </a:extLst>
          </p:cNvPr>
          <p:cNvSpPr/>
          <p:nvPr/>
        </p:nvSpPr>
        <p:spPr>
          <a:xfrm>
            <a:off x="1661520" y="57667"/>
            <a:ext cx="69333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dirty="0" err="1" smtClean="0">
                <a:latin typeface="DevLys 010" pitchFamily="2" charset="0"/>
              </a:rPr>
              <a:t>foHkkxh</a:t>
            </a:r>
            <a:r>
              <a:rPr lang="en-US" sz="3600" b="1" dirty="0">
                <a:latin typeface="DevLys 010" pitchFamily="2" charset="0"/>
              </a:rPr>
              <a:t>; </a:t>
            </a:r>
            <a:r>
              <a:rPr lang="en-US" sz="3600" b="1" dirty="0" err="1" smtClean="0">
                <a:latin typeface="DevLys 010" pitchFamily="2" charset="0"/>
              </a:rPr>
              <a:t>vkWuykbZu</a:t>
            </a:r>
            <a:r>
              <a:rPr lang="en-US" sz="3600" b="1" dirty="0" smtClean="0">
                <a:latin typeface="DevLys 010" pitchFamily="2" charset="0"/>
              </a:rPr>
              <a:t> </a:t>
            </a:r>
            <a:r>
              <a:rPr lang="en-US" sz="3600" b="1" dirty="0" err="1" smtClean="0">
                <a:latin typeface="DevLys 010" pitchFamily="2" charset="0"/>
              </a:rPr>
              <a:t>iz.kkyh</a:t>
            </a:r>
            <a:r>
              <a:rPr lang="en-US" sz="3600" b="1" dirty="0" smtClean="0">
                <a:latin typeface="DevLys 010" pitchFamily="2" charset="0"/>
              </a:rPr>
              <a:t> % </a:t>
            </a:r>
            <a:r>
              <a:rPr lang="en-US" sz="3600" b="1" dirty="0" err="1" smtClean="0">
                <a:latin typeface="DevLys 010" pitchFamily="2" charset="0"/>
              </a:rPr>
              <a:t>uohu</a:t>
            </a:r>
            <a:r>
              <a:rPr lang="en-US" sz="3600" b="1" dirty="0" smtClean="0">
                <a:latin typeface="DevLys 010" pitchFamily="2" charset="0"/>
              </a:rPr>
              <a:t> </a:t>
            </a:r>
            <a:r>
              <a:rPr lang="en-US" sz="3600" b="1" dirty="0" err="1">
                <a:latin typeface="DevLys 010" pitchFamily="2" charset="0"/>
              </a:rPr>
              <a:t>ifj;kstuk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51BA300-A96E-A684-FC71-33897B8981D6}"/>
              </a:ext>
            </a:extLst>
          </p:cNvPr>
          <p:cNvSpPr txBox="1"/>
          <p:nvPr/>
        </p:nvSpPr>
        <p:spPr>
          <a:xfrm>
            <a:off x="242060" y="969164"/>
            <a:ext cx="1147591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indent="-450850" algn="just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DevLys 010" pitchFamily="2" charset="0"/>
              </a:rPr>
              <a:t>dk;Zdkjh</a:t>
            </a:r>
            <a:r>
              <a:rPr lang="en-US" sz="2800" dirty="0" smtClean="0">
                <a:latin typeface="DevLys 010" pitchFamily="2" charset="0"/>
              </a:rPr>
              <a:t> ,</a:t>
            </a:r>
            <a:r>
              <a:rPr lang="en-US" sz="2800" dirty="0" err="1" smtClean="0">
                <a:latin typeface="DevLys 010" pitchFamily="2" charset="0"/>
              </a:rPr>
              <a:t>tsUlh</a:t>
            </a:r>
            <a:r>
              <a:rPr lang="en-US" sz="2800" dirty="0" smtClean="0">
                <a:latin typeface="DevLys 010" pitchFamily="2" charset="0"/>
              </a:rPr>
              <a:t> %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NICSI </a:t>
            </a:r>
            <a:r>
              <a:rPr lang="en-US" sz="2800" dirty="0" smtClean="0">
                <a:latin typeface="DevLys 010" pitchFamily="2" charset="0"/>
              </a:rPr>
              <a:t>ds </a:t>
            </a:r>
            <a:r>
              <a:rPr lang="en-US" sz="2800" dirty="0" err="1" smtClean="0">
                <a:latin typeface="DevLys 010" pitchFamily="2" charset="0"/>
              </a:rPr>
              <a:t>ek</a:t>
            </a:r>
            <a:r>
              <a:rPr lang="en-US" sz="2800" dirty="0" smtClean="0">
                <a:latin typeface="DevLys 010" pitchFamily="2" charset="0"/>
              </a:rPr>
              <a:t>/;e </a:t>
            </a:r>
            <a:r>
              <a:rPr lang="en-US" sz="2800" dirty="0" err="1" smtClean="0">
                <a:latin typeface="DevLys 010" pitchFamily="2" charset="0"/>
              </a:rPr>
              <a:t>ls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CSM Technologies Ltd.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dks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vkoafVr</a:t>
            </a:r>
            <a:endParaRPr lang="en-US" sz="2800" dirty="0" smtClean="0">
              <a:latin typeface="DevLys 010" pitchFamily="2" charset="0"/>
            </a:endParaRPr>
          </a:p>
          <a:p>
            <a:pPr marL="450850" indent="-450850" algn="just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DevLys 010" pitchFamily="2" charset="0"/>
              </a:rPr>
              <a:t>ifj;kstuk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ykxr</a:t>
            </a:r>
            <a:r>
              <a:rPr lang="en-US" sz="2800" dirty="0" smtClean="0">
                <a:latin typeface="DevLys 010" pitchFamily="2" charset="0"/>
              </a:rPr>
              <a:t> % 14-53 </a:t>
            </a:r>
            <a:r>
              <a:rPr lang="en-US" sz="2800" dirty="0" err="1" smtClean="0">
                <a:latin typeface="DevLys 010" pitchFamily="2" charset="0"/>
              </a:rPr>
              <a:t>djksM</a:t>
            </a:r>
            <a:r>
              <a:rPr lang="en-US" sz="2800" dirty="0" smtClean="0">
                <a:latin typeface="DevLys 010" pitchFamily="2" charset="0"/>
              </a:rPr>
              <a:t>] </a:t>
            </a:r>
            <a:r>
              <a:rPr lang="en-US" sz="2800" dirty="0" err="1" smtClean="0">
                <a:latin typeface="DevLys 010" pitchFamily="2" charset="0"/>
              </a:rPr>
              <a:t>dk;Z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izkjEHk@lekfIr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frfFk</a:t>
            </a:r>
            <a:r>
              <a:rPr lang="en-US" sz="2800" dirty="0" smtClean="0">
                <a:latin typeface="DevLys 010" pitchFamily="2" charset="0"/>
              </a:rPr>
              <a:t> % 15-09-2025@14-09-2030 </a:t>
            </a:r>
          </a:p>
          <a:p>
            <a:pPr marL="450850" indent="-450850" algn="just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DevLys 010" pitchFamily="2" charset="0"/>
              </a:rPr>
              <a:t>ifj;kstuk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esa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dk;Z</a:t>
            </a:r>
            <a:r>
              <a:rPr lang="en-US" sz="2800" dirty="0" smtClean="0">
                <a:latin typeface="DevLys 010" pitchFamily="2" charset="0"/>
              </a:rPr>
              <a:t> o </a:t>
            </a:r>
            <a:r>
              <a:rPr lang="en-US" sz="2800" dirty="0" err="1" smtClean="0">
                <a:latin typeface="DevLys 010" pitchFamily="2" charset="0"/>
              </a:rPr>
              <a:t>blls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ykHk</a:t>
            </a:r>
            <a:r>
              <a:rPr lang="en-US" sz="2800" dirty="0" smtClean="0">
                <a:latin typeface="DevLys 010" pitchFamily="2" charset="0"/>
              </a:rPr>
              <a:t>% </a:t>
            </a:r>
            <a:endParaRPr lang="en-IN" sz="2800" dirty="0">
              <a:latin typeface="DevLys 010" pitchFamily="2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120502"/>
              </p:ext>
            </p:extLst>
          </p:nvPr>
        </p:nvGraphicFramePr>
        <p:xfrm>
          <a:off x="2031998" y="3244546"/>
          <a:ext cx="887256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597"/>
                <a:gridCol w="6725965"/>
              </a:tblGrid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dk;Z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ykHk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os&amp;fczt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vkWVkses’ku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 smtClean="0">
                          <a:latin typeface="DevLys 010" pitchFamily="2" charset="0"/>
                        </a:rPr>
                        <a:t>yxHkx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3500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os&amp;fczt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LFkkfir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]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buesa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flaxy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lkW¶Vos;j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ls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joUuk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o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VªkfUtV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ikl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dk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fcuk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ekuoh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;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gLr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{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ksi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ls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dUQeZs’ku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] 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otu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esa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gsjk&amp;Qsjh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lEHkkouk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ugha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th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-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ih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-,l-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vkj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-,Q-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vkbZ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-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Mh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-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okguksa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vkWuykbZu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Vªsfdax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] 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Mªksu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losZ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MsVk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izcU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/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ku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MsVk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LVksj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rFkk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blds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fo’ys"k.kkRed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ifj.kke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vkWijs’ku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dUVªksy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lsUVj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dqy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10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lsUVj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vkWuykbZu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xfrfof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/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k;ksa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fj;y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VkbZe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ekWfuVfjax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ls.M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iksVZy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ctjh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fj;y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VkbZe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miyC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/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krk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tkudkjh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rFkk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cqfdax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O;oLFkk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,e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fofty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,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si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voS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/k [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kuu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xfrfof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/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k;ka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ds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lEcU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/k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esa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f’kdk;rksa</a:t>
                      </a:r>
                      <a:r>
                        <a:rPr lang="en-US" baseline="0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baseline="0" dirty="0" err="1" smtClean="0">
                          <a:latin typeface="DevLys 010" pitchFamily="2" charset="0"/>
                        </a:rPr>
                        <a:t>ekWfuVfjax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ekbZUl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,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fDVfoVh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,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si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vkWuykbZu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vkosnuksa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dh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ekWfuVfjax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  <a:tr h="344005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DevLys 010" pitchFamily="2" charset="0"/>
                        </a:rPr>
                        <a:t>liksVZ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,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oa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esUVsusUl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DevLys 010" pitchFamily="2" charset="0"/>
                        </a:rPr>
                        <a:t>3-5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o"kksZa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 ds </a:t>
                      </a:r>
                      <a:r>
                        <a:rPr lang="en-US" dirty="0" err="1" smtClean="0">
                          <a:latin typeface="DevLys 010" pitchFamily="2" charset="0"/>
                        </a:rPr>
                        <a:t>fy</a:t>
                      </a:r>
                      <a:r>
                        <a:rPr lang="en-US" dirty="0" smtClean="0">
                          <a:latin typeface="DevLys 010" pitchFamily="2" charset="0"/>
                        </a:rPr>
                        <a:t>,</a:t>
                      </a:r>
                      <a:endParaRPr lang="en-IN" dirty="0">
                        <a:latin typeface="DevLys 010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728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E0BF33-F45A-5D9B-5881-EA9D3BA1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65B75442-D851-8D0C-5E44-4780766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B37B5747-A793-85A9-32D2-AFB6617A24B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E744B70-265F-531D-304E-58521D196DD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880407F-593E-2721-D856-76AC0049F54A}"/>
              </a:ext>
            </a:extLst>
          </p:cNvPr>
          <p:cNvSpPr/>
          <p:nvPr/>
        </p:nvSpPr>
        <p:spPr>
          <a:xfrm>
            <a:off x="148867" y="69960"/>
            <a:ext cx="4709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os&amp;fczt</a:t>
            </a:r>
            <a:r>
              <a:rPr lang="en-US" sz="3600" b="1">
                <a:latin typeface="DevLys 010" pitchFamily="2" charset="0"/>
              </a:rPr>
              <a:t> ,</a:t>
            </a:r>
            <a:r>
              <a:rPr lang="en-US" sz="3600" b="1" err="1">
                <a:latin typeface="DevLys 010" pitchFamily="2" charset="0"/>
              </a:rPr>
              <a:t>oa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thih,l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izxfr</a:t>
            </a:r>
            <a:endParaRPr lang="en-IN" sz="3600" b="1"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xmlns="" id="{0A9356EE-B1E3-613A-B031-198E3DC9AC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268802"/>
              </p:ext>
            </p:extLst>
          </p:nvPr>
        </p:nvGraphicFramePr>
        <p:xfrm>
          <a:off x="288100" y="914407"/>
          <a:ext cx="11457309" cy="61146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1987267">
                  <a:extLst>
                    <a:ext uri="{9D8B030D-6E8A-4147-A177-3AD203B41FA5}">
                      <a16:colId xmlns:a16="http://schemas.microsoft.com/office/drawing/2014/main" xmlns="" val="1626336352"/>
                    </a:ext>
                  </a:extLst>
                </a:gridCol>
                <a:gridCol w="28920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779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328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dk;Z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fu;r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1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vof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/k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izxfr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¼fnukad 04-05-2026 rd½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8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vkWVkses'ku</a:t>
                      </a:r>
                      <a:endParaRPr lang="en-IN" sz="2400" b="0" dirty="0" smtClean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4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15-08-2026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endParaRPr lang="en-IN" sz="24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gkMZos;j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631 </a:t>
                      </a: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444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132642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bZ&amp;joUuk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o 36733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bZ&amp;Vh-ih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tujsV</a:t>
                      </a:r>
                      <a:endParaRPr lang="en-IN" sz="24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87204">
                <a:tc>
                  <a:txBody>
                    <a:bodyPr/>
                    <a:lstStyle/>
                    <a:p>
                      <a:pPr marL="60325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esa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GPS/RFID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yxkuk</a:t>
                      </a:r>
                      <a:endParaRPr lang="en-US" sz="2400" b="0" baseline="0" dirty="0" smtClean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60325" indent="0" algn="ctr">
                        <a:spcAft>
                          <a:spcPts val="0"/>
                        </a:spcAft>
                      </a:pPr>
                      <a:endParaRPr lang="en-IN" sz="2400" b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60325" indent="0" algn="l">
                        <a:spcAft>
                          <a:spcPts val="0"/>
                        </a:spcAft>
                      </a:pPr>
                      <a:endParaRPr lang="en-US" sz="2400" b="0" baseline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  <a:p>
                      <a:pPr marL="60325" indent="0" algn="l">
                        <a:spcAft>
                          <a:spcPts val="0"/>
                        </a:spcAft>
                      </a:pP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endParaRPr lang="en-IN" sz="2400" b="0" kern="1200" dirty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GPS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% 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5787 </a:t>
                      </a:r>
                      <a:r>
                        <a:rPr lang="en-US" sz="2400" b="0" baseline="0" dirty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GPS </a:t>
                      </a:r>
                      <a:r>
                        <a:rPr lang="en-US" sz="2400" b="0" baseline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% 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3448</a:t>
                      </a: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21445">
                <a:tc>
                  <a:txBody>
                    <a:bodyPr/>
                    <a:lstStyle/>
                    <a:p>
                      <a:pPr marL="60325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[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kuu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iV~Vksa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dh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ft;ks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QSfUlx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endParaRPr lang="en-IN" sz="2400" b="0" dirty="0" smtClean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endParaRPr lang="en-IN" sz="2400" b="0" kern="1200" dirty="0" smtClean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  <a:p>
                      <a:pPr marL="60325" indent="0" algn="l">
                        <a:spcAft>
                          <a:spcPts val="0"/>
                        </a:spcAft>
                      </a:pPr>
                      <a:endParaRPr lang="en-IN" sz="2400" b="0" kern="1200" dirty="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2626</a:t>
                      </a:r>
                      <a:endParaRPr lang="en-IN" sz="2400" b="0" dirty="0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55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785938-A0A1-B61A-409A-A2DE1CD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CDB87E3B-776D-A815-9B23-558914C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650140C-E4F3-9CAF-E63C-EA1F45614DF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110D020-56E7-5CD3-9DAE-82408B51C0A8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7E2D5AE-9C5F-5ED0-94A8-8C293BCF740B}"/>
              </a:ext>
            </a:extLst>
          </p:cNvPr>
          <p:cNvSpPr/>
          <p:nvPr/>
        </p:nvSpPr>
        <p:spPr>
          <a:xfrm>
            <a:off x="282696" y="65326"/>
            <a:ext cx="8156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buNone/>
            </a:pPr>
            <a:r>
              <a:rPr lang="en-US" sz="3600" b="1" u="sng" dirty="0" err="1">
                <a:latin typeface="DevLys 010" pitchFamily="2" charset="0"/>
              </a:rPr>
              <a:t>isVªksfy;e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foHkkx</a:t>
            </a:r>
            <a:r>
              <a:rPr lang="en-US" sz="3600" b="1" u="sng" dirty="0">
                <a:latin typeface="DevLys 010" pitchFamily="2" charset="0"/>
              </a:rPr>
              <a:t> % </a:t>
            </a:r>
            <a:r>
              <a:rPr lang="en-US" sz="3600" b="1" u="sng" dirty="0" err="1">
                <a:latin typeface="DevLys 010" pitchFamily="2" charset="0"/>
              </a:rPr>
              <a:t>jktLo</a:t>
            </a:r>
            <a:r>
              <a:rPr lang="en-US" sz="3600" b="1" u="sng" dirty="0">
                <a:latin typeface="DevLys 010" pitchFamily="2" charset="0"/>
              </a:rPr>
              <a:t> y{; ,</a:t>
            </a:r>
            <a:r>
              <a:rPr lang="en-US" sz="3600" b="1" u="sng" dirty="0" err="1">
                <a:latin typeface="DevLys 010" pitchFamily="2" charset="0"/>
              </a:rPr>
              <a:t>oa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izkfIr;ka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xmlns="" id="{9809FC90-1722-FAE7-25D1-3DB67FB3A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260333"/>
              </p:ext>
            </p:extLst>
          </p:nvPr>
        </p:nvGraphicFramePr>
        <p:xfrm>
          <a:off x="282696" y="1071410"/>
          <a:ext cx="11629555" cy="5574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EA9D597-69D4-3F4E-7508-34525502F221}"/>
              </a:ext>
            </a:extLst>
          </p:cNvPr>
          <p:cNvSpPr txBox="1"/>
          <p:nvPr/>
        </p:nvSpPr>
        <p:spPr>
          <a:xfrm>
            <a:off x="11118052" y="388492"/>
            <a:ext cx="158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in Cr.)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054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CACF9B-C661-98C6-64AC-5450462F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E0D6FE3D-5597-75D6-FD4E-558602CB752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B881BA8-42C4-8EDF-1AD1-9C80CAF1FCFF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E44AD77-6B64-FD39-7E82-A0E96403C75E}"/>
              </a:ext>
            </a:extLst>
          </p:cNvPr>
          <p:cNvSpPr/>
          <p:nvPr/>
        </p:nvSpPr>
        <p:spPr>
          <a:xfrm>
            <a:off x="213925" y="111493"/>
            <a:ext cx="9086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err="1">
                <a:latin typeface="DevLys 010" pitchFamily="2" charset="0"/>
              </a:rPr>
              <a:t>foxr</a:t>
            </a:r>
            <a:r>
              <a:rPr lang="en-US" sz="3600" b="1" u="sng" dirty="0">
                <a:latin typeface="DevLys 010" pitchFamily="2" charset="0"/>
              </a:rPr>
              <a:t> 05 </a:t>
            </a:r>
            <a:r>
              <a:rPr lang="en-US" sz="3600" b="1" u="sng" dirty="0" err="1">
                <a:latin typeface="DevLys 010" pitchFamily="2" charset="0"/>
              </a:rPr>
              <a:t>o"kksZa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esa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ØwM</a:t>
            </a:r>
            <a:r>
              <a:rPr lang="en-US" sz="3600" b="1" u="sng" dirty="0">
                <a:latin typeface="DevLys 010" pitchFamily="2" charset="0"/>
              </a:rPr>
              <a:t>+ </a:t>
            </a:r>
            <a:r>
              <a:rPr lang="en-US" sz="3600" b="1" u="sng" dirty="0" err="1">
                <a:latin typeface="DevLys 010" pitchFamily="2" charset="0"/>
              </a:rPr>
              <a:t>vkW;y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rFkk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izkd`frd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xSl</a:t>
            </a:r>
            <a:r>
              <a:rPr lang="en-US" sz="3600" b="1" u="sng" dirty="0">
                <a:latin typeface="DevLys 010" pitchFamily="2" charset="0"/>
              </a:rPr>
              <a:t> dk </a:t>
            </a:r>
            <a:r>
              <a:rPr lang="en-US" sz="3600" b="1" u="sng" dirty="0" err="1">
                <a:latin typeface="DevLys 010" pitchFamily="2" charset="0"/>
              </a:rPr>
              <a:t>mRiknu</a:t>
            </a:r>
            <a:endParaRPr lang="en-US" sz="3600" b="1" u="sng" dirty="0">
              <a:latin typeface="DevLys 01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A621F053-84F5-506C-D01A-A3BE913D6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14371"/>
              </p:ext>
            </p:extLst>
          </p:nvPr>
        </p:nvGraphicFramePr>
        <p:xfrm>
          <a:off x="474024" y="934652"/>
          <a:ext cx="11354722" cy="544022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2579271">
                  <a:extLst>
                    <a:ext uri="{9D8B030D-6E8A-4147-A177-3AD203B41FA5}">
                      <a16:colId xmlns:a16="http://schemas.microsoft.com/office/drawing/2014/main" xmlns="" val="3756833940"/>
                    </a:ext>
                  </a:extLst>
                </a:gridCol>
                <a:gridCol w="3883730">
                  <a:extLst>
                    <a:ext uri="{9D8B030D-6E8A-4147-A177-3AD203B41FA5}">
                      <a16:colId xmlns:a16="http://schemas.microsoft.com/office/drawing/2014/main" xmlns="" val="1396292829"/>
                    </a:ext>
                  </a:extLst>
                </a:gridCol>
                <a:gridCol w="4891721">
                  <a:extLst>
                    <a:ext uri="{9D8B030D-6E8A-4147-A177-3AD203B41FA5}">
                      <a16:colId xmlns:a16="http://schemas.microsoft.com/office/drawing/2014/main" xmlns="" val="3876790140"/>
                    </a:ext>
                  </a:extLst>
                </a:gridCol>
              </a:tblGrid>
              <a:tr h="662717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foRrh</a:t>
                      </a:r>
                      <a:r>
                        <a:rPr lang="en-US" sz="2800" b="1" kern="100" dirty="0">
                          <a:effectLst/>
                          <a:latin typeface="DevLys 010" pitchFamily="2" charset="0"/>
                        </a:rPr>
                        <a:t>; </a:t>
                      </a: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kern="100" dirty="0" err="1">
                          <a:effectLst/>
                          <a:latin typeface="DevLys 010" pitchFamily="2" charset="0"/>
                        </a:rPr>
                        <a:t>mRiknu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2112754815"/>
                  </a:ext>
                </a:extLst>
              </a:tr>
              <a:tr h="115975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ØwM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+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vkW;y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fefy;u cSjYl</a:t>
                      </a:r>
                      <a:r>
                        <a:rPr lang="en-US" sz="2400" b="1" u="none" kern="100" dirty="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4000" b="1" u="none" kern="100" dirty="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izkd`frd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xSl</a:t>
                      </a:r>
                      <a:endParaRPr lang="en-US" sz="2800" b="1" u="none" dirty="0">
                        <a:latin typeface="DevLys 010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  <a:latin typeface="DevLys 010" pitchFamily="2" charset="0"/>
                        </a:rPr>
                        <a:t>¼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fefy;u ?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ku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ehVj</a:t>
                      </a:r>
                      <a:r>
                        <a:rPr lang="en-US" sz="2400" b="1" u="none" kern="100" dirty="0">
                          <a:effectLst/>
                          <a:latin typeface="DevLys 010" pitchFamily="2" charset="0"/>
                        </a:rPr>
                        <a:t>½</a:t>
                      </a:r>
                      <a:endParaRPr lang="en-IN" sz="4000" b="1" u="none" kern="100" dirty="0">
                        <a:effectLst/>
                        <a:latin typeface="DevLys 010" pitchFamily="2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1518591383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2021-22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42.46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1684.51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3932823382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2022-23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36.55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1648.78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1825528558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2023-24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32.00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1522.41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36324732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2024-25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24.88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1250.82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3270275558"/>
                  </a:ext>
                </a:extLst>
              </a:tr>
              <a:tr h="497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2025-26</a:t>
                      </a:r>
                      <a:endParaRPr lang="en-IN" sz="2400" kern="100" dirty="0">
                        <a:effectLst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21.44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1082.84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366799272"/>
                  </a:ext>
                </a:extLst>
              </a:tr>
              <a:tr h="11325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2026-27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ekg</a:t>
                      </a:r>
                      <a:r>
                        <a:rPr lang="en-US" sz="2400" b="1" u="none" dirty="0">
                          <a:latin typeface="DevLys 010" pitchFamily="2" charset="0"/>
                        </a:rPr>
                        <a:t> vizSy&amp;26 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rd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1.62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57.76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xmlns="" val="184753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384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F22B30-C025-65AB-8EA8-9C3D0033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177160D-B872-5A9B-7F9C-E8BE612A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3EE7C-B25F-4ED8-A138-14202E8BABA0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33A4275-F5EE-36AD-44A3-F6FB72E81A43}"/>
              </a:ext>
            </a:extLst>
          </p:cNvPr>
          <p:cNvSpPr txBox="1"/>
          <p:nvPr/>
        </p:nvSpPr>
        <p:spPr>
          <a:xfrm>
            <a:off x="133350" y="217287"/>
            <a:ext cx="119253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_tradnl" sz="3200" b="1" dirty="0" err="1">
                <a:latin typeface="DevLys 010" pitchFamily="2" charset="0"/>
                <a:ea typeface="+mj-ea"/>
                <a:cs typeface="+mj-cs"/>
              </a:rPr>
              <a:t>isVªksfy;e</a:t>
            </a:r>
            <a:r>
              <a:rPr lang="es-ES_tradnl" sz="3200" b="1" dirty="0">
                <a:latin typeface="DevLys 010" pitchFamily="2" charset="0"/>
                <a:ea typeface="+mj-ea"/>
                <a:cs typeface="+mj-cs"/>
              </a:rPr>
              <a:t> </a:t>
            </a:r>
            <a:r>
              <a:rPr lang="es-ES_tradnl" sz="3200" b="1" dirty="0" err="1" smtClean="0">
                <a:latin typeface="DevLys 010" pitchFamily="2" charset="0"/>
                <a:ea typeface="+mj-ea"/>
                <a:cs typeface="+mj-cs"/>
              </a:rPr>
              <a:t>jktLo</a:t>
            </a:r>
            <a:r>
              <a:rPr lang="es-ES_tradnl" sz="3200" b="1" dirty="0" smtClean="0">
                <a:latin typeface="DevLys 010" pitchFamily="2" charset="0"/>
                <a:ea typeface="+mj-ea"/>
                <a:cs typeface="+mj-cs"/>
              </a:rPr>
              <a:t> esa </a:t>
            </a:r>
            <a:r>
              <a:rPr lang="es-ES_tradnl" sz="3200" b="1" dirty="0" err="1" smtClean="0">
                <a:latin typeface="DevLys 010" pitchFamily="2" charset="0"/>
                <a:ea typeface="+mj-ea"/>
                <a:cs typeface="+mj-cs"/>
              </a:rPr>
              <a:t>deh</a:t>
            </a:r>
            <a:r>
              <a:rPr lang="es-ES_tradnl" sz="3200" b="1" dirty="0" smtClean="0">
                <a:latin typeface="DevLys 010" pitchFamily="2" charset="0"/>
                <a:ea typeface="+mj-ea"/>
                <a:cs typeface="+mj-cs"/>
              </a:rPr>
              <a:t> </a:t>
            </a:r>
            <a:r>
              <a:rPr lang="es-ES_tradnl" sz="3200" b="1" dirty="0" err="1" smtClean="0">
                <a:latin typeface="DevLys 010" pitchFamily="2" charset="0"/>
                <a:ea typeface="+mj-ea"/>
                <a:cs typeface="+mj-cs"/>
              </a:rPr>
              <a:t>ds</a:t>
            </a:r>
            <a:r>
              <a:rPr lang="es-ES_tradnl" sz="3200" b="1" dirty="0" smtClean="0">
                <a:latin typeface="DevLys 010" pitchFamily="2" charset="0"/>
                <a:ea typeface="+mj-ea"/>
                <a:cs typeface="+mj-cs"/>
              </a:rPr>
              <a:t> </a:t>
            </a:r>
            <a:r>
              <a:rPr lang="es-ES_tradnl" sz="3200" b="1" dirty="0" err="1" smtClean="0">
                <a:latin typeface="DevLys 010" pitchFamily="2" charset="0"/>
                <a:ea typeface="+mj-ea"/>
                <a:cs typeface="+mj-cs"/>
              </a:rPr>
              <a:t>dkj.k</a:t>
            </a:r>
            <a:r>
              <a:rPr lang="es-ES_tradnl" sz="3200" b="1" dirty="0" smtClean="0">
                <a:latin typeface="DevLys 010" pitchFamily="2" charset="0"/>
                <a:ea typeface="+mj-ea"/>
                <a:cs typeface="+mj-cs"/>
              </a:rPr>
              <a:t> %</a:t>
            </a:r>
          </a:p>
          <a:p>
            <a:pPr marL="723900" lvl="0" indent="-723900">
              <a:buFont typeface="Wingdings" pitchFamily="2" charset="2"/>
              <a:buChar char="v"/>
            </a:pPr>
            <a:r>
              <a:rPr lang="en-US" sz="2800" b="1" dirty="0" err="1" smtClean="0">
                <a:latin typeface="DevLys 010" pitchFamily="2" charset="0"/>
              </a:rPr>
              <a:t>ØwM</a:t>
            </a:r>
            <a:r>
              <a:rPr lang="en-US" sz="2800" b="1" dirty="0">
                <a:latin typeface="DevLys 010" pitchFamily="2" charset="0"/>
              </a:rPr>
              <a:t>+ </a:t>
            </a:r>
            <a:r>
              <a:rPr lang="en-US" sz="2800" b="1" dirty="0" err="1">
                <a:latin typeface="DevLys 010" pitchFamily="2" charset="0"/>
              </a:rPr>
              <a:t>vkW;y</a:t>
            </a:r>
            <a:r>
              <a:rPr lang="en-US" sz="2800" b="1" dirty="0">
                <a:latin typeface="DevLys 010" pitchFamily="2" charset="0"/>
              </a:rPr>
              <a:t> </a:t>
            </a:r>
            <a:r>
              <a:rPr lang="en-US" sz="2800" b="1" dirty="0" smtClean="0">
                <a:latin typeface="DevLys 010" pitchFamily="2" charset="0"/>
              </a:rPr>
              <a:t>ds </a:t>
            </a:r>
            <a:r>
              <a:rPr lang="en-US" sz="2800" b="1" dirty="0" err="1">
                <a:latin typeface="DevLys 010" pitchFamily="2" charset="0"/>
              </a:rPr>
              <a:t>mRiknu</a:t>
            </a:r>
            <a:r>
              <a:rPr lang="en-US" sz="2800" b="1" dirty="0">
                <a:latin typeface="DevLys 010" pitchFamily="2" charset="0"/>
              </a:rPr>
              <a:t> </a:t>
            </a:r>
            <a:r>
              <a:rPr lang="en-US" sz="2800" b="1" dirty="0" err="1" smtClean="0">
                <a:latin typeface="DevLys 010" pitchFamily="2" charset="0"/>
              </a:rPr>
              <a:t>esa</a:t>
            </a:r>
            <a:r>
              <a:rPr lang="en-US" sz="2800" b="1" dirty="0" smtClean="0">
                <a:latin typeface="DevLys 010" pitchFamily="2" charset="0"/>
              </a:rPr>
              <a:t> </a:t>
            </a:r>
            <a:r>
              <a:rPr lang="en-US" sz="2800" b="1" dirty="0" err="1" smtClean="0">
                <a:latin typeface="DevLys 010" pitchFamily="2" charset="0"/>
              </a:rPr>
              <a:t>deh</a:t>
            </a:r>
            <a:r>
              <a:rPr lang="en-US" sz="2800" b="1" dirty="0" smtClean="0">
                <a:latin typeface="DevLys 010" pitchFamily="2" charset="0"/>
              </a:rPr>
              <a:t> % </a:t>
            </a:r>
            <a:r>
              <a:rPr lang="es-ES_tradnl" sz="2800" dirty="0" err="1">
                <a:latin typeface="DevLys 010" pitchFamily="2" charset="0"/>
              </a:rPr>
              <a:t>ØwM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vkW;y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smtClean="0">
                <a:latin typeface="DevLys 010" pitchFamily="2" charset="0"/>
              </a:rPr>
              <a:t>&amp; </a:t>
            </a:r>
            <a:r>
              <a:rPr lang="es-ES_tradnl" sz="2800" dirty="0" err="1" smtClean="0">
                <a:latin typeface="DevLys 010" pitchFamily="2" charset="0"/>
              </a:rPr>
              <a:t>izfro"kZ</a:t>
            </a:r>
            <a:r>
              <a:rPr lang="es-ES_tradnl" sz="2800" dirty="0" smtClean="0">
                <a:latin typeface="DevLys 010" pitchFamily="2" charset="0"/>
              </a:rPr>
              <a:t> </a:t>
            </a:r>
            <a:r>
              <a:rPr lang="es-ES_tradnl" sz="2800" dirty="0">
                <a:latin typeface="DevLys 010" pitchFamily="2" charset="0"/>
              </a:rPr>
              <a:t>15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20 </a:t>
            </a:r>
            <a:r>
              <a:rPr lang="es-ES_tradnl" sz="2800" dirty="0" err="1">
                <a:latin typeface="DevLys 010" pitchFamily="2" charset="0"/>
              </a:rPr>
              <a:t>izfr’kr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deh</a:t>
            </a:r>
            <a:r>
              <a:rPr lang="es-ES_tradnl" sz="2800" dirty="0" smtClean="0">
                <a:latin typeface="DevLys 010" pitchFamily="2" charset="0"/>
              </a:rPr>
              <a:t> </a:t>
            </a:r>
          </a:p>
          <a:p>
            <a:pPr marL="723900" lvl="0" indent="-723900">
              <a:buFont typeface="Wingdings" pitchFamily="2" charset="2"/>
              <a:buChar char="v"/>
            </a:pPr>
            <a:r>
              <a:rPr lang="es-ES_tradnl" sz="2800" b="1" dirty="0" err="1" smtClean="0">
                <a:latin typeface="DevLys 010" pitchFamily="2" charset="0"/>
              </a:rPr>
              <a:t>ØwM</a:t>
            </a:r>
            <a:r>
              <a:rPr lang="es-ES_tradnl" sz="2800" b="1" dirty="0" smtClean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vkW;y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dh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varjkZ"Vªh</a:t>
            </a:r>
            <a:r>
              <a:rPr lang="es-ES_tradnl" sz="2800" b="1" dirty="0">
                <a:latin typeface="DevLys 010" pitchFamily="2" charset="0"/>
              </a:rPr>
              <a:t>; </a:t>
            </a:r>
            <a:r>
              <a:rPr lang="es-ES_tradnl" sz="2800" b="1" dirty="0" err="1">
                <a:latin typeface="DevLys 010" pitchFamily="2" charset="0"/>
              </a:rPr>
              <a:t>dher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smtClean="0">
                <a:latin typeface="DevLys 010" pitchFamily="2" charset="0"/>
              </a:rPr>
              <a:t>esa </a:t>
            </a:r>
            <a:r>
              <a:rPr lang="es-ES_tradnl" sz="2800" b="1" dirty="0" err="1" smtClean="0">
                <a:latin typeface="DevLys 010" pitchFamily="2" charset="0"/>
              </a:rPr>
              <a:t>mrkj&amp;p</a:t>
            </a:r>
            <a:r>
              <a:rPr lang="es-ES_tradnl" sz="2800" b="1" dirty="0" smtClean="0">
                <a:latin typeface="DevLys 010" pitchFamily="2" charset="0"/>
              </a:rPr>
              <a:t>&lt;</a:t>
            </a:r>
            <a:r>
              <a:rPr lang="es-ES_tradnl" sz="2800" b="1" dirty="0" err="1" smtClean="0">
                <a:latin typeface="DevLys 010" pitchFamily="2" charset="0"/>
              </a:rPr>
              <a:t>ko</a:t>
            </a:r>
            <a:r>
              <a:rPr lang="es-ES_tradnl" sz="2800" b="1" dirty="0" smtClean="0">
                <a:latin typeface="DevLys 010" pitchFamily="2" charset="0"/>
              </a:rPr>
              <a:t> </a:t>
            </a:r>
            <a:r>
              <a:rPr lang="en-US" sz="2800" b="1" dirty="0" smtClean="0">
                <a:latin typeface="DevLys 010" pitchFamily="2" charset="0"/>
              </a:rPr>
              <a:t>% </a:t>
            </a:r>
            <a:r>
              <a:rPr lang="en-US" sz="2800" dirty="0" err="1" smtClean="0">
                <a:latin typeface="DevLys 010" pitchFamily="2" charset="0"/>
              </a:rPr>
              <a:t>iwoZ</a:t>
            </a:r>
            <a:r>
              <a:rPr lang="en-US" sz="2800" dirty="0" smtClean="0">
                <a:latin typeface="DevLys 010" pitchFamily="2" charset="0"/>
              </a:rPr>
              <a:t> ds </a:t>
            </a:r>
            <a:r>
              <a:rPr lang="en-US" sz="2800" dirty="0" err="1" smtClean="0">
                <a:latin typeface="DevLys 010" pitchFamily="2" charset="0"/>
              </a:rPr>
              <a:t>o"kksZa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esa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ØwM</a:t>
            </a:r>
            <a:r>
              <a:rPr lang="es-ES_tradnl" sz="2800" dirty="0" smtClean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vkW;y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dherksa</a:t>
            </a:r>
            <a:r>
              <a:rPr lang="es-ES_tradnl" sz="2800" dirty="0" smtClean="0">
                <a:latin typeface="DevLys 010" pitchFamily="2" charset="0"/>
              </a:rPr>
              <a:t> esa </a:t>
            </a:r>
            <a:r>
              <a:rPr lang="en-US" sz="2800" dirty="0" err="1" smtClean="0">
                <a:latin typeface="DevLys 010" pitchFamily="2" charset="0"/>
              </a:rPr>
              <a:t>yxkrkj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deh</a:t>
            </a:r>
            <a:r>
              <a:rPr lang="en-US" sz="2800" dirty="0" smtClean="0">
                <a:latin typeface="DevLys 010" pitchFamily="2" charset="0"/>
              </a:rPr>
              <a:t>] </a:t>
            </a:r>
            <a:r>
              <a:rPr lang="en-US" sz="2800" dirty="0" err="1" smtClean="0">
                <a:latin typeface="DevLys 010" pitchFamily="2" charset="0"/>
              </a:rPr>
              <a:t>orZeku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oSf’od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fLFkfr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esa</a:t>
            </a:r>
            <a:r>
              <a:rPr lang="en-US" sz="2800" dirty="0" smtClean="0">
                <a:latin typeface="DevLys 010" pitchFamily="2" charset="0"/>
              </a:rPr>
              <a:t> </a:t>
            </a:r>
            <a:r>
              <a:rPr lang="en-US" sz="2800" dirty="0" err="1" smtClean="0">
                <a:latin typeface="DevLys 010" pitchFamily="2" charset="0"/>
              </a:rPr>
              <a:t>iqu</a:t>
            </a:r>
            <a:r>
              <a:rPr lang="en-US" sz="2800" dirty="0" smtClean="0">
                <a:latin typeface="DevLys 010" pitchFamily="2" charset="0"/>
              </a:rPr>
              <a:t>% </a:t>
            </a:r>
            <a:r>
              <a:rPr lang="en-US" sz="2800" dirty="0" err="1" smtClean="0">
                <a:latin typeface="DevLys 010" pitchFamily="2" charset="0"/>
              </a:rPr>
              <a:t>o`f</a:t>
            </a:r>
            <a:r>
              <a:rPr lang="en-US" sz="2800" dirty="0" smtClean="0">
                <a:latin typeface="DevLys 010" pitchFamily="2" charset="0"/>
              </a:rPr>
              <a:t>) ¼</a:t>
            </a: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105&amp;110 </a:t>
            </a:r>
            <a:r>
              <a:rPr kumimoji="0" lang="es-ES_tradnl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MkWyj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 </a:t>
            </a:r>
            <a:r>
              <a:rPr kumimoji="0" lang="es-ES_tradnl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izfr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 </a:t>
            </a: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rPr>
              <a:t>cSjy½ </a:t>
            </a:r>
          </a:p>
        </p:txBody>
      </p:sp>
    </p:spTree>
    <p:extLst>
      <p:ext uri="{BB962C8B-B14F-4D97-AF65-F5344CB8AC3E}">
        <p14:creationId xmlns:p14="http://schemas.microsoft.com/office/powerpoint/2010/main" val="269572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EFA6CE-922B-D01C-5E85-89ABBBEB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Oil Well Drilling Process Stock Illustrations – 239 Oil Well Drilling  Process Stock Illustrations, Vectors &amp; Clipart - Dreamstime">
            <a:extLst>
              <a:ext uri="{FF2B5EF4-FFF2-40B4-BE49-F238E27FC236}">
                <a16:creationId xmlns:a16="http://schemas.microsoft.com/office/drawing/2014/main" xmlns="" id="{B0F61A50-C752-6978-DDDE-6739D04EC8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12415A0-FD16-69BF-CC35-EC34C044E60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7C006C8-810C-76CD-7FE5-23944761AE81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4494B36-9618-46DA-A8F5-99D6DFCBF0EA}"/>
              </a:ext>
            </a:extLst>
          </p:cNvPr>
          <p:cNvSpPr/>
          <p:nvPr/>
        </p:nvSpPr>
        <p:spPr>
          <a:xfrm>
            <a:off x="250131" y="0"/>
            <a:ext cx="5110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u="sng" dirty="0" err="1">
                <a:latin typeface="DevLys 010" pitchFamily="2" charset="0"/>
              </a:rPr>
              <a:t>foRrh</a:t>
            </a:r>
            <a:r>
              <a:rPr lang="en-US" sz="3600" b="1" u="sng" dirty="0">
                <a:latin typeface="DevLys 010" pitchFamily="2" charset="0"/>
              </a:rPr>
              <a:t>; </a:t>
            </a:r>
            <a:r>
              <a:rPr lang="en-US" sz="3600" b="1" u="sng" dirty="0" err="1">
                <a:latin typeface="DevLys 010" pitchFamily="2" charset="0"/>
              </a:rPr>
              <a:t>o"kZ</a:t>
            </a:r>
            <a:r>
              <a:rPr lang="en-US" sz="3600" b="1" u="sng" dirty="0">
                <a:latin typeface="DevLys 010" pitchFamily="2" charset="0"/>
              </a:rPr>
              <a:t> 2026&amp;27% </a:t>
            </a:r>
            <a:r>
              <a:rPr lang="en-US" sz="3600" b="1" u="sng" dirty="0" err="1">
                <a:latin typeface="DevLys 010" pitchFamily="2" charset="0"/>
              </a:rPr>
              <a:t>dk;Z;kstuk</a:t>
            </a:r>
            <a:endParaRPr lang="en-IN" sz="3600" b="1" dirty="0">
              <a:latin typeface="DevLys 01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F7F695E-EA7B-F92D-5522-CEF84151EBEE}"/>
              </a:ext>
            </a:extLst>
          </p:cNvPr>
          <p:cNvSpPr txBox="1"/>
          <p:nvPr/>
        </p:nvSpPr>
        <p:spPr>
          <a:xfrm>
            <a:off x="250131" y="869318"/>
            <a:ext cx="11133832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lvl="0" indent="-8032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/>
              <a:t>Alkaline</a:t>
            </a:r>
            <a:r>
              <a:rPr lang="es-ES_tradnl" sz="2800" dirty="0"/>
              <a:t> </a:t>
            </a:r>
            <a:r>
              <a:rPr lang="es-ES_tradnl" sz="2800" dirty="0" err="1"/>
              <a:t>Surfactant</a:t>
            </a:r>
            <a:r>
              <a:rPr lang="es-ES_tradnl" sz="2800" dirty="0"/>
              <a:t> </a:t>
            </a:r>
            <a:r>
              <a:rPr lang="es-ES_tradnl" sz="2800" dirty="0" err="1"/>
              <a:t>Polymer</a:t>
            </a:r>
            <a:r>
              <a:rPr lang="es-ES_tradnl" sz="2800" dirty="0"/>
              <a:t> (ASP) </a:t>
            </a:r>
            <a:r>
              <a:rPr lang="es-ES_tradnl" sz="2800" dirty="0" err="1"/>
              <a:t>Enhanced</a:t>
            </a:r>
            <a:r>
              <a:rPr lang="es-ES_tradnl" sz="2800" dirty="0"/>
              <a:t> </a:t>
            </a:r>
            <a:r>
              <a:rPr lang="es-ES_tradnl" sz="2800" dirty="0" err="1"/>
              <a:t>Oil</a:t>
            </a:r>
            <a:r>
              <a:rPr lang="es-ES_tradnl" sz="2800" dirty="0"/>
              <a:t> </a:t>
            </a:r>
            <a:r>
              <a:rPr lang="es-ES_tradnl" sz="2800" dirty="0" err="1"/>
              <a:t>Recovery</a:t>
            </a:r>
            <a:r>
              <a:rPr lang="es-ES_tradnl" sz="2800" dirty="0"/>
              <a:t> (EOR) </a:t>
            </a:r>
            <a:r>
              <a:rPr lang="es-ES_tradnl" sz="2800" dirty="0" err="1">
                <a:latin typeface="DevLys 010" pitchFamily="2" charset="0"/>
              </a:rPr>
              <a:t>rduhd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mi;ksx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ØwM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vkW;y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esas </a:t>
            </a:r>
            <a:r>
              <a:rPr lang="es-ES_tradnl" sz="2800" b="1" dirty="0">
                <a:latin typeface="DevLys 010" pitchFamily="2" charset="0"/>
              </a:rPr>
              <a:t>15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b="1" dirty="0">
                <a:latin typeface="DevLys 010" pitchFamily="2" charset="0"/>
              </a:rPr>
              <a:t>20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izfr’kr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yht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12</a:t>
            </a:r>
            <a:r>
              <a:rPr lang="es-ES_tradnl" sz="2800" dirty="0">
                <a:latin typeface="DevLys 010" pitchFamily="2" charset="0"/>
              </a:rPr>
              <a:t>½ ,</a:t>
            </a:r>
            <a:r>
              <a:rPr lang="es-ES_tradnl" sz="2800" dirty="0" err="1">
                <a:latin typeface="DevLys 010" pitchFamily="2" charset="0"/>
              </a:rPr>
              <a:t>oa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isVªksfy;e</a:t>
            </a:r>
            <a:r>
              <a:rPr lang="es-ES_tradnl" sz="2800" dirty="0">
                <a:latin typeface="DevLys 010" pitchFamily="2" charset="0"/>
              </a:rPr>
              <a:t> ,</a:t>
            </a:r>
            <a:r>
              <a:rPr lang="es-ES_tradnl" sz="2800" dirty="0" err="1">
                <a:latin typeface="DevLys 010" pitchFamily="2" charset="0"/>
              </a:rPr>
              <a:t>Dliyksjs’ku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ykblsal</a:t>
            </a:r>
            <a:r>
              <a:rPr lang="es-ES_tradnl" sz="2800" dirty="0">
                <a:latin typeface="DevLys 010" pitchFamily="2" charset="0"/>
              </a:rPr>
              <a:t> ¼</a:t>
            </a:r>
            <a:r>
              <a:rPr lang="es-ES_tradnl" sz="2800" b="1" dirty="0">
                <a:latin typeface="DevLys 010" pitchFamily="2" charset="0"/>
              </a:rPr>
              <a:t>13</a:t>
            </a:r>
            <a:r>
              <a:rPr lang="es-ES_tradnl" sz="2800" dirty="0">
                <a:latin typeface="DevLys 010" pitchFamily="2" charset="0"/>
              </a:rPr>
              <a:t>½ esa </a:t>
            </a:r>
            <a:r>
              <a:rPr lang="es-ES_tradnl" sz="2800" dirty="0" err="1">
                <a:latin typeface="DevLys 010" pitchFamily="2" charset="0"/>
              </a:rPr>
              <a:t>vUos"k.k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dk;Z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tkjh</a:t>
            </a:r>
            <a:r>
              <a:rPr lang="es-ES_tradnl" sz="2800" dirty="0" smtClean="0">
                <a:latin typeface="DevLys 010" pitchFamily="2" charset="0"/>
              </a:rPr>
              <a:t> ¼o"kZ 2028 </a:t>
            </a:r>
            <a:r>
              <a:rPr lang="es-ES_tradnl" sz="2800" dirty="0" err="1" smtClean="0">
                <a:latin typeface="DevLys 010" pitchFamily="2" charset="0"/>
              </a:rPr>
              <a:t>rd</a:t>
            </a:r>
            <a:r>
              <a:rPr lang="es-ES_tradnl" sz="2800" dirty="0" smtClean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iwjk</a:t>
            </a:r>
            <a:r>
              <a:rPr lang="es-ES_tradnl" sz="2800" dirty="0" smtClean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gksus</a:t>
            </a:r>
            <a:r>
              <a:rPr lang="es-ES_tradnl" sz="2800" dirty="0" smtClean="0">
                <a:latin typeface="DevLys 010" pitchFamily="2" charset="0"/>
              </a:rPr>
              <a:t> </a:t>
            </a:r>
            <a:r>
              <a:rPr lang="es-ES_tradnl" sz="2800" dirty="0" err="1" smtClean="0">
                <a:latin typeface="DevLys 010" pitchFamily="2" charset="0"/>
              </a:rPr>
              <a:t>dh</a:t>
            </a:r>
            <a:r>
              <a:rPr lang="es-ES_tradnl" sz="2800" dirty="0" smtClean="0">
                <a:latin typeface="DevLys 010" pitchFamily="2" charset="0"/>
              </a:rPr>
              <a:t> lEHkkouk½A </a:t>
            </a:r>
          </a:p>
          <a:p>
            <a:pPr marL="803275" lvl="0" indent="-8032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 smtClean="0">
                <a:latin typeface="DevLys 010" pitchFamily="2" charset="0"/>
              </a:rPr>
              <a:t>u;s</a:t>
            </a:r>
            <a:r>
              <a:rPr lang="es-ES_tradnl" sz="2800" dirty="0" smtClean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Hk.Mkj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mijkar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dPps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eas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o`f</a:t>
            </a:r>
            <a:r>
              <a:rPr lang="es-ES_tradnl" sz="2800" dirty="0">
                <a:latin typeface="DevLys 010" pitchFamily="2" charset="0"/>
              </a:rPr>
              <a:t>)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laHkkoukA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>
                <a:latin typeface="DevLys 010" pitchFamily="2" charset="0"/>
              </a:rPr>
              <a:t>u, </a:t>
            </a:r>
            <a:r>
              <a:rPr lang="es-ES_tradnl" sz="2800" dirty="0" err="1">
                <a:latin typeface="DevLys 010" pitchFamily="2" charset="0"/>
              </a:rPr>
              <a:t>rsy</a:t>
            </a:r>
            <a:r>
              <a:rPr lang="es-ES_tradnl" sz="2800" dirty="0">
                <a:latin typeface="DevLys 010" pitchFamily="2" charset="0"/>
              </a:rPr>
              <a:t> o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dh</a:t>
            </a:r>
            <a:r>
              <a:rPr lang="es-ES_tradnl" sz="2800" dirty="0">
                <a:latin typeface="DevLys 010" pitchFamily="2" charset="0"/>
              </a:rPr>
              <a:t> [</a:t>
            </a:r>
            <a:r>
              <a:rPr lang="es-ES_tradnl" sz="2800" dirty="0" err="1">
                <a:latin typeface="DevLys 010" pitchFamily="2" charset="0"/>
              </a:rPr>
              <a:t>kkst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fodkl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xfrfof</a:t>
            </a:r>
            <a:r>
              <a:rPr lang="es-ES_tradnl" sz="2800" dirty="0">
                <a:latin typeface="DevLys 010" pitchFamily="2" charset="0"/>
              </a:rPr>
              <a:t>/</a:t>
            </a:r>
            <a:r>
              <a:rPr lang="es-ES_tradnl" sz="2800" dirty="0" err="1">
                <a:latin typeface="DevLys 010" pitchFamily="2" charset="0"/>
              </a:rPr>
              <a:t>k;ksa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rsth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vkxs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 dirty="0">
              <a:latin typeface="DevLys 010" pitchFamily="2" charset="0"/>
            </a:endParaRPr>
          </a:p>
          <a:p>
            <a:pPr marL="803275" lvl="0" indent="-8032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_tradnl" sz="2800" dirty="0" err="1">
                <a:latin typeface="DevLys 010" pitchFamily="2" charset="0"/>
              </a:rPr>
              <a:t>ckM+esj&amp;lkapksj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rFkk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tSlyesj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csflu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ls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çk</a:t>
            </a:r>
            <a:r>
              <a:rPr lang="es-ES_tradnl" sz="2800" dirty="0">
                <a:latin typeface="DevLys 010" pitchFamily="2" charset="0"/>
              </a:rPr>
              <a:t>—</a:t>
            </a:r>
            <a:r>
              <a:rPr lang="es-ES_tradnl" sz="2800" dirty="0" err="1">
                <a:latin typeface="DevLys 010" pitchFamily="2" charset="0"/>
              </a:rPr>
              <a:t>frd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xSl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ds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mRiknu</a:t>
            </a:r>
            <a:r>
              <a:rPr lang="es-ES_tradnl" sz="2800" dirty="0">
                <a:latin typeface="DevLys 010" pitchFamily="2" charset="0"/>
              </a:rPr>
              <a:t> </a:t>
            </a:r>
            <a:r>
              <a:rPr lang="es-ES_tradnl" sz="2800" dirty="0" err="1">
                <a:latin typeface="DevLys 010" pitchFamily="2" charset="0"/>
              </a:rPr>
              <a:t>dks</a:t>
            </a:r>
            <a:r>
              <a:rPr lang="es-ES_tradnl" sz="2800" dirty="0">
                <a:latin typeface="DevLys 010" pitchFamily="2" charset="0"/>
              </a:rPr>
              <a:t> c&lt;+</a:t>
            </a:r>
            <a:r>
              <a:rPr lang="es-ES_tradnl" sz="2800" dirty="0" err="1">
                <a:latin typeface="DevLys 010" pitchFamily="2" charset="0"/>
              </a:rPr>
              <a:t>kukA</a:t>
            </a:r>
            <a:endParaRPr lang="en-US" sz="28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31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BA5034-280A-D15A-C7C1-18F7A877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xmlns="" id="{84BC45E5-2F17-F934-C112-FE94C25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F0060F6-8711-644E-1DF9-1A56A9C5D2A2}"/>
              </a:ext>
            </a:extLst>
          </p:cNvPr>
          <p:cNvSpPr/>
          <p:nvPr/>
        </p:nvSpPr>
        <p:spPr>
          <a:xfrm>
            <a:off x="7878434" y="132310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0387AE6-4C39-0839-A0BE-24B0BD94B74B}"/>
              </a:ext>
            </a:extLst>
          </p:cNvPr>
          <p:cNvSpPr txBox="1"/>
          <p:nvPr/>
        </p:nvSpPr>
        <p:spPr>
          <a:xfrm>
            <a:off x="2348736" y="2199305"/>
            <a:ext cx="70771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dirty="0">
                <a:latin typeface="DevLys 010" pitchFamily="2" charset="0"/>
              </a:rPr>
              <a:t>/</a:t>
            </a:r>
            <a:r>
              <a:rPr lang="en-IN" sz="8800" dirty="0" err="1">
                <a:latin typeface="DevLys 010" pitchFamily="2" charset="0"/>
              </a:rPr>
              <a:t>kU;okn</a:t>
            </a:r>
            <a:endParaRPr lang="en-IN" sz="8800" dirty="0">
              <a:latin typeface="DevLys 010" pitchFamily="2" charset="0"/>
            </a:endParaRPr>
          </a:p>
        </p:txBody>
      </p:sp>
      <p:sp>
        <p:nvSpPr>
          <p:cNvPr id="2" name="AutoShape 4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xmlns="" id="{062EAE60-5F7B-979D-C85B-9B08F20EC6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6" descr="Powerpoint Background Images, HD Pictures and Wallpaper For Free Download |  Pngtree">
            <a:extLst>
              <a:ext uri="{FF2B5EF4-FFF2-40B4-BE49-F238E27FC236}">
                <a16:creationId xmlns:a16="http://schemas.microsoft.com/office/drawing/2014/main" xmlns="" id="{5E41FFC0-DDB2-842A-1245-658503B01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4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1575</Words>
  <Application>Microsoft Office PowerPoint</Application>
  <PresentationFormat>Custom</PresentationFormat>
  <Paragraphs>341</Paragraphs>
  <Slides>19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Giri, Sanjay</dc:creator>
  <cp:lastModifiedBy>Sme</cp:lastModifiedBy>
  <cp:revision>77</cp:revision>
  <cp:lastPrinted>2026-05-05T11:27:22Z</cp:lastPrinted>
  <dcterms:created xsi:type="dcterms:W3CDTF">2026-05-04T11:56:52Z</dcterms:created>
  <dcterms:modified xsi:type="dcterms:W3CDTF">2026-05-05T13:18:52Z</dcterms:modified>
</cp:coreProperties>
</file>