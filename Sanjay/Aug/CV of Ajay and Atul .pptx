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2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badi" panose="020B0604020104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badi" panose="020B0604020104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553558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accent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AC175F74-77C8-4969-BBF5-920619ED76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badi" panose="020B0604020104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371647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Page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DEF77F0F-DE6A-48C9-92BD-013174DD64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5D7BA0-7E63-4F55-8707-FB998AF96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C1D43B-9933-4650-9DD5-73494BECAE5A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badi" panose="020B0604020104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840322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with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9ED29CA-6A60-490D-9D54-EA7CC7AF832C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31" name="Oval 5">
              <a:extLst>
                <a:ext uri="{FF2B5EF4-FFF2-40B4-BE49-F238E27FC236}">
                  <a16:creationId xmlns:a16="http://schemas.microsoft.com/office/drawing/2014/main" id="{119E2360-A688-44DF-A6BB-76D18177C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2" name="Freeform 6">
              <a:extLst>
                <a:ext uri="{FF2B5EF4-FFF2-40B4-BE49-F238E27FC236}">
                  <a16:creationId xmlns:a16="http://schemas.microsoft.com/office/drawing/2014/main" id="{4265C3C7-34A9-47F1-AB5F-2771E18789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A9400861-EDC5-4A80-9569-C20320CE0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4" name="Freeform 8">
              <a:extLst>
                <a:ext uri="{FF2B5EF4-FFF2-40B4-BE49-F238E27FC236}">
                  <a16:creationId xmlns:a16="http://schemas.microsoft.com/office/drawing/2014/main" id="{64DC9296-DBBC-4C4E-ACB4-7DA2607D5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5" name="Rectangle 9">
              <a:extLst>
                <a:ext uri="{FF2B5EF4-FFF2-40B4-BE49-F238E27FC236}">
                  <a16:creationId xmlns:a16="http://schemas.microsoft.com/office/drawing/2014/main" id="{3E26591B-8E9F-4856-8284-BF3F8DB6A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6" name="Rectangle 10">
              <a:extLst>
                <a:ext uri="{FF2B5EF4-FFF2-40B4-BE49-F238E27FC236}">
                  <a16:creationId xmlns:a16="http://schemas.microsoft.com/office/drawing/2014/main" id="{43F42271-5510-4D15-B07B-133237928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00E9FD99-54D9-422B-9717-D0DD3442A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BAF30821-90D3-436A-8DDF-D130E6644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5C1A565D-B22B-4EE2-ACC9-C993D581F0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666738FD-9737-43F5-8E36-896FD725FE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501651" y="5186207"/>
            <a:ext cx="4446269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tx1"/>
                </a:solidFill>
                <a:latin typeface="Abadi" panose="020B0604020104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4446269" cy="27305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badi" panose="020B0604020104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53F9A5-D017-41A9-87FD-42B8B6C642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70412374-88D8-4076-97A4-28B9D453A9F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059052DC-E283-45E3-A11B-EFC0EF6405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C8E40EE6-74FE-4B63-ADD7-D8251359C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6D34B50B-2467-467F-BE0D-CA832EE3A7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1004DF0B-038C-4CB4-89B3-42D949ED0B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:a16="http://schemas.microsoft.com/office/drawing/2014/main" id="{2FB8C6E0-92EE-49AA-95D9-7BE219F64FE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CEE92EC5-3F38-4286-A2DA-7B5E941BC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3C2CE8EA-279F-441C-99BC-330C664B32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328EA017-C8BA-490A-9F7A-F880FE999A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BAE89DBE-19C8-422A-B7E6-D6726124DF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</p:grpSp>
      <p:sp>
        <p:nvSpPr>
          <p:cNvPr id="28" name="Title 1">
            <a:extLst>
              <a:ext uri="{FF2B5EF4-FFF2-40B4-BE49-F238E27FC236}">
                <a16:creationId xmlns:a16="http://schemas.microsoft.com/office/drawing/2014/main" id="{BF939DF8-C67D-4ED5-9DBC-98F2B43BDAEA}"/>
              </a:ext>
            </a:extLst>
          </p:cNvPr>
          <p:cNvSpPr txBox="1">
            <a:spLocks/>
          </p:cNvSpPr>
          <p:nvPr userDrawn="1"/>
        </p:nvSpPr>
        <p:spPr bwMode="gray">
          <a:xfrm>
            <a:off x="3417931" y="725455"/>
            <a:ext cx="5356735" cy="5356735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vert="horz" lIns="108000" tIns="108000" rIns="108000" bIns="108000" rtlCol="0" anchor="ctr" anchorCtr="0">
            <a:normAutofit/>
          </a:bodyPr>
          <a:lstStyle>
            <a:lvl1pPr algn="ctr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>
                <a:latin typeface="Abadi" panose="020B0604020104020204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7271056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1651" y="1670834"/>
            <a:ext cx="10541000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badi" panose="020B0604020104020204" pitchFamily="34" charset="0"/>
                <a:ea typeface="Open Sans" panose="020B0606030504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51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tx1"/>
                </a:solidFill>
                <a:latin typeface="Abadi" panose="020B060402010402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21252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 accent 4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badi" panose="020B06040201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452A60FA-C95E-401E-9AF3-D27C8C88BCCB}"/>
              </a:ext>
            </a:extLst>
          </p:cNvPr>
          <p:cNvSpPr txBox="1"/>
          <p:nvPr/>
        </p:nvSpPr>
        <p:spPr>
          <a:xfrm>
            <a:off x="6335184" y="6477000"/>
            <a:ext cx="48965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</a:b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CA24B28E-5B13-4779-8D72-C52A20B99FE7}"/>
              </a:ext>
            </a:extLst>
          </p:cNvPr>
          <p:cNvSpPr txBox="1"/>
          <p:nvPr/>
        </p:nvSpPr>
        <p:spPr>
          <a:xfrm>
            <a:off x="469900" y="6477001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© 2020 Deloitte Touche </a:t>
            </a:r>
            <a:r>
              <a:rPr lang="fr-FR" sz="900" noProof="0" dirty="0" err="1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Tohmatsu</a:t>
            </a: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 </a:t>
            </a:r>
            <a:r>
              <a:rPr lang="fr-FR" sz="900" noProof="0" dirty="0" err="1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India</a:t>
            </a: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 LLP.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2543E-E807-47A4-A234-D5C7012187B4}"/>
              </a:ext>
            </a:extLst>
          </p:cNvPr>
          <p:cNvSpPr txBox="1"/>
          <p:nvPr/>
        </p:nvSpPr>
        <p:spPr>
          <a:xfrm>
            <a:off x="11382377" y="6477001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  <a:latin typeface="Abadi" panose="020B060402010402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aseCode">
            <a:extLst>
              <a:ext uri="{FF2B5EF4-FFF2-40B4-BE49-F238E27FC236}">
                <a16:creationId xmlns:a16="http://schemas.microsoft.com/office/drawing/2014/main" id="{BFFD92C3-7ED3-4D3C-8518-BD2C1CF3A89D}"/>
              </a:ext>
            </a:extLst>
          </p:cNvPr>
          <p:cNvSpPr txBox="1"/>
          <p:nvPr userDrawn="1"/>
        </p:nvSpPr>
        <p:spPr>
          <a:xfrm>
            <a:off x="6335184" y="6477000"/>
            <a:ext cx="48965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</a:b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F2D29F-D256-48DF-93EB-3649C0F15C84}"/>
              </a:ext>
            </a:extLst>
          </p:cNvPr>
          <p:cNvSpPr txBox="1"/>
          <p:nvPr userDrawn="1"/>
        </p:nvSpPr>
        <p:spPr>
          <a:xfrm>
            <a:off x="11382377" y="6477001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  <a:latin typeface="Abadi" panose="020B0604020104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7524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badi" panose="020B06040201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E8E60749-A3E0-4E09-BF50-6D6B361BEF91}"/>
              </a:ext>
            </a:extLst>
          </p:cNvPr>
          <p:cNvSpPr txBox="1"/>
          <p:nvPr/>
        </p:nvSpPr>
        <p:spPr>
          <a:xfrm>
            <a:off x="6335184" y="6477000"/>
            <a:ext cx="48965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</a:b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94F347-CBED-4284-9EC5-49E7D0DE163A}"/>
              </a:ext>
            </a:extLst>
          </p:cNvPr>
          <p:cNvSpPr txBox="1"/>
          <p:nvPr/>
        </p:nvSpPr>
        <p:spPr>
          <a:xfrm>
            <a:off x="11382377" y="6477001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  <a:latin typeface="Abadi" panose="020B060402010402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aseCode">
            <a:extLst>
              <a:ext uri="{FF2B5EF4-FFF2-40B4-BE49-F238E27FC236}">
                <a16:creationId xmlns:a16="http://schemas.microsoft.com/office/drawing/2014/main" id="{C15CF50B-B21A-4219-A2F3-42CE64720300}"/>
              </a:ext>
            </a:extLst>
          </p:cNvPr>
          <p:cNvSpPr txBox="1"/>
          <p:nvPr userDrawn="1"/>
        </p:nvSpPr>
        <p:spPr>
          <a:xfrm>
            <a:off x="6335184" y="6477000"/>
            <a:ext cx="48965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</a:b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6403AF-FAB8-425F-B7B3-1CED91E5B09F}"/>
              </a:ext>
            </a:extLst>
          </p:cNvPr>
          <p:cNvSpPr txBox="1"/>
          <p:nvPr userDrawn="1"/>
        </p:nvSpPr>
        <p:spPr>
          <a:xfrm>
            <a:off x="11382377" y="6477001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  <a:latin typeface="Abadi" panose="020B060402010402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CA24B28E-5B13-4779-8D72-C52A20B99FE7}"/>
              </a:ext>
            </a:extLst>
          </p:cNvPr>
          <p:cNvSpPr txBox="1"/>
          <p:nvPr userDrawn="1"/>
        </p:nvSpPr>
        <p:spPr>
          <a:xfrm>
            <a:off x="469900" y="6477001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© 2020 Deloitte Touche </a:t>
            </a:r>
            <a:r>
              <a:rPr lang="fr-FR" sz="900" noProof="0" dirty="0" err="1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Tohmatsu</a:t>
            </a: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 </a:t>
            </a:r>
            <a:r>
              <a:rPr lang="fr-FR" sz="900" noProof="0" dirty="0" err="1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India</a:t>
            </a: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 LLP. </a:t>
            </a:r>
          </a:p>
        </p:txBody>
      </p:sp>
    </p:spTree>
    <p:extLst>
      <p:ext uri="{BB962C8B-B14F-4D97-AF65-F5344CB8AC3E}">
        <p14:creationId xmlns:p14="http://schemas.microsoft.com/office/powerpoint/2010/main" val="13709203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- Deloitte green accent 4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badi" panose="020B06040201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452A60FA-C95E-401E-9AF3-D27C8C88BCCB}"/>
              </a:ext>
            </a:extLst>
          </p:cNvPr>
          <p:cNvSpPr txBox="1"/>
          <p:nvPr userDrawn="1"/>
        </p:nvSpPr>
        <p:spPr>
          <a:xfrm>
            <a:off x="6335184" y="6477000"/>
            <a:ext cx="48965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</a:b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2543E-E807-47A4-A234-D5C7012187B4}"/>
              </a:ext>
            </a:extLst>
          </p:cNvPr>
          <p:cNvSpPr txBox="1"/>
          <p:nvPr userDrawn="1"/>
        </p:nvSpPr>
        <p:spPr>
          <a:xfrm>
            <a:off x="11382377" y="6477001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  <a:latin typeface="Abadi" panose="020B0604020104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CA24B28E-5B13-4779-8D72-C52A20B99FE7}"/>
              </a:ext>
            </a:extLst>
          </p:cNvPr>
          <p:cNvSpPr txBox="1"/>
          <p:nvPr userDrawn="1"/>
        </p:nvSpPr>
        <p:spPr>
          <a:xfrm>
            <a:off x="469899" y="6477001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© 2020 Deloitte Touche </a:t>
            </a:r>
            <a:r>
              <a:rPr lang="fr-FR" sz="900" noProof="0" dirty="0" err="1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Tohmatsu</a:t>
            </a: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 </a:t>
            </a:r>
            <a:r>
              <a:rPr lang="fr-FR" sz="900" noProof="0" dirty="0" err="1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India</a:t>
            </a: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 LLP. </a:t>
            </a:r>
          </a:p>
        </p:txBody>
      </p:sp>
    </p:spTree>
    <p:extLst>
      <p:ext uri="{BB962C8B-B14F-4D97-AF65-F5344CB8AC3E}">
        <p14:creationId xmlns:p14="http://schemas.microsoft.com/office/powerpoint/2010/main" val="30144832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  <a:prstGeom prst="rect">
            <a:avLst/>
          </a:prstGeom>
        </p:spPr>
        <p:txBody>
          <a:bodyPr anchor="b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badi" panose="020B06040201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60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E8E60749-A3E0-4E09-BF50-6D6B361BEF91}"/>
              </a:ext>
            </a:extLst>
          </p:cNvPr>
          <p:cNvSpPr txBox="1"/>
          <p:nvPr userDrawn="1"/>
        </p:nvSpPr>
        <p:spPr>
          <a:xfrm>
            <a:off x="6335184" y="6477000"/>
            <a:ext cx="48965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</a:br>
            <a:r>
              <a:rPr lang="en-US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94F347-CBED-4284-9EC5-49E7D0DE163A}"/>
              </a:ext>
            </a:extLst>
          </p:cNvPr>
          <p:cNvSpPr txBox="1"/>
          <p:nvPr userDrawn="1"/>
        </p:nvSpPr>
        <p:spPr>
          <a:xfrm>
            <a:off x="11382377" y="6477001"/>
            <a:ext cx="307975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900" noProof="0" smtClean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900" noProof="0" dirty="0">
              <a:solidFill>
                <a:schemeClr val="bg1"/>
              </a:solidFill>
              <a:latin typeface="Abadi" panose="020B0604020104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CA24B28E-5B13-4779-8D72-C52A20B99FE7}"/>
              </a:ext>
            </a:extLst>
          </p:cNvPr>
          <p:cNvSpPr txBox="1"/>
          <p:nvPr userDrawn="1"/>
        </p:nvSpPr>
        <p:spPr>
          <a:xfrm>
            <a:off x="469899" y="6477001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© 2020 Deloitte Touche </a:t>
            </a:r>
            <a:r>
              <a:rPr lang="fr-FR" sz="900" noProof="0" dirty="0" err="1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Tohmatsu</a:t>
            </a: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 </a:t>
            </a:r>
            <a:r>
              <a:rPr lang="fr-FR" sz="900" noProof="0" dirty="0" err="1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India</a:t>
            </a:r>
            <a:r>
              <a:rPr lang="fr-FR" sz="900" noProof="0" dirty="0">
                <a:solidFill>
                  <a:schemeClr val="bg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 LLP. </a:t>
            </a:r>
          </a:p>
        </p:txBody>
      </p:sp>
    </p:spTree>
    <p:extLst>
      <p:ext uri="{BB962C8B-B14F-4D97-AF65-F5344CB8AC3E}">
        <p14:creationId xmlns:p14="http://schemas.microsoft.com/office/powerpoint/2010/main" val="6298283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65288"/>
            <a:ext cx="9277349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3600"/>
              </a:spcBef>
              <a:buFontTx/>
              <a:buNone/>
              <a:defRPr sz="3600">
                <a:solidFill>
                  <a:schemeClr val="tx1"/>
                </a:solidFill>
              </a:defRPr>
            </a:lvl1pPr>
            <a:lvl2pPr marL="457200" indent="-457200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2367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43689636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>
                <a:latin typeface="Abadi" panose="020B0604020104020204" pitchFamily="34" charset="0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Abadi" panose="020B0604020104020204" pitchFamily="34" charset="0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Abadi" panose="020B0604020104020204" pitchFamily="34" charset="0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Abadi" panose="020B0604020104020204" pitchFamily="34" charset="0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noProof="0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1AF4B88-9BDB-4994-AE11-3A74CC55F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2" y="317500"/>
            <a:ext cx="1118023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69902343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927734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6729413" algn="r"/>
              </a:tabLst>
              <a:defRPr>
                <a:latin typeface="Abadi" panose="020B0604020104020204" pitchFamily="34" charset="0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6729413" algn="r"/>
              </a:tabLst>
              <a:defRPr>
                <a:latin typeface="Abadi" panose="020B0604020104020204" pitchFamily="34" charset="0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6729413" algn="r"/>
              </a:tabLst>
              <a:defRPr>
                <a:latin typeface="Abadi" panose="020B0604020104020204" pitchFamily="34" charset="0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6729413" algn="r"/>
              </a:tabLst>
              <a:defRPr>
                <a:latin typeface="Abadi" panose="020B0604020104020204" pitchFamily="34" charset="0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Abadi" panose="020B0604020104020204" pitchFamily="34" charset="0"/>
              </a:defRPr>
            </a:lvl5pPr>
            <a:lvl6pPr>
              <a:tabLst>
                <a:tab pos="6729413" algn="r"/>
              </a:tabLst>
              <a:defRPr/>
            </a:lvl6pPr>
            <a:lvl7pPr>
              <a:tabLst>
                <a:tab pos="6729413" algn="r"/>
              </a:tabLst>
              <a:defRPr/>
            </a:lvl7pPr>
            <a:lvl8pPr>
              <a:tabLst>
                <a:tab pos="6729413" algn="r"/>
              </a:tabLst>
              <a:defRPr/>
            </a:lvl8pPr>
            <a:lvl9pPr>
              <a:tabLst>
                <a:tab pos="6729413" algn="r"/>
              </a:tabLst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2" y="317500"/>
            <a:ext cx="1118023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3474011"/>
      </p:ext>
    </p:extLst>
  </p:cSld>
  <p:clrMapOvr>
    <a:masterClrMapping/>
  </p:clrMapOvr>
  <p:transition>
    <p:fade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tt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8862256" y="405929"/>
            <a:ext cx="2804160" cy="1027760"/>
          </a:xfrm>
        </p:spPr>
        <p:txBody>
          <a:bodyPr>
            <a:noAutofit/>
          </a:bodyPr>
          <a:lstStyle>
            <a:lvl1pPr>
              <a:spcBef>
                <a:spcPts val="185"/>
              </a:spcBef>
              <a:defRPr sz="923">
                <a:solidFill>
                  <a:schemeClr val="tx1"/>
                </a:solidFill>
              </a:defRPr>
            </a:lvl1pPr>
            <a:lvl2pPr>
              <a:defRPr sz="969">
                <a:solidFill>
                  <a:schemeClr val="tx2"/>
                </a:solidFill>
              </a:defRPr>
            </a:lvl2pPr>
            <a:lvl3pPr>
              <a:defRPr sz="969">
                <a:solidFill>
                  <a:schemeClr val="tx2"/>
                </a:solidFill>
              </a:defRPr>
            </a:lvl3pPr>
            <a:lvl4pPr>
              <a:defRPr sz="923">
                <a:solidFill>
                  <a:schemeClr val="tx2"/>
                </a:solidFill>
              </a:defRPr>
            </a:lvl4pPr>
            <a:lvl5pPr>
              <a:defRPr sz="923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95300" y="1665288"/>
            <a:ext cx="2796541" cy="471646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554"/>
              </a:spcAft>
              <a:defRPr sz="969"/>
            </a:lvl1pPr>
            <a:lvl2pPr>
              <a:spcBef>
                <a:spcPts val="277"/>
              </a:spcBef>
              <a:defRPr/>
            </a:lvl2pPr>
            <a:lvl3pPr>
              <a:spcBef>
                <a:spcPts val="277"/>
              </a:spcBef>
              <a:defRPr/>
            </a:lvl3pPr>
            <a:lvl4pPr>
              <a:spcBef>
                <a:spcPts val="277"/>
              </a:spcBef>
              <a:defRPr/>
            </a:lvl4pPr>
            <a:lvl5pPr>
              <a:spcBef>
                <a:spcPts val="277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3780369" y="1665287"/>
            <a:ext cx="7916331" cy="4716461"/>
          </a:xfrm>
        </p:spPr>
        <p:txBody>
          <a:bodyPr>
            <a:noAutofit/>
          </a:bodyPr>
          <a:lstStyle>
            <a:lvl1pPr marL="0" indent="0" algn="l">
              <a:spcBef>
                <a:spcPts val="1662"/>
              </a:spcBef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7C54E12-F787-4B6D-B957-5BFB290BB220}"/>
              </a:ext>
            </a:extLst>
          </p:cNvPr>
          <p:cNvGrpSpPr>
            <a:grpSpLocks noChangeAspect="1"/>
          </p:cNvGrpSpPr>
          <p:nvPr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>
              <a:extLst>
                <a:ext uri="{FF2B5EF4-FFF2-40B4-BE49-F238E27FC236}">
                  <a16:creationId xmlns:a16="http://schemas.microsoft.com/office/drawing/2014/main" id="{ED842BC5-6476-461F-92C1-0BBC55269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3D5047E5-5216-4426-B515-7CA5331481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D0A93C1C-3209-487D-B5A2-563BA5D67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8C70728D-0A6F-4BF8-A124-23D8A2DF30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2" name="Rectangle 9">
              <a:extLst>
                <a:ext uri="{FF2B5EF4-FFF2-40B4-BE49-F238E27FC236}">
                  <a16:creationId xmlns:a16="http://schemas.microsoft.com/office/drawing/2014/main" id="{B2CEECF2-0C1E-4BBC-BE4A-BC449A26D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3" name="Rectangle 10">
              <a:extLst>
                <a:ext uri="{FF2B5EF4-FFF2-40B4-BE49-F238E27FC236}">
                  <a16:creationId xmlns:a16="http://schemas.microsoft.com/office/drawing/2014/main" id="{3B9E0F32-14A5-493D-83F2-F42588B9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692FD902-0E73-43D0-B1B8-FA25CD54F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5" name="Freeform 12">
              <a:extLst>
                <a:ext uri="{FF2B5EF4-FFF2-40B4-BE49-F238E27FC236}">
                  <a16:creationId xmlns:a16="http://schemas.microsoft.com/office/drawing/2014/main" id="{BCD3C252-8F19-4706-8A09-E47384633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6" name="Freeform 13">
              <a:extLst>
                <a:ext uri="{FF2B5EF4-FFF2-40B4-BE49-F238E27FC236}">
                  <a16:creationId xmlns:a16="http://schemas.microsoft.com/office/drawing/2014/main" id="{32BC4765-ECD3-44BD-AD71-FC51A8134E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7" name="Freeform 14">
              <a:extLst>
                <a:ext uri="{FF2B5EF4-FFF2-40B4-BE49-F238E27FC236}">
                  <a16:creationId xmlns:a16="http://schemas.microsoft.com/office/drawing/2014/main" id="{E37FCFBA-6C21-49F1-BD1E-969002567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75D951-68C7-4A6F-ADC6-AB9C10E42F0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0549B55-8335-4CC4-9417-E768B8E137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0C08EAE3-1065-497F-B8AA-86005E1B7A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966AA8D-FE19-49A0-B249-C78D2E85CC9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2289C80D-1FA5-42CC-A523-8259B7FD08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6261A9E2-F698-4343-96EA-AA0015AC51B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1D1108B0-A2B5-43FD-8CC1-CC36168B903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AFA473B9-98DD-4132-83C3-26DCC5D0CC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E1286E94-0A74-4D64-8FE5-E2FC7038DC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DB23453-5417-4773-B5E0-516CE48D96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2DF2930F-8858-4645-96D1-C222466957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9195801"/>
      </p:ext>
    </p:extLst>
  </p:cSld>
  <p:clrMapOvr>
    <a:masterClrMapping/>
  </p:clrMapOvr>
  <p:transition>
    <p:fade/>
  </p:transition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1" y="317501"/>
            <a:ext cx="11188700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to add title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665288"/>
            <a:ext cx="6240000" cy="4716463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4456429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>
                <a:latin typeface="Abadi" panose="020B0604020104020204" pitchFamily="34" charset="0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>
                <a:latin typeface="Abadi" panose="020B0604020104020204" pitchFamily="34" charset="0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>
                <a:latin typeface="Abadi" panose="020B0604020104020204" pitchFamily="34" charset="0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>
                <a:latin typeface="Abadi" panose="020B0604020104020204" pitchFamily="34" charset="0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>
                <a:latin typeface="Abadi" panose="020B060402010402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46163525"/>
      </p:ext>
    </p:extLst>
  </p:cSld>
  <p:clrMapOvr>
    <a:masterClrMapping/>
  </p:clrMapOvr>
  <p:transition>
    <p:fade/>
  </p:transition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559CC6F-6478-4902-A4D5-F8FB6538D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91009941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5305580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 sz="1600"/>
            </a:lvl1pPr>
            <a:lvl2pPr marL="177800" indent="-1778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 sz="1600"/>
            </a:lvl2pPr>
            <a:lvl3pPr marL="381000" indent="-1778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sz="1600"/>
            </a:lvl3pPr>
            <a:lvl4pPr marL="584200" indent="-1778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 sz="1600"/>
            </a:lvl4pPr>
            <a:lvl5pPr marL="787400" indent="-1778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83999" y="1665289"/>
            <a:ext cx="5306351" cy="4716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 sz="1600"/>
            </a:lvl1pPr>
            <a:lvl2pPr marL="177800" indent="-1778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 sz="1600"/>
            </a:lvl2pPr>
            <a:lvl3pPr marL="381000" indent="-1778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sz="1600"/>
            </a:lvl3pPr>
            <a:lvl4pPr marL="584200" indent="-1778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 sz="1600"/>
            </a:lvl4pPr>
            <a:lvl5pPr marL="787400" indent="-1778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5225F53-1C15-499B-9179-65E3B2184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14EA394-D3CD-41FC-B7FF-082F08C15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67406063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38331440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7121792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017077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4527944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26804392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63394459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4000" y="1672337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4085" y="1665377"/>
            <a:ext cx="5475067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4000" y="406517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24085" y="4065173"/>
            <a:ext cx="547506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504000" y="1845377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24085" y="1845377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504000" y="4256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24085" y="4256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683483" y="1845377"/>
            <a:ext cx="3288000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396560" y="1845377"/>
            <a:ext cx="3302592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683483" y="4256213"/>
            <a:ext cx="3288000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396560" y="4256213"/>
            <a:ext cx="3302592" cy="1944000"/>
          </a:xfrm>
        </p:spPr>
        <p:txBody>
          <a:bodyPr>
            <a:noAutofit/>
          </a:bodyPr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753468-486C-4E44-B97B-3442F4990D23}"/>
              </a:ext>
            </a:extLst>
          </p:cNvPr>
          <p:cNvSpPr/>
          <p:nvPr/>
        </p:nvSpPr>
        <p:spPr>
          <a:xfrm>
            <a:off x="476780" y="1669027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4C2095-0900-4569-A109-645CF4777A8D}"/>
              </a:ext>
            </a:extLst>
          </p:cNvPr>
          <p:cNvSpPr/>
          <p:nvPr/>
        </p:nvSpPr>
        <p:spPr>
          <a:xfrm>
            <a:off x="6184900" y="1669027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8A3CDF-F5A1-44AC-9648-5A3D0461AB03}"/>
              </a:ext>
            </a:extLst>
          </p:cNvPr>
          <p:cNvSpPr/>
          <p:nvPr/>
        </p:nvSpPr>
        <p:spPr>
          <a:xfrm>
            <a:off x="469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A9EEEA-4AE4-43FE-9262-BC961D83A4C2}"/>
              </a:ext>
            </a:extLst>
          </p:cNvPr>
          <p:cNvSpPr/>
          <p:nvPr/>
        </p:nvSpPr>
        <p:spPr>
          <a:xfrm>
            <a:off x="6184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14920E0-BAB9-44E6-A33A-5F4B6E751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B186F496-8F3D-4D1B-850D-31517B35E6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C776D0-A1AC-41AD-A930-68E62E311F28}"/>
              </a:ext>
            </a:extLst>
          </p:cNvPr>
          <p:cNvSpPr/>
          <p:nvPr userDrawn="1"/>
        </p:nvSpPr>
        <p:spPr>
          <a:xfrm>
            <a:off x="476780" y="1669027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76016B-595B-4B09-8A9C-981F4092254D}"/>
              </a:ext>
            </a:extLst>
          </p:cNvPr>
          <p:cNvSpPr/>
          <p:nvPr userDrawn="1"/>
        </p:nvSpPr>
        <p:spPr>
          <a:xfrm>
            <a:off x="6184900" y="1669027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772A29-A091-45EF-9E05-7D38B8B671A6}"/>
              </a:ext>
            </a:extLst>
          </p:cNvPr>
          <p:cNvSpPr/>
          <p:nvPr userDrawn="1"/>
        </p:nvSpPr>
        <p:spPr>
          <a:xfrm>
            <a:off x="469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1A621E-F4F0-40C4-8952-5BF179427ED7}"/>
              </a:ext>
            </a:extLst>
          </p:cNvPr>
          <p:cNvSpPr/>
          <p:nvPr userDrawn="1"/>
        </p:nvSpPr>
        <p:spPr>
          <a:xfrm>
            <a:off x="6184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39206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12874" y="1857892"/>
            <a:ext cx="5466824" cy="1695450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46195" y="1857892"/>
            <a:ext cx="5444156" cy="1695450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000" y="1705378"/>
            <a:ext cx="5466824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5" y="1705378"/>
            <a:ext cx="5452957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1" y="1857892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46190" y="1857892"/>
            <a:ext cx="124416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3703CC-2625-4A3C-9057-35BB359C858C}"/>
              </a:ext>
            </a:extLst>
          </p:cNvPr>
          <p:cNvSpPr/>
          <p:nvPr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97003E-0D5A-4199-A9D0-BFB3CBF4A0D4}"/>
              </a:ext>
            </a:extLst>
          </p:cNvPr>
          <p:cNvSpPr/>
          <p:nvPr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074C3BE-314B-470C-927B-DBC4A457D9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8EE9A28-CEAF-410C-B504-E930E2347F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0E003-ECB4-492B-8A94-28433C076FF8}"/>
              </a:ext>
            </a:extLst>
          </p:cNvPr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54539A-8172-4D14-BE07-3622A53C73DF}"/>
              </a:ext>
            </a:extLst>
          </p:cNvPr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83262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4000" y="1705378"/>
            <a:ext cx="5466824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5" y="1705378"/>
            <a:ext cx="5452957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56702" y="1857892"/>
            <a:ext cx="124416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504001" y="4103518"/>
            <a:ext cx="5468943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46194" y="4103518"/>
            <a:ext cx="5444716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54494" y="4249682"/>
            <a:ext cx="123938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4993" y="4249682"/>
            <a:ext cx="1244160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1" y="1857892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2462FA-7D20-4E6B-9335-5F0CC56925D0}"/>
              </a:ext>
            </a:extLst>
          </p:cNvPr>
          <p:cNvSpPr/>
          <p:nvPr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AF616D-3F67-4FD6-BC16-ABC13A0ACA22}"/>
              </a:ext>
            </a:extLst>
          </p:cNvPr>
          <p:cNvSpPr/>
          <p:nvPr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986DCA-1B97-4EC9-A852-97E5340E26DC}"/>
              </a:ext>
            </a:extLst>
          </p:cNvPr>
          <p:cNvSpPr/>
          <p:nvPr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1E9D44-54F1-4CE7-8FDF-78DC08D29E3F}"/>
              </a:ext>
            </a:extLst>
          </p:cNvPr>
          <p:cNvSpPr/>
          <p:nvPr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CAAD7DA-8C87-4BD9-82C1-81D09B5A7A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9957D34C-FCB8-47FD-97FA-BF6A4F7FE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DE12908D-2FA0-48AB-B2FF-08FF433571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2874" y="1857892"/>
            <a:ext cx="5466824" cy="1695450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8DB1A9EF-276C-4FE9-B33D-E2267D9DB46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6194" y="1857892"/>
            <a:ext cx="5466824" cy="1695450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C2A7C1E0-8314-4B78-902A-0828B984B27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7297" y="4249681"/>
            <a:ext cx="5466824" cy="1695450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057B8DE-1E5B-4E78-8FC1-456B14A880F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46194" y="4249681"/>
            <a:ext cx="5466824" cy="1695450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3103237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20000" y="1705968"/>
            <a:ext cx="355611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4000" y="1700214"/>
            <a:ext cx="3560000" cy="59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15300" y="1705968"/>
            <a:ext cx="3583853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5B122-EABE-4ECA-819A-54D0AA2130F9}"/>
              </a:ext>
            </a:extLst>
          </p:cNvPr>
          <p:cNvSpPr/>
          <p:nvPr/>
        </p:nvSpPr>
        <p:spPr>
          <a:xfrm>
            <a:off x="4278313" y="1705968"/>
            <a:ext cx="3636962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F78E2E-2B9E-4E32-8A54-BC55293CD3C9}"/>
              </a:ext>
            </a:extLst>
          </p:cNvPr>
          <p:cNvSpPr/>
          <p:nvPr/>
        </p:nvSpPr>
        <p:spPr>
          <a:xfrm>
            <a:off x="469900" y="1705968"/>
            <a:ext cx="362743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0F314D-E019-4AD3-B954-818463FF0B9D}"/>
              </a:ext>
            </a:extLst>
          </p:cNvPr>
          <p:cNvSpPr/>
          <p:nvPr/>
        </p:nvSpPr>
        <p:spPr>
          <a:xfrm>
            <a:off x="8104176" y="1705968"/>
            <a:ext cx="3629025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69DF469-1C05-4DC1-B6C9-2712D9E1B8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77DBFC5B-8E23-48FC-97C3-38FCFE625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F739EC70-7463-4AC3-840B-4FCA6DF397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12874" y="1857891"/>
            <a:ext cx="3584464" cy="3839303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A85F1297-532C-478B-8C8C-A7A406ADF2C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25938" y="1861481"/>
            <a:ext cx="3584464" cy="3839303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72E6BFE1-0779-4417-985A-E1020673A1F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48737" y="1857890"/>
            <a:ext cx="3584464" cy="3839303"/>
          </a:xfrm>
        </p:spPr>
        <p:txBody>
          <a:bodyPr>
            <a:noAutofit/>
          </a:bodyPr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1033177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111360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>
            <a:noAutofit/>
          </a:bodyPr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8247372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09284268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42914502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79575151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216357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0"/>
            <a:ext cx="11188699" cy="40690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674087"/>
            <a:ext cx="11188699" cy="3571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1" y="6121014"/>
            <a:ext cx="11188700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8CFE9674-04ED-4C53-9426-4EA385799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92920369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>
              <a:buFontTx/>
              <a:buNone/>
              <a:defRPr>
                <a:latin typeface="Abadi" panose="020B0604020104020204" pitchFamily="34" charset="0"/>
              </a:defRPr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>
                <a:latin typeface="Abadi" panose="020B0604020104020204" pitchFamily="34" charset="0"/>
              </a:defRPr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Abadi" panose="020B0604020104020204" pitchFamily="34" charset="0"/>
              </a:defRPr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>
                <a:latin typeface="Abadi" panose="020B0604020104020204" pitchFamily="34" charset="0"/>
              </a:defRPr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>
                <a:latin typeface="Abadi" panose="020B06040201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1AF4B88-9BDB-4994-AE11-3A74CC55FE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2" y="317500"/>
            <a:ext cx="1118023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802263645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559CC6F-6478-4902-A4D5-F8FB6538D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015234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5305580" cy="47164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 sz="1600"/>
            </a:lvl1pPr>
            <a:lvl2pPr marL="177800" indent="-1778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 sz="1600"/>
            </a:lvl2pPr>
            <a:lvl3pPr marL="381000" indent="-1778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sz="1600"/>
            </a:lvl3pPr>
            <a:lvl4pPr marL="584200" indent="-1778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 sz="1600"/>
            </a:lvl4pPr>
            <a:lvl5pPr marL="787400" indent="-1778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83999" y="1665289"/>
            <a:ext cx="5306351" cy="47164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FontTx/>
              <a:buNone/>
              <a:tabLst>
                <a:tab pos="5029200" algn="r"/>
              </a:tabLst>
              <a:defRPr sz="1600"/>
            </a:lvl1pPr>
            <a:lvl2pPr marL="177800" indent="-1778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 sz="1600"/>
            </a:lvl2pPr>
            <a:lvl3pPr marL="381000" indent="-1778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sz="1600"/>
            </a:lvl3pPr>
            <a:lvl4pPr marL="584200" indent="-1778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 sz="1600"/>
            </a:lvl4pPr>
            <a:lvl5pPr marL="787400" indent="-1778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E5225F53-1C15-499B-9179-65E3B2184C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14EA394-D3CD-41FC-B7FF-082F08C15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31114959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88"/>
            <a:ext cx="5349128" cy="420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0" y="6121014"/>
            <a:ext cx="11188700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911C489-B226-49BC-B069-119CF8BC96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47218A4-44FE-4E96-A903-7AD44AF4E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6925613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1" y="2125013"/>
            <a:ext cx="5349129" cy="3996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2" y="1665288"/>
            <a:ext cx="5349129" cy="420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11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0" y="2125013"/>
            <a:ext cx="5349240" cy="3996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chart</a:t>
            </a:r>
            <a:endParaRPr lang="en-GB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88"/>
            <a:ext cx="5349240" cy="4206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528E1B-5BDF-48B1-B9CD-A31A99631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56A696DA-71F5-44D5-B231-17F470D2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31582079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0" y="1665289"/>
            <a:ext cx="4431857" cy="4716463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665289"/>
            <a:ext cx="6240000" cy="4716463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CFBECF-F261-4066-B77C-A1FCF54AA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E9BEEDA-6F6F-4BD9-B1D8-9731D1B037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9242322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2" y="1658680"/>
            <a:ext cx="4112468" cy="472307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200" algn="r"/>
              </a:tabLst>
              <a:defRPr sz="2100">
                <a:solidFill>
                  <a:schemeClr val="accent3"/>
                </a:solidFill>
              </a:defRPr>
            </a:lvl1pPr>
            <a:lvl2pPr>
              <a:tabLst>
                <a:tab pos="5029200" algn="r"/>
              </a:tabLst>
              <a:defRPr/>
            </a:lvl2pPr>
            <a:lvl3pPr>
              <a:tabLst>
                <a:tab pos="5029200" algn="r"/>
              </a:tabLst>
              <a:defRPr/>
            </a:lvl3pPr>
            <a:lvl4pPr>
              <a:tabLst>
                <a:tab pos="5029200" algn="r"/>
              </a:tabLst>
              <a:defRPr/>
            </a:lvl4pPr>
            <a:lvl5pPr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1" y="1665288"/>
            <a:ext cx="6506348" cy="4716462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tabLst>
                <a:tab pos="5029200" algn="r"/>
              </a:tabLst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tabLst>
                <a:tab pos="5029200" algn="r"/>
              </a:tabLst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tabLst>
                <a:tab pos="5029200" algn="r"/>
              </a:tabLst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tabLst>
                <a:tab pos="5029200" algn="r"/>
              </a:tabLst>
              <a:defRPr baseline="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8009483-F3D1-4AD9-8031-CEB4620DB8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51FE75E2-F986-4CD3-8A43-338DEE272C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50171787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1999"/>
            <a:ext cx="3549549" cy="40690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0" y="1659145"/>
            <a:ext cx="3549549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22401" y="2051999"/>
            <a:ext cx="3549549" cy="40690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21226" y="1659145"/>
            <a:ext cx="3549549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40801" y="2051999"/>
            <a:ext cx="3549549" cy="40690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40801" y="1659145"/>
            <a:ext cx="3549549" cy="3982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4"/>
            <a:ext cx="11165419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F3BAE7D4-2DCE-493F-8804-6735FFDC6D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AA8666D-884E-4CE4-A16C-E06A6E0BA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399025892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674086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674086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674086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674086"/>
            <a:ext cx="2712000" cy="1260000"/>
          </a:xfrm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0" y="3124200"/>
            <a:ext cx="2720468" cy="3257548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1"/>
            <a:ext cx="2712000" cy="3261199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0"/>
            <a:ext cx="2712000" cy="3257549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69" y="3108508"/>
            <a:ext cx="2697183" cy="3273240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0"/>
              </a:spcAft>
              <a:defRPr/>
            </a:lvl7pPr>
            <a:lvl8pPr marL="356400" indent="-176400">
              <a:spcAft>
                <a:spcPts val="0"/>
              </a:spcAft>
              <a:defRPr/>
            </a:lvl8pPr>
            <a:lvl9pPr marL="356400" indent="-176400">
              <a:spcAft>
                <a:spcPts val="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CB36819A-C0CE-4CC8-96BE-D57C8135F4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A14F8B0D-4D62-4988-B307-1BB6BBEEC1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13844148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4000" y="1672337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4085" y="1665377"/>
            <a:ext cx="5475067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4000" y="406517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24085" y="4065173"/>
            <a:ext cx="547506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504000" y="1845377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24085" y="1845377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504000" y="4256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24085" y="4256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683483" y="1845377"/>
            <a:ext cx="32880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396560" y="1845377"/>
            <a:ext cx="3302592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683483" y="4256213"/>
            <a:ext cx="32880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396560" y="4256213"/>
            <a:ext cx="3302592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39700" indent="-1397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753468-486C-4E44-B97B-3442F4990D23}"/>
              </a:ext>
            </a:extLst>
          </p:cNvPr>
          <p:cNvSpPr/>
          <p:nvPr userDrawn="1"/>
        </p:nvSpPr>
        <p:spPr>
          <a:xfrm>
            <a:off x="476780" y="1669027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4C2095-0900-4569-A109-645CF4777A8D}"/>
              </a:ext>
            </a:extLst>
          </p:cNvPr>
          <p:cNvSpPr/>
          <p:nvPr userDrawn="1"/>
        </p:nvSpPr>
        <p:spPr>
          <a:xfrm>
            <a:off x="6184900" y="1669027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8A3CDF-F5A1-44AC-9648-5A3D0461AB03}"/>
              </a:ext>
            </a:extLst>
          </p:cNvPr>
          <p:cNvSpPr/>
          <p:nvPr userDrawn="1"/>
        </p:nvSpPr>
        <p:spPr>
          <a:xfrm>
            <a:off x="469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A9EEEA-4AE4-43FE-9262-BC961D83A4C2}"/>
              </a:ext>
            </a:extLst>
          </p:cNvPr>
          <p:cNvSpPr/>
          <p:nvPr userDrawn="1"/>
        </p:nvSpPr>
        <p:spPr>
          <a:xfrm>
            <a:off x="6184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14920E0-BAB9-44E6-A33A-5F4B6E751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B186F496-8F3D-4D1B-850D-31517B35E6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12257137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12874" y="1857892"/>
            <a:ext cx="5466824" cy="1695450"/>
          </a:xfrm>
        </p:spPr>
        <p:txBody>
          <a:bodyPr/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46195" y="1857892"/>
            <a:ext cx="5444156" cy="1695450"/>
          </a:xfrm>
        </p:spPr>
        <p:txBody>
          <a:bodyPr/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000" y="1705378"/>
            <a:ext cx="5466824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5" y="1705378"/>
            <a:ext cx="5452957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1" y="1857892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46190" y="1857892"/>
            <a:ext cx="124416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 dirty="0">
                <a:solidFill>
                  <a:schemeClr val="bg1"/>
                </a:solidFill>
              </a:rPr>
              <a:t>Co-brand</a:t>
            </a:r>
            <a:br>
              <a:rPr lang="en-US" sz="1200" noProof="0" dirty="0">
                <a:solidFill>
                  <a:schemeClr val="bg1"/>
                </a:solidFill>
              </a:rPr>
            </a:br>
            <a:r>
              <a:rPr lang="en-US" sz="1200" noProof="0" dirty="0">
                <a:solidFill>
                  <a:schemeClr val="bg1"/>
                </a:solidFill>
              </a:rPr>
              <a:t>Logo</a:t>
            </a:r>
          </a:p>
          <a:p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3703CC-2625-4A3C-9057-35BB359C858C}"/>
              </a:ext>
            </a:extLst>
          </p:cNvPr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97003E-0D5A-4199-A9D0-BFB3CBF4A0D4}"/>
              </a:ext>
            </a:extLst>
          </p:cNvPr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074C3BE-314B-470C-927B-DBC4A457D9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8EE9A28-CEAF-410C-B504-E930E2347F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085880317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04000" y="1705378"/>
            <a:ext cx="5466824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5" y="1705378"/>
            <a:ext cx="5452957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56702" y="1857892"/>
            <a:ext cx="124416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504001" y="4103518"/>
            <a:ext cx="5468943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46194" y="4103518"/>
            <a:ext cx="5444716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GB" sz="11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54494" y="4249682"/>
            <a:ext cx="1239381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4993" y="4249682"/>
            <a:ext cx="1244160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1" y="1857892"/>
            <a:ext cx="1210207" cy="54927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dirty="0">
                <a:solidFill>
                  <a:schemeClr val="bg1"/>
                </a:solidFill>
              </a:rPr>
              <a:t>Co-brand</a:t>
            </a:r>
            <a:br>
              <a:rPr lang="en-US" sz="1200" dirty="0">
                <a:solidFill>
                  <a:schemeClr val="bg1"/>
                </a:solidFill>
              </a:rPr>
            </a:br>
            <a:r>
              <a:rPr lang="en-US" sz="1200" dirty="0">
                <a:solidFill>
                  <a:schemeClr val="bg1"/>
                </a:solidFill>
              </a:rPr>
              <a:t>Logo</a:t>
            </a:r>
          </a:p>
          <a:p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2462FA-7D20-4E6B-9335-5F0CC56925D0}"/>
              </a:ext>
            </a:extLst>
          </p:cNvPr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AF616D-3F67-4FD6-BC16-ABC13A0ACA22}"/>
              </a:ext>
            </a:extLst>
          </p:cNvPr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986DCA-1B97-4EC9-A852-97E5340E26DC}"/>
              </a:ext>
            </a:extLst>
          </p:cNvPr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1E9D44-54F1-4CE7-8FDF-78DC08D29E3F}"/>
              </a:ext>
            </a:extLst>
          </p:cNvPr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3CAAD7DA-8C87-4BD9-82C1-81D09B5A7A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9957D34C-FCB8-47FD-97FA-BF6A4F7FEC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C0C507E7-B81B-4C48-A5AA-EB23023029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2874" y="1857892"/>
            <a:ext cx="5466824" cy="1695450"/>
          </a:xfrm>
        </p:spPr>
        <p:txBody>
          <a:bodyPr/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4B9D944-7F4E-42D4-8A84-43402BC40F0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46195" y="1857892"/>
            <a:ext cx="5444156" cy="1695450"/>
          </a:xfrm>
        </p:spPr>
        <p:txBody>
          <a:bodyPr/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D3B7D15E-E3BF-4AE0-B657-86BF4076BE3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7075" y="4251853"/>
            <a:ext cx="5466824" cy="1695450"/>
          </a:xfrm>
        </p:spPr>
        <p:txBody>
          <a:bodyPr/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60D4485-EAA8-48B3-931F-31B5CEB3E67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80396" y="4251853"/>
            <a:ext cx="5444156" cy="1695450"/>
          </a:xfrm>
        </p:spPr>
        <p:txBody>
          <a:bodyPr/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22922527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20000" y="1705968"/>
            <a:ext cx="355611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4000" y="1700214"/>
            <a:ext cx="3560000" cy="59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15300" y="1705968"/>
            <a:ext cx="3583853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D5B122-EABE-4ECA-819A-54D0AA2130F9}"/>
              </a:ext>
            </a:extLst>
          </p:cNvPr>
          <p:cNvSpPr/>
          <p:nvPr userDrawn="1"/>
        </p:nvSpPr>
        <p:spPr>
          <a:xfrm>
            <a:off x="4278313" y="1705968"/>
            <a:ext cx="3636962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F78E2E-2B9E-4E32-8A54-BC55293CD3C9}"/>
              </a:ext>
            </a:extLst>
          </p:cNvPr>
          <p:cNvSpPr/>
          <p:nvPr userDrawn="1"/>
        </p:nvSpPr>
        <p:spPr>
          <a:xfrm>
            <a:off x="469900" y="1705968"/>
            <a:ext cx="362743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B0F314D-E019-4AD3-B954-818463FF0B9D}"/>
              </a:ext>
            </a:extLst>
          </p:cNvPr>
          <p:cNvSpPr/>
          <p:nvPr userDrawn="1"/>
        </p:nvSpPr>
        <p:spPr>
          <a:xfrm>
            <a:off x="8104176" y="1705968"/>
            <a:ext cx="3629025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69DF469-1C05-4DC1-B6C9-2712D9E1B8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77DBFC5B-8E23-48FC-97C3-38FCFE625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8D44A10-A1BE-4B60-89A4-889D08B8B3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2874" y="1857892"/>
            <a:ext cx="3584464" cy="4265506"/>
          </a:xfrm>
        </p:spPr>
        <p:txBody>
          <a:bodyPr/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9F52FC78-7A4E-4367-9DA3-28A234B39DF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20000" y="1897258"/>
            <a:ext cx="3556117" cy="4226140"/>
          </a:xfrm>
        </p:spPr>
        <p:txBody>
          <a:bodyPr/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2D6B6D6E-986C-4D4B-8630-4EBB5F79C2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77084" y="1897258"/>
            <a:ext cx="3556117" cy="4226140"/>
          </a:xfrm>
        </p:spPr>
        <p:txBody>
          <a:bodyPr/>
          <a:lstStyle>
            <a:lvl1pPr marL="0" indent="0" algn="l">
              <a:spcAft>
                <a:spcPts val="1000"/>
              </a:spcAft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1245875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1" y="1674087"/>
            <a:ext cx="3695700" cy="197167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398" y="1674087"/>
            <a:ext cx="3683953" cy="197167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674087"/>
            <a:ext cx="3657600" cy="1971675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06398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>
              <a:buFontTx/>
              <a:buNone/>
              <a:defRPr/>
            </a:lvl1pPr>
            <a:lvl2pPr marL="139700" indent="-1397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F15AF63-D425-4D3F-B484-4B7A0F329F9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F7002A92-1CF7-42F5-B761-7DB3C2CF11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2226926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accent1"/>
                </a:solidFill>
              </a:defRPr>
            </a:lvl1pPr>
            <a:lvl2pPr marL="1397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3048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699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635000" indent="-139700" algn="l">
              <a:spcAft>
                <a:spcPts val="1000"/>
              </a:spcAft>
              <a:buClrTx/>
              <a:buSzPct val="100000"/>
              <a:buFont typeface="Arial" panose="020B0604020202020204" pitchFamily="34" charset="0"/>
              <a:buChar char="−"/>
              <a:defRPr baseline="0"/>
            </a:lvl5pPr>
            <a:lvl6pPr marL="356400" indent="-176400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400" indent="-176400">
              <a:spcAft>
                <a:spcPts val="1000"/>
              </a:spcAft>
              <a:defRPr/>
            </a:lvl7pPr>
            <a:lvl8pPr marL="356400" indent="-176400">
              <a:spcAft>
                <a:spcPts val="1000"/>
              </a:spcAft>
              <a:defRPr/>
            </a:lvl8pPr>
            <a:lvl9pPr marL="356400" indent="-176400">
              <a:spcAft>
                <a:spcPts val="1000"/>
              </a:spcAft>
              <a:defRPr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3B6715C-C932-49B3-880D-8C5710C8F9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EA7B5E5-1F8D-43CD-9AD2-8B87181DC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9955949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0" y="1665289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939BF43-6ABE-4327-81AC-7892A04773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4133C46-CE37-4404-B4D0-9DFA124106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13308947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1AFA9E9-5EB8-42BF-B15A-3D95DDA547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51600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F5B0ED-A4CB-4D19-B6B8-CA9E1139E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61923613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F79D3799-9A6C-45EE-B3ED-0F77AAB658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650" y="317500"/>
            <a:ext cx="11188700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latin typeface="Abadi" panose="020B0604020104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75432639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 dirty="0"/>
              <a:t>Insert sponsorship mark here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tx1"/>
                </a:solidFill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4440104"/>
      </p:ext>
    </p:extLst>
  </p:cSld>
  <p:clrMapOvr>
    <a:masterClrMapping/>
  </p:clrMapOvr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47" y="4211955"/>
            <a:ext cx="2319503" cy="1725448"/>
          </a:xfrm>
        </p:spPr>
        <p:txBody>
          <a:bodyPr anchor="ctr" anchorCtr="0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GB" sz="900" dirty="0"/>
              <a:t>Insert sponsorship mark here</a:t>
            </a:r>
            <a:endParaRPr lang="en-GB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8"/>
            <a:ext cx="2319501" cy="363722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9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BE0613-D0C6-405A-ACD6-58EF0477427B}"/>
              </a:ext>
            </a:extLst>
          </p:cNvPr>
          <p:cNvGrpSpPr>
            <a:grpSpLocks noChangeAspect="1"/>
          </p:cNvGrpSpPr>
          <p:nvPr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1" name="Oval 5">
              <a:extLst>
                <a:ext uri="{FF2B5EF4-FFF2-40B4-BE49-F238E27FC236}">
                  <a16:creationId xmlns:a16="http://schemas.microsoft.com/office/drawing/2014/main" id="{FD362D39-3352-4BA0-AC51-553983A71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86BC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1156DAFF-F101-4061-AA75-F8EEDC00FC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5667AB23-84F3-44E4-B904-5D4D3A9B3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2CE4E7F-CB40-4545-80AF-423201F72F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5" name="Rectangle 9">
              <a:extLst>
                <a:ext uri="{FF2B5EF4-FFF2-40B4-BE49-F238E27FC236}">
                  <a16:creationId xmlns:a16="http://schemas.microsoft.com/office/drawing/2014/main" id="{A7B265B2-4EA1-416A-A272-49E48905C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6" name="Rectangle 10">
              <a:extLst>
                <a:ext uri="{FF2B5EF4-FFF2-40B4-BE49-F238E27FC236}">
                  <a16:creationId xmlns:a16="http://schemas.microsoft.com/office/drawing/2014/main" id="{3744CD22-C3A3-4D80-AB50-3E6D34833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046CB4E-F174-491D-9CAB-2A91159857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8B2D79F2-05A8-4E1C-A4D8-725E5296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9EA13742-485A-4EC3-BF90-9FD12F905B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5D44DAC1-76F0-42F6-93C9-61B9C3054D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 dirty="0">
                <a:solidFill>
                  <a:schemeClr val="bg1"/>
                </a:solidFill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4079889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ags" Target="../tags/tag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BD8A8DC-371C-4A68-92B6-564733C2DE97}"/>
              </a:ext>
            </a:extLst>
          </p:cNvPr>
          <p:cNvSpPr/>
          <p:nvPr userDrawn="1"/>
        </p:nvSpPr>
        <p:spPr bwMode="gray">
          <a:xfrm>
            <a:off x="3823" y="0"/>
            <a:ext cx="12192000" cy="443835"/>
          </a:xfrm>
          <a:prstGeom prst="rec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6"/>
            </p:custDataLst>
            <p:extLst>
              <p:ext uri="{D42A27DB-BD31-4B8C-83A1-F6EECF244321}">
                <p14:modId xmlns:p14="http://schemas.microsoft.com/office/powerpoint/2010/main" val="3087151445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7" imgW="270" imgH="270" progId="TCLayout.ActiveDocument.1">
                  <p:embed/>
                </p:oleObj>
              </mc:Choice>
              <mc:Fallback>
                <p:oleObj name="think-cell Slide" r:id="rId57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1" y="317501"/>
            <a:ext cx="11188700" cy="3098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15" name="CaseCode"/>
          <p:cNvSpPr txBox="1"/>
          <p:nvPr/>
        </p:nvSpPr>
        <p:spPr>
          <a:xfrm>
            <a:off x="4739268" y="6666237"/>
            <a:ext cx="649247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badi" panose="020B0604020104020204" pitchFamily="34" charset="0"/>
                <a:ea typeface="Arial" pitchFamily="34" charset="-122"/>
                <a:cs typeface="Arial" pitchFamily="34" charset="-120"/>
              </a:rPr>
              <a:t>Strengthening Land and Revenue Governance through a Technical Support Unit (TSU)</a:t>
            </a:r>
            <a:r>
              <a:rPr lang="en-US" sz="900" b="0" noProof="0" dirty="0">
                <a:solidFill>
                  <a:schemeClr val="tx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| Presentation by Deloitte</a:t>
            </a:r>
          </a:p>
        </p:txBody>
      </p:sp>
      <p:sp>
        <p:nvSpPr>
          <p:cNvPr id="18" name="Copyright"/>
          <p:cNvSpPr txBox="1"/>
          <p:nvPr/>
        </p:nvSpPr>
        <p:spPr>
          <a:xfrm>
            <a:off x="501649" y="6666238"/>
            <a:ext cx="535516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600"/>
              </a:spcBef>
              <a:buSzPct val="100000"/>
              <a:buFont typeface="Arial"/>
              <a:buNone/>
            </a:pPr>
            <a:r>
              <a:rPr lang="fr-FR" sz="900" noProof="0" dirty="0">
                <a:solidFill>
                  <a:schemeClr val="tx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© 2025 Deloitte Touche </a:t>
            </a:r>
            <a:r>
              <a:rPr lang="fr-FR" sz="900" noProof="0" dirty="0" err="1">
                <a:solidFill>
                  <a:schemeClr val="tx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Tohmatsu</a:t>
            </a:r>
            <a:r>
              <a:rPr lang="fr-FR" sz="900" noProof="0" dirty="0">
                <a:solidFill>
                  <a:schemeClr val="tx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 </a:t>
            </a:r>
            <a:r>
              <a:rPr lang="fr-FR" sz="900" noProof="0" dirty="0" err="1">
                <a:solidFill>
                  <a:schemeClr val="tx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India</a:t>
            </a:r>
            <a:r>
              <a:rPr lang="fr-FR" sz="900" noProof="0" dirty="0">
                <a:solidFill>
                  <a:schemeClr val="tx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t> LLP. 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0" y="1665289"/>
            <a:ext cx="11188700" cy="471646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9DBDC7-DF0D-40FE-8DE0-1C33F8DF42EC}"/>
              </a:ext>
            </a:extLst>
          </p:cNvPr>
          <p:cNvSpPr/>
          <p:nvPr userDrawn="1"/>
        </p:nvSpPr>
        <p:spPr>
          <a:xfrm>
            <a:off x="11384281" y="6663189"/>
            <a:ext cx="125034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fld id="{C58DF478-B544-4ED8-9ED4-6A2648E2D233}" type="slidenum">
              <a:rPr lang="en-US" sz="900" noProof="0" smtClean="0">
                <a:solidFill>
                  <a:schemeClr val="tx1"/>
                </a:solidFill>
                <a:latin typeface="Abadi" panose="020B0604020104020204" pitchFamily="34" charset="0"/>
                <a:cs typeface="Calibri" panose="020F0502020204030204" pitchFamily="34" charset="0"/>
              </a:rPr>
              <a:pPr/>
              <a:t>‹#›</a:t>
            </a:fld>
            <a:endParaRPr lang="en-US" sz="900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14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badi" panose="020B0604020104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1000"/>
        </a:spcAft>
        <a:buSzPct val="100000"/>
        <a:buFontTx/>
        <a:buNone/>
        <a:defRPr sz="1300" b="0" kern="1200">
          <a:solidFill>
            <a:schemeClr val="tx1"/>
          </a:solidFill>
          <a:latin typeface="Abadi" panose="020B0604020104020204" pitchFamily="34" charset="0"/>
          <a:ea typeface="+mn-ea"/>
          <a:cs typeface="Calibri Light" panose="020F0302020204030204" pitchFamily="34" charset="0"/>
        </a:defRPr>
      </a:lvl1pPr>
      <a:lvl2pPr marL="1397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300" b="1" kern="1200" dirty="0" smtClean="0">
          <a:solidFill>
            <a:schemeClr val="tx1"/>
          </a:solidFill>
          <a:latin typeface="Abadi" panose="020B0604020104020204" pitchFamily="34" charset="0"/>
          <a:ea typeface="+mn-ea"/>
          <a:cs typeface="Calibri Light" panose="020F0302020204030204" pitchFamily="34" charset="0"/>
        </a:defRPr>
      </a:lvl2pPr>
      <a:lvl3pPr marL="3048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defRPr lang="en-US" sz="1300" kern="1200" dirty="0" smtClean="0">
          <a:solidFill>
            <a:schemeClr val="tx1"/>
          </a:solidFill>
          <a:latin typeface="Abadi" panose="020B0604020104020204" pitchFamily="34" charset="0"/>
          <a:ea typeface="+mn-ea"/>
          <a:cs typeface="Calibri Light" panose="020F0302020204030204" pitchFamily="34" charset="0"/>
        </a:defRPr>
      </a:lvl3pPr>
      <a:lvl4pPr marL="469900" indent="-139700" algn="l" defTabSz="914400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◦"/>
        <a:defRPr lang="en-US" sz="1300" kern="1200" baseline="0" dirty="0" smtClean="0">
          <a:solidFill>
            <a:schemeClr val="tx1"/>
          </a:solidFill>
          <a:latin typeface="Abadi" panose="020B0604020104020204" pitchFamily="34" charset="0"/>
          <a:ea typeface="+mn-ea"/>
          <a:cs typeface="Calibri Light" panose="020F0302020204030204" pitchFamily="34" charset="0"/>
        </a:defRPr>
      </a:lvl4pPr>
      <a:lvl5pPr marL="635000" indent="-139700" algn="l" defTabSz="79851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−"/>
        <a:tabLst/>
        <a:defRPr lang="en-US" sz="1300" kern="1200" baseline="0" dirty="0" smtClean="0">
          <a:solidFill>
            <a:schemeClr val="tx1"/>
          </a:solidFill>
          <a:latin typeface="Abadi" panose="020B0604020104020204" pitchFamily="34" charset="0"/>
          <a:ea typeface="+mn-ea"/>
          <a:cs typeface="Calibri Light" panose="020F0302020204030204" pitchFamily="34" charset="0"/>
        </a:defRPr>
      </a:lvl5pPr>
      <a:lvl6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800" indent="-176400" algn="l" defTabSz="914400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312">
          <p15:clr>
            <a:srgbClr val="F26B43"/>
          </p15:clr>
        </p15:guide>
        <p15:guide id="3" pos="1392">
          <p15:clr>
            <a:srgbClr val="F26B43"/>
          </p15:clr>
        </p15:guide>
        <p15:guide id="4" pos="1512">
          <p15:clr>
            <a:srgbClr val="F26B43"/>
          </p15:clr>
        </p15:guide>
        <p15:guide id="5" pos="2592">
          <p15:clr>
            <a:srgbClr val="F26B43"/>
          </p15:clr>
        </p15:guide>
        <p15:guide id="6" pos="2712">
          <p15:clr>
            <a:srgbClr val="F26B43"/>
          </p15:clr>
        </p15:guide>
        <p15:guide id="7" pos="3768">
          <p15:clr>
            <a:srgbClr val="F26B43"/>
          </p15:clr>
        </p15:guide>
        <p15:guide id="8" pos="7368">
          <p15:clr>
            <a:srgbClr val="F26B43"/>
          </p15:clr>
        </p15:guide>
        <p15:guide id="9" pos="6288">
          <p15:clr>
            <a:srgbClr val="F26B43"/>
          </p15:clr>
        </p15:guide>
        <p15:guide id="10" pos="6168">
          <p15:clr>
            <a:srgbClr val="F26B43"/>
          </p15:clr>
        </p15:guide>
        <p15:guide id="11" pos="5088">
          <p15:clr>
            <a:srgbClr val="F26B43"/>
          </p15:clr>
        </p15:guide>
        <p15:guide id="12" pos="4968">
          <p15:clr>
            <a:srgbClr val="F26B43"/>
          </p15:clr>
        </p15:guide>
        <p15:guide id="13" pos="3912">
          <p15:clr>
            <a:srgbClr val="F26B43"/>
          </p15:clr>
        </p15:guide>
        <p15:guide id="14" orient="horz" pos="4104">
          <p15:clr>
            <a:srgbClr val="F26B43"/>
          </p15:clr>
        </p15:guide>
        <p15:guide id="15" orient="horz" pos="4032">
          <p15:clr>
            <a:srgbClr val="F26B43"/>
          </p15:clr>
        </p15:guide>
        <p15:guide id="16" orient="horz" pos="2232">
          <p15:clr>
            <a:srgbClr val="F26B43"/>
          </p15:clr>
        </p15:guide>
        <p15:guide id="17" orient="horz" pos="1056">
          <p15:clr>
            <a:srgbClr val="F26B43"/>
          </p15:clr>
        </p15:guide>
        <p15:guide id="18" orient="horz" pos="1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A8ACB-7474-26BD-F551-1C9205D3E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8559613-FC10-F725-BA1E-448B49ADC1DD}"/>
              </a:ext>
            </a:extLst>
          </p:cNvPr>
          <p:cNvSpPr/>
          <p:nvPr/>
        </p:nvSpPr>
        <p:spPr>
          <a:xfrm>
            <a:off x="1002164" y="861739"/>
            <a:ext cx="340304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7CB0"/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+mn-cs"/>
              </a:rPr>
              <a:t>Name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49B03E4-9D57-B8FD-3CCA-05B8E1DAE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96119"/>
            <a:ext cx="5408262" cy="394769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ea typeface="Aptos" pitchFamily="34" charset="-122"/>
                <a:cs typeface="Aptos" pitchFamily="34" charset="-120"/>
              </a:rPr>
              <a:t>Data Analytics Experts</a:t>
            </a:r>
            <a:br>
              <a:rPr lang="en-US" sz="2400" dirty="0"/>
            </a:br>
            <a:r>
              <a:rPr lang="en-US" sz="1200" dirty="0">
                <a:highlight>
                  <a:srgbClr val="FFFF00"/>
                </a:highlight>
              </a:rPr>
              <a:t>Interest Photo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67C2AD-4996-6A29-0700-38045A5778E4}"/>
              </a:ext>
            </a:extLst>
          </p:cNvPr>
          <p:cNvCxnSpPr>
            <a:cxnSpLocks/>
          </p:cNvCxnSpPr>
          <p:nvPr/>
        </p:nvCxnSpPr>
        <p:spPr>
          <a:xfrm>
            <a:off x="6096000" y="64325"/>
            <a:ext cx="0" cy="639090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0">
            <a:extLst>
              <a:ext uri="{FF2B5EF4-FFF2-40B4-BE49-F238E27FC236}">
                <a16:creationId xmlns:a16="http://schemas.microsoft.com/office/drawing/2014/main" id="{FC62BD06-C23C-3DBC-2D51-B47529755781}"/>
              </a:ext>
            </a:extLst>
          </p:cNvPr>
          <p:cNvSpPr>
            <a:spLocks noChangeArrowheads="1"/>
          </p:cNvSpPr>
          <p:nvPr/>
        </p:nvSpPr>
        <p:spPr bwMode="gray">
          <a:xfrm>
            <a:off x="501650" y="1408183"/>
            <a:ext cx="260093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algn="l" defTabSz="801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400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Calibri" panose="020F0502020204030204" pitchFamily="34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D5582986-E194-FEE2-62B6-A49D8AC836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501650" y="2947763"/>
            <a:ext cx="26009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algn="l" defTabSz="801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400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Calibri" panose="020F0502020204030204" pitchFamily="34" charset="0"/>
                <a:sym typeface="Arial Unicode MS" pitchFamily="34" charset="-128"/>
              </a:rPr>
              <a:t>Skills &amp; Technologies</a:t>
            </a:r>
          </a:p>
          <a:p>
            <a:pPr marL="0" marR="0" lvl="0" indent="0" algn="l" defTabSz="801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400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badi" panose="020B0604020104020204" pitchFamily="34" charset="0"/>
              <a:ea typeface="+mn-ea"/>
              <a:cs typeface="Calibri" panose="020F0502020204030204" pitchFamily="34" charset="0"/>
              <a:sym typeface="Arial Unicode MS" pitchFamily="34" charset="-128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B9627E05-A02C-E225-6661-B46D22E77F56}"/>
              </a:ext>
            </a:extLst>
          </p:cNvPr>
          <p:cNvSpPr>
            <a:spLocks noChangeArrowheads="1"/>
          </p:cNvSpPr>
          <p:nvPr/>
        </p:nvSpPr>
        <p:spPr bwMode="gray">
          <a:xfrm>
            <a:off x="501650" y="4389126"/>
            <a:ext cx="2599578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algn="l" defTabSz="801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400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Calibri" panose="020F0502020204030204" pitchFamily="34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F73F50D5-49F0-CC69-6DAA-0BDFC092E4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97307" y="4312182"/>
            <a:ext cx="2599578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algn="l" defTabSz="801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400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Calibri" panose="020F0502020204030204" pitchFamily="34" charset="0"/>
                <a:sym typeface="Arial Unicode MS" pitchFamily="34" charset="-128"/>
              </a:rPr>
              <a:t>Professional experience</a:t>
            </a:r>
          </a:p>
        </p:txBody>
      </p:sp>
      <p:sp>
        <p:nvSpPr>
          <p:cNvPr id="20" name="Rectangle 12">
            <a:extLst>
              <a:ext uri="{FF2B5EF4-FFF2-40B4-BE49-F238E27FC236}">
                <a16:creationId xmlns:a16="http://schemas.microsoft.com/office/drawing/2014/main" id="{C379916A-4394-542D-E1A8-1AF28E26EAF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88479" y="2947763"/>
            <a:ext cx="26009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algn="l" defTabSz="801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400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Calibri" panose="020F0502020204030204" pitchFamily="34" charset="0"/>
                <a:sym typeface="Arial Unicode MS" pitchFamily="34" charset="-128"/>
              </a:rPr>
              <a:t>Skills &amp; Technologies</a:t>
            </a:r>
          </a:p>
          <a:p>
            <a:pPr marL="0" marR="0" lvl="0" indent="0" algn="l" defTabSz="801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400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80808"/>
              </a:solidFill>
              <a:effectLst/>
              <a:uLnTx/>
              <a:uFillTx/>
              <a:latin typeface="Abadi" panose="020B0604020104020204" pitchFamily="34" charset="0"/>
              <a:ea typeface="+mn-ea"/>
              <a:cs typeface="Calibri" panose="020F0502020204030204" pitchFamily="34" charset="0"/>
              <a:sym typeface="Arial Unicode MS" pitchFamily="34" charset="-128"/>
            </a:endParaRP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72B3268B-B386-7FEA-B67A-2C5C4ED5F216}"/>
              </a:ext>
            </a:extLst>
          </p:cNvPr>
          <p:cNvSpPr>
            <a:spLocks noChangeArrowheads="1"/>
          </p:cNvSpPr>
          <p:nvPr/>
        </p:nvSpPr>
        <p:spPr bwMode="gray">
          <a:xfrm>
            <a:off x="6495949" y="1394527"/>
            <a:ext cx="260093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marR="0" lvl="0" indent="0" algn="l" defTabSz="80147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40000"/>
              </a:spcAft>
              <a:buClr>
                <a:srgbClr val="000000"/>
              </a:buClr>
              <a:buSzPct val="75000"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50000"/>
                  </a:srgbClr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Calibri" panose="020F0502020204030204" pitchFamily="34" charset="0"/>
                <a:sym typeface="Arial Unicode MS" pitchFamily="34" charset="-128"/>
              </a:rPr>
              <a:t>Background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1AC9D9-E96A-D255-7D31-CFED2428B6D0}"/>
              </a:ext>
            </a:extLst>
          </p:cNvPr>
          <p:cNvSpPr/>
          <p:nvPr/>
        </p:nvSpPr>
        <p:spPr>
          <a:xfrm>
            <a:off x="6709861" y="804651"/>
            <a:ext cx="3403045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007CB0"/>
                </a:solidFill>
                <a:effectLst/>
                <a:uLnTx/>
                <a:uFillTx/>
                <a:latin typeface="Abadi" panose="020B0604020104020204" pitchFamily="34" charset="0"/>
                <a:ea typeface="+mn-ea"/>
                <a:cs typeface="+mn-cs"/>
              </a:rPr>
              <a:t>Name</a:t>
            </a:r>
          </a:p>
        </p:txBody>
      </p:sp>
      <p:sp>
        <p:nvSpPr>
          <p:cNvPr id="25" name="Title 5">
            <a:extLst>
              <a:ext uri="{FF2B5EF4-FFF2-40B4-BE49-F238E27FC236}">
                <a16:creationId xmlns:a16="http://schemas.microsoft.com/office/drawing/2014/main" id="{A2DD793C-144E-2159-00A7-57BA56519AAD}"/>
              </a:ext>
            </a:extLst>
          </p:cNvPr>
          <p:cNvSpPr txBox="1">
            <a:spLocks/>
          </p:cNvSpPr>
          <p:nvPr/>
        </p:nvSpPr>
        <p:spPr bwMode="gray">
          <a:xfrm>
            <a:off x="6282088" y="64325"/>
            <a:ext cx="5408262" cy="39476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Abadi" panose="020B0604020104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badi" panose="020B0604020104020204" pitchFamily="34" charset="0"/>
                <a:ea typeface="Aptos" pitchFamily="34" charset="-122"/>
                <a:cs typeface="Aptos" pitchFamily="34" charset="-120"/>
              </a:rPr>
              <a:t>Data Analytics Experts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Abadi" panose="020B0604020104020204" pitchFamily="34" charset="0"/>
              <a:ea typeface="+mj-ea"/>
              <a:cs typeface="Calibri Light" panose="020F03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Abadi" panose="020B0604020104020204" pitchFamily="34" charset="0"/>
                <a:ea typeface="+mj-ea"/>
                <a:cs typeface="Calibri Light" panose="020F0302020204030204" pitchFamily="34" charset="0"/>
              </a:rPr>
              <a:t>Interest Photo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j-ea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055426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 Brand Theme">
  <a:themeElements>
    <a:clrScheme name="Custom 3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235965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 Brand Theme" id="{7F8E7B9C-D1E6-4EAB-A888-5889AFAC97F5}" vid="{EE3CB14B-24FA-49D6-9FDE-EB9FB3296A69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Abadi</vt:lpstr>
      <vt:lpstr>Aptos</vt:lpstr>
      <vt:lpstr>Arial</vt:lpstr>
      <vt:lpstr>Verdana</vt:lpstr>
      <vt:lpstr>Wingdings 2</vt:lpstr>
      <vt:lpstr>Deloitte Brand Theme</vt:lpstr>
      <vt:lpstr>think-cell Slide</vt:lpstr>
      <vt:lpstr>Data Analytics Experts Interest Photo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Rathore, Chetna</dc:creator>
  <cp:lastModifiedBy>Rathore, Chetna</cp:lastModifiedBy>
  <cp:revision>1</cp:revision>
  <dcterms:created xsi:type="dcterms:W3CDTF">2026-08-27T06:43:36Z</dcterms:created>
  <dcterms:modified xsi:type="dcterms:W3CDTF">2026-08-27T06:44:06Z</dcterms:modified>
</cp:coreProperties>
</file>