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3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1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2" r:id="rId2"/>
    <p:sldMasterId id="2147483696" r:id="rId3"/>
    <p:sldMasterId id="2147483709" r:id="rId4"/>
  </p:sldMasterIdLst>
  <p:notesMasterIdLst>
    <p:notesMasterId r:id="rId32"/>
  </p:notesMasterIdLst>
  <p:sldIdLst>
    <p:sldId id="2147476480" r:id="rId5"/>
    <p:sldId id="2147476454" r:id="rId6"/>
    <p:sldId id="2147476456" r:id="rId7"/>
    <p:sldId id="2147476482" r:id="rId8"/>
    <p:sldId id="262" r:id="rId9"/>
    <p:sldId id="2147476467" r:id="rId10"/>
    <p:sldId id="2147476468" r:id="rId11"/>
    <p:sldId id="266" r:id="rId12"/>
    <p:sldId id="2147476464" r:id="rId13"/>
    <p:sldId id="2147476469" r:id="rId14"/>
    <p:sldId id="2147476485" r:id="rId15"/>
    <p:sldId id="2147476459" r:id="rId16"/>
    <p:sldId id="2146847309" r:id="rId17"/>
    <p:sldId id="257" r:id="rId18"/>
    <p:sldId id="2146847310" r:id="rId19"/>
    <p:sldId id="2147476471" r:id="rId20"/>
    <p:sldId id="2147476472" r:id="rId21"/>
    <p:sldId id="2147476473" r:id="rId22"/>
    <p:sldId id="275" r:id="rId23"/>
    <p:sldId id="256" r:id="rId24"/>
    <p:sldId id="2146847307" r:id="rId25"/>
    <p:sldId id="295" r:id="rId26"/>
    <p:sldId id="2147476478" r:id="rId27"/>
    <p:sldId id="2147476477" r:id="rId28"/>
    <p:sldId id="2147476479" r:id="rId29"/>
    <p:sldId id="2147476484" r:id="rId30"/>
    <p:sldId id="2147476483" r:id="rId31"/>
  </p:sldIdLst>
  <p:sldSz cx="16256000" cy="9144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7FC"/>
    <a:srgbClr val="F4FEF0"/>
    <a:srgbClr val="B4C7E7"/>
    <a:srgbClr val="C24236"/>
    <a:srgbClr val="00307E"/>
    <a:srgbClr val="01307F"/>
    <a:srgbClr val="002668"/>
    <a:srgbClr val="203864"/>
    <a:srgbClr val="14612F"/>
    <a:srgbClr val="FDF3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D36ED6-4B30-4B74-BC91-C60E54CA7D38}" v="64" dt="2026-08-05T18:43:21.02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3447" autoAdjust="0"/>
  </p:normalViewPr>
  <p:slideViewPr>
    <p:cSldViewPr snapToGrid="0">
      <p:cViewPr>
        <p:scale>
          <a:sx n="44" d="100"/>
          <a:sy n="44" d="100"/>
        </p:scale>
        <p:origin x="856" y="-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ri, Sanjay" userId="60319415-94c6-468a-8729-9365d416f1f4" providerId="ADAL" clId="{1694087F-124E-4687-AF2F-0418E7DCCD31}"/>
    <pc:docChg chg="undo custSel addSld delSld modSld">
      <pc:chgData name="Giri, Sanjay" userId="60319415-94c6-468a-8729-9365d416f1f4" providerId="ADAL" clId="{1694087F-124E-4687-AF2F-0418E7DCCD31}" dt="2026-08-05T18:50:39.566" v="2326" actId="478"/>
      <pc:docMkLst>
        <pc:docMk/>
      </pc:docMkLst>
      <pc:sldChg chg="addSp modSp mod">
        <pc:chgData name="Giri, Sanjay" userId="60319415-94c6-468a-8729-9365d416f1f4" providerId="ADAL" clId="{1694087F-124E-4687-AF2F-0418E7DCCD31}" dt="2026-08-05T18:12:11.683" v="1011" actId="1036"/>
        <pc:sldMkLst>
          <pc:docMk/>
          <pc:sldMk cId="0" sldId="256"/>
        </pc:sldMkLst>
        <pc:spChg chg="mod">
          <ac:chgData name="Giri, Sanjay" userId="60319415-94c6-468a-8729-9365d416f1f4" providerId="ADAL" clId="{1694087F-124E-4687-AF2F-0418E7DCCD31}" dt="2026-08-05T18:11:58.904" v="998" actId="1076"/>
          <ac:spMkLst>
            <pc:docMk/>
            <pc:sldMk cId="0" sldId="256"/>
            <ac:spMk id="2" creationId="{00000000-0000-0000-0000-000000000000}"/>
          </ac:spMkLst>
        </pc:spChg>
        <pc:spChg chg="add mod">
          <ac:chgData name="Giri, Sanjay" userId="60319415-94c6-468a-8729-9365d416f1f4" providerId="ADAL" clId="{1694087F-124E-4687-AF2F-0418E7DCCD31}" dt="2026-08-05T18:12:11.683" v="1011" actId="1036"/>
          <ac:spMkLst>
            <pc:docMk/>
            <pc:sldMk cId="0" sldId="256"/>
            <ac:spMk id="9" creationId="{24564A02-5FDC-77D0-4E0F-3DE3D4BCEE78}"/>
          </ac:spMkLst>
        </pc:spChg>
      </pc:sldChg>
      <pc:sldChg chg="addSp modSp mod">
        <pc:chgData name="Giri, Sanjay" userId="60319415-94c6-468a-8729-9365d416f1f4" providerId="ADAL" clId="{1694087F-124E-4687-AF2F-0418E7DCCD31}" dt="2026-08-05T18:13:41.249" v="1027" actId="108"/>
        <pc:sldMkLst>
          <pc:docMk/>
          <pc:sldMk cId="0" sldId="257"/>
        </pc:sldMkLst>
        <pc:spChg chg="mod">
          <ac:chgData name="Giri, Sanjay" userId="60319415-94c6-468a-8729-9365d416f1f4" providerId="ADAL" clId="{1694087F-124E-4687-AF2F-0418E7DCCD31}" dt="2026-08-05T18:13:41.249" v="1027" actId="108"/>
          <ac:spMkLst>
            <pc:docMk/>
            <pc:sldMk cId="0" sldId="257"/>
            <ac:spMk id="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50:23.935" v="533" actId="108"/>
          <ac:spMkLst>
            <pc:docMk/>
            <pc:sldMk cId="0" sldId="257"/>
            <ac:spMk id="4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50:20.394" v="532" actId="108"/>
          <ac:spMkLst>
            <pc:docMk/>
            <pc:sldMk cId="0" sldId="257"/>
            <ac:spMk id="15" creationId="{00000000-0000-0000-0000-000000000000}"/>
          </ac:spMkLst>
        </pc:spChg>
        <pc:spChg chg="add">
          <ac:chgData name="Giri, Sanjay" userId="60319415-94c6-468a-8729-9365d416f1f4" providerId="ADAL" clId="{1694087F-124E-4687-AF2F-0418E7DCCD31}" dt="2026-08-05T18:13:27.453" v="1025" actId="22"/>
          <ac:spMkLst>
            <pc:docMk/>
            <pc:sldMk cId="0" sldId="257"/>
            <ac:spMk id="26" creationId="{DEDDAEE9-AB74-C19F-FAC7-8306127691A8}"/>
          </ac:spMkLst>
        </pc:spChg>
        <pc:spChg chg="mod">
          <ac:chgData name="Giri, Sanjay" userId="60319415-94c6-468a-8729-9365d416f1f4" providerId="ADAL" clId="{1694087F-124E-4687-AF2F-0418E7DCCD31}" dt="2026-08-05T17:50:29.776" v="535" actId="108"/>
          <ac:spMkLst>
            <pc:docMk/>
            <pc:sldMk cId="0" sldId="257"/>
            <ac:spMk id="37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49:46.831" v="529" actId="207"/>
          <ac:spMkLst>
            <pc:docMk/>
            <pc:sldMk cId="0" sldId="257"/>
            <ac:spMk id="38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49:44.139" v="528" actId="207"/>
          <ac:spMkLst>
            <pc:docMk/>
            <pc:sldMk cId="0" sldId="257"/>
            <ac:spMk id="40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50:07.991" v="531" actId="207"/>
          <ac:spMkLst>
            <pc:docMk/>
            <pc:sldMk cId="0" sldId="257"/>
            <ac:spMk id="41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49:49.750" v="530" actId="207"/>
          <ac:spMkLst>
            <pc:docMk/>
            <pc:sldMk cId="0" sldId="257"/>
            <ac:spMk id="42" creationId="{1B24E402-9731-8788-BF16-ECBC884BBA54}"/>
          </ac:spMkLst>
        </pc:spChg>
        <pc:spChg chg="mod">
          <ac:chgData name="Giri, Sanjay" userId="60319415-94c6-468a-8729-9365d416f1f4" providerId="ADAL" clId="{1694087F-124E-4687-AF2F-0418E7DCCD31}" dt="2026-08-05T17:51:00.942" v="536" actId="1076"/>
          <ac:spMkLst>
            <pc:docMk/>
            <pc:sldMk cId="0" sldId="257"/>
            <ac:spMk id="44" creationId="{3F93FEE2-6A14-49F2-E365-E89D8EDD05CD}"/>
          </ac:spMkLst>
        </pc:spChg>
      </pc:sldChg>
      <pc:sldChg chg="addSp delSp modSp mod">
        <pc:chgData name="Giri, Sanjay" userId="60319415-94c6-468a-8729-9365d416f1f4" providerId="ADAL" clId="{1694087F-124E-4687-AF2F-0418E7DCCD31}" dt="2026-08-05T18:29:24.401" v="1529" actId="108"/>
        <pc:sldMkLst>
          <pc:docMk/>
          <pc:sldMk cId="0" sldId="262"/>
        </pc:sldMkLst>
        <pc:spChg chg="mod">
          <ac:chgData name="Giri, Sanjay" userId="60319415-94c6-468a-8729-9365d416f1f4" providerId="ADAL" clId="{1694087F-124E-4687-AF2F-0418E7DCCD31}" dt="2026-08-05T18:21:37.450" v="1348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2:44.097" v="1351" actId="1076"/>
          <ac:spMkLst>
            <pc:docMk/>
            <pc:sldMk cId="0" sldId="262"/>
            <ac:spMk id="4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4:16.984" v="1486" actId="14100"/>
          <ac:spMkLst>
            <pc:docMk/>
            <pc:sldMk cId="0" sldId="262"/>
            <ac:spMk id="5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4:30.165" v="1489" actId="1076"/>
          <ac:spMkLst>
            <pc:docMk/>
            <pc:sldMk cId="0" sldId="262"/>
            <ac:spMk id="6" creationId="{00000000-0000-0000-0000-000000000000}"/>
          </ac:spMkLst>
        </pc:spChg>
        <pc:spChg chg="del">
          <ac:chgData name="Giri, Sanjay" userId="60319415-94c6-468a-8729-9365d416f1f4" providerId="ADAL" clId="{1694087F-124E-4687-AF2F-0418E7DCCD31}" dt="2026-08-05T18:22:51.245" v="1352" actId="478"/>
          <ac:spMkLst>
            <pc:docMk/>
            <pc:sldMk cId="0" sldId="262"/>
            <ac:spMk id="7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4:49.877" v="1492" actId="14100"/>
          <ac:spMkLst>
            <pc:docMk/>
            <pc:sldMk cId="0" sldId="262"/>
            <ac:spMk id="8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4:56.579" v="1493" actId="14100"/>
          <ac:spMkLst>
            <pc:docMk/>
            <pc:sldMk cId="0" sldId="262"/>
            <ac:spMk id="9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2:58.949" v="1391" actId="1035"/>
          <ac:spMkLst>
            <pc:docMk/>
            <pc:sldMk cId="0" sldId="262"/>
            <ac:spMk id="10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3:11.375" v="1399" actId="14100"/>
          <ac:spMkLst>
            <pc:docMk/>
            <pc:sldMk cId="0" sldId="262"/>
            <ac:spMk id="11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3:15.231" v="1400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4:25.058" v="1488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4:20.695" v="1487" actId="14100"/>
          <ac:spMkLst>
            <pc:docMk/>
            <pc:sldMk cId="0" sldId="262"/>
            <ac:spMk id="14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3:58.073" v="1485" actId="103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3:58.073" v="1485" actId="103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3:58.073" v="1485" actId="103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3:58.073" v="1485" actId="103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3:58.073" v="1485" actId="1036"/>
          <ac:spMkLst>
            <pc:docMk/>
            <pc:sldMk cId="0" sldId="262"/>
            <ac:spMk id="20" creationId="{00000000-0000-0000-0000-000000000000}"/>
          </ac:spMkLst>
        </pc:spChg>
        <pc:spChg chg="add">
          <ac:chgData name="Giri, Sanjay" userId="60319415-94c6-468a-8729-9365d416f1f4" providerId="ADAL" clId="{1694087F-124E-4687-AF2F-0418E7DCCD31}" dt="2026-08-05T18:21:20.871" v="1345" actId="22"/>
          <ac:spMkLst>
            <pc:docMk/>
            <pc:sldMk cId="0" sldId="262"/>
            <ac:spMk id="21" creationId="{D03730CC-0FF8-32DF-CDE6-D90B8A7843AF}"/>
          </ac:spMkLst>
        </pc:spChg>
        <pc:spChg chg="mod">
          <ac:chgData name="Giri, Sanjay" userId="60319415-94c6-468a-8729-9365d416f1f4" providerId="ADAL" clId="{1694087F-124E-4687-AF2F-0418E7DCCD31}" dt="2026-08-05T18:23:58.073" v="1485" actId="1036"/>
          <ac:spMkLst>
            <pc:docMk/>
            <pc:sldMk cId="0" sldId="262"/>
            <ac:spMk id="22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3:58.073" v="1485" actId="1036"/>
          <ac:spMkLst>
            <pc:docMk/>
            <pc:sldMk cId="0" sldId="262"/>
            <ac:spMk id="2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3:58.073" v="1485" actId="1036"/>
          <ac:spMkLst>
            <pc:docMk/>
            <pc:sldMk cId="0" sldId="262"/>
            <ac:spMk id="24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29:18.046" v="1527" actId="165"/>
          <ac:spMkLst>
            <pc:docMk/>
            <pc:sldMk cId="0" sldId="262"/>
            <ac:spMk id="25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29:24.401" v="1529" actId="108"/>
          <ac:spMkLst>
            <pc:docMk/>
            <pc:sldMk cId="0" sldId="262"/>
            <ac:spMk id="27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29:18.046" v="1527" actId="165"/>
          <ac:spMkLst>
            <pc:docMk/>
            <pc:sldMk cId="0" sldId="262"/>
            <ac:spMk id="30" creationId="{8ED615F5-DCB2-56C5-52F5-0D89107656BB}"/>
          </ac:spMkLst>
        </pc:spChg>
        <pc:grpChg chg="add del mod">
          <ac:chgData name="Giri, Sanjay" userId="60319415-94c6-468a-8729-9365d416f1f4" providerId="ADAL" clId="{1694087F-124E-4687-AF2F-0418E7DCCD31}" dt="2026-08-05T18:28:14.038" v="1514" actId="165"/>
          <ac:grpSpMkLst>
            <pc:docMk/>
            <pc:sldMk cId="0" sldId="262"/>
            <ac:grpSpMk id="29" creationId="{DDF0CC3C-469B-49EE-FC51-853881F0585D}"/>
          </ac:grpSpMkLst>
        </pc:grpChg>
        <pc:grpChg chg="add del mod">
          <ac:chgData name="Giri, Sanjay" userId="60319415-94c6-468a-8729-9365d416f1f4" providerId="ADAL" clId="{1694087F-124E-4687-AF2F-0418E7DCCD31}" dt="2026-08-05T18:29:18.046" v="1527" actId="165"/>
          <ac:grpSpMkLst>
            <pc:docMk/>
            <pc:sldMk cId="0" sldId="262"/>
            <ac:grpSpMk id="31" creationId="{BC90B416-2317-0C7B-8FBA-05F7E7666D71}"/>
          </ac:grpSpMkLst>
        </pc:grpChg>
        <pc:grpChg chg="add del mod">
          <ac:chgData name="Giri, Sanjay" userId="60319415-94c6-468a-8729-9365d416f1f4" providerId="ADAL" clId="{1694087F-124E-4687-AF2F-0418E7DCCD31}" dt="2026-08-05T18:29:21.223" v="1528" actId="165"/>
          <ac:grpSpMkLst>
            <pc:docMk/>
            <pc:sldMk cId="0" sldId="262"/>
            <ac:grpSpMk id="33" creationId="{C8879EED-C3CE-9074-CF39-BC9923C3F51F}"/>
          </ac:grpSpMkLst>
        </pc:grpChg>
        <pc:picChg chg="mod topLvl">
          <ac:chgData name="Giri, Sanjay" userId="60319415-94c6-468a-8729-9365d416f1f4" providerId="ADAL" clId="{1694087F-124E-4687-AF2F-0418E7DCCD31}" dt="2026-08-05T18:29:18.046" v="1527" actId="165"/>
          <ac:picMkLst>
            <pc:docMk/>
            <pc:sldMk cId="0" sldId="262"/>
            <ac:picMk id="26" creationId="{00000000-0000-0000-0000-000000000000}"/>
          </ac:picMkLst>
        </pc:picChg>
        <pc:picChg chg="mod topLvl">
          <ac:chgData name="Giri, Sanjay" userId="60319415-94c6-468a-8729-9365d416f1f4" providerId="ADAL" clId="{1694087F-124E-4687-AF2F-0418E7DCCD31}" dt="2026-08-05T18:29:21.223" v="1528" actId="165"/>
          <ac:picMkLst>
            <pc:docMk/>
            <pc:sldMk cId="0" sldId="262"/>
            <ac:picMk id="28" creationId="{00000000-0000-0000-0000-000000000000}"/>
          </ac:picMkLst>
        </pc:picChg>
      </pc:sldChg>
      <pc:sldChg chg="addSp delSp modSp mod">
        <pc:chgData name="Giri, Sanjay" userId="60319415-94c6-468a-8729-9365d416f1f4" providerId="ADAL" clId="{1694087F-124E-4687-AF2F-0418E7DCCD31}" dt="2026-08-05T18:19:44.834" v="1300" actId="1036"/>
        <pc:sldMkLst>
          <pc:docMk/>
          <pc:sldMk cId="0" sldId="266"/>
        </pc:sldMkLst>
        <pc:spChg chg="mod">
          <ac:chgData name="Giri, Sanjay" userId="60319415-94c6-468a-8729-9365d416f1f4" providerId="ADAL" clId="{1694087F-124E-4687-AF2F-0418E7DCCD31}" dt="2026-08-05T18:19:10.413" v="1236" actId="1076"/>
          <ac:spMkLst>
            <pc:docMk/>
            <pc:sldMk cId="0" sldId="266"/>
            <ac:spMk id="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19:32.578" v="1278" actId="1036"/>
          <ac:spMkLst>
            <pc:docMk/>
            <pc:sldMk cId="0" sldId="266"/>
            <ac:spMk id="4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19:32.578" v="1278" actId="1036"/>
          <ac:spMkLst>
            <pc:docMk/>
            <pc:sldMk cId="0" sldId="266"/>
            <ac:spMk id="5" creationId="{00000000-0000-0000-0000-000000000000}"/>
          </ac:spMkLst>
        </pc:spChg>
        <pc:spChg chg="del">
          <ac:chgData name="Giri, Sanjay" userId="60319415-94c6-468a-8729-9365d416f1f4" providerId="ADAL" clId="{1694087F-124E-4687-AF2F-0418E7DCCD31}" dt="2026-08-05T18:19:12.608" v="1237" actId="478"/>
          <ac:spMkLst>
            <pc:docMk/>
            <pc:sldMk cId="0" sldId="266"/>
            <ac:spMk id="6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19:32.578" v="1278" actId="1036"/>
          <ac:spMkLst>
            <pc:docMk/>
            <pc:sldMk cId="0" sldId="266"/>
            <ac:spMk id="7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19:32.578" v="1278" actId="1036"/>
          <ac:spMkLst>
            <pc:docMk/>
            <pc:sldMk cId="0" sldId="266"/>
            <ac:spMk id="8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19:32.578" v="1278" actId="1036"/>
          <ac:spMkLst>
            <pc:docMk/>
            <pc:sldMk cId="0" sldId="266"/>
            <ac:spMk id="9" creationId="{00000000-0000-0000-0000-000000000000}"/>
          </ac:spMkLst>
        </pc:spChg>
        <pc:spChg chg="add">
          <ac:chgData name="Giri, Sanjay" userId="60319415-94c6-468a-8729-9365d416f1f4" providerId="ADAL" clId="{1694087F-124E-4687-AF2F-0418E7DCCD31}" dt="2026-08-05T18:19:07.382" v="1235" actId="22"/>
          <ac:spMkLst>
            <pc:docMk/>
            <pc:sldMk cId="0" sldId="266"/>
            <ac:spMk id="10" creationId="{DC507F45-895E-D282-8CDD-CD0A070467C8}"/>
          </ac:spMkLst>
        </pc:spChg>
        <pc:spChg chg="mod">
          <ac:chgData name="Giri, Sanjay" userId="60319415-94c6-468a-8729-9365d416f1f4" providerId="ADAL" clId="{1694087F-124E-4687-AF2F-0418E7DCCD31}" dt="2026-08-05T18:19:32.578" v="1278" actId="1036"/>
          <ac:spMkLst>
            <pc:docMk/>
            <pc:sldMk cId="0" sldId="266"/>
            <ac:spMk id="11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19:39.293" v="1291" actId="1035"/>
          <ac:spMkLst>
            <pc:docMk/>
            <pc:sldMk cId="0" sldId="266"/>
            <ac:spMk id="12" creationId="{9E4CE2AF-DED5-C190-DDC3-B6E5F48AC29E}"/>
          </ac:spMkLst>
        </pc:spChg>
        <pc:spChg chg="mod">
          <ac:chgData name="Giri, Sanjay" userId="60319415-94c6-468a-8729-9365d416f1f4" providerId="ADAL" clId="{1694087F-124E-4687-AF2F-0418E7DCCD31}" dt="2026-08-05T18:19:32.578" v="1278" actId="1036"/>
          <ac:spMkLst>
            <pc:docMk/>
            <pc:sldMk cId="0" sldId="266"/>
            <ac:spMk id="1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19:32.578" v="1278" actId="1036"/>
          <ac:spMkLst>
            <pc:docMk/>
            <pc:sldMk cId="0" sldId="266"/>
            <ac:spMk id="15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19:32.578" v="1278" actId="1036"/>
          <ac:spMkLst>
            <pc:docMk/>
            <pc:sldMk cId="0" sldId="266"/>
            <ac:spMk id="51" creationId="{B21D7F37-FA85-3375-5F46-AE7626A1D698}"/>
          </ac:spMkLst>
        </pc:spChg>
        <pc:graphicFrameChg chg="mod modGraphic">
          <ac:chgData name="Giri, Sanjay" userId="60319415-94c6-468a-8729-9365d416f1f4" providerId="ADAL" clId="{1694087F-124E-4687-AF2F-0418E7DCCD31}" dt="2026-08-05T18:19:44.834" v="1300" actId="1036"/>
          <ac:graphicFrameMkLst>
            <pc:docMk/>
            <pc:sldMk cId="0" sldId="266"/>
            <ac:graphicFrameMk id="36" creationId="{1F6B0DB2-7FCE-59AA-D884-B41A449303B7}"/>
          </ac:graphicFrameMkLst>
        </pc:graphicFrameChg>
      </pc:sldChg>
      <pc:sldChg chg="addSp delSp modSp mod">
        <pc:chgData name="Giri, Sanjay" userId="60319415-94c6-468a-8729-9365d416f1f4" providerId="ADAL" clId="{1694087F-124E-4687-AF2F-0418E7DCCD31}" dt="2026-08-05T18:12:50.009" v="1018" actId="1076"/>
        <pc:sldMkLst>
          <pc:docMk/>
          <pc:sldMk cId="0" sldId="275"/>
        </pc:sldMkLst>
        <pc:spChg chg="mod">
          <ac:chgData name="Giri, Sanjay" userId="60319415-94c6-468a-8729-9365d416f1f4" providerId="ADAL" clId="{1694087F-124E-4687-AF2F-0418E7DCCD31}" dt="2026-08-05T18:12:28.297" v="1013" actId="1076"/>
          <ac:spMkLst>
            <pc:docMk/>
            <pc:sldMk cId="0" sldId="275"/>
            <ac:spMk id="3" creationId="{00000000-0000-0000-0000-000000000000}"/>
          </ac:spMkLst>
        </pc:spChg>
        <pc:spChg chg="add">
          <ac:chgData name="Giri, Sanjay" userId="60319415-94c6-468a-8729-9365d416f1f4" providerId="ADAL" clId="{1694087F-124E-4687-AF2F-0418E7DCCD31}" dt="2026-08-05T18:12:24.899" v="1012" actId="22"/>
          <ac:spMkLst>
            <pc:docMk/>
            <pc:sldMk cId="0" sldId="275"/>
            <ac:spMk id="4" creationId="{AFBEC61D-2292-D07D-5345-C458AE0F5E6E}"/>
          </ac:spMkLst>
        </pc:spChg>
        <pc:spChg chg="del">
          <ac:chgData name="Giri, Sanjay" userId="60319415-94c6-468a-8729-9365d416f1f4" providerId="ADAL" clId="{1694087F-124E-4687-AF2F-0418E7DCCD31}" dt="2026-08-05T18:12:33.374" v="1014" actId="478"/>
          <ac:spMkLst>
            <pc:docMk/>
            <pc:sldMk cId="0" sldId="275"/>
            <ac:spMk id="6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12:46.749" v="1017" actId="1076"/>
          <ac:spMkLst>
            <pc:docMk/>
            <pc:sldMk cId="0" sldId="275"/>
            <ac:spMk id="9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54:55.048" v="597" actId="14100"/>
          <ac:spMkLst>
            <pc:docMk/>
            <pc:sldMk cId="0" sldId="275"/>
            <ac:spMk id="29" creationId="{00000000-0000-0000-0000-000000000000}"/>
          </ac:spMkLst>
        </pc:spChg>
        <pc:spChg chg="del">
          <ac:chgData name="Giri, Sanjay" userId="60319415-94c6-468a-8729-9365d416f1f4" providerId="ADAL" clId="{1694087F-124E-4687-AF2F-0418E7DCCD31}" dt="2026-08-05T18:12:35.578" v="1015" actId="478"/>
          <ac:spMkLst>
            <pc:docMk/>
            <pc:sldMk cId="0" sldId="275"/>
            <ac:spMk id="31" creationId="{00000000-0000-0000-0000-000000000000}"/>
          </ac:spMkLst>
        </pc:spChg>
        <pc:spChg chg="del">
          <ac:chgData name="Giri, Sanjay" userId="60319415-94c6-468a-8729-9365d416f1f4" providerId="ADAL" clId="{1694087F-124E-4687-AF2F-0418E7DCCD31}" dt="2026-08-05T18:12:38.609" v="1016" actId="478"/>
          <ac:spMkLst>
            <pc:docMk/>
            <pc:sldMk cId="0" sldId="275"/>
            <ac:spMk id="32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12:50.009" v="1018" actId="1076"/>
          <ac:spMkLst>
            <pc:docMk/>
            <pc:sldMk cId="0" sldId="275"/>
            <ac:spMk id="34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54:16.403" v="588" actId="14100"/>
          <ac:spMkLst>
            <pc:docMk/>
            <pc:sldMk cId="0" sldId="275"/>
            <ac:spMk id="42" creationId="{00000000-0000-0000-0000-000000000000}"/>
          </ac:spMkLst>
        </pc:spChg>
        <pc:spChg chg="del mod">
          <ac:chgData name="Giri, Sanjay" userId="60319415-94c6-468a-8729-9365d416f1f4" providerId="ADAL" clId="{1694087F-124E-4687-AF2F-0418E7DCCD31}" dt="2026-08-05T17:54:40.652" v="592" actId="478"/>
          <ac:spMkLst>
            <pc:docMk/>
            <pc:sldMk cId="0" sldId="275"/>
            <ac:spMk id="44" creationId="{00000000-0000-0000-0000-000000000000}"/>
          </ac:spMkLst>
        </pc:spChg>
        <pc:spChg chg="del">
          <ac:chgData name="Giri, Sanjay" userId="60319415-94c6-468a-8729-9365d416f1f4" providerId="ADAL" clId="{1694087F-124E-4687-AF2F-0418E7DCCD31}" dt="2026-08-05T17:54:42.501" v="593" actId="478"/>
          <ac:spMkLst>
            <pc:docMk/>
            <pc:sldMk cId="0" sldId="275"/>
            <ac:spMk id="45" creationId="{00000000-0000-0000-0000-000000000000}"/>
          </ac:spMkLst>
        </pc:spChg>
        <pc:graphicFrameChg chg="mod modGraphic">
          <ac:chgData name="Giri, Sanjay" userId="60319415-94c6-468a-8729-9365d416f1f4" providerId="ADAL" clId="{1694087F-124E-4687-AF2F-0418E7DCCD31}" dt="2026-08-05T17:55:10.658" v="621" actId="1035"/>
          <ac:graphicFrameMkLst>
            <pc:docMk/>
            <pc:sldMk cId="0" sldId="275"/>
            <ac:graphicFrameMk id="48" creationId="{C58E40CD-8AB3-224C-7EDA-7FF32CA60251}"/>
          </ac:graphicFrameMkLst>
        </pc:graphicFrameChg>
        <pc:graphicFrameChg chg="mod modGraphic">
          <ac:chgData name="Giri, Sanjay" userId="60319415-94c6-468a-8729-9365d416f1f4" providerId="ADAL" clId="{1694087F-124E-4687-AF2F-0418E7DCCD31}" dt="2026-08-05T17:53:55.516" v="585" actId="108"/>
          <ac:graphicFrameMkLst>
            <pc:docMk/>
            <pc:sldMk cId="0" sldId="275"/>
            <ac:graphicFrameMk id="50" creationId="{75D72AE8-0B73-6811-5AC9-861D6D57ADB5}"/>
          </ac:graphicFrameMkLst>
        </pc:graphicFrameChg>
      </pc:sldChg>
      <pc:sldChg chg="addSp modSp mod">
        <pc:chgData name="Giri, Sanjay" userId="60319415-94c6-468a-8729-9365d416f1f4" providerId="ADAL" clId="{1694087F-124E-4687-AF2F-0418E7DCCD31}" dt="2026-08-05T18:00:49.521" v="822" actId="20577"/>
        <pc:sldMkLst>
          <pc:docMk/>
          <pc:sldMk cId="2556406478" sldId="295"/>
        </pc:sldMkLst>
        <pc:spChg chg="mod">
          <ac:chgData name="Giri, Sanjay" userId="60319415-94c6-468a-8729-9365d416f1f4" providerId="ADAL" clId="{1694087F-124E-4687-AF2F-0418E7DCCD31}" dt="2026-08-05T18:00:49.521" v="822" actId="20577"/>
          <ac:spMkLst>
            <pc:docMk/>
            <pc:sldMk cId="2556406478" sldId="295"/>
            <ac:spMk id="2" creationId="{1AC64761-C663-1356-E635-50D8A8EB556A}"/>
          </ac:spMkLst>
        </pc:spChg>
        <pc:spChg chg="add mod">
          <ac:chgData name="Giri, Sanjay" userId="60319415-94c6-468a-8729-9365d416f1f4" providerId="ADAL" clId="{1694087F-124E-4687-AF2F-0418E7DCCD31}" dt="2026-08-05T17:14:17.934" v="96"/>
          <ac:spMkLst>
            <pc:docMk/>
            <pc:sldMk cId="2556406478" sldId="295"/>
            <ac:spMk id="5" creationId="{C063596D-CE55-8B9C-5EDA-BA6A4ED9CA0B}"/>
          </ac:spMkLst>
        </pc:spChg>
        <pc:spChg chg="add mod">
          <ac:chgData name="Giri, Sanjay" userId="60319415-94c6-468a-8729-9365d416f1f4" providerId="ADAL" clId="{1694087F-124E-4687-AF2F-0418E7DCCD31}" dt="2026-08-05T17:14:15.854" v="95"/>
          <ac:spMkLst>
            <pc:docMk/>
            <pc:sldMk cId="2556406478" sldId="295"/>
            <ac:spMk id="6" creationId="{EF9D6523-186A-A1D6-DFEE-515BB3467EB4}"/>
          </ac:spMkLst>
        </pc:spChg>
        <pc:spChg chg="add mod">
          <ac:chgData name="Giri, Sanjay" userId="60319415-94c6-468a-8729-9365d416f1f4" providerId="ADAL" clId="{1694087F-124E-4687-AF2F-0418E7DCCD31}" dt="2026-08-05T18:00:46.330" v="820" actId="1076"/>
          <ac:spMkLst>
            <pc:docMk/>
            <pc:sldMk cId="2556406478" sldId="295"/>
            <ac:spMk id="9" creationId="{5DD547BF-0DC1-8B13-47EE-B6C5718162E5}"/>
          </ac:spMkLst>
        </pc:spChg>
        <pc:spChg chg="mod">
          <ac:chgData name="Giri, Sanjay" userId="60319415-94c6-468a-8729-9365d416f1f4" providerId="ADAL" clId="{1694087F-124E-4687-AF2F-0418E7DCCD31}" dt="2026-08-05T18:00:12.539" v="804" actId="1076"/>
          <ac:spMkLst>
            <pc:docMk/>
            <pc:sldMk cId="2556406478" sldId="295"/>
            <ac:spMk id="646" creationId="{F86C7DA3-52BC-B70D-5EBE-3ECC294C97A1}"/>
          </ac:spMkLst>
        </pc:spChg>
        <pc:graphicFrameChg chg="mod modGraphic">
          <ac:chgData name="Giri, Sanjay" userId="60319415-94c6-468a-8729-9365d416f1f4" providerId="ADAL" clId="{1694087F-124E-4687-AF2F-0418E7DCCD31}" dt="2026-08-05T17:58:06.011" v="680" actId="207"/>
          <ac:graphicFrameMkLst>
            <pc:docMk/>
            <pc:sldMk cId="2556406478" sldId="295"/>
            <ac:graphicFrameMk id="3" creationId="{9E639B4A-F6BA-B5D9-CF00-774E40EB34FC}"/>
          </ac:graphicFrameMkLst>
        </pc:graphicFrameChg>
        <pc:graphicFrameChg chg="mod modGraphic">
          <ac:chgData name="Giri, Sanjay" userId="60319415-94c6-468a-8729-9365d416f1f4" providerId="ADAL" clId="{1694087F-124E-4687-AF2F-0418E7DCCD31}" dt="2026-08-05T17:57:42.850" v="678"/>
          <ac:graphicFrameMkLst>
            <pc:docMk/>
            <pc:sldMk cId="2556406478" sldId="295"/>
            <ac:graphicFrameMk id="7" creationId="{49314E1E-1542-C29B-9A4B-C48D93EC2EC8}"/>
          </ac:graphicFrameMkLst>
        </pc:graphicFrameChg>
      </pc:sldChg>
      <pc:sldChg chg="addSp modSp mod">
        <pc:chgData name="Giri, Sanjay" userId="60319415-94c6-468a-8729-9365d416f1f4" providerId="ADAL" clId="{1694087F-124E-4687-AF2F-0418E7DCCD31}" dt="2026-08-05T18:48:11.519" v="2312" actId="403"/>
        <pc:sldMkLst>
          <pc:docMk/>
          <pc:sldMk cId="3764579301" sldId="2146847307"/>
        </pc:sldMkLst>
        <pc:spChg chg="mod">
          <ac:chgData name="Giri, Sanjay" userId="60319415-94c6-468a-8729-9365d416f1f4" providerId="ADAL" clId="{1694087F-124E-4687-AF2F-0418E7DCCD31}" dt="2026-08-05T18:11:48.774" v="996" actId="1076"/>
          <ac:spMkLst>
            <pc:docMk/>
            <pc:sldMk cId="3764579301" sldId="2146847307"/>
            <ac:spMk id="2" creationId="{BB0B3C9E-ECB1-C2CF-D139-9F0BD165B2B9}"/>
          </ac:spMkLst>
        </pc:spChg>
        <pc:spChg chg="add">
          <ac:chgData name="Giri, Sanjay" userId="60319415-94c6-468a-8729-9365d416f1f4" providerId="ADAL" clId="{1694087F-124E-4687-AF2F-0418E7DCCD31}" dt="2026-08-05T18:11:45.708" v="995" actId="22"/>
          <ac:spMkLst>
            <pc:docMk/>
            <pc:sldMk cId="3764579301" sldId="2146847307"/>
            <ac:spMk id="8" creationId="{C888DC1C-C5F9-142E-46F2-39564BD41376}"/>
          </ac:spMkLst>
        </pc:spChg>
        <pc:graphicFrameChg chg="mod modGraphic">
          <ac:chgData name="Giri, Sanjay" userId="60319415-94c6-468a-8729-9365d416f1f4" providerId="ADAL" clId="{1694087F-124E-4687-AF2F-0418E7DCCD31}" dt="2026-08-05T18:48:11.519" v="2312" actId="403"/>
          <ac:graphicFrameMkLst>
            <pc:docMk/>
            <pc:sldMk cId="3764579301" sldId="2146847307"/>
            <ac:graphicFrameMk id="4" creationId="{9F5DF26E-9DBE-C1B5-C7D9-C45141629DB0}"/>
          </ac:graphicFrameMkLst>
        </pc:graphicFrameChg>
        <pc:cxnChg chg="mod">
          <ac:chgData name="Giri, Sanjay" userId="60319415-94c6-468a-8729-9365d416f1f4" providerId="ADAL" clId="{1694087F-124E-4687-AF2F-0418E7DCCD31}" dt="2026-08-05T17:56:48.638" v="668" actId="1035"/>
          <ac:cxnSpMkLst>
            <pc:docMk/>
            <pc:sldMk cId="3764579301" sldId="2146847307"/>
            <ac:cxnSpMk id="7" creationId="{94EFE897-E67A-4AF7-E45E-20EFC2C989FD}"/>
          </ac:cxnSpMkLst>
        </pc:cxnChg>
      </pc:sldChg>
      <pc:sldChg chg="addSp delSp modSp mod">
        <pc:chgData name="Giri, Sanjay" userId="60319415-94c6-468a-8729-9365d416f1f4" providerId="ADAL" clId="{1694087F-124E-4687-AF2F-0418E7DCCD31}" dt="2026-08-05T18:50:39.566" v="2326" actId="478"/>
        <pc:sldMkLst>
          <pc:docMk/>
          <pc:sldMk cId="4226645313" sldId="2146847309"/>
        </pc:sldMkLst>
        <pc:spChg chg="mod">
          <ac:chgData name="Giri, Sanjay" userId="60319415-94c6-468a-8729-9365d416f1f4" providerId="ADAL" clId="{1694087F-124E-4687-AF2F-0418E7DCCD31}" dt="2026-08-05T18:13:53.806" v="1029" actId="1076"/>
          <ac:spMkLst>
            <pc:docMk/>
            <pc:sldMk cId="4226645313" sldId="2146847309"/>
            <ac:spMk id="2" creationId="{6F66CCA9-37DF-C407-61A2-2B9DA3FA4F9C}"/>
          </ac:spMkLst>
        </pc:spChg>
        <pc:spChg chg="add">
          <ac:chgData name="Giri, Sanjay" userId="60319415-94c6-468a-8729-9365d416f1f4" providerId="ADAL" clId="{1694087F-124E-4687-AF2F-0418E7DCCD31}" dt="2026-08-05T18:13:50.501" v="1028" actId="22"/>
          <ac:spMkLst>
            <pc:docMk/>
            <pc:sldMk cId="4226645313" sldId="2146847309"/>
            <ac:spMk id="5" creationId="{80044542-B28F-5A06-95E4-ED1D12E8C07B}"/>
          </ac:spMkLst>
        </pc:spChg>
        <pc:spChg chg="add del mod">
          <ac:chgData name="Giri, Sanjay" userId="60319415-94c6-468a-8729-9365d416f1f4" providerId="ADAL" clId="{1694087F-124E-4687-AF2F-0418E7DCCD31}" dt="2026-08-05T18:50:39.566" v="2326" actId="478"/>
          <ac:spMkLst>
            <pc:docMk/>
            <pc:sldMk cId="4226645313" sldId="2146847309"/>
            <ac:spMk id="6" creationId="{1F3AF93B-5802-560D-75E9-B30B2A44F091}"/>
          </ac:spMkLst>
        </pc:spChg>
        <pc:graphicFrameChg chg="mod modGraphic">
          <ac:chgData name="Giri, Sanjay" userId="60319415-94c6-468a-8729-9365d416f1f4" providerId="ADAL" clId="{1694087F-124E-4687-AF2F-0418E7DCCD31}" dt="2026-08-05T18:49:58.281" v="2323" actId="120"/>
          <ac:graphicFrameMkLst>
            <pc:docMk/>
            <pc:sldMk cId="4226645313" sldId="2146847309"/>
            <ac:graphicFrameMk id="4" creationId="{C18BAD4B-0083-1281-E56C-C7D115434835}"/>
          </ac:graphicFrameMkLst>
        </pc:graphicFrameChg>
      </pc:sldChg>
      <pc:sldChg chg="addSp modSp mod">
        <pc:chgData name="Giri, Sanjay" userId="60319415-94c6-468a-8729-9365d416f1f4" providerId="ADAL" clId="{1694087F-124E-4687-AF2F-0418E7DCCD31}" dt="2026-08-05T18:48:50.673" v="2315" actId="207"/>
        <pc:sldMkLst>
          <pc:docMk/>
          <pc:sldMk cId="941188085" sldId="2146847310"/>
        </pc:sldMkLst>
        <pc:spChg chg="mod">
          <ac:chgData name="Giri, Sanjay" userId="60319415-94c6-468a-8729-9365d416f1f4" providerId="ADAL" clId="{1694087F-124E-4687-AF2F-0418E7DCCD31}" dt="2026-08-05T18:13:17.789" v="1024" actId="1076"/>
          <ac:spMkLst>
            <pc:docMk/>
            <pc:sldMk cId="941188085" sldId="2146847310"/>
            <ac:spMk id="2" creationId="{F6B9FC93-607F-B066-D5B8-3070A3FF771B}"/>
          </ac:spMkLst>
        </pc:spChg>
        <pc:spChg chg="add mod">
          <ac:chgData name="Giri, Sanjay" userId="60319415-94c6-468a-8729-9365d416f1f4" providerId="ADAL" clId="{1694087F-124E-4687-AF2F-0418E7DCCD31}" dt="2026-08-05T18:13:15.182" v="1023" actId="1076"/>
          <ac:spMkLst>
            <pc:docMk/>
            <pc:sldMk cId="941188085" sldId="2146847310"/>
            <ac:spMk id="5" creationId="{6677CCC9-5BA1-A366-AF89-1F2D92A0C794}"/>
          </ac:spMkLst>
        </pc:spChg>
        <pc:graphicFrameChg chg="mod modGraphic">
          <ac:chgData name="Giri, Sanjay" userId="60319415-94c6-468a-8729-9365d416f1f4" providerId="ADAL" clId="{1694087F-124E-4687-AF2F-0418E7DCCD31}" dt="2026-08-05T18:48:50.673" v="2315" actId="207"/>
          <ac:graphicFrameMkLst>
            <pc:docMk/>
            <pc:sldMk cId="941188085" sldId="2146847310"/>
            <ac:graphicFrameMk id="4" creationId="{2B209358-E68C-1BBB-6DA3-CD240D0A4FA3}"/>
          </ac:graphicFrameMkLst>
        </pc:graphicFrameChg>
      </pc:sldChg>
      <pc:sldChg chg="addSp modSp mod">
        <pc:chgData name="Giri, Sanjay" userId="60319415-94c6-468a-8729-9365d416f1f4" providerId="ADAL" clId="{1694087F-124E-4687-AF2F-0418E7DCCD31}" dt="2026-08-05T18:31:36.388" v="1593" actId="113"/>
        <pc:sldMkLst>
          <pc:docMk/>
          <pc:sldMk cId="140972045" sldId="2147476454"/>
        </pc:sldMkLst>
        <pc:spChg chg="mod">
          <ac:chgData name="Giri, Sanjay" userId="60319415-94c6-468a-8729-9365d416f1f4" providerId="ADAL" clId="{1694087F-124E-4687-AF2F-0418E7DCCD31}" dt="2026-08-05T18:30:40.634" v="1550" actId="1076"/>
          <ac:spMkLst>
            <pc:docMk/>
            <pc:sldMk cId="140972045" sldId="2147476454"/>
            <ac:spMk id="2" creationId="{375A30DB-CA1E-4D15-8355-A0B05032661D}"/>
          </ac:spMkLst>
        </pc:spChg>
        <pc:spChg chg="mod">
          <ac:chgData name="Giri, Sanjay" userId="60319415-94c6-468a-8729-9365d416f1f4" providerId="ADAL" clId="{1694087F-124E-4687-AF2F-0418E7DCCD31}" dt="2026-08-05T18:31:24.765" v="1591" actId="1076"/>
          <ac:spMkLst>
            <pc:docMk/>
            <pc:sldMk cId="140972045" sldId="2147476454"/>
            <ac:spMk id="3" creationId="{3C662DC0-B612-4B6A-8207-D8FB61D96126}"/>
          </ac:spMkLst>
        </pc:spChg>
        <pc:spChg chg="add">
          <ac:chgData name="Giri, Sanjay" userId="60319415-94c6-468a-8729-9365d416f1f4" providerId="ADAL" clId="{1694087F-124E-4687-AF2F-0418E7DCCD31}" dt="2026-08-05T18:30:34.004" v="1547" actId="22"/>
          <ac:spMkLst>
            <pc:docMk/>
            <pc:sldMk cId="140972045" sldId="2147476454"/>
            <ac:spMk id="6" creationId="{7CEC4B32-C403-F830-41FC-B2EF7FBB5AFD}"/>
          </ac:spMkLst>
        </pc:spChg>
        <pc:graphicFrameChg chg="mod modGraphic">
          <ac:chgData name="Giri, Sanjay" userId="60319415-94c6-468a-8729-9365d416f1f4" providerId="ADAL" clId="{1694087F-124E-4687-AF2F-0418E7DCCD31}" dt="2026-08-05T18:31:31.042" v="1592" actId="113"/>
          <ac:graphicFrameMkLst>
            <pc:docMk/>
            <pc:sldMk cId="140972045" sldId="2147476454"/>
            <ac:graphicFrameMk id="4" creationId="{68DE8C3F-8E99-4785-9AA7-74B2E2F5DD6E}"/>
          </ac:graphicFrameMkLst>
        </pc:graphicFrameChg>
        <pc:graphicFrameChg chg="mod modGraphic">
          <ac:chgData name="Giri, Sanjay" userId="60319415-94c6-468a-8729-9365d416f1f4" providerId="ADAL" clId="{1694087F-124E-4687-AF2F-0418E7DCCD31}" dt="2026-08-05T18:31:36.388" v="1593" actId="113"/>
          <ac:graphicFrameMkLst>
            <pc:docMk/>
            <pc:sldMk cId="140972045" sldId="2147476454"/>
            <ac:graphicFrameMk id="8" creationId="{2F01A4DE-D756-4952-A46F-4E7DF2E0E570}"/>
          </ac:graphicFrameMkLst>
        </pc:graphicFrameChg>
      </pc:sldChg>
      <pc:sldChg chg="addSp modSp mod">
        <pc:chgData name="Giri, Sanjay" userId="60319415-94c6-468a-8729-9365d416f1f4" providerId="ADAL" clId="{1694087F-124E-4687-AF2F-0418E7DCCD31}" dt="2026-08-05T18:32:26.882" v="1607" actId="403"/>
        <pc:sldMkLst>
          <pc:docMk/>
          <pc:sldMk cId="1979678677" sldId="2147476456"/>
        </pc:sldMkLst>
        <pc:spChg chg="mod">
          <ac:chgData name="Giri, Sanjay" userId="60319415-94c6-468a-8729-9365d416f1f4" providerId="ADAL" clId="{1694087F-124E-4687-AF2F-0418E7DCCD31}" dt="2026-08-05T18:31:54.134" v="1595" actId="1076"/>
          <ac:spMkLst>
            <pc:docMk/>
            <pc:sldMk cId="1979678677" sldId="2147476456"/>
            <ac:spMk id="2" creationId="{375A30DB-CA1E-4D15-8355-A0B05032661D}"/>
          </ac:spMkLst>
        </pc:spChg>
        <pc:spChg chg="add">
          <ac:chgData name="Giri, Sanjay" userId="60319415-94c6-468a-8729-9365d416f1f4" providerId="ADAL" clId="{1694087F-124E-4687-AF2F-0418E7DCCD31}" dt="2026-08-05T18:31:50.514" v="1594" actId="22"/>
          <ac:spMkLst>
            <pc:docMk/>
            <pc:sldMk cId="1979678677" sldId="2147476456"/>
            <ac:spMk id="4" creationId="{1E6A1F8F-BAE0-6FE6-34C2-00D94928DC7D}"/>
          </ac:spMkLst>
        </pc:spChg>
        <pc:graphicFrameChg chg="mod modGraphic">
          <ac:chgData name="Giri, Sanjay" userId="60319415-94c6-468a-8729-9365d416f1f4" providerId="ADAL" clId="{1694087F-124E-4687-AF2F-0418E7DCCD31}" dt="2026-08-05T18:32:26.882" v="1607" actId="403"/>
          <ac:graphicFrameMkLst>
            <pc:docMk/>
            <pc:sldMk cId="1979678677" sldId="2147476456"/>
            <ac:graphicFrameMk id="6" creationId="{6CB71433-6BAF-42B0-8C8F-40AD7F703EF8}"/>
          </ac:graphicFrameMkLst>
        </pc:graphicFrameChg>
      </pc:sldChg>
      <pc:sldChg chg="addSp delSp modSp mod">
        <pc:chgData name="Giri, Sanjay" userId="60319415-94c6-468a-8729-9365d416f1f4" providerId="ADAL" clId="{1694087F-124E-4687-AF2F-0418E7DCCD31}" dt="2026-08-05T18:14:52.254" v="1121" actId="1038"/>
        <pc:sldMkLst>
          <pc:docMk/>
          <pc:sldMk cId="1286818192" sldId="2147476459"/>
        </pc:sldMkLst>
        <pc:spChg chg="add">
          <ac:chgData name="Giri, Sanjay" userId="60319415-94c6-468a-8729-9365d416f1f4" providerId="ADAL" clId="{1694087F-124E-4687-AF2F-0418E7DCCD31}" dt="2026-08-05T18:14:06.022" v="1030" actId="22"/>
          <ac:spMkLst>
            <pc:docMk/>
            <pc:sldMk cId="1286818192" sldId="2147476459"/>
            <ac:spMk id="3" creationId="{526D980D-7432-07E4-18E6-D5B5D6CF45BF}"/>
          </ac:spMkLst>
        </pc:spChg>
        <pc:spChg chg="mod">
          <ac:chgData name="Giri, Sanjay" userId="60319415-94c6-468a-8729-9365d416f1f4" providerId="ADAL" clId="{1694087F-124E-4687-AF2F-0418E7DCCD31}" dt="2026-08-05T18:14:10.157" v="1031" actId="1076"/>
          <ac:spMkLst>
            <pc:docMk/>
            <pc:sldMk cId="1286818192" sldId="2147476459"/>
            <ac:spMk id="4" creationId="{4391AAF3-EB2E-3688-8326-2A784B28A820}"/>
          </ac:spMkLst>
        </pc:spChg>
        <pc:spChg chg="mod">
          <ac:chgData name="Giri, Sanjay" userId="60319415-94c6-468a-8729-9365d416f1f4" providerId="ADAL" clId="{1694087F-124E-4687-AF2F-0418E7DCCD31}" dt="2026-08-05T18:14:52.254" v="1121" actId="1038"/>
          <ac:spMkLst>
            <pc:docMk/>
            <pc:sldMk cId="1286818192" sldId="2147476459"/>
            <ac:spMk id="10" creationId="{EBAB4719-CE51-A5A2-90A8-71F89BABF08F}"/>
          </ac:spMkLst>
        </pc:spChg>
        <pc:spChg chg="del">
          <ac:chgData name="Giri, Sanjay" userId="60319415-94c6-468a-8729-9365d416f1f4" providerId="ADAL" clId="{1694087F-124E-4687-AF2F-0418E7DCCD31}" dt="2026-08-05T18:14:16.770" v="1032" actId="478"/>
          <ac:spMkLst>
            <pc:docMk/>
            <pc:sldMk cId="1286818192" sldId="2147476459"/>
            <ac:spMk id="12" creationId="{39A8C8A8-FC78-CA10-A889-A5F6B3994269}"/>
          </ac:spMkLst>
        </pc:spChg>
        <pc:spChg chg="mod">
          <ac:chgData name="Giri, Sanjay" userId="60319415-94c6-468a-8729-9365d416f1f4" providerId="ADAL" clId="{1694087F-124E-4687-AF2F-0418E7DCCD31}" dt="2026-08-05T18:14:52.254" v="1121" actId="1038"/>
          <ac:spMkLst>
            <pc:docMk/>
            <pc:sldMk cId="1286818192" sldId="2147476459"/>
            <ac:spMk id="14" creationId="{2553DF85-BF5C-E19A-95EB-539C2AB8FB9A}"/>
          </ac:spMkLst>
        </pc:spChg>
        <pc:spChg chg="mod">
          <ac:chgData name="Giri, Sanjay" userId="60319415-94c6-468a-8729-9365d416f1f4" providerId="ADAL" clId="{1694087F-124E-4687-AF2F-0418E7DCCD31}" dt="2026-08-05T18:14:52.254" v="1121" actId="1038"/>
          <ac:spMkLst>
            <pc:docMk/>
            <pc:sldMk cId="1286818192" sldId="2147476459"/>
            <ac:spMk id="16" creationId="{1C2E5B95-00CC-D521-4574-B1FA156EA07D}"/>
          </ac:spMkLst>
        </pc:spChg>
        <pc:spChg chg="mod">
          <ac:chgData name="Giri, Sanjay" userId="60319415-94c6-468a-8729-9365d416f1f4" providerId="ADAL" clId="{1694087F-124E-4687-AF2F-0418E7DCCD31}" dt="2026-08-05T18:14:52.254" v="1121" actId="1038"/>
          <ac:spMkLst>
            <pc:docMk/>
            <pc:sldMk cId="1286818192" sldId="2147476459"/>
            <ac:spMk id="18" creationId="{79F8A241-3D9C-6F00-646E-6EB8CA67DDA5}"/>
          </ac:spMkLst>
        </pc:spChg>
        <pc:spChg chg="mod">
          <ac:chgData name="Giri, Sanjay" userId="60319415-94c6-468a-8729-9365d416f1f4" providerId="ADAL" clId="{1694087F-124E-4687-AF2F-0418E7DCCD31}" dt="2026-08-05T18:14:52.254" v="1121" actId="1038"/>
          <ac:spMkLst>
            <pc:docMk/>
            <pc:sldMk cId="1286818192" sldId="2147476459"/>
            <ac:spMk id="20" creationId="{4AD3D7BF-DBB5-5B78-954B-08A0287FCD71}"/>
          </ac:spMkLst>
        </pc:spChg>
        <pc:spChg chg="mod">
          <ac:chgData name="Giri, Sanjay" userId="60319415-94c6-468a-8729-9365d416f1f4" providerId="ADAL" clId="{1694087F-124E-4687-AF2F-0418E7DCCD31}" dt="2026-08-05T18:14:52.254" v="1121" actId="1038"/>
          <ac:spMkLst>
            <pc:docMk/>
            <pc:sldMk cId="1286818192" sldId="2147476459"/>
            <ac:spMk id="24" creationId="{95367BB9-2E94-FBC2-C60E-FD8E4478480B}"/>
          </ac:spMkLst>
        </pc:spChg>
        <pc:graphicFrameChg chg="mod modGraphic">
          <ac:chgData name="Giri, Sanjay" userId="60319415-94c6-468a-8729-9365d416f1f4" providerId="ADAL" clId="{1694087F-124E-4687-AF2F-0418E7DCCD31}" dt="2026-08-05T18:14:38.482" v="1086" actId="1076"/>
          <ac:graphicFrameMkLst>
            <pc:docMk/>
            <pc:sldMk cId="1286818192" sldId="2147476459"/>
            <ac:graphicFrameMk id="26" creationId="{EC409E8D-EF5C-BD60-809C-0D050B1F739E}"/>
          </ac:graphicFrameMkLst>
        </pc:graphicFrameChg>
      </pc:sldChg>
      <pc:sldChg chg="addSp modSp mod">
        <pc:chgData name="Giri, Sanjay" userId="60319415-94c6-468a-8729-9365d416f1f4" providerId="ADAL" clId="{1694087F-124E-4687-AF2F-0418E7DCCD31}" dt="2026-08-05T18:19:02.091" v="1234" actId="1076"/>
        <pc:sldMkLst>
          <pc:docMk/>
          <pc:sldMk cId="4152599468" sldId="2147476464"/>
        </pc:sldMkLst>
        <pc:spChg chg="mod">
          <ac:chgData name="Giri, Sanjay" userId="60319415-94c6-468a-8729-9365d416f1f4" providerId="ADAL" clId="{1694087F-124E-4687-AF2F-0418E7DCCD31}" dt="2026-08-05T18:19:02.091" v="1234" actId="1076"/>
          <ac:spMkLst>
            <pc:docMk/>
            <pc:sldMk cId="4152599468" sldId="2147476464"/>
            <ac:spMk id="4" creationId="{D61E1165-FAC9-8163-1FAD-87E05698F23E}"/>
          </ac:spMkLst>
        </pc:spChg>
        <pc:spChg chg="add">
          <ac:chgData name="Giri, Sanjay" userId="60319415-94c6-468a-8729-9365d416f1f4" providerId="ADAL" clId="{1694087F-124E-4687-AF2F-0418E7DCCD31}" dt="2026-08-05T18:18:58.934" v="1233" actId="22"/>
          <ac:spMkLst>
            <pc:docMk/>
            <pc:sldMk cId="4152599468" sldId="2147476464"/>
            <ac:spMk id="5" creationId="{1F813BA5-114C-D622-86A6-5E45E3575E26}"/>
          </ac:spMkLst>
        </pc:spChg>
        <pc:graphicFrameChg chg="mod modGraphic">
          <ac:chgData name="Giri, Sanjay" userId="60319415-94c6-468a-8729-9365d416f1f4" providerId="ADAL" clId="{1694087F-124E-4687-AF2F-0418E7DCCD31}" dt="2026-08-05T17:22:37.069" v="156"/>
          <ac:graphicFrameMkLst>
            <pc:docMk/>
            <pc:sldMk cId="4152599468" sldId="2147476464"/>
            <ac:graphicFrameMk id="3" creationId="{1C4442C1-FFEC-2B10-8C91-15A0602DADC9}"/>
          </ac:graphicFrameMkLst>
        </pc:graphicFrameChg>
      </pc:sldChg>
      <pc:sldChg chg="addSp modSp mod">
        <pc:chgData name="Giri, Sanjay" userId="60319415-94c6-468a-8729-9365d416f1f4" providerId="ADAL" clId="{1694087F-124E-4687-AF2F-0418E7DCCD31}" dt="2026-08-05T18:21:16.911" v="1344" actId="1035"/>
        <pc:sldMkLst>
          <pc:docMk/>
          <pc:sldMk cId="0" sldId="2147476467"/>
        </pc:sldMkLst>
        <pc:spChg chg="mod">
          <ac:chgData name="Giri, Sanjay" userId="60319415-94c6-468a-8729-9365d416f1f4" providerId="ADAL" clId="{1694087F-124E-4687-AF2F-0418E7DCCD31}" dt="2026-08-05T18:21:16.911" v="1344" actId="1035"/>
          <ac:spMkLst>
            <pc:docMk/>
            <pc:sldMk cId="0" sldId="2147476467"/>
            <ac:spMk id="2" creationId="{00000000-0000-0000-0000-000000000000}"/>
          </ac:spMkLst>
        </pc:spChg>
        <pc:spChg chg="add mod">
          <ac:chgData name="Giri, Sanjay" userId="60319415-94c6-468a-8729-9365d416f1f4" providerId="ADAL" clId="{1694087F-124E-4687-AF2F-0418E7DCCD31}" dt="2026-08-05T18:21:10.717" v="1330" actId="1036"/>
          <ac:spMkLst>
            <pc:docMk/>
            <pc:sldMk cId="0" sldId="2147476467"/>
            <ac:spMk id="4" creationId="{EF1146CC-A8CE-77AA-1EB9-E62C16B91DD3}"/>
          </ac:spMkLst>
        </pc:spChg>
        <pc:spChg chg="mod">
          <ac:chgData name="Giri, Sanjay" userId="60319415-94c6-468a-8729-9365d416f1f4" providerId="ADAL" clId="{1694087F-124E-4687-AF2F-0418E7DCCD31}" dt="2026-08-05T18:20:21.701" v="1320" actId="108"/>
          <ac:spMkLst>
            <pc:docMk/>
            <pc:sldMk cId="0" sldId="2147476467"/>
            <ac:spMk id="5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0:39.560" v="1322" actId="692"/>
          <ac:spMkLst>
            <pc:docMk/>
            <pc:sldMk cId="0" sldId="2147476467"/>
            <ac:spMk id="11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0:24.380" v="1321" actId="108"/>
          <ac:spMkLst>
            <pc:docMk/>
            <pc:sldMk cId="0" sldId="2147476467"/>
            <ac:spMk id="1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0:52.429" v="1323" actId="108"/>
          <ac:spMkLst>
            <pc:docMk/>
            <pc:sldMk cId="0" sldId="2147476467"/>
            <ac:spMk id="19" creationId="{00000000-0000-0000-0000-000000000000}"/>
          </ac:spMkLst>
        </pc:spChg>
      </pc:sldChg>
      <pc:sldChg chg="addSp modSp mod">
        <pc:chgData name="Giri, Sanjay" userId="60319415-94c6-468a-8729-9365d416f1f4" providerId="ADAL" clId="{1694087F-124E-4687-AF2F-0418E7DCCD31}" dt="2026-08-05T18:21:01.419" v="1325" actId="108"/>
        <pc:sldMkLst>
          <pc:docMk/>
          <pc:sldMk cId="0" sldId="2147476468"/>
        </pc:sldMkLst>
        <pc:spChg chg="mod">
          <ac:chgData name="Giri, Sanjay" userId="60319415-94c6-468a-8729-9365d416f1f4" providerId="ADAL" clId="{1694087F-124E-4687-AF2F-0418E7DCCD31}" dt="2026-08-05T18:20:00.585" v="1317" actId="1035"/>
          <ac:spMkLst>
            <pc:docMk/>
            <pc:sldMk cId="0" sldId="2147476468"/>
            <ac:spMk id="2" creationId="{00000000-0000-0000-0000-000000000000}"/>
          </ac:spMkLst>
        </pc:spChg>
        <pc:spChg chg="add">
          <ac:chgData name="Giri, Sanjay" userId="60319415-94c6-468a-8729-9365d416f1f4" providerId="ADAL" clId="{1694087F-124E-4687-AF2F-0418E7DCCD31}" dt="2026-08-05T18:19:53.079" v="1301" actId="22"/>
          <ac:spMkLst>
            <pc:docMk/>
            <pc:sldMk cId="0" sldId="2147476468"/>
            <ac:spMk id="4" creationId="{98B1C864-661B-8C2D-3A26-F54A5A2313FF}"/>
          </ac:spMkLst>
        </pc:spChg>
        <pc:spChg chg="mod">
          <ac:chgData name="Giri, Sanjay" userId="60319415-94c6-468a-8729-9365d416f1f4" providerId="ADAL" clId="{1694087F-124E-4687-AF2F-0418E7DCCD31}" dt="2026-08-05T18:20:14.091" v="1318" actId="108"/>
          <ac:spMkLst>
            <pc:docMk/>
            <pc:sldMk cId="0" sldId="2147476468"/>
            <ac:spMk id="5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0:57.981" v="1324" actId="108"/>
          <ac:spMkLst>
            <pc:docMk/>
            <pc:sldMk cId="0" sldId="2147476468"/>
            <ac:spMk id="11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0:17.306" v="1319" actId="108"/>
          <ac:spMkLst>
            <pc:docMk/>
            <pc:sldMk cId="0" sldId="2147476468"/>
            <ac:spMk id="1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21:01.419" v="1325" actId="108"/>
          <ac:spMkLst>
            <pc:docMk/>
            <pc:sldMk cId="0" sldId="2147476468"/>
            <ac:spMk id="19" creationId="{00000000-0000-0000-0000-000000000000}"/>
          </ac:spMkLst>
        </pc:spChg>
      </pc:sldChg>
      <pc:sldChg chg="addSp modSp mod">
        <pc:chgData name="Giri, Sanjay" userId="60319415-94c6-468a-8729-9365d416f1f4" providerId="ADAL" clId="{1694087F-124E-4687-AF2F-0418E7DCCD31}" dt="2026-08-05T18:18:55.070" v="1232" actId="1036"/>
        <pc:sldMkLst>
          <pc:docMk/>
          <pc:sldMk cId="2348887385" sldId="2147476469"/>
        </pc:sldMkLst>
        <pc:spChg chg="add mod">
          <ac:chgData name="Giri, Sanjay" userId="60319415-94c6-468a-8729-9365d416f1f4" providerId="ADAL" clId="{1694087F-124E-4687-AF2F-0418E7DCCD31}" dt="2026-08-05T18:18:55.070" v="1232" actId="1036"/>
          <ac:spMkLst>
            <pc:docMk/>
            <pc:sldMk cId="2348887385" sldId="2147476469"/>
            <ac:spMk id="5" creationId="{01FD03D1-12BC-5231-3E00-A307F37558BF}"/>
          </ac:spMkLst>
        </pc:spChg>
        <pc:graphicFrameChg chg="mod modGraphic">
          <ac:chgData name="Giri, Sanjay" userId="60319415-94c6-468a-8729-9365d416f1f4" providerId="ADAL" clId="{1694087F-124E-4687-AF2F-0418E7DCCD31}" dt="2026-08-05T17:22:54.794" v="162"/>
          <ac:graphicFrameMkLst>
            <pc:docMk/>
            <pc:sldMk cId="2348887385" sldId="2147476469"/>
            <ac:graphicFrameMk id="3" creationId="{2D6E9656-C31E-199D-1DE2-4AD8025AB27D}"/>
          </ac:graphicFrameMkLst>
        </pc:graphicFrameChg>
      </pc:sldChg>
      <pc:sldChg chg="addSp modSp mod">
        <pc:chgData name="Giri, Sanjay" userId="60319415-94c6-468a-8729-9365d416f1f4" providerId="ADAL" clId="{1694087F-124E-4687-AF2F-0418E7DCCD31}" dt="2026-08-05T18:13:04.591" v="1021" actId="22"/>
        <pc:sldMkLst>
          <pc:docMk/>
          <pc:sldMk cId="716900492" sldId="2147476471"/>
        </pc:sldMkLst>
        <pc:spChg chg="mod">
          <ac:chgData name="Giri, Sanjay" userId="60319415-94c6-468a-8729-9365d416f1f4" providerId="ADAL" clId="{1694087F-124E-4687-AF2F-0418E7DCCD31}" dt="2026-08-05T17:52:32.350" v="561" actId="20577"/>
          <ac:spMkLst>
            <pc:docMk/>
            <pc:sldMk cId="716900492" sldId="2147476471"/>
            <ac:spMk id="3" creationId="{B6152506-02CA-D458-B0F9-31BF6A6D58C7}"/>
          </ac:spMkLst>
        </pc:spChg>
        <pc:spChg chg="mod">
          <ac:chgData name="Giri, Sanjay" userId="60319415-94c6-468a-8729-9365d416f1f4" providerId="ADAL" clId="{1694087F-124E-4687-AF2F-0418E7DCCD31}" dt="2026-08-05T17:52:23.944" v="552" actId="1035"/>
          <ac:spMkLst>
            <pc:docMk/>
            <pc:sldMk cId="716900492" sldId="2147476471"/>
            <ac:spMk id="14" creationId="{76B434EE-BC20-4F8C-E30E-1A679AEA6B97}"/>
          </ac:spMkLst>
        </pc:spChg>
        <pc:spChg chg="add">
          <ac:chgData name="Giri, Sanjay" userId="60319415-94c6-468a-8729-9365d416f1f4" providerId="ADAL" clId="{1694087F-124E-4687-AF2F-0418E7DCCD31}" dt="2026-08-05T18:13:04.591" v="1021" actId="22"/>
          <ac:spMkLst>
            <pc:docMk/>
            <pc:sldMk cId="716900492" sldId="2147476471"/>
            <ac:spMk id="27" creationId="{A8EE734A-32D8-FC07-3422-41B40C425D76}"/>
          </ac:spMkLst>
        </pc:spChg>
        <pc:spChg chg="mod">
          <ac:chgData name="Giri, Sanjay" userId="60319415-94c6-468a-8729-9365d416f1f4" providerId="ADAL" clId="{1694087F-124E-4687-AF2F-0418E7DCCD31}" dt="2026-08-05T17:52:23.944" v="552" actId="1035"/>
          <ac:spMkLst>
            <pc:docMk/>
            <pc:sldMk cId="716900492" sldId="2147476471"/>
            <ac:spMk id="29" creationId="{342CFDE2-4318-52F8-DDFA-4AB9E1FC8B72}"/>
          </ac:spMkLst>
        </pc:spChg>
        <pc:spChg chg="mod">
          <ac:chgData name="Giri, Sanjay" userId="60319415-94c6-468a-8729-9365d416f1f4" providerId="ADAL" clId="{1694087F-124E-4687-AF2F-0418E7DCCD31}" dt="2026-08-05T17:52:23.944" v="552" actId="1035"/>
          <ac:spMkLst>
            <pc:docMk/>
            <pc:sldMk cId="716900492" sldId="2147476471"/>
            <ac:spMk id="33" creationId="{49BE1518-8CD1-C7BB-8BF6-9F5F1315FFC2}"/>
          </ac:spMkLst>
        </pc:spChg>
        <pc:spChg chg="mod">
          <ac:chgData name="Giri, Sanjay" userId="60319415-94c6-468a-8729-9365d416f1f4" providerId="ADAL" clId="{1694087F-124E-4687-AF2F-0418E7DCCD31}" dt="2026-08-05T17:52:23.944" v="552" actId="1035"/>
          <ac:spMkLst>
            <pc:docMk/>
            <pc:sldMk cId="716900492" sldId="2147476471"/>
            <ac:spMk id="39" creationId="{C2603975-8584-3BBC-9A43-5A922138AD14}"/>
          </ac:spMkLst>
        </pc:spChg>
        <pc:spChg chg="mod">
          <ac:chgData name="Giri, Sanjay" userId="60319415-94c6-468a-8729-9365d416f1f4" providerId="ADAL" clId="{1694087F-124E-4687-AF2F-0418E7DCCD31}" dt="2026-08-05T17:52:23.944" v="552" actId="1035"/>
          <ac:spMkLst>
            <pc:docMk/>
            <pc:sldMk cId="716900492" sldId="2147476471"/>
            <ac:spMk id="45" creationId="{D0C7E45F-5A6B-7CA5-CD29-986FA8022336}"/>
          </ac:spMkLst>
        </pc:spChg>
        <pc:grpChg chg="mod">
          <ac:chgData name="Giri, Sanjay" userId="60319415-94c6-468a-8729-9365d416f1f4" providerId="ADAL" clId="{1694087F-124E-4687-AF2F-0418E7DCCD31}" dt="2026-08-05T17:52:23.944" v="552" actId="1035"/>
          <ac:grpSpMkLst>
            <pc:docMk/>
            <pc:sldMk cId="716900492" sldId="2147476471"/>
            <ac:grpSpMk id="2" creationId="{65051997-985B-C68F-75F9-AE021F5C9944}"/>
          </ac:grpSpMkLst>
        </pc:grpChg>
      </pc:sldChg>
      <pc:sldChg chg="addSp modSp mod">
        <pc:chgData name="Giri, Sanjay" userId="60319415-94c6-468a-8729-9365d416f1f4" providerId="ADAL" clId="{1694087F-124E-4687-AF2F-0418E7DCCD31}" dt="2026-08-05T18:13:02.106" v="1020" actId="22"/>
        <pc:sldMkLst>
          <pc:docMk/>
          <pc:sldMk cId="2321980751" sldId="2147476472"/>
        </pc:sldMkLst>
        <pc:spChg chg="mod">
          <ac:chgData name="Giri, Sanjay" userId="60319415-94c6-468a-8729-9365d416f1f4" providerId="ADAL" clId="{1694087F-124E-4687-AF2F-0418E7DCCD31}" dt="2026-08-05T17:52:39.243" v="569" actId="20577"/>
          <ac:spMkLst>
            <pc:docMk/>
            <pc:sldMk cId="2321980751" sldId="2147476472"/>
            <ac:spMk id="3" creationId="{FA89380E-0634-801B-E2BF-52CA60C714B4}"/>
          </ac:spMkLst>
        </pc:spChg>
        <pc:spChg chg="add">
          <ac:chgData name="Giri, Sanjay" userId="60319415-94c6-468a-8729-9365d416f1f4" providerId="ADAL" clId="{1694087F-124E-4687-AF2F-0418E7DCCD31}" dt="2026-08-05T18:13:02.106" v="1020" actId="22"/>
          <ac:spMkLst>
            <pc:docMk/>
            <pc:sldMk cId="2321980751" sldId="2147476472"/>
            <ac:spMk id="27" creationId="{8A631BA6-99EB-2A7F-AF97-7ABADE9A9F84}"/>
          </ac:spMkLst>
        </pc:spChg>
      </pc:sldChg>
      <pc:sldChg chg="addSp modSp mod">
        <pc:chgData name="Giri, Sanjay" userId="60319415-94c6-468a-8729-9365d416f1f4" providerId="ADAL" clId="{1694087F-124E-4687-AF2F-0418E7DCCD31}" dt="2026-08-05T18:12:59.042" v="1019" actId="22"/>
        <pc:sldMkLst>
          <pc:docMk/>
          <pc:sldMk cId="3255085828" sldId="2147476473"/>
        </pc:sldMkLst>
        <pc:spChg chg="mod">
          <ac:chgData name="Giri, Sanjay" userId="60319415-94c6-468a-8729-9365d416f1f4" providerId="ADAL" clId="{1694087F-124E-4687-AF2F-0418E7DCCD31}" dt="2026-08-05T17:52:45.276" v="575" actId="20577"/>
          <ac:spMkLst>
            <pc:docMk/>
            <pc:sldMk cId="3255085828" sldId="2147476473"/>
            <ac:spMk id="3" creationId="{0B9CC326-FC26-C9F5-F2BD-69931C0BE3C9}"/>
          </ac:spMkLst>
        </pc:spChg>
        <pc:spChg chg="mod">
          <ac:chgData name="Giri, Sanjay" userId="60319415-94c6-468a-8729-9365d416f1f4" providerId="ADAL" clId="{1694087F-124E-4687-AF2F-0418E7DCCD31}" dt="2026-08-05T17:52:01.325" v="543" actId="164"/>
          <ac:spMkLst>
            <pc:docMk/>
            <pc:sldMk cId="3255085828" sldId="2147476473"/>
            <ac:spMk id="13" creationId="{B4A701AB-6D41-FEF7-B715-3D1EC093C8ED}"/>
          </ac:spMkLst>
        </pc:spChg>
        <pc:spChg chg="mod">
          <ac:chgData name="Giri, Sanjay" userId="60319415-94c6-468a-8729-9365d416f1f4" providerId="ADAL" clId="{1694087F-124E-4687-AF2F-0418E7DCCD31}" dt="2026-08-05T17:52:01.325" v="543" actId="164"/>
          <ac:spMkLst>
            <pc:docMk/>
            <pc:sldMk cId="3255085828" sldId="2147476473"/>
            <ac:spMk id="29" creationId="{864067F4-3824-9894-F8F0-1DB9FA7833D2}"/>
          </ac:spMkLst>
        </pc:spChg>
        <pc:spChg chg="add">
          <ac:chgData name="Giri, Sanjay" userId="60319415-94c6-468a-8729-9365d416f1f4" providerId="ADAL" clId="{1694087F-124E-4687-AF2F-0418E7DCCD31}" dt="2026-08-05T18:12:59.042" v="1019" actId="22"/>
          <ac:spMkLst>
            <pc:docMk/>
            <pc:sldMk cId="3255085828" sldId="2147476473"/>
            <ac:spMk id="31" creationId="{CD384331-FBD3-6664-4091-33FE5155A1B9}"/>
          </ac:spMkLst>
        </pc:spChg>
        <pc:grpChg chg="add mod">
          <ac:chgData name="Giri, Sanjay" userId="60319415-94c6-468a-8729-9365d416f1f4" providerId="ADAL" clId="{1694087F-124E-4687-AF2F-0418E7DCCD31}" dt="2026-08-05T17:52:08.775" v="545" actId="14100"/>
          <ac:grpSpMkLst>
            <pc:docMk/>
            <pc:sldMk cId="3255085828" sldId="2147476473"/>
            <ac:grpSpMk id="2" creationId="{C79D1130-B4B2-4198-3B85-9860B0E0271E}"/>
          </ac:grpSpMkLst>
        </pc:grpChg>
        <pc:grpChg chg="mod">
          <ac:chgData name="Giri, Sanjay" userId="60319415-94c6-468a-8729-9365d416f1f4" providerId="ADAL" clId="{1694087F-124E-4687-AF2F-0418E7DCCD31}" dt="2026-08-05T17:52:01.325" v="543" actId="164"/>
          <ac:grpSpMkLst>
            <pc:docMk/>
            <pc:sldMk cId="3255085828" sldId="2147476473"/>
            <ac:grpSpMk id="14" creationId="{B27E8C68-F426-8CC0-0DA1-27EC9C049DF7}"/>
          </ac:grpSpMkLst>
        </pc:grpChg>
      </pc:sldChg>
      <pc:sldChg chg="del">
        <pc:chgData name="Giri, Sanjay" userId="60319415-94c6-468a-8729-9365d416f1f4" providerId="ADAL" clId="{1694087F-124E-4687-AF2F-0418E7DCCD31}" dt="2026-08-05T17:48:31.893" v="512" actId="47"/>
        <pc:sldMkLst>
          <pc:docMk/>
          <pc:sldMk cId="3498285364" sldId="2147476474"/>
        </pc:sldMkLst>
      </pc:sldChg>
      <pc:sldChg chg="addSp modSp mod">
        <pc:chgData name="Giri, Sanjay" userId="60319415-94c6-468a-8729-9365d416f1f4" providerId="ADAL" clId="{1694087F-124E-4687-AF2F-0418E7DCCD31}" dt="2026-08-05T18:03:23.944" v="857" actId="1035"/>
        <pc:sldMkLst>
          <pc:docMk/>
          <pc:sldMk cId="3898232390" sldId="2147476477"/>
        </pc:sldMkLst>
        <pc:spChg chg="add mod">
          <ac:chgData name="Giri, Sanjay" userId="60319415-94c6-468a-8729-9365d416f1f4" providerId="ADAL" clId="{1694087F-124E-4687-AF2F-0418E7DCCD31}" dt="2026-08-05T18:03:23.944" v="857" actId="1035"/>
          <ac:spMkLst>
            <pc:docMk/>
            <pc:sldMk cId="3898232390" sldId="2147476477"/>
            <ac:spMk id="4" creationId="{D0A8CB85-6CBA-0806-FC66-E3ECB62B8DF1}"/>
          </ac:spMkLst>
        </pc:spChg>
        <pc:graphicFrameChg chg="modGraphic">
          <ac:chgData name="Giri, Sanjay" userId="60319415-94c6-468a-8729-9365d416f1f4" providerId="ADAL" clId="{1694087F-124E-4687-AF2F-0418E7DCCD31}" dt="2026-08-05T18:02:40.884" v="843" actId="207"/>
          <ac:graphicFrameMkLst>
            <pc:docMk/>
            <pc:sldMk cId="3898232390" sldId="2147476477"/>
            <ac:graphicFrameMk id="16" creationId="{EB814CCE-93FD-0BEB-CF03-470BB4F211B3}"/>
          </ac:graphicFrameMkLst>
        </pc:graphicFrameChg>
        <pc:graphicFrameChg chg="modGraphic">
          <ac:chgData name="Giri, Sanjay" userId="60319415-94c6-468a-8729-9365d416f1f4" providerId="ADAL" clId="{1694087F-124E-4687-AF2F-0418E7DCCD31}" dt="2026-08-05T18:02:16.767" v="840" actId="207"/>
          <ac:graphicFrameMkLst>
            <pc:docMk/>
            <pc:sldMk cId="3898232390" sldId="2147476477"/>
            <ac:graphicFrameMk id="18" creationId="{6B089208-7575-DF10-AC5E-DB2BCE279921}"/>
          </ac:graphicFrameMkLst>
        </pc:graphicFrameChg>
      </pc:sldChg>
      <pc:sldChg chg="addSp delSp modSp mod">
        <pc:chgData name="Giri, Sanjay" userId="60319415-94c6-468a-8729-9365d416f1f4" providerId="ADAL" clId="{1694087F-124E-4687-AF2F-0418E7DCCD31}" dt="2026-08-05T18:07:39.659" v="935" actId="20577"/>
        <pc:sldMkLst>
          <pc:docMk/>
          <pc:sldMk cId="3848385725" sldId="2147476478"/>
        </pc:sldMkLst>
        <pc:spChg chg="mod">
          <ac:chgData name="Giri, Sanjay" userId="60319415-94c6-468a-8729-9365d416f1f4" providerId="ADAL" clId="{1694087F-124E-4687-AF2F-0418E7DCCD31}" dt="2026-08-05T18:00:57.836" v="825" actId="1076"/>
          <ac:spMkLst>
            <pc:docMk/>
            <pc:sldMk cId="3848385725" sldId="2147476478"/>
            <ac:spMk id="3" creationId="{9F8FAB94-8DBC-0C82-8086-2A0A973DBBDC}"/>
          </ac:spMkLst>
        </pc:spChg>
        <pc:spChg chg="mod">
          <ac:chgData name="Giri, Sanjay" userId="60319415-94c6-468a-8729-9365d416f1f4" providerId="ADAL" clId="{1694087F-124E-4687-AF2F-0418E7DCCD31}" dt="2026-08-05T18:00:05.800" v="803" actId="1036"/>
          <ac:spMkLst>
            <pc:docMk/>
            <pc:sldMk cId="3848385725" sldId="2147476478"/>
            <ac:spMk id="4" creationId="{B9D0F802-E880-40F9-396C-318E89E1B351}"/>
          </ac:spMkLst>
        </pc:spChg>
        <pc:spChg chg="add mod">
          <ac:chgData name="Giri, Sanjay" userId="60319415-94c6-468a-8729-9365d416f1f4" providerId="ADAL" clId="{1694087F-124E-4687-AF2F-0418E7DCCD31}" dt="2026-08-05T18:07:39.659" v="935" actId="20577"/>
          <ac:spMkLst>
            <pc:docMk/>
            <pc:sldMk cId="3848385725" sldId="2147476478"/>
            <ac:spMk id="5" creationId="{FB1FEA0B-FA17-E72C-A553-4BA0114297D6}"/>
          </ac:spMkLst>
        </pc:spChg>
        <pc:spChg chg="mod">
          <ac:chgData name="Giri, Sanjay" userId="60319415-94c6-468a-8729-9365d416f1f4" providerId="ADAL" clId="{1694087F-124E-4687-AF2F-0418E7DCCD31}" dt="2026-08-05T18:01:03.190" v="828" actId="1076"/>
          <ac:spMkLst>
            <pc:docMk/>
            <pc:sldMk cId="3848385725" sldId="2147476478"/>
            <ac:spMk id="6" creationId="{D79D6B4F-B1B3-C239-5BFC-169E5B379969}"/>
          </ac:spMkLst>
        </pc:spChg>
        <pc:spChg chg="mod">
          <ac:chgData name="Giri, Sanjay" userId="60319415-94c6-468a-8729-9365d416f1f4" providerId="ADAL" clId="{1694087F-124E-4687-AF2F-0418E7DCCD31}" dt="2026-08-05T18:00:05.800" v="803" actId="1036"/>
          <ac:spMkLst>
            <pc:docMk/>
            <pc:sldMk cId="3848385725" sldId="2147476478"/>
            <ac:spMk id="7" creationId="{AFFEA369-252B-56CE-3C92-890C3689F2DD}"/>
          </ac:spMkLst>
        </pc:spChg>
        <pc:spChg chg="mod">
          <ac:chgData name="Giri, Sanjay" userId="60319415-94c6-468a-8729-9365d416f1f4" providerId="ADAL" clId="{1694087F-124E-4687-AF2F-0418E7DCCD31}" dt="2026-08-05T18:00:59.929" v="827" actId="1076"/>
          <ac:spMkLst>
            <pc:docMk/>
            <pc:sldMk cId="3848385725" sldId="2147476478"/>
            <ac:spMk id="9" creationId="{91C4CAE9-0F58-637D-F742-B6968567C130}"/>
          </ac:spMkLst>
        </pc:spChg>
        <pc:spChg chg="mod">
          <ac:chgData name="Giri, Sanjay" userId="60319415-94c6-468a-8729-9365d416f1f4" providerId="ADAL" clId="{1694087F-124E-4687-AF2F-0418E7DCCD31}" dt="2026-08-05T17:59:32.646" v="745" actId="14100"/>
          <ac:spMkLst>
            <pc:docMk/>
            <pc:sldMk cId="3848385725" sldId="2147476478"/>
            <ac:spMk id="10" creationId="{8562C7B5-B3ED-091A-4F27-6F515B310A7D}"/>
          </ac:spMkLst>
        </pc:spChg>
        <pc:spChg chg="mod">
          <ac:chgData name="Giri, Sanjay" userId="60319415-94c6-468a-8729-9365d416f1f4" providerId="ADAL" clId="{1694087F-124E-4687-AF2F-0418E7DCCD31}" dt="2026-08-05T18:00:05.800" v="803" actId="1036"/>
          <ac:spMkLst>
            <pc:docMk/>
            <pc:sldMk cId="3848385725" sldId="2147476478"/>
            <ac:spMk id="11" creationId="{60E17AC1-E832-47E4-C2CE-C16413B18A35}"/>
          </ac:spMkLst>
        </pc:spChg>
        <pc:spChg chg="del mod">
          <ac:chgData name="Giri, Sanjay" userId="60319415-94c6-468a-8729-9365d416f1f4" providerId="ADAL" clId="{1694087F-124E-4687-AF2F-0418E7DCCD31}" dt="2026-08-05T18:06:53.644" v="915" actId="478"/>
          <ac:spMkLst>
            <pc:docMk/>
            <pc:sldMk cId="3848385725" sldId="2147476478"/>
            <ac:spMk id="21" creationId="{417672FD-095F-7ECF-538B-F97984478C64}"/>
          </ac:spMkLst>
        </pc:spChg>
      </pc:sldChg>
      <pc:sldChg chg="addSp delSp modSp mod">
        <pc:chgData name="Giri, Sanjay" userId="60319415-94c6-468a-8729-9365d416f1f4" providerId="ADAL" clId="{1694087F-124E-4687-AF2F-0418E7DCCD31}" dt="2026-08-05T18:09:18.319" v="981" actId="207"/>
        <pc:sldMkLst>
          <pc:docMk/>
          <pc:sldMk cId="1305364275" sldId="2147476479"/>
        </pc:sldMkLst>
        <pc:spChg chg="mod topLvl">
          <ac:chgData name="Giri, Sanjay" userId="60319415-94c6-468a-8729-9365d416f1f4" providerId="ADAL" clId="{1694087F-124E-4687-AF2F-0418E7DCCD31}" dt="2026-08-05T18:04:52.363" v="893" actId="108"/>
          <ac:spMkLst>
            <pc:docMk/>
            <pc:sldMk cId="1305364275" sldId="2147476479"/>
            <ac:spMk id="4" creationId="{107908E9-CAD0-2D80-818A-17544D41229F}"/>
          </ac:spMkLst>
        </pc:spChg>
        <pc:spChg chg="mod topLvl">
          <ac:chgData name="Giri, Sanjay" userId="60319415-94c6-468a-8729-9365d416f1f4" providerId="ADAL" clId="{1694087F-124E-4687-AF2F-0418E7DCCD31}" dt="2026-08-05T18:03:47.511" v="864" actId="165"/>
          <ac:spMkLst>
            <pc:docMk/>
            <pc:sldMk cId="1305364275" sldId="2147476479"/>
            <ac:spMk id="5" creationId="{B473B3D5-92DC-3E96-1F2C-582A93C20B02}"/>
          </ac:spMkLst>
        </pc:spChg>
        <pc:spChg chg="mod topLvl">
          <ac:chgData name="Giri, Sanjay" userId="60319415-94c6-468a-8729-9365d416f1f4" providerId="ADAL" clId="{1694087F-124E-4687-AF2F-0418E7DCCD31}" dt="2026-08-05T18:05:27.063" v="898" actId="207"/>
          <ac:spMkLst>
            <pc:docMk/>
            <pc:sldMk cId="1305364275" sldId="2147476479"/>
            <ac:spMk id="6" creationId="{1EA21C71-77BD-B42D-477F-1B6E2055D838}"/>
          </ac:spMkLst>
        </pc:spChg>
        <pc:spChg chg="add">
          <ac:chgData name="Giri, Sanjay" userId="60319415-94c6-468a-8729-9365d416f1f4" providerId="ADAL" clId="{1694087F-124E-4687-AF2F-0418E7DCCD31}" dt="2026-08-05T18:03:26.555" v="858" actId="22"/>
          <ac:spMkLst>
            <pc:docMk/>
            <pc:sldMk cId="1305364275" sldId="2147476479"/>
            <ac:spMk id="7" creationId="{F573F042-3516-884F-1F6E-E53DB478DF1A}"/>
          </ac:spMkLst>
        </pc:spChg>
        <pc:spChg chg="add mod">
          <ac:chgData name="Giri, Sanjay" userId="60319415-94c6-468a-8729-9365d416f1f4" providerId="ADAL" clId="{1694087F-124E-4687-AF2F-0418E7DCCD31}" dt="2026-08-05T18:05:35.621" v="900" actId="207"/>
          <ac:spMkLst>
            <pc:docMk/>
            <pc:sldMk cId="1305364275" sldId="2147476479"/>
            <ac:spMk id="10" creationId="{CD087946-C897-DF16-010E-54206DF3A949}"/>
          </ac:spMkLst>
        </pc:spChg>
        <pc:spChg chg="mod">
          <ac:chgData name="Giri, Sanjay" userId="60319415-94c6-468a-8729-9365d416f1f4" providerId="ADAL" clId="{1694087F-124E-4687-AF2F-0418E7DCCD31}" dt="2026-08-05T18:09:18.319" v="981" actId="207"/>
          <ac:spMkLst>
            <pc:docMk/>
            <pc:sldMk cId="1305364275" sldId="2147476479"/>
            <ac:spMk id="54" creationId="{5C887BE9-C7A6-F444-EEDA-64D4C4BFFCCA}"/>
          </ac:spMkLst>
        </pc:spChg>
        <pc:grpChg chg="add del mod">
          <ac:chgData name="Giri, Sanjay" userId="60319415-94c6-468a-8729-9365d416f1f4" providerId="ADAL" clId="{1694087F-124E-4687-AF2F-0418E7DCCD31}" dt="2026-08-05T18:03:47.511" v="864" actId="165"/>
          <ac:grpSpMkLst>
            <pc:docMk/>
            <pc:sldMk cId="1305364275" sldId="2147476479"/>
            <ac:grpSpMk id="8" creationId="{05E58805-9B03-0FAC-C0F3-CB89AA21D574}"/>
          </ac:grpSpMkLst>
        </pc:grpChg>
        <pc:graphicFrameChg chg="mod modGraphic">
          <ac:chgData name="Giri, Sanjay" userId="60319415-94c6-468a-8729-9365d416f1f4" providerId="ADAL" clId="{1694087F-124E-4687-AF2F-0418E7DCCD31}" dt="2026-08-05T18:08:57.887" v="978" actId="207"/>
          <ac:graphicFrameMkLst>
            <pc:docMk/>
            <pc:sldMk cId="1305364275" sldId="2147476479"/>
            <ac:graphicFrameMk id="45" creationId="{1E6F68A5-A3AF-A50D-D656-C7A177DC5BE6}"/>
          </ac:graphicFrameMkLst>
        </pc:graphicFrameChg>
      </pc:sldChg>
      <pc:sldChg chg="addSp modSp mod">
        <pc:chgData name="Giri, Sanjay" userId="60319415-94c6-468a-8729-9365d416f1f4" providerId="ADAL" clId="{1694087F-124E-4687-AF2F-0418E7DCCD31}" dt="2026-08-05T18:30:14.102" v="1546" actId="14100"/>
        <pc:sldMkLst>
          <pc:docMk/>
          <pc:sldMk cId="4248089442" sldId="2147476480"/>
        </pc:sldMkLst>
        <pc:spChg chg="mod">
          <ac:chgData name="Giri, Sanjay" userId="60319415-94c6-468a-8729-9365d416f1f4" providerId="ADAL" clId="{1694087F-124E-4687-AF2F-0418E7DCCD31}" dt="2026-08-05T18:30:03.762" v="1544" actId="1037"/>
          <ac:spMkLst>
            <pc:docMk/>
            <pc:sldMk cId="4248089442" sldId="2147476480"/>
            <ac:spMk id="2" creationId="{83ACB06F-F158-0F8C-A05B-9A2715A34BE2}"/>
          </ac:spMkLst>
        </pc:spChg>
        <pc:spChg chg="add">
          <ac:chgData name="Giri, Sanjay" userId="60319415-94c6-468a-8729-9365d416f1f4" providerId="ADAL" clId="{1694087F-124E-4687-AF2F-0418E7DCCD31}" dt="2026-08-05T18:29:46.940" v="1530" actId="22"/>
          <ac:spMkLst>
            <pc:docMk/>
            <pc:sldMk cId="4248089442" sldId="2147476480"/>
            <ac:spMk id="4" creationId="{217A7470-C098-1F50-4E20-E87058FCE6A3}"/>
          </ac:spMkLst>
        </pc:spChg>
        <pc:graphicFrameChg chg="mod modGraphic">
          <ac:chgData name="Giri, Sanjay" userId="60319415-94c6-468a-8729-9365d416f1f4" providerId="ADAL" clId="{1694087F-124E-4687-AF2F-0418E7DCCD31}" dt="2026-08-05T18:30:14.102" v="1546" actId="14100"/>
          <ac:graphicFrameMkLst>
            <pc:docMk/>
            <pc:sldMk cId="4248089442" sldId="2147476480"/>
            <ac:graphicFrameMk id="6" creationId="{A22AECAB-69F5-7777-FC6E-26A3BEEBCA8F}"/>
          </ac:graphicFrameMkLst>
        </pc:graphicFrameChg>
      </pc:sldChg>
      <pc:sldChg chg="addSp delSp modSp mod">
        <pc:chgData name="Giri, Sanjay" userId="60319415-94c6-468a-8729-9365d416f1f4" providerId="ADAL" clId="{1694087F-124E-4687-AF2F-0418E7DCCD31}" dt="2026-08-05T18:47:05.999" v="2306" actId="1037"/>
        <pc:sldMkLst>
          <pc:docMk/>
          <pc:sldMk cId="1317419002" sldId="2147476482"/>
        </pc:sldMkLst>
        <pc:spChg chg="add del">
          <ac:chgData name="Giri, Sanjay" userId="60319415-94c6-468a-8729-9365d416f1f4" providerId="ADAL" clId="{1694087F-124E-4687-AF2F-0418E7DCCD31}" dt="2026-08-05T17:17:32.447" v="131" actId="478"/>
          <ac:spMkLst>
            <pc:docMk/>
            <pc:sldMk cId="1317419002" sldId="2147476482"/>
            <ac:spMk id="2" creationId="{26CDA91E-9C4F-81E1-3544-A132A7DD0118}"/>
          </ac:spMkLst>
        </pc:spChg>
        <pc:spChg chg="mod">
          <ac:chgData name="Giri, Sanjay" userId="60319415-94c6-468a-8729-9365d416f1f4" providerId="ADAL" clId="{1694087F-124E-4687-AF2F-0418E7DCCD31}" dt="2026-08-05T18:33:08.068" v="1614" actId="14100"/>
          <ac:spMkLst>
            <pc:docMk/>
            <pc:sldMk cId="1317419002" sldId="2147476482"/>
            <ac:spMk id="3" creationId="{790F8B1B-D8AF-537C-A7A1-31196440A4F3}"/>
          </ac:spMkLst>
        </pc:spChg>
        <pc:spChg chg="del mod">
          <ac:chgData name="Giri, Sanjay" userId="60319415-94c6-468a-8729-9365d416f1f4" providerId="ADAL" clId="{1694087F-124E-4687-AF2F-0418E7DCCD31}" dt="2026-08-05T18:45:30.669" v="2156" actId="478"/>
          <ac:spMkLst>
            <pc:docMk/>
            <pc:sldMk cId="1317419002" sldId="2147476482"/>
            <ac:spMk id="4" creationId="{C6F95F15-4BD5-366C-01B7-14B9F4CCB934}"/>
          </ac:spMkLst>
        </pc:spChg>
        <pc:spChg chg="mod">
          <ac:chgData name="Giri, Sanjay" userId="60319415-94c6-468a-8729-9365d416f1f4" providerId="ADAL" clId="{1694087F-124E-4687-AF2F-0418E7DCCD31}" dt="2026-08-05T18:47:05.999" v="2306" actId="1037"/>
          <ac:spMkLst>
            <pc:docMk/>
            <pc:sldMk cId="1317419002" sldId="2147476482"/>
            <ac:spMk id="5" creationId="{B98C8510-F0D8-06A5-9D68-B45DC0A165B8}"/>
          </ac:spMkLst>
        </pc:spChg>
        <pc:spChg chg="mod">
          <ac:chgData name="Giri, Sanjay" userId="60319415-94c6-468a-8729-9365d416f1f4" providerId="ADAL" clId="{1694087F-124E-4687-AF2F-0418E7DCCD31}" dt="2026-08-05T18:39:29.197" v="1998" actId="1038"/>
          <ac:spMkLst>
            <pc:docMk/>
            <pc:sldMk cId="1317419002" sldId="2147476482"/>
            <ac:spMk id="6" creationId="{B5C2FF91-8A25-5595-0041-46525040AA6C}"/>
          </ac:spMkLst>
        </pc:spChg>
        <pc:spChg chg="mod">
          <ac:chgData name="Giri, Sanjay" userId="60319415-94c6-468a-8729-9365d416f1f4" providerId="ADAL" clId="{1694087F-124E-4687-AF2F-0418E7DCCD31}" dt="2026-08-05T18:47:05.999" v="2306" actId="1037"/>
          <ac:spMkLst>
            <pc:docMk/>
            <pc:sldMk cId="1317419002" sldId="2147476482"/>
            <ac:spMk id="7" creationId="{018DD984-A483-78F9-DAEB-0D8C2839E577}"/>
          </ac:spMkLst>
        </pc:spChg>
        <pc:spChg chg="mod">
          <ac:chgData name="Giri, Sanjay" userId="60319415-94c6-468a-8729-9365d416f1f4" providerId="ADAL" clId="{1694087F-124E-4687-AF2F-0418E7DCCD31}" dt="2026-08-05T18:38:17.572" v="1951" actId="1076"/>
          <ac:spMkLst>
            <pc:docMk/>
            <pc:sldMk cId="1317419002" sldId="2147476482"/>
            <ac:spMk id="8" creationId="{7A13B341-E8F6-46CC-7D45-05648EEE7EFE}"/>
          </ac:spMkLst>
        </pc:spChg>
        <pc:spChg chg="mod">
          <ac:chgData name="Giri, Sanjay" userId="60319415-94c6-468a-8729-9365d416f1f4" providerId="ADAL" clId="{1694087F-124E-4687-AF2F-0418E7DCCD31}" dt="2026-08-05T18:36:08.400" v="1888" actId="1038"/>
          <ac:spMkLst>
            <pc:docMk/>
            <pc:sldMk cId="1317419002" sldId="2147476482"/>
            <ac:spMk id="9" creationId="{CD28FBF0-3A02-4B89-DA7C-3467DD380FFD}"/>
          </ac:spMkLst>
        </pc:spChg>
        <pc:spChg chg="mod">
          <ac:chgData name="Giri, Sanjay" userId="60319415-94c6-468a-8729-9365d416f1f4" providerId="ADAL" clId="{1694087F-124E-4687-AF2F-0418E7DCCD31}" dt="2026-08-05T18:36:18.575" v="1890" actId="403"/>
          <ac:spMkLst>
            <pc:docMk/>
            <pc:sldMk cId="1317419002" sldId="2147476482"/>
            <ac:spMk id="10" creationId="{0E261665-CB44-C0DD-89A0-475628A9D773}"/>
          </ac:spMkLst>
        </pc:spChg>
        <pc:spChg chg="mod">
          <ac:chgData name="Giri, Sanjay" userId="60319415-94c6-468a-8729-9365d416f1f4" providerId="ADAL" clId="{1694087F-124E-4687-AF2F-0418E7DCCD31}" dt="2026-08-05T18:45:49.358" v="2185" actId="1036"/>
          <ac:spMkLst>
            <pc:docMk/>
            <pc:sldMk cId="1317419002" sldId="2147476482"/>
            <ac:spMk id="11" creationId="{ED43B341-AE2D-1BB3-BBEF-9D12029AEEC8}"/>
          </ac:spMkLst>
        </pc:spChg>
        <pc:spChg chg="mod">
          <ac:chgData name="Giri, Sanjay" userId="60319415-94c6-468a-8729-9365d416f1f4" providerId="ADAL" clId="{1694087F-124E-4687-AF2F-0418E7DCCD31}" dt="2026-08-05T18:36:53.718" v="1898" actId="14100"/>
          <ac:spMkLst>
            <pc:docMk/>
            <pc:sldMk cId="1317419002" sldId="2147476482"/>
            <ac:spMk id="12" creationId="{F6D79ADD-7575-ED6C-A046-D0F8D491FA90}"/>
          </ac:spMkLst>
        </pc:spChg>
        <pc:spChg chg="mod">
          <ac:chgData name="Giri, Sanjay" userId="60319415-94c6-468a-8729-9365d416f1f4" providerId="ADAL" clId="{1694087F-124E-4687-AF2F-0418E7DCCD31}" dt="2026-08-05T18:37:01.674" v="1900" actId="403"/>
          <ac:spMkLst>
            <pc:docMk/>
            <pc:sldMk cId="1317419002" sldId="2147476482"/>
            <ac:spMk id="13" creationId="{11747103-16D4-0CF0-94D1-C34CE69609AB}"/>
          </ac:spMkLst>
        </pc:spChg>
        <pc:spChg chg="mod">
          <ac:chgData name="Giri, Sanjay" userId="60319415-94c6-468a-8729-9365d416f1f4" providerId="ADAL" clId="{1694087F-124E-4687-AF2F-0418E7DCCD31}" dt="2026-08-05T18:37:43.994" v="1933" actId="14100"/>
          <ac:spMkLst>
            <pc:docMk/>
            <pc:sldMk cId="1317419002" sldId="2147476482"/>
            <ac:spMk id="14" creationId="{929959D3-3696-761E-8F53-21F51C3EB0A6}"/>
          </ac:spMkLst>
        </pc:spChg>
        <pc:spChg chg="mod">
          <ac:chgData name="Giri, Sanjay" userId="60319415-94c6-468a-8729-9365d416f1f4" providerId="ADAL" clId="{1694087F-124E-4687-AF2F-0418E7DCCD31}" dt="2026-08-05T18:37:35.493" v="1931" actId="1076"/>
          <ac:spMkLst>
            <pc:docMk/>
            <pc:sldMk cId="1317419002" sldId="2147476482"/>
            <ac:spMk id="15" creationId="{41DDC9B4-0034-D8A8-D617-894E0F2E2A22}"/>
          </ac:spMkLst>
        </pc:spChg>
        <pc:spChg chg="add del mod">
          <ac:chgData name="Giri, Sanjay" userId="60319415-94c6-468a-8729-9365d416f1f4" providerId="ADAL" clId="{1694087F-124E-4687-AF2F-0418E7DCCD31}" dt="2026-08-05T18:33:36.163" v="1623" actId="478"/>
          <ac:spMkLst>
            <pc:docMk/>
            <pc:sldMk cId="1317419002" sldId="2147476482"/>
            <ac:spMk id="16" creationId="{2EE2D4D1-06F4-E61E-2A9B-3E912209209D}"/>
          </ac:spMkLst>
        </pc:spChg>
        <pc:spChg chg="add">
          <ac:chgData name="Giri, Sanjay" userId="60319415-94c6-468a-8729-9365d416f1f4" providerId="ADAL" clId="{1694087F-124E-4687-AF2F-0418E7DCCD31}" dt="2026-08-05T18:32:39.259" v="1608" actId="22"/>
          <ac:spMkLst>
            <pc:docMk/>
            <pc:sldMk cId="1317419002" sldId="2147476482"/>
            <ac:spMk id="18" creationId="{BB968D1B-36E2-5D70-6973-7069AC4486B2}"/>
          </ac:spMkLst>
        </pc:spChg>
        <pc:spChg chg="add mod">
          <ac:chgData name="Giri, Sanjay" userId="60319415-94c6-468a-8729-9365d416f1f4" providerId="ADAL" clId="{1694087F-124E-4687-AF2F-0418E7DCCD31}" dt="2026-08-05T18:33:39.876" v="1624" actId="1076"/>
          <ac:spMkLst>
            <pc:docMk/>
            <pc:sldMk cId="1317419002" sldId="2147476482"/>
            <ac:spMk id="19" creationId="{580C801C-D79C-929F-72F0-2F93C5ACA3B2}"/>
          </ac:spMkLst>
        </pc:spChg>
        <pc:spChg chg="add mod">
          <ac:chgData name="Giri, Sanjay" userId="60319415-94c6-468a-8729-9365d416f1f4" providerId="ADAL" clId="{1694087F-124E-4687-AF2F-0418E7DCCD31}" dt="2026-08-05T18:47:05.999" v="2306" actId="1037"/>
          <ac:spMkLst>
            <pc:docMk/>
            <pc:sldMk cId="1317419002" sldId="2147476482"/>
            <ac:spMk id="21" creationId="{4D8592D7-E0DA-FAE6-A583-874AD4E2588E}"/>
          </ac:spMkLst>
        </pc:spChg>
        <pc:spChg chg="mod">
          <ac:chgData name="Giri, Sanjay" userId="60319415-94c6-468a-8729-9365d416f1f4" providerId="ADAL" clId="{1694087F-124E-4687-AF2F-0418E7DCCD31}" dt="2026-08-05T18:46:30.053" v="2234" actId="1036"/>
          <ac:spMkLst>
            <pc:docMk/>
            <pc:sldMk cId="1317419002" sldId="2147476482"/>
            <ac:spMk id="22" creationId="{B35D502C-DFCB-FA27-CE7C-DBF7425FBE80}"/>
          </ac:spMkLst>
        </pc:spChg>
        <pc:spChg chg="mod">
          <ac:chgData name="Giri, Sanjay" userId="60319415-94c6-468a-8729-9365d416f1f4" providerId="ADAL" clId="{1694087F-124E-4687-AF2F-0418E7DCCD31}" dt="2026-08-05T18:47:05.999" v="2306" actId="1037"/>
          <ac:spMkLst>
            <pc:docMk/>
            <pc:sldMk cId="1317419002" sldId="2147476482"/>
            <ac:spMk id="23" creationId="{49BB9FDB-87F2-6DD6-D350-C58AF7B27D78}"/>
          </ac:spMkLst>
        </pc:spChg>
        <pc:spChg chg="mod">
          <ac:chgData name="Giri, Sanjay" userId="60319415-94c6-468a-8729-9365d416f1f4" providerId="ADAL" clId="{1694087F-124E-4687-AF2F-0418E7DCCD31}" dt="2026-08-05T18:47:05.999" v="2306" actId="1037"/>
          <ac:spMkLst>
            <pc:docMk/>
            <pc:sldMk cId="1317419002" sldId="2147476482"/>
            <ac:spMk id="24" creationId="{75848723-4345-7EB0-974D-E88F3EC3506B}"/>
          </ac:spMkLst>
        </pc:spChg>
        <pc:spChg chg="mod">
          <ac:chgData name="Giri, Sanjay" userId="60319415-94c6-468a-8729-9365d416f1f4" providerId="ADAL" clId="{1694087F-124E-4687-AF2F-0418E7DCCD31}" dt="2026-08-05T18:40:34.101" v="2008" actId="692"/>
          <ac:spMkLst>
            <pc:docMk/>
            <pc:sldMk cId="1317419002" sldId="2147476482"/>
            <ac:spMk id="25" creationId="{74D8F348-ADF5-6333-918F-5AB1B72B606E}"/>
          </ac:spMkLst>
        </pc:spChg>
        <pc:spChg chg="mod">
          <ac:chgData name="Giri, Sanjay" userId="60319415-94c6-468a-8729-9365d416f1f4" providerId="ADAL" clId="{1694087F-124E-4687-AF2F-0418E7DCCD31}" dt="2026-08-05T18:41:19.593" v="2036" actId="1035"/>
          <ac:spMkLst>
            <pc:docMk/>
            <pc:sldMk cId="1317419002" sldId="2147476482"/>
            <ac:spMk id="26" creationId="{2F42BB73-5E65-30B9-8C36-11923B65729A}"/>
          </ac:spMkLst>
        </pc:spChg>
        <pc:spChg chg="mod">
          <ac:chgData name="Giri, Sanjay" userId="60319415-94c6-468a-8729-9365d416f1f4" providerId="ADAL" clId="{1694087F-124E-4687-AF2F-0418E7DCCD31}" dt="2026-08-05T18:41:19.593" v="2036" actId="1035"/>
          <ac:spMkLst>
            <pc:docMk/>
            <pc:sldMk cId="1317419002" sldId="2147476482"/>
            <ac:spMk id="27" creationId="{22C16BEC-4CAF-AD54-CF6A-C1B37A87138D}"/>
          </ac:spMkLst>
        </pc:spChg>
        <pc:spChg chg="mod">
          <ac:chgData name="Giri, Sanjay" userId="60319415-94c6-468a-8729-9365d416f1f4" providerId="ADAL" clId="{1694087F-124E-4687-AF2F-0418E7DCCD31}" dt="2026-08-05T18:41:04.275" v="2027" actId="1036"/>
          <ac:spMkLst>
            <pc:docMk/>
            <pc:sldMk cId="1317419002" sldId="2147476482"/>
            <ac:spMk id="30" creationId="{3F047F66-4491-FC62-F93F-4ECEED115C43}"/>
          </ac:spMkLst>
        </pc:spChg>
        <pc:spChg chg="mod">
          <ac:chgData name="Giri, Sanjay" userId="60319415-94c6-468a-8729-9365d416f1f4" providerId="ADAL" clId="{1694087F-124E-4687-AF2F-0418E7DCCD31}" dt="2026-08-05T18:40:04.296" v="2005" actId="108"/>
          <ac:spMkLst>
            <pc:docMk/>
            <pc:sldMk cId="1317419002" sldId="2147476482"/>
            <ac:spMk id="31" creationId="{E98208E6-34B4-E320-B1A6-535022F1970F}"/>
          </ac:spMkLst>
        </pc:spChg>
        <pc:spChg chg="mod">
          <ac:chgData name="Giri, Sanjay" userId="60319415-94c6-468a-8729-9365d416f1f4" providerId="ADAL" clId="{1694087F-124E-4687-AF2F-0418E7DCCD31}" dt="2026-08-05T18:40:04.296" v="2005" actId="108"/>
          <ac:spMkLst>
            <pc:docMk/>
            <pc:sldMk cId="1317419002" sldId="2147476482"/>
            <ac:spMk id="32" creationId="{E552EBAD-A9F9-B8E7-163C-05F5739C5DCA}"/>
          </ac:spMkLst>
        </pc:spChg>
        <pc:spChg chg="mod">
          <ac:chgData name="Giri, Sanjay" userId="60319415-94c6-468a-8729-9365d416f1f4" providerId="ADAL" clId="{1694087F-124E-4687-AF2F-0418E7DCCD31}" dt="2026-08-05T18:40:42.324" v="2009" actId="108"/>
          <ac:spMkLst>
            <pc:docMk/>
            <pc:sldMk cId="1317419002" sldId="2147476482"/>
            <ac:spMk id="34" creationId="{4400B423-BEB9-2777-C206-4C2C9BC6D82B}"/>
          </ac:spMkLst>
        </pc:spChg>
        <pc:spChg chg="mod">
          <ac:chgData name="Giri, Sanjay" userId="60319415-94c6-468a-8729-9365d416f1f4" providerId="ADAL" clId="{1694087F-124E-4687-AF2F-0418E7DCCD31}" dt="2026-08-05T18:41:24.319" v="2040" actId="1035"/>
          <ac:spMkLst>
            <pc:docMk/>
            <pc:sldMk cId="1317419002" sldId="2147476482"/>
            <ac:spMk id="35" creationId="{7014CCFD-22C9-3453-4658-930A5DA82270}"/>
          </ac:spMkLst>
        </pc:spChg>
        <pc:spChg chg="mod">
          <ac:chgData name="Giri, Sanjay" userId="60319415-94c6-468a-8729-9365d416f1f4" providerId="ADAL" clId="{1694087F-124E-4687-AF2F-0418E7DCCD31}" dt="2026-08-05T18:41:24.319" v="2040" actId="1035"/>
          <ac:spMkLst>
            <pc:docMk/>
            <pc:sldMk cId="1317419002" sldId="2147476482"/>
            <ac:spMk id="36" creationId="{877AF7D1-239B-7D83-F5A3-F28B882AAD8B}"/>
          </ac:spMkLst>
        </pc:spChg>
        <pc:spChg chg="mod">
          <ac:chgData name="Giri, Sanjay" userId="60319415-94c6-468a-8729-9365d416f1f4" providerId="ADAL" clId="{1694087F-124E-4687-AF2F-0418E7DCCD31}" dt="2026-08-05T18:41:00.605" v="2024" actId="1035"/>
          <ac:spMkLst>
            <pc:docMk/>
            <pc:sldMk cId="1317419002" sldId="2147476482"/>
            <ac:spMk id="39" creationId="{CF00C8A5-0194-3755-0B36-644128D78F6E}"/>
          </ac:spMkLst>
        </pc:spChg>
        <pc:spChg chg="mod">
          <ac:chgData name="Giri, Sanjay" userId="60319415-94c6-468a-8729-9365d416f1f4" providerId="ADAL" clId="{1694087F-124E-4687-AF2F-0418E7DCCD31}" dt="2026-08-05T18:40:04.296" v="2005" actId="108"/>
          <ac:spMkLst>
            <pc:docMk/>
            <pc:sldMk cId="1317419002" sldId="2147476482"/>
            <ac:spMk id="40" creationId="{878976B6-AA61-4554-03EE-D52E498CAA49}"/>
          </ac:spMkLst>
        </pc:spChg>
        <pc:spChg chg="mod">
          <ac:chgData name="Giri, Sanjay" userId="60319415-94c6-468a-8729-9365d416f1f4" providerId="ADAL" clId="{1694087F-124E-4687-AF2F-0418E7DCCD31}" dt="2026-08-05T18:40:04.296" v="2005" actId="108"/>
          <ac:spMkLst>
            <pc:docMk/>
            <pc:sldMk cId="1317419002" sldId="2147476482"/>
            <ac:spMk id="41" creationId="{E822E533-C083-4D46-B32F-7A09C008C0D1}"/>
          </ac:spMkLst>
        </pc:spChg>
        <pc:spChg chg="mod">
          <ac:chgData name="Giri, Sanjay" userId="60319415-94c6-468a-8729-9365d416f1f4" providerId="ADAL" clId="{1694087F-124E-4687-AF2F-0418E7DCCD31}" dt="2026-08-05T18:40:45.041" v="2010" actId="108"/>
          <ac:spMkLst>
            <pc:docMk/>
            <pc:sldMk cId="1317419002" sldId="2147476482"/>
            <ac:spMk id="43" creationId="{338FCEF8-561E-026D-A84E-9D491772D639}"/>
          </ac:spMkLst>
        </pc:spChg>
        <pc:spChg chg="mod">
          <ac:chgData name="Giri, Sanjay" userId="60319415-94c6-468a-8729-9365d416f1f4" providerId="ADAL" clId="{1694087F-124E-4687-AF2F-0418E7DCCD31}" dt="2026-08-05T18:41:29.661" v="2044" actId="1035"/>
          <ac:spMkLst>
            <pc:docMk/>
            <pc:sldMk cId="1317419002" sldId="2147476482"/>
            <ac:spMk id="44" creationId="{08DB4694-68F6-2675-4CDD-1AD363FBF7A3}"/>
          </ac:spMkLst>
        </pc:spChg>
        <pc:spChg chg="mod">
          <ac:chgData name="Giri, Sanjay" userId="60319415-94c6-468a-8729-9365d416f1f4" providerId="ADAL" clId="{1694087F-124E-4687-AF2F-0418E7DCCD31}" dt="2026-08-05T18:41:29.661" v="2044" actId="1035"/>
          <ac:spMkLst>
            <pc:docMk/>
            <pc:sldMk cId="1317419002" sldId="2147476482"/>
            <ac:spMk id="45" creationId="{B6BEE199-4D78-8AAD-F888-EE8D14A1E706}"/>
          </ac:spMkLst>
        </pc:spChg>
        <pc:spChg chg="mod">
          <ac:chgData name="Giri, Sanjay" userId="60319415-94c6-468a-8729-9365d416f1f4" providerId="ADAL" clId="{1694087F-124E-4687-AF2F-0418E7DCCD31}" dt="2026-08-05T18:40:04.296" v="2005" actId="108"/>
          <ac:spMkLst>
            <pc:docMk/>
            <pc:sldMk cId="1317419002" sldId="2147476482"/>
            <ac:spMk id="47" creationId="{E146BB57-6487-0D50-9045-31B390DB6528}"/>
          </ac:spMkLst>
        </pc:spChg>
        <pc:spChg chg="mod">
          <ac:chgData name="Giri, Sanjay" userId="60319415-94c6-468a-8729-9365d416f1f4" providerId="ADAL" clId="{1694087F-124E-4687-AF2F-0418E7DCCD31}" dt="2026-08-05T18:41:07.062" v="2030" actId="1035"/>
          <ac:spMkLst>
            <pc:docMk/>
            <pc:sldMk cId="1317419002" sldId="2147476482"/>
            <ac:spMk id="48" creationId="{7079120B-284E-1347-269D-8FA6373AE506}"/>
          </ac:spMkLst>
        </pc:spChg>
        <pc:spChg chg="mod">
          <ac:chgData name="Giri, Sanjay" userId="60319415-94c6-468a-8729-9365d416f1f4" providerId="ADAL" clId="{1694087F-124E-4687-AF2F-0418E7DCCD31}" dt="2026-08-05T18:40:04.296" v="2005" actId="108"/>
          <ac:spMkLst>
            <pc:docMk/>
            <pc:sldMk cId="1317419002" sldId="2147476482"/>
            <ac:spMk id="49" creationId="{7DE5303D-BDA6-A663-E438-426984F28D40}"/>
          </ac:spMkLst>
        </pc:spChg>
        <pc:spChg chg="add mod">
          <ac:chgData name="Giri, Sanjay" userId="60319415-94c6-468a-8729-9365d416f1f4" providerId="ADAL" clId="{1694087F-124E-4687-AF2F-0418E7DCCD31}" dt="2026-08-05T18:46:35.537" v="2236" actId="1035"/>
          <ac:spMkLst>
            <pc:docMk/>
            <pc:sldMk cId="1317419002" sldId="2147476482"/>
            <ac:spMk id="53" creationId="{0A2B46B4-3F60-00A0-3A45-834F4010DC8E}"/>
          </ac:spMkLst>
        </pc:spChg>
        <pc:spChg chg="add mod">
          <ac:chgData name="Giri, Sanjay" userId="60319415-94c6-468a-8729-9365d416f1f4" providerId="ADAL" clId="{1694087F-124E-4687-AF2F-0418E7DCCD31}" dt="2026-08-05T18:47:05.999" v="2306" actId="1037"/>
          <ac:spMkLst>
            <pc:docMk/>
            <pc:sldMk cId="1317419002" sldId="2147476482"/>
            <ac:spMk id="55" creationId="{03F44A7E-206A-F496-E898-77FAC73DE95B}"/>
          </ac:spMkLst>
        </pc:spChg>
        <pc:spChg chg="add mod">
          <ac:chgData name="Giri, Sanjay" userId="60319415-94c6-468a-8729-9365d416f1f4" providerId="ADAL" clId="{1694087F-124E-4687-AF2F-0418E7DCCD31}" dt="2026-08-05T18:46:10.196" v="2224" actId="1035"/>
          <ac:spMkLst>
            <pc:docMk/>
            <pc:sldMk cId="1317419002" sldId="2147476482"/>
            <ac:spMk id="57" creationId="{73C9DE3A-D255-04C8-64A8-BFDAAF080AC3}"/>
          </ac:spMkLst>
        </pc:spChg>
        <pc:spChg chg="add mod">
          <ac:chgData name="Giri, Sanjay" userId="60319415-94c6-468a-8729-9365d416f1f4" providerId="ADAL" clId="{1694087F-124E-4687-AF2F-0418E7DCCD31}" dt="2026-08-05T18:46:10.196" v="2224" actId="1035"/>
          <ac:spMkLst>
            <pc:docMk/>
            <pc:sldMk cId="1317419002" sldId="2147476482"/>
            <ac:spMk id="60" creationId="{6D69D792-23F0-9CC1-DEFE-7C200821C60D}"/>
          </ac:spMkLst>
        </pc:spChg>
        <pc:spChg chg="mod">
          <ac:chgData name="Giri, Sanjay" userId="60319415-94c6-468a-8729-9365d416f1f4" providerId="ADAL" clId="{1694087F-124E-4687-AF2F-0418E7DCCD31}" dt="2026-08-05T18:45:49.358" v="2185" actId="1036"/>
          <ac:spMkLst>
            <pc:docMk/>
            <pc:sldMk cId="1317419002" sldId="2147476482"/>
            <ac:spMk id="77" creationId="{735A700C-14DE-B11A-9EF3-5AF611975472}"/>
          </ac:spMkLst>
        </pc:spChg>
        <pc:spChg chg="mod">
          <ac:chgData name="Giri, Sanjay" userId="60319415-94c6-468a-8729-9365d416f1f4" providerId="ADAL" clId="{1694087F-124E-4687-AF2F-0418E7DCCD31}" dt="2026-08-05T18:45:49.358" v="2185" actId="1036"/>
          <ac:spMkLst>
            <pc:docMk/>
            <pc:sldMk cId="1317419002" sldId="2147476482"/>
            <ac:spMk id="79" creationId="{9C798EA7-912F-9759-EDF9-65C12C05E27C}"/>
          </ac:spMkLst>
        </pc:spChg>
        <pc:spChg chg="del mod">
          <ac:chgData name="Giri, Sanjay" userId="60319415-94c6-468a-8729-9365d416f1f4" providerId="ADAL" clId="{1694087F-124E-4687-AF2F-0418E7DCCD31}" dt="2026-08-05T18:41:40.175" v="2046" actId="478"/>
          <ac:spMkLst>
            <pc:docMk/>
            <pc:sldMk cId="1317419002" sldId="2147476482"/>
            <ac:spMk id="99" creationId="{55C85053-AE2E-E50E-1E76-AC19554BBBC9}"/>
          </ac:spMkLst>
        </pc:spChg>
        <pc:spChg chg="del mod">
          <ac:chgData name="Giri, Sanjay" userId="60319415-94c6-468a-8729-9365d416f1f4" providerId="ADAL" clId="{1694087F-124E-4687-AF2F-0418E7DCCD31}" dt="2026-08-05T18:42:23.807" v="2086" actId="478"/>
          <ac:spMkLst>
            <pc:docMk/>
            <pc:sldMk cId="1317419002" sldId="2147476482"/>
            <ac:spMk id="101" creationId="{CC5C70A2-5BF2-2E38-94BA-5F19E1B7B6A4}"/>
          </ac:spMkLst>
        </pc:spChg>
        <pc:spChg chg="mod">
          <ac:chgData name="Giri, Sanjay" userId="60319415-94c6-468a-8729-9365d416f1f4" providerId="ADAL" clId="{1694087F-124E-4687-AF2F-0418E7DCCD31}" dt="2026-08-05T18:46:10.196" v="2224" actId="1035"/>
          <ac:spMkLst>
            <pc:docMk/>
            <pc:sldMk cId="1317419002" sldId="2147476482"/>
            <ac:spMk id="103" creationId="{896A06AF-B78E-CFD1-A1A0-0EF6329E79B6}"/>
          </ac:spMkLst>
        </pc:spChg>
        <pc:spChg chg="del mod">
          <ac:chgData name="Giri, Sanjay" userId="60319415-94c6-468a-8729-9365d416f1f4" providerId="ADAL" clId="{1694087F-124E-4687-AF2F-0418E7DCCD31}" dt="2026-08-05T18:42:06.116" v="2079" actId="478"/>
          <ac:spMkLst>
            <pc:docMk/>
            <pc:sldMk cId="1317419002" sldId="2147476482"/>
            <ac:spMk id="105" creationId="{F581D1DA-F998-D161-2368-64589AA1CA06}"/>
          </ac:spMkLst>
        </pc:spChg>
        <pc:spChg chg="del mod">
          <ac:chgData name="Giri, Sanjay" userId="60319415-94c6-468a-8729-9365d416f1f4" providerId="ADAL" clId="{1694087F-124E-4687-AF2F-0418E7DCCD31}" dt="2026-08-05T18:42:33.068" v="2087" actId="478"/>
          <ac:spMkLst>
            <pc:docMk/>
            <pc:sldMk cId="1317419002" sldId="2147476482"/>
            <ac:spMk id="107" creationId="{415DA41B-5E9B-879C-B1F4-F53A941D1EE6}"/>
          </ac:spMkLst>
        </pc:spChg>
        <pc:spChg chg="mod">
          <ac:chgData name="Giri, Sanjay" userId="60319415-94c6-468a-8729-9365d416f1f4" providerId="ADAL" clId="{1694087F-124E-4687-AF2F-0418E7DCCD31}" dt="2026-08-05T18:38:55.648" v="1962" actId="14100"/>
          <ac:spMkLst>
            <pc:docMk/>
            <pc:sldMk cId="1317419002" sldId="2147476482"/>
            <ac:spMk id="109" creationId="{58CEBA87-816A-04F6-39C0-218B4BE7681B}"/>
          </ac:spMkLst>
        </pc:spChg>
        <pc:spChg chg="mod">
          <ac:chgData name="Giri, Sanjay" userId="60319415-94c6-468a-8729-9365d416f1f4" providerId="ADAL" clId="{1694087F-124E-4687-AF2F-0418E7DCCD31}" dt="2026-08-05T18:45:49.358" v="2185" actId="1036"/>
          <ac:spMkLst>
            <pc:docMk/>
            <pc:sldMk cId="1317419002" sldId="2147476482"/>
            <ac:spMk id="111" creationId="{D207E8D2-8CC1-356D-46D3-ABCC69CD1687}"/>
          </ac:spMkLst>
        </pc:spChg>
        <pc:spChg chg="mod">
          <ac:chgData name="Giri, Sanjay" userId="60319415-94c6-468a-8729-9365d416f1f4" providerId="ADAL" clId="{1694087F-124E-4687-AF2F-0418E7DCCD31}" dt="2026-08-05T18:45:49.358" v="2185" actId="1036"/>
          <ac:spMkLst>
            <pc:docMk/>
            <pc:sldMk cId="1317419002" sldId="2147476482"/>
            <ac:spMk id="113" creationId="{5309A2CD-CEC1-52AB-774C-B3D4D6B3399A}"/>
          </ac:spMkLst>
        </pc:spChg>
        <pc:spChg chg="mod">
          <ac:chgData name="Giri, Sanjay" userId="60319415-94c6-468a-8729-9365d416f1f4" providerId="ADAL" clId="{1694087F-124E-4687-AF2F-0418E7DCCD31}" dt="2026-08-05T18:39:01.285" v="1963" actId="14100"/>
          <ac:spMkLst>
            <pc:docMk/>
            <pc:sldMk cId="1317419002" sldId="2147476482"/>
            <ac:spMk id="115" creationId="{ADCAF4C4-31C9-D944-DB80-5BB42474C23E}"/>
          </ac:spMkLst>
        </pc:spChg>
        <pc:spChg chg="mod">
          <ac:chgData name="Giri, Sanjay" userId="60319415-94c6-468a-8729-9365d416f1f4" providerId="ADAL" clId="{1694087F-124E-4687-AF2F-0418E7DCCD31}" dt="2026-08-05T18:45:49.358" v="2185" actId="1036"/>
          <ac:spMkLst>
            <pc:docMk/>
            <pc:sldMk cId="1317419002" sldId="2147476482"/>
            <ac:spMk id="117" creationId="{1985B3F6-AE00-D856-F36D-A7AE9D8936F0}"/>
          </ac:spMkLst>
        </pc:spChg>
        <pc:spChg chg="mod">
          <ac:chgData name="Giri, Sanjay" userId="60319415-94c6-468a-8729-9365d416f1f4" providerId="ADAL" clId="{1694087F-124E-4687-AF2F-0418E7DCCD31}" dt="2026-08-05T18:45:49.358" v="2185" actId="1036"/>
          <ac:spMkLst>
            <pc:docMk/>
            <pc:sldMk cId="1317419002" sldId="2147476482"/>
            <ac:spMk id="119" creationId="{94CBC3F8-D3AC-7369-EDAD-B80BD182F7D0}"/>
          </ac:spMkLst>
        </pc:spChg>
        <pc:spChg chg="mod">
          <ac:chgData name="Giri, Sanjay" userId="60319415-94c6-468a-8729-9365d416f1f4" providerId="ADAL" clId="{1694087F-124E-4687-AF2F-0418E7DCCD31}" dt="2026-08-05T18:45:49.358" v="2185" actId="1036"/>
          <ac:spMkLst>
            <pc:docMk/>
            <pc:sldMk cId="1317419002" sldId="2147476482"/>
            <ac:spMk id="121" creationId="{E1F29AA6-127B-62F9-6A6E-3000CE998DF7}"/>
          </ac:spMkLst>
        </pc:spChg>
        <pc:spChg chg="mod">
          <ac:chgData name="Giri, Sanjay" userId="60319415-94c6-468a-8729-9365d416f1f4" providerId="ADAL" clId="{1694087F-124E-4687-AF2F-0418E7DCCD31}" dt="2026-08-05T18:45:49.358" v="2185" actId="1036"/>
          <ac:spMkLst>
            <pc:docMk/>
            <pc:sldMk cId="1317419002" sldId="2147476482"/>
            <ac:spMk id="125" creationId="{563973F7-ED1C-420C-AEC7-9487F80F10C9}"/>
          </ac:spMkLst>
        </pc:spChg>
        <pc:spChg chg="mod">
          <ac:chgData name="Giri, Sanjay" userId="60319415-94c6-468a-8729-9365d416f1f4" providerId="ADAL" clId="{1694087F-124E-4687-AF2F-0418E7DCCD31}" dt="2026-08-05T18:38:37.711" v="1959" actId="113"/>
          <ac:spMkLst>
            <pc:docMk/>
            <pc:sldMk cId="1317419002" sldId="2147476482"/>
            <ac:spMk id="127" creationId="{20B9B458-C04F-8650-30D6-0D8BA7B91E9A}"/>
          </ac:spMkLst>
        </pc:spChg>
        <pc:grpChg chg="mod">
          <ac:chgData name="Giri, Sanjay" userId="60319415-94c6-468a-8729-9365d416f1f4" providerId="ADAL" clId="{1694087F-124E-4687-AF2F-0418E7DCCD31}" dt="2026-08-05T18:46:30.053" v="2234" actId="1036"/>
          <ac:grpSpMkLst>
            <pc:docMk/>
            <pc:sldMk cId="1317419002" sldId="2147476482"/>
            <ac:grpSpMk id="59" creationId="{309052BD-737E-B5D6-6DB3-D06087AF652E}"/>
          </ac:grpSpMkLst>
        </pc:grpChg>
      </pc:sldChg>
      <pc:sldChg chg="delSp modSp mod">
        <pc:chgData name="Giri, Sanjay" userId="60319415-94c6-468a-8729-9365d416f1f4" providerId="ADAL" clId="{1694087F-124E-4687-AF2F-0418E7DCCD31}" dt="2026-08-05T18:11:10.630" v="994" actId="1076"/>
        <pc:sldMkLst>
          <pc:docMk/>
          <pc:sldMk cId="0" sldId="2147476483"/>
        </pc:sldMkLst>
        <pc:spChg chg="mod">
          <ac:chgData name="Giri, Sanjay" userId="60319415-94c6-468a-8729-9365d416f1f4" providerId="ADAL" clId="{1694087F-124E-4687-AF2F-0418E7DCCD31}" dt="2026-08-05T16:03:02.402" v="2" actId="403"/>
          <ac:spMkLst>
            <pc:docMk/>
            <pc:sldMk cId="0" sldId="2147476483"/>
            <ac:spMk id="2" creationId="{00000000-0000-0000-0000-000000000000}"/>
          </ac:spMkLst>
        </pc:spChg>
        <pc:spChg chg="del">
          <ac:chgData name="Giri, Sanjay" userId="60319415-94c6-468a-8729-9365d416f1f4" providerId="ADAL" clId="{1694087F-124E-4687-AF2F-0418E7DCCD31}" dt="2026-08-05T16:02:59.009" v="0" actId="478"/>
          <ac:spMkLst>
            <pc:docMk/>
            <pc:sldMk cId="0" sldId="2147476483"/>
            <ac:spMk id="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6:03:06.021" v="3" actId="1076"/>
          <ac:spMkLst>
            <pc:docMk/>
            <pc:sldMk cId="0" sldId="2147476483"/>
            <ac:spMk id="4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6:03:16.353" v="5" actId="403"/>
          <ac:spMkLst>
            <pc:docMk/>
            <pc:sldMk cId="0" sldId="2147476483"/>
            <ac:spMk id="5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6:03:54.553" v="33" actId="14100"/>
          <ac:spMkLst>
            <pc:docMk/>
            <pc:sldMk cId="0" sldId="2147476483"/>
            <ac:spMk id="6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6:04:46.738" v="50" actId="14100"/>
          <ac:spMkLst>
            <pc:docMk/>
            <pc:sldMk cId="0" sldId="2147476483"/>
            <ac:spMk id="8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6:03:56.911" v="34" actId="14100"/>
          <ac:spMkLst>
            <pc:docMk/>
            <pc:sldMk cId="0" sldId="2147476483"/>
            <ac:spMk id="9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8:11:10.630" v="994" actId="1076"/>
          <ac:spMkLst>
            <pc:docMk/>
            <pc:sldMk cId="0" sldId="2147476483"/>
            <ac:spMk id="10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6:04:22.342" v="45" actId="14100"/>
          <ac:spMkLst>
            <pc:docMk/>
            <pc:sldMk cId="0" sldId="2147476483"/>
            <ac:spMk id="11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6:04:42.260" v="49" actId="403"/>
          <ac:spMkLst>
            <pc:docMk/>
            <pc:sldMk cId="0" sldId="2147476483"/>
            <ac:spMk id="12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6:04:52.369" v="51" actId="404"/>
          <ac:spMkLst>
            <pc:docMk/>
            <pc:sldMk cId="0" sldId="2147476483"/>
            <ac:spMk id="1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6:04:58.304" v="52" actId="1076"/>
          <ac:spMkLst>
            <pc:docMk/>
            <pc:sldMk cId="0" sldId="2147476483"/>
            <ac:spMk id="14" creationId="{00000000-0000-0000-0000-000000000000}"/>
          </ac:spMkLst>
        </pc:spChg>
        <pc:graphicFrameChg chg="mod modGraphic">
          <ac:chgData name="Giri, Sanjay" userId="60319415-94c6-468a-8729-9365d416f1f4" providerId="ADAL" clId="{1694087F-124E-4687-AF2F-0418E7DCCD31}" dt="2026-08-05T18:11:04.431" v="993" actId="403"/>
          <ac:graphicFrameMkLst>
            <pc:docMk/>
            <pc:sldMk cId="0" sldId="2147476483"/>
            <ac:graphicFrameMk id="7" creationId="{00000000-0000-0000-0000-000000000000}"/>
          </ac:graphicFrameMkLst>
        </pc:graphicFrameChg>
      </pc:sldChg>
      <pc:sldChg chg="addSp delSp modSp new mod">
        <pc:chgData name="Giri, Sanjay" userId="60319415-94c6-468a-8729-9365d416f1f4" providerId="ADAL" clId="{1694087F-124E-4687-AF2F-0418E7DCCD31}" dt="2026-08-05T18:08:12.582" v="971" actId="403"/>
        <pc:sldMkLst>
          <pc:docMk/>
          <pc:sldMk cId="1744798358" sldId="2147476484"/>
        </pc:sldMkLst>
        <pc:spChg chg="add del mod">
          <ac:chgData name="Giri, Sanjay" userId="60319415-94c6-468a-8729-9365d416f1f4" providerId="ADAL" clId="{1694087F-124E-4687-AF2F-0418E7DCCD31}" dt="2026-08-05T18:08:07.272" v="969" actId="478"/>
          <ac:spMkLst>
            <pc:docMk/>
            <pc:sldMk cId="1744798358" sldId="2147476484"/>
            <ac:spMk id="2" creationId="{0CB82CEC-0679-9689-5B89-C8BAC3A23AD0}"/>
          </ac:spMkLst>
        </pc:spChg>
        <pc:spChg chg="add mod">
          <ac:chgData name="Giri, Sanjay" userId="60319415-94c6-468a-8729-9365d416f1f4" providerId="ADAL" clId="{1694087F-124E-4687-AF2F-0418E7DCCD31}" dt="2026-08-05T18:08:12.582" v="971" actId="403"/>
          <ac:spMkLst>
            <pc:docMk/>
            <pc:sldMk cId="1744798358" sldId="2147476484"/>
            <ac:spMk id="4" creationId="{F2FFC053-7B91-DFEB-C714-D415D1DEDC42}"/>
          </ac:spMkLst>
        </pc:spChg>
      </pc:sldChg>
      <pc:sldChg chg="addSp delSp modSp add mod setBg">
        <pc:chgData name="Giri, Sanjay" userId="60319415-94c6-468a-8729-9365d416f1f4" providerId="ADAL" clId="{1694087F-124E-4687-AF2F-0418E7DCCD31}" dt="2026-08-05T18:18:37.366" v="1226" actId="1035"/>
        <pc:sldMkLst>
          <pc:docMk/>
          <pc:sldMk cId="0" sldId="2147476485"/>
        </pc:sldMkLst>
        <pc:spChg chg="add del">
          <ac:chgData name="Giri, Sanjay" userId="60319415-94c6-468a-8729-9365d416f1f4" providerId="ADAL" clId="{1694087F-124E-4687-AF2F-0418E7DCCD31}" dt="2026-08-05T17:34:23.898" v="184" actId="478"/>
          <ac:spMkLst>
            <pc:docMk/>
            <pc:sldMk cId="0" sldId="2147476485"/>
            <ac:spMk id="2" creationId="{00000000-0000-0000-0000-000000000000}"/>
          </ac:spMkLst>
        </pc:spChg>
        <pc:spChg chg="del mod">
          <ac:chgData name="Giri, Sanjay" userId="60319415-94c6-468a-8729-9365d416f1f4" providerId="ADAL" clId="{1694087F-124E-4687-AF2F-0418E7DCCD31}" dt="2026-08-05T18:15:23.304" v="1134" actId="478"/>
          <ac:spMkLst>
            <pc:docMk/>
            <pc:sldMk cId="0" sldId="2147476485"/>
            <ac:spMk id="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36:05.978" v="224" actId="255"/>
          <ac:spMkLst>
            <pc:docMk/>
            <pc:sldMk cId="0" sldId="2147476485"/>
            <ac:spMk id="4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15:36.655" v="1135" actId="164"/>
          <ac:spMkLst>
            <pc:docMk/>
            <pc:sldMk cId="0" sldId="2147476485"/>
            <ac:spMk id="6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15:36.655" v="1135" actId="164"/>
          <ac:spMkLst>
            <pc:docMk/>
            <pc:sldMk cId="0" sldId="2147476485"/>
            <ac:spMk id="7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36:05.978" v="224" actId="255"/>
          <ac:spMkLst>
            <pc:docMk/>
            <pc:sldMk cId="0" sldId="2147476485"/>
            <ac:spMk id="10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36:18.043" v="226" actId="113"/>
          <ac:spMkLst>
            <pc:docMk/>
            <pc:sldMk cId="0" sldId="2147476485"/>
            <ac:spMk id="11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15:36.655" v="1135" actId="164"/>
          <ac:spMkLst>
            <pc:docMk/>
            <pc:sldMk cId="0" sldId="2147476485"/>
            <ac:spMk id="12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15:36.655" v="1135" actId="164"/>
          <ac:spMkLst>
            <pc:docMk/>
            <pc:sldMk cId="0" sldId="2147476485"/>
            <ac:spMk id="13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16:11.676" v="1149" actId="1035"/>
          <ac:spMkLst>
            <pc:docMk/>
            <pc:sldMk cId="0" sldId="2147476485"/>
            <ac:spMk id="15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15:36.655" v="1135" actId="164"/>
          <ac:spMkLst>
            <pc:docMk/>
            <pc:sldMk cId="0" sldId="2147476485"/>
            <ac:spMk id="16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15:36.655" v="1135" actId="164"/>
          <ac:spMkLst>
            <pc:docMk/>
            <pc:sldMk cId="0" sldId="2147476485"/>
            <ac:spMk id="17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15:36.655" v="1135" actId="164"/>
          <ac:spMkLst>
            <pc:docMk/>
            <pc:sldMk cId="0" sldId="2147476485"/>
            <ac:spMk id="20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36:18.043" v="226" actId="113"/>
          <ac:spMkLst>
            <pc:docMk/>
            <pc:sldMk cId="0" sldId="2147476485"/>
            <ac:spMk id="21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36:05.978" v="224" actId="255"/>
          <ac:spMkLst>
            <pc:docMk/>
            <pc:sldMk cId="0" sldId="2147476485"/>
            <ac:spMk id="22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15:36.655" v="1135" actId="164"/>
          <ac:spMkLst>
            <pc:docMk/>
            <pc:sldMk cId="0" sldId="2147476485"/>
            <ac:spMk id="23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36:05.978" v="224" actId="255"/>
          <ac:spMkLst>
            <pc:docMk/>
            <pc:sldMk cId="0" sldId="2147476485"/>
            <ac:spMk id="25" creationId="{00000000-0000-0000-0000-000000000000}"/>
          </ac:spMkLst>
        </pc:spChg>
        <pc:spChg chg="mod topLvl">
          <ac:chgData name="Giri, Sanjay" userId="60319415-94c6-468a-8729-9365d416f1f4" providerId="ADAL" clId="{1694087F-124E-4687-AF2F-0418E7DCCD31}" dt="2026-08-05T18:15:36.655" v="1135" actId="164"/>
          <ac:spMkLst>
            <pc:docMk/>
            <pc:sldMk cId="0" sldId="2147476485"/>
            <ac:spMk id="26" creationId="{00000000-0000-0000-0000-000000000000}"/>
          </ac:spMkLst>
        </pc:spChg>
        <pc:spChg chg="mod">
          <ac:chgData name="Giri, Sanjay" userId="60319415-94c6-468a-8729-9365d416f1f4" providerId="ADAL" clId="{1694087F-124E-4687-AF2F-0418E7DCCD31}" dt="2026-08-05T17:36:05.978" v="224" actId="255"/>
          <ac:spMkLst>
            <pc:docMk/>
            <pc:sldMk cId="0" sldId="2147476485"/>
            <ac:spMk id="27" creationId="{00000000-0000-0000-0000-000000000000}"/>
          </ac:spMkLst>
        </pc:spChg>
        <pc:spChg chg="del">
          <ac:chgData name="Giri, Sanjay" userId="60319415-94c6-468a-8729-9365d416f1f4" providerId="ADAL" clId="{1694087F-124E-4687-AF2F-0418E7DCCD31}" dt="2026-08-05T17:37:12.966" v="239" actId="478"/>
          <ac:spMkLst>
            <pc:docMk/>
            <pc:sldMk cId="0" sldId="2147476485"/>
            <ac:spMk id="28" creationId="{00000000-0000-0000-0000-000000000000}"/>
          </ac:spMkLst>
        </pc:spChg>
        <pc:spChg chg="del">
          <ac:chgData name="Giri, Sanjay" userId="60319415-94c6-468a-8729-9365d416f1f4" providerId="ADAL" clId="{1694087F-124E-4687-AF2F-0418E7DCCD31}" dt="2026-08-05T17:33:19.269" v="164" actId="478"/>
          <ac:spMkLst>
            <pc:docMk/>
            <pc:sldMk cId="0" sldId="2147476485"/>
            <ac:spMk id="29" creationId="{00000000-0000-0000-0000-000000000000}"/>
          </ac:spMkLst>
        </pc:spChg>
        <pc:spChg chg="del">
          <ac:chgData name="Giri, Sanjay" userId="60319415-94c6-468a-8729-9365d416f1f4" providerId="ADAL" clId="{1694087F-124E-4687-AF2F-0418E7DCCD31}" dt="2026-08-05T17:33:22.378" v="165" actId="478"/>
          <ac:spMkLst>
            <pc:docMk/>
            <pc:sldMk cId="0" sldId="2147476485"/>
            <ac:spMk id="30" creationId="{00000000-0000-0000-0000-000000000000}"/>
          </ac:spMkLst>
        </pc:spChg>
        <pc:spChg chg="add mod">
          <ac:chgData name="Giri, Sanjay" userId="60319415-94c6-468a-8729-9365d416f1f4" providerId="ADAL" clId="{1694087F-124E-4687-AF2F-0418E7DCCD31}" dt="2026-08-05T18:16:24.875" v="1173" actId="1036"/>
          <ac:spMkLst>
            <pc:docMk/>
            <pc:sldMk cId="0" sldId="2147476485"/>
            <ac:spMk id="33" creationId="{E7175F54-1EC2-D09B-7AC5-A8B443F3D356}"/>
          </ac:spMkLst>
        </pc:spChg>
        <pc:spChg chg="mod">
          <ac:chgData name="Giri, Sanjay" userId="60319415-94c6-468a-8729-9365d416f1f4" providerId="ADAL" clId="{1694087F-124E-4687-AF2F-0418E7DCCD31}" dt="2026-08-05T18:17:38.759" v="1204" actId="692"/>
          <ac:spMkLst>
            <pc:docMk/>
            <pc:sldMk cId="0" sldId="2147476485"/>
            <ac:spMk id="38" creationId="{D653FC45-B37A-55DF-00D2-5ABD3219EBB7}"/>
          </ac:spMkLst>
        </pc:spChg>
        <pc:spChg chg="mod">
          <ac:chgData name="Giri, Sanjay" userId="60319415-94c6-468a-8729-9365d416f1f4" providerId="ADAL" clId="{1694087F-124E-4687-AF2F-0418E7DCCD31}" dt="2026-08-05T18:17:20.048" v="1198" actId="1037"/>
          <ac:spMkLst>
            <pc:docMk/>
            <pc:sldMk cId="0" sldId="2147476485"/>
            <ac:spMk id="40" creationId="{293AF20A-8440-4417-1C24-A68378806768}"/>
          </ac:spMkLst>
        </pc:spChg>
        <pc:spChg chg="mod">
          <ac:chgData name="Giri, Sanjay" userId="60319415-94c6-468a-8729-9365d416f1f4" providerId="ADAL" clId="{1694087F-124E-4687-AF2F-0418E7DCCD31}" dt="2026-08-05T18:17:06.968" v="1195" actId="14100"/>
          <ac:spMkLst>
            <pc:docMk/>
            <pc:sldMk cId="0" sldId="2147476485"/>
            <ac:spMk id="42" creationId="{D9162CF4-CB5F-E6FC-0B0E-F86C4FBE7813}"/>
          </ac:spMkLst>
        </pc:spChg>
        <pc:spChg chg="mod">
          <ac:chgData name="Giri, Sanjay" userId="60319415-94c6-468a-8729-9365d416f1f4" providerId="ADAL" clId="{1694087F-124E-4687-AF2F-0418E7DCCD31}" dt="2026-08-05T17:45:12.883" v="360" actId="1038"/>
          <ac:spMkLst>
            <pc:docMk/>
            <pc:sldMk cId="0" sldId="2147476485"/>
            <ac:spMk id="44" creationId="{E0B146B4-8EB1-E004-B867-122D1E8C1F41}"/>
          </ac:spMkLst>
        </pc:spChg>
        <pc:spChg chg="mod">
          <ac:chgData name="Giri, Sanjay" userId="60319415-94c6-468a-8729-9365d416f1f4" providerId="ADAL" clId="{1694087F-124E-4687-AF2F-0418E7DCCD31}" dt="2026-08-05T17:45:34.156" v="381" actId="1036"/>
          <ac:spMkLst>
            <pc:docMk/>
            <pc:sldMk cId="0" sldId="2147476485"/>
            <ac:spMk id="48" creationId="{154CA33B-C20F-4EBF-2F99-D4CFAF8FA9D9}"/>
          </ac:spMkLst>
        </pc:spChg>
        <pc:spChg chg="mod">
          <ac:chgData name="Giri, Sanjay" userId="60319415-94c6-468a-8729-9365d416f1f4" providerId="ADAL" clId="{1694087F-124E-4687-AF2F-0418E7DCCD31}" dt="2026-08-05T17:45:34.156" v="381" actId="1036"/>
          <ac:spMkLst>
            <pc:docMk/>
            <pc:sldMk cId="0" sldId="2147476485"/>
            <ac:spMk id="50" creationId="{1650943A-ABAD-2C76-ADA3-E6B2D67F3171}"/>
          </ac:spMkLst>
        </pc:spChg>
        <pc:spChg chg="add del mod topLvl">
          <ac:chgData name="Giri, Sanjay" userId="60319415-94c6-468a-8729-9365d416f1f4" providerId="ADAL" clId="{1694087F-124E-4687-AF2F-0418E7DCCD31}" dt="2026-08-05T17:41:48.203" v="282" actId="14100"/>
          <ac:spMkLst>
            <pc:docMk/>
            <pc:sldMk cId="0" sldId="2147476485"/>
            <ac:spMk id="54" creationId="{DCB6F61F-C140-91E0-26C8-A8B32678920B}"/>
          </ac:spMkLst>
        </pc:spChg>
        <pc:spChg chg="mod">
          <ac:chgData name="Giri, Sanjay" userId="60319415-94c6-468a-8729-9365d416f1f4" providerId="ADAL" clId="{1694087F-124E-4687-AF2F-0418E7DCCD31}" dt="2026-08-05T17:41:56.185" v="284" actId="14100"/>
          <ac:spMkLst>
            <pc:docMk/>
            <pc:sldMk cId="0" sldId="2147476485"/>
            <ac:spMk id="58" creationId="{2CC0529C-57CC-5220-B50F-A57F76150D19}"/>
          </ac:spMkLst>
        </pc:spChg>
        <pc:spChg chg="mod">
          <ac:chgData name="Giri, Sanjay" userId="60319415-94c6-468a-8729-9365d416f1f4" providerId="ADAL" clId="{1694087F-124E-4687-AF2F-0418E7DCCD31}" dt="2026-08-05T17:42:00.068" v="285" actId="14100"/>
          <ac:spMkLst>
            <pc:docMk/>
            <pc:sldMk cId="0" sldId="2147476485"/>
            <ac:spMk id="62" creationId="{56AADDA7-3903-7A56-7E7B-D9392EB36C48}"/>
          </ac:spMkLst>
        </pc:spChg>
        <pc:spChg chg="add del mod topLvl">
          <ac:chgData name="Giri, Sanjay" userId="60319415-94c6-468a-8729-9365d416f1f4" providerId="ADAL" clId="{1694087F-124E-4687-AF2F-0418E7DCCD31}" dt="2026-08-05T17:40:04.951" v="263" actId="165"/>
          <ac:spMkLst>
            <pc:docMk/>
            <pc:sldMk cId="0" sldId="2147476485"/>
            <ac:spMk id="64" creationId="{B65568BD-CD5F-00DC-BDF1-C081EDEEC4B6}"/>
          </ac:spMkLst>
        </pc:spChg>
        <pc:spChg chg="mod">
          <ac:chgData name="Giri, Sanjay" userId="60319415-94c6-468a-8729-9365d416f1f4" providerId="ADAL" clId="{1694087F-124E-4687-AF2F-0418E7DCCD31}" dt="2026-08-05T17:45:12.883" v="360" actId="1038"/>
          <ac:spMkLst>
            <pc:docMk/>
            <pc:sldMk cId="0" sldId="2147476485"/>
            <ac:spMk id="68" creationId="{75AD09E1-D18D-2614-E2D9-FBE502E9CCCB}"/>
          </ac:spMkLst>
        </pc:spChg>
        <pc:spChg chg="mod">
          <ac:chgData name="Giri, Sanjay" userId="60319415-94c6-468a-8729-9365d416f1f4" providerId="ADAL" clId="{1694087F-124E-4687-AF2F-0418E7DCCD31}" dt="2026-08-05T17:45:34.156" v="381" actId="1036"/>
          <ac:spMkLst>
            <pc:docMk/>
            <pc:sldMk cId="0" sldId="2147476485"/>
            <ac:spMk id="72" creationId="{392E9CE3-BCA2-2F5A-C299-DF1841A79937}"/>
          </ac:spMkLst>
        </pc:spChg>
        <pc:spChg chg="mod">
          <ac:chgData name="Giri, Sanjay" userId="60319415-94c6-468a-8729-9365d416f1f4" providerId="ADAL" clId="{1694087F-124E-4687-AF2F-0418E7DCCD31}" dt="2026-08-05T17:45:41.429" v="388" actId="1036"/>
          <ac:spMkLst>
            <pc:docMk/>
            <pc:sldMk cId="0" sldId="2147476485"/>
            <ac:spMk id="74" creationId="{5754CA86-02BE-3614-AA84-749AACDD6B8F}"/>
          </ac:spMkLst>
        </pc:spChg>
        <pc:spChg chg="mod">
          <ac:chgData name="Giri, Sanjay" userId="60319415-94c6-468a-8729-9365d416f1f4" providerId="ADAL" clId="{1694087F-124E-4687-AF2F-0418E7DCCD31}" dt="2026-08-05T17:42:19.661" v="290" actId="1076"/>
          <ac:spMkLst>
            <pc:docMk/>
            <pc:sldMk cId="0" sldId="2147476485"/>
            <ac:spMk id="78" creationId="{D094BBC8-8F30-F462-B28D-5BDA0A0CF7FC}"/>
          </ac:spMkLst>
        </pc:spChg>
        <pc:spChg chg="mod">
          <ac:chgData name="Giri, Sanjay" userId="60319415-94c6-468a-8729-9365d416f1f4" providerId="ADAL" clId="{1694087F-124E-4687-AF2F-0418E7DCCD31}" dt="2026-08-05T17:42:08.697" v="287" actId="14100"/>
          <ac:spMkLst>
            <pc:docMk/>
            <pc:sldMk cId="0" sldId="2147476485"/>
            <ac:spMk id="82" creationId="{EBF98B52-2F2A-0A05-8E37-619D579EE20E}"/>
          </ac:spMkLst>
        </pc:spChg>
        <pc:spChg chg="mod">
          <ac:chgData name="Giri, Sanjay" userId="60319415-94c6-468a-8729-9365d416f1f4" providerId="ADAL" clId="{1694087F-124E-4687-AF2F-0418E7DCCD31}" dt="2026-08-05T17:42:11.767" v="288" actId="1076"/>
          <ac:spMkLst>
            <pc:docMk/>
            <pc:sldMk cId="0" sldId="2147476485"/>
            <ac:spMk id="86" creationId="{DBBB5ADC-4010-2AF4-0516-19F25A3AA57E}"/>
          </ac:spMkLst>
        </pc:spChg>
        <pc:spChg chg="add del mod topLvl">
          <ac:chgData name="Giri, Sanjay" userId="60319415-94c6-468a-8729-9365d416f1f4" providerId="ADAL" clId="{1694087F-124E-4687-AF2F-0418E7DCCD31}" dt="2026-08-05T17:42:15.388" v="289" actId="1076"/>
          <ac:spMkLst>
            <pc:docMk/>
            <pc:sldMk cId="0" sldId="2147476485"/>
            <ac:spMk id="90" creationId="{B9843B8A-0ABD-235C-D030-1C236141F8CF}"/>
          </ac:spMkLst>
        </pc:spChg>
        <pc:spChg chg="mod">
          <ac:chgData name="Giri, Sanjay" userId="60319415-94c6-468a-8729-9365d416f1f4" providerId="ADAL" clId="{1694087F-124E-4687-AF2F-0418E7DCCD31}" dt="2026-08-05T17:45:12.883" v="360" actId="1038"/>
          <ac:spMkLst>
            <pc:docMk/>
            <pc:sldMk cId="0" sldId="2147476485"/>
            <ac:spMk id="94" creationId="{9431E1BB-E638-11A1-2364-FD964A0A586F}"/>
          </ac:spMkLst>
        </pc:spChg>
        <pc:spChg chg="mod">
          <ac:chgData name="Giri, Sanjay" userId="60319415-94c6-468a-8729-9365d416f1f4" providerId="ADAL" clId="{1694087F-124E-4687-AF2F-0418E7DCCD31}" dt="2026-08-05T17:39:24.387" v="257" actId="1076"/>
          <ac:spMkLst>
            <pc:docMk/>
            <pc:sldMk cId="0" sldId="2147476485"/>
            <ac:spMk id="98" creationId="{99B3E66B-78F5-6253-77D6-F48275E8468E}"/>
          </ac:spMkLst>
        </pc:spChg>
        <pc:spChg chg="add del mod topLvl">
          <ac:chgData name="Giri, Sanjay" userId="60319415-94c6-468a-8729-9365d416f1f4" providerId="ADAL" clId="{1694087F-124E-4687-AF2F-0418E7DCCD31}" dt="2026-08-05T17:45:34.156" v="381" actId="1036"/>
          <ac:spMkLst>
            <pc:docMk/>
            <pc:sldMk cId="0" sldId="2147476485"/>
            <ac:spMk id="100" creationId="{8DAB2567-DC51-D1D1-F242-2390D08CD12A}"/>
          </ac:spMkLst>
        </pc:spChg>
        <pc:spChg chg="mod">
          <ac:chgData name="Giri, Sanjay" userId="60319415-94c6-468a-8729-9365d416f1f4" providerId="ADAL" clId="{1694087F-124E-4687-AF2F-0418E7DCCD31}" dt="2026-08-05T17:42:29.716" v="293" actId="1076"/>
          <ac:spMkLst>
            <pc:docMk/>
            <pc:sldMk cId="0" sldId="2147476485"/>
            <ac:spMk id="104" creationId="{DF6F02C9-911A-96F1-90C2-6DFE19A166F6}"/>
          </ac:spMkLst>
        </pc:spChg>
        <pc:spChg chg="mod">
          <ac:chgData name="Giri, Sanjay" userId="60319415-94c6-468a-8729-9365d416f1f4" providerId="ADAL" clId="{1694087F-124E-4687-AF2F-0418E7DCCD31}" dt="2026-08-05T17:43:02.188" v="301" actId="14100"/>
          <ac:spMkLst>
            <pc:docMk/>
            <pc:sldMk cId="0" sldId="2147476485"/>
            <ac:spMk id="108" creationId="{03F3B6C0-1F1B-E65C-321E-26E373F5FF22}"/>
          </ac:spMkLst>
        </pc:spChg>
        <pc:spChg chg="add del mod topLvl">
          <ac:chgData name="Giri, Sanjay" userId="60319415-94c6-468a-8729-9365d416f1f4" providerId="ADAL" clId="{1694087F-124E-4687-AF2F-0418E7DCCD31}" dt="2026-08-05T17:40:04.951" v="263" actId="165"/>
          <ac:spMkLst>
            <pc:docMk/>
            <pc:sldMk cId="0" sldId="2147476485"/>
            <ac:spMk id="120" creationId="{CCA39A66-8C49-46C3-02ED-71CAF2974242}"/>
          </ac:spMkLst>
        </pc:spChg>
        <pc:spChg chg="mod">
          <ac:chgData name="Giri, Sanjay" userId="60319415-94c6-468a-8729-9365d416f1f4" providerId="ADAL" clId="{1694087F-124E-4687-AF2F-0418E7DCCD31}" dt="2026-08-05T17:45:12.883" v="360" actId="1038"/>
          <ac:spMkLst>
            <pc:docMk/>
            <pc:sldMk cId="0" sldId="2147476485"/>
            <ac:spMk id="122" creationId="{E3830896-AC2D-BD77-52F0-9912539DC93E}"/>
          </ac:spMkLst>
        </pc:spChg>
        <pc:spChg chg="mod">
          <ac:chgData name="Giri, Sanjay" userId="60319415-94c6-468a-8729-9365d416f1f4" providerId="ADAL" clId="{1694087F-124E-4687-AF2F-0418E7DCCD31}" dt="2026-08-05T17:45:45.835" v="394" actId="1036"/>
          <ac:spMkLst>
            <pc:docMk/>
            <pc:sldMk cId="0" sldId="2147476485"/>
            <ac:spMk id="126" creationId="{86A60A8E-2CBC-5946-6808-B9DF933EBDE7}"/>
          </ac:spMkLst>
        </pc:spChg>
        <pc:spChg chg="mod">
          <ac:chgData name="Giri, Sanjay" userId="60319415-94c6-468a-8729-9365d416f1f4" providerId="ADAL" clId="{1694087F-124E-4687-AF2F-0418E7DCCD31}" dt="2026-08-05T17:45:34.156" v="381" actId="1036"/>
          <ac:spMkLst>
            <pc:docMk/>
            <pc:sldMk cId="0" sldId="2147476485"/>
            <ac:spMk id="128" creationId="{0355FF1F-B8C9-4922-09D8-91C0BBEE2811}"/>
          </ac:spMkLst>
        </pc:spChg>
        <pc:spChg chg="mod">
          <ac:chgData name="Giri, Sanjay" userId="60319415-94c6-468a-8729-9365d416f1f4" providerId="ADAL" clId="{1694087F-124E-4687-AF2F-0418E7DCCD31}" dt="2026-08-05T17:42:37.473" v="296" actId="1076"/>
          <ac:spMkLst>
            <pc:docMk/>
            <pc:sldMk cId="0" sldId="2147476485"/>
            <ac:spMk id="132" creationId="{143C2522-5D42-332E-B09A-CC709FB241D4}"/>
          </ac:spMkLst>
        </pc:spChg>
        <pc:spChg chg="mod">
          <ac:chgData name="Giri, Sanjay" userId="60319415-94c6-468a-8729-9365d416f1f4" providerId="ADAL" clId="{1694087F-124E-4687-AF2F-0418E7DCCD31}" dt="2026-08-05T17:43:09.609" v="302" actId="1076"/>
          <ac:spMkLst>
            <pc:docMk/>
            <pc:sldMk cId="0" sldId="2147476485"/>
            <ac:spMk id="136" creationId="{E1A161C3-928F-042C-9303-40CD901BD070}"/>
          </ac:spMkLst>
        </pc:spChg>
        <pc:spChg chg="add del mod topLvl">
          <ac:chgData name="Giri, Sanjay" userId="60319415-94c6-468a-8729-9365d416f1f4" providerId="ADAL" clId="{1694087F-124E-4687-AF2F-0418E7DCCD31}" dt="2026-08-05T17:40:04.951" v="263" actId="165"/>
          <ac:spMkLst>
            <pc:docMk/>
            <pc:sldMk cId="0" sldId="2147476485"/>
            <ac:spMk id="140" creationId="{75EBC3A0-87DF-98AB-B21A-4A15642A4714}"/>
          </ac:spMkLst>
        </pc:spChg>
        <pc:spChg chg="add del mod topLvl">
          <ac:chgData name="Giri, Sanjay" userId="60319415-94c6-468a-8729-9365d416f1f4" providerId="ADAL" clId="{1694087F-124E-4687-AF2F-0418E7DCCD31}" dt="2026-08-05T17:40:04.951" v="263" actId="165"/>
          <ac:spMkLst>
            <pc:docMk/>
            <pc:sldMk cId="0" sldId="2147476485"/>
            <ac:spMk id="144" creationId="{DCE990EF-F97C-7C46-8EC1-8B9C665BE50C}"/>
          </ac:spMkLst>
        </pc:spChg>
        <pc:spChg chg="mod">
          <ac:chgData name="Giri, Sanjay" userId="60319415-94c6-468a-8729-9365d416f1f4" providerId="ADAL" clId="{1694087F-124E-4687-AF2F-0418E7DCCD31}" dt="2026-08-05T17:45:12.883" v="360" actId="1038"/>
          <ac:spMkLst>
            <pc:docMk/>
            <pc:sldMk cId="0" sldId="2147476485"/>
            <ac:spMk id="148" creationId="{F0C76B45-7DE5-8EFA-5DAA-E1E95311F72E}"/>
          </ac:spMkLst>
        </pc:spChg>
        <pc:spChg chg="add del mod topLvl">
          <ac:chgData name="Giri, Sanjay" userId="60319415-94c6-468a-8729-9365d416f1f4" providerId="ADAL" clId="{1694087F-124E-4687-AF2F-0418E7DCCD31}" dt="2026-08-05T17:40:04.951" v="263" actId="165"/>
          <ac:spMkLst>
            <pc:docMk/>
            <pc:sldMk cId="0" sldId="2147476485"/>
            <ac:spMk id="152" creationId="{E3BC4CCA-1AD3-58AA-2548-6BFB63CCAAD7}"/>
          </ac:spMkLst>
        </pc:spChg>
        <pc:spChg chg="add del mod topLvl">
          <ac:chgData name="Giri, Sanjay" userId="60319415-94c6-468a-8729-9365d416f1f4" providerId="ADAL" clId="{1694087F-124E-4687-AF2F-0418E7DCCD31}" dt="2026-08-05T17:45:49.357" v="401" actId="1037"/>
          <ac:spMkLst>
            <pc:docMk/>
            <pc:sldMk cId="0" sldId="2147476485"/>
            <ac:spMk id="154" creationId="{498A5564-5D11-E7AD-E0FF-DACB73B934DA}"/>
          </ac:spMkLst>
        </pc:spChg>
        <pc:spChg chg="mod">
          <ac:chgData name="Giri, Sanjay" userId="60319415-94c6-468a-8729-9365d416f1f4" providerId="ADAL" clId="{1694087F-124E-4687-AF2F-0418E7DCCD31}" dt="2026-08-05T17:42:47.595" v="298" actId="1076"/>
          <ac:spMkLst>
            <pc:docMk/>
            <pc:sldMk cId="0" sldId="2147476485"/>
            <ac:spMk id="158" creationId="{BB6489FA-8BAF-3979-A19E-E4B6818E5C3E}"/>
          </ac:spMkLst>
        </pc:spChg>
        <pc:spChg chg="mod">
          <ac:chgData name="Giri, Sanjay" userId="60319415-94c6-468a-8729-9365d416f1f4" providerId="ADAL" clId="{1694087F-124E-4687-AF2F-0418E7DCCD31}" dt="2026-08-05T18:18:32.847" v="1219" actId="1035"/>
          <ac:spMkLst>
            <pc:docMk/>
            <pc:sldMk cId="0" sldId="2147476485"/>
            <ac:spMk id="162" creationId="{99BE69A6-68A7-9D80-F26A-3F847156BEDA}"/>
          </ac:spMkLst>
        </pc:spChg>
        <pc:spChg chg="mod">
          <ac:chgData name="Giri, Sanjay" userId="60319415-94c6-468a-8729-9365d416f1f4" providerId="ADAL" clId="{1694087F-124E-4687-AF2F-0418E7DCCD31}" dt="2026-08-05T18:18:37.366" v="1226" actId="1035"/>
          <ac:spMkLst>
            <pc:docMk/>
            <pc:sldMk cId="0" sldId="2147476485"/>
            <ac:spMk id="166" creationId="{67936D18-E6BB-C381-D8DD-E746C58C312A}"/>
          </ac:spMkLst>
        </pc:spChg>
        <pc:spChg chg="add del mod topLvl">
          <ac:chgData name="Giri, Sanjay" userId="60319415-94c6-468a-8729-9365d416f1f4" providerId="ADAL" clId="{1694087F-124E-4687-AF2F-0418E7DCCD31}" dt="2026-08-05T17:43:42.040" v="311" actId="1076"/>
          <ac:spMkLst>
            <pc:docMk/>
            <pc:sldMk cId="0" sldId="2147476485"/>
            <ac:spMk id="170" creationId="{3E29B601-6605-5FA1-7E8A-900BEE4F6F1A}"/>
          </ac:spMkLst>
        </pc:spChg>
        <pc:spChg chg="add mod">
          <ac:chgData name="Giri, Sanjay" userId="60319415-94c6-468a-8729-9365d416f1f4" providerId="ADAL" clId="{1694087F-124E-4687-AF2F-0418E7DCCD31}" dt="2026-08-05T17:45:19.372" v="369" actId="1038"/>
          <ac:spMkLst>
            <pc:docMk/>
            <pc:sldMk cId="0" sldId="2147476485"/>
            <ac:spMk id="176" creationId="{7DDBC64E-4E72-46D1-3359-B2D55EF23F26}"/>
          </ac:spMkLst>
        </pc:spChg>
        <pc:spChg chg="add mod">
          <ac:chgData name="Giri, Sanjay" userId="60319415-94c6-468a-8729-9365d416f1f4" providerId="ADAL" clId="{1694087F-124E-4687-AF2F-0418E7DCCD31}" dt="2026-08-05T18:18:25.429" v="1213" actId="1036"/>
          <ac:spMkLst>
            <pc:docMk/>
            <pc:sldMk cId="0" sldId="2147476485"/>
            <ac:spMk id="178" creationId="{89015839-AE9C-0192-C4B2-BB0B7C7C9354}"/>
          </ac:spMkLst>
        </pc:spChg>
        <pc:spChg chg="add mod">
          <ac:chgData name="Giri, Sanjay" userId="60319415-94c6-468a-8729-9365d416f1f4" providerId="ADAL" clId="{1694087F-124E-4687-AF2F-0418E7DCCD31}" dt="2026-08-05T17:44:57.510" v="335" actId="14100"/>
          <ac:spMkLst>
            <pc:docMk/>
            <pc:sldMk cId="0" sldId="2147476485"/>
            <ac:spMk id="180" creationId="{C195F5AA-7325-7E1E-CD63-5235FB0FC3A2}"/>
          </ac:spMkLst>
        </pc:spChg>
        <pc:spChg chg="add mod ord">
          <ac:chgData name="Giri, Sanjay" userId="60319415-94c6-468a-8729-9365d416f1f4" providerId="ADAL" clId="{1694087F-124E-4687-AF2F-0418E7DCCD31}" dt="2026-08-05T17:48:27.472" v="511" actId="1038"/>
          <ac:spMkLst>
            <pc:docMk/>
            <pc:sldMk cId="0" sldId="2147476485"/>
            <ac:spMk id="182" creationId="{57DEC038-A56C-8B38-9668-6FA6059B1204}"/>
          </ac:spMkLst>
        </pc:spChg>
        <pc:spChg chg="add mod">
          <ac:chgData name="Giri, Sanjay" userId="60319415-94c6-468a-8729-9365d416f1f4" providerId="ADAL" clId="{1694087F-124E-4687-AF2F-0418E7DCCD31}" dt="2026-08-05T17:48:27.472" v="511" actId="1038"/>
          <ac:spMkLst>
            <pc:docMk/>
            <pc:sldMk cId="0" sldId="2147476485"/>
            <ac:spMk id="183" creationId="{A7E7DB78-8F69-D6AD-3518-5E7F074BFB23}"/>
          </ac:spMkLst>
        </pc:spChg>
        <pc:spChg chg="add mod">
          <ac:chgData name="Giri, Sanjay" userId="60319415-94c6-468a-8729-9365d416f1f4" providerId="ADAL" clId="{1694087F-124E-4687-AF2F-0418E7DCCD31}" dt="2026-08-05T18:16:19.647" v="1161" actId="1036"/>
          <ac:spMkLst>
            <pc:docMk/>
            <pc:sldMk cId="0" sldId="2147476485"/>
            <ac:spMk id="185" creationId="{3A33965F-E98F-802F-EF7D-1D504D6076FB}"/>
          </ac:spMkLst>
        </pc:spChg>
        <pc:spChg chg="add mod">
          <ac:chgData name="Giri, Sanjay" userId="60319415-94c6-468a-8729-9365d416f1f4" providerId="ADAL" clId="{1694087F-124E-4687-AF2F-0418E7DCCD31}" dt="2026-08-05T18:18:19.721" v="1211" actId="14100"/>
          <ac:spMkLst>
            <pc:docMk/>
            <pc:sldMk cId="0" sldId="2147476485"/>
            <ac:spMk id="188" creationId="{D9FDCC30-5F2E-4A84-081A-9B87DD16F63B}"/>
          </ac:spMkLst>
        </pc:spChg>
        <pc:grpChg chg="mod">
          <ac:chgData name="Giri, Sanjay" userId="60319415-94c6-468a-8729-9365d416f1f4" providerId="ADAL" clId="{1694087F-124E-4687-AF2F-0418E7DCCD31}" dt="2026-08-05T17:33:57.548" v="178" actId="1076"/>
          <ac:grpSpMkLst>
            <pc:docMk/>
            <pc:sldMk cId="0" sldId="2147476485"/>
            <ac:grpSpMk id="31" creationId="{C2E89395-30C1-7DB0-8F2D-A3CAA207D99E}"/>
          </ac:grpSpMkLst>
        </pc:grpChg>
        <pc:grpChg chg="mod">
          <ac:chgData name="Giri, Sanjay" userId="60319415-94c6-468a-8729-9365d416f1f4" providerId="ADAL" clId="{1694087F-124E-4687-AF2F-0418E7DCCD31}" dt="2026-08-05T17:35:52.828" v="220" actId="1076"/>
          <ac:grpSpMkLst>
            <pc:docMk/>
            <pc:sldMk cId="0" sldId="2147476485"/>
            <ac:grpSpMk id="34" creationId="{BE98BE19-3E61-418E-0BF5-AD7716E3BA99}"/>
          </ac:grpSpMkLst>
        </pc:grpChg>
        <pc:grpChg chg="mod">
          <ac:chgData name="Giri, Sanjay" userId="60319415-94c6-468a-8729-9365d416f1f4" providerId="ADAL" clId="{1694087F-124E-4687-AF2F-0418E7DCCD31}" dt="2026-08-05T17:37:36.814" v="244" actId="1076"/>
          <ac:grpSpMkLst>
            <pc:docMk/>
            <pc:sldMk cId="0" sldId="2147476485"/>
            <ac:grpSpMk id="173" creationId="{1F3699BB-1A74-5E17-3FF0-9C9A3E8EA054}"/>
          </ac:grpSpMkLst>
        </pc:grpChg>
        <pc:grpChg chg="mod">
          <ac:chgData name="Giri, Sanjay" userId="60319415-94c6-468a-8729-9365d416f1f4" providerId="ADAL" clId="{1694087F-124E-4687-AF2F-0418E7DCCD31}" dt="2026-08-05T17:39:50.238" v="261" actId="1076"/>
          <ac:grpSpMkLst>
            <pc:docMk/>
            <pc:sldMk cId="0" sldId="2147476485"/>
            <ac:grpSpMk id="174" creationId="{E39C5E64-B4A3-AAE1-CFA5-5E6679AB5B0D}"/>
          </ac:grpSpMkLst>
        </pc:grpChg>
        <pc:grpChg chg="mod">
          <ac:chgData name="Giri, Sanjay" userId="60319415-94c6-468a-8729-9365d416f1f4" providerId="ADAL" clId="{1694087F-124E-4687-AF2F-0418E7DCCD31}" dt="2026-08-05T18:16:00.456" v="1141" actId="1076"/>
          <ac:grpSpMkLst>
            <pc:docMk/>
            <pc:sldMk cId="0" sldId="2147476485"/>
            <ac:grpSpMk id="186" creationId="{9C7B606E-C1E2-FBCB-07F9-F891DE0CB804}"/>
          </ac:grpSpMkLst>
        </pc:grpChg>
        <pc:picChg chg="del">
          <ac:chgData name="Giri, Sanjay" userId="60319415-94c6-468a-8729-9365d416f1f4" providerId="ADAL" clId="{1694087F-124E-4687-AF2F-0418E7DCCD31}" dt="2026-08-05T18:16:02.671" v="1142" actId="478"/>
          <ac:picMkLst>
            <pc:docMk/>
            <pc:sldMk cId="0" sldId="2147476485"/>
            <ac:picMk id="36" creationId="{A96DF156-9667-E334-487D-4E809CC0ABB8}"/>
          </ac:picMkLst>
        </pc:picChg>
        <pc:picChg chg="mod">
          <ac:chgData name="Giri, Sanjay" userId="60319415-94c6-468a-8729-9365d416f1f4" providerId="ADAL" clId="{1694087F-124E-4687-AF2F-0418E7DCCD31}" dt="2026-08-05T17:45:12.883" v="360" actId="1038"/>
          <ac:picMkLst>
            <pc:docMk/>
            <pc:sldMk cId="0" sldId="2147476485"/>
            <ac:picMk id="46" creationId="{2901530D-8CF0-1C7E-41DE-1A57C0B89929}"/>
          </ac:picMkLst>
        </pc:picChg>
        <pc:picChg chg="mod">
          <ac:chgData name="Giri, Sanjay" userId="60319415-94c6-468a-8729-9365d416f1f4" providerId="ADAL" clId="{1694087F-124E-4687-AF2F-0418E7DCCD31}" dt="2026-08-05T17:41:52.824" v="283" actId="1076"/>
          <ac:picMkLst>
            <pc:docMk/>
            <pc:sldMk cId="0" sldId="2147476485"/>
            <ac:picMk id="52" creationId="{6BEE6A60-530B-CB9E-D425-79A1A046722F}"/>
          </ac:picMkLst>
        </pc:picChg>
        <pc:picChg chg="mod">
          <ac:chgData name="Giri, Sanjay" userId="60319415-94c6-468a-8729-9365d416f1f4" providerId="ADAL" clId="{1694087F-124E-4687-AF2F-0418E7DCCD31}" dt="2026-08-05T17:45:12.883" v="360" actId="1038"/>
          <ac:picMkLst>
            <pc:docMk/>
            <pc:sldMk cId="0" sldId="2147476485"/>
            <ac:picMk id="70" creationId="{F83FFB79-2C97-05CA-45B8-0B86500A6528}"/>
          </ac:picMkLst>
        </pc:picChg>
        <pc:picChg chg="mod">
          <ac:chgData name="Giri, Sanjay" userId="60319415-94c6-468a-8729-9365d416f1f4" providerId="ADAL" clId="{1694087F-124E-4687-AF2F-0418E7DCCD31}" dt="2026-08-05T17:42:22.544" v="291" actId="1076"/>
          <ac:picMkLst>
            <pc:docMk/>
            <pc:sldMk cId="0" sldId="2147476485"/>
            <ac:picMk id="76" creationId="{FC3AB742-A97D-A387-37AB-10490297F4EA}"/>
          </ac:picMkLst>
        </pc:picChg>
        <pc:picChg chg="mod">
          <ac:chgData name="Giri, Sanjay" userId="60319415-94c6-468a-8729-9365d416f1f4" providerId="ADAL" clId="{1694087F-124E-4687-AF2F-0418E7DCCD31}" dt="2026-08-05T17:45:12.883" v="360" actId="1038"/>
          <ac:picMkLst>
            <pc:docMk/>
            <pc:sldMk cId="0" sldId="2147476485"/>
            <ac:picMk id="96" creationId="{F00A8E65-7F72-E8F3-BB82-89181C417A58}"/>
          </ac:picMkLst>
        </pc:picChg>
        <pc:picChg chg="mod">
          <ac:chgData name="Giri, Sanjay" userId="60319415-94c6-468a-8729-9365d416f1f4" providerId="ADAL" clId="{1694087F-124E-4687-AF2F-0418E7DCCD31}" dt="2026-08-05T17:46:01.883" v="414" actId="1038"/>
          <ac:picMkLst>
            <pc:docMk/>
            <pc:sldMk cId="0" sldId="2147476485"/>
            <ac:picMk id="102" creationId="{2AFF6D9D-DE99-3B13-318C-31A6452600E1}"/>
          </ac:picMkLst>
        </pc:picChg>
        <pc:picChg chg="mod">
          <ac:chgData name="Giri, Sanjay" userId="60319415-94c6-468a-8729-9365d416f1f4" providerId="ADAL" clId="{1694087F-124E-4687-AF2F-0418E7DCCD31}" dt="2026-08-05T17:45:12.883" v="360" actId="1038"/>
          <ac:picMkLst>
            <pc:docMk/>
            <pc:sldMk cId="0" sldId="2147476485"/>
            <ac:picMk id="124" creationId="{23D99F8D-9889-76CA-B21A-515A490B0912}"/>
          </ac:picMkLst>
        </pc:picChg>
        <pc:picChg chg="mod">
          <ac:chgData name="Giri, Sanjay" userId="60319415-94c6-468a-8729-9365d416f1f4" providerId="ADAL" clId="{1694087F-124E-4687-AF2F-0418E7DCCD31}" dt="2026-08-05T17:45:56.267" v="406" actId="1037"/>
          <ac:picMkLst>
            <pc:docMk/>
            <pc:sldMk cId="0" sldId="2147476485"/>
            <ac:picMk id="130" creationId="{7BE84E21-9AD7-DDB8-1C58-CE2C5CEAD74A}"/>
          </ac:picMkLst>
        </pc:picChg>
        <pc:picChg chg="mod">
          <ac:chgData name="Giri, Sanjay" userId="60319415-94c6-468a-8729-9365d416f1f4" providerId="ADAL" clId="{1694087F-124E-4687-AF2F-0418E7DCCD31}" dt="2026-08-05T17:43:11.569" v="303" actId="1076"/>
          <ac:picMkLst>
            <pc:docMk/>
            <pc:sldMk cId="0" sldId="2147476485"/>
            <ac:picMk id="134" creationId="{856B2B15-655A-3290-A9EA-7E1428915DB2}"/>
          </ac:picMkLst>
        </pc:picChg>
        <pc:picChg chg="mod">
          <ac:chgData name="Giri, Sanjay" userId="60319415-94c6-468a-8729-9365d416f1f4" providerId="ADAL" clId="{1694087F-124E-4687-AF2F-0418E7DCCD31}" dt="2026-08-05T17:45:12.883" v="360" actId="1038"/>
          <ac:picMkLst>
            <pc:docMk/>
            <pc:sldMk cId="0" sldId="2147476485"/>
            <ac:picMk id="150" creationId="{1AF53D6B-6282-69B0-D0C7-370EC0F10EB9}"/>
          </ac:picMkLst>
        </pc:picChg>
        <pc:picChg chg="mod">
          <ac:chgData name="Giri, Sanjay" userId="60319415-94c6-468a-8729-9365d416f1f4" providerId="ADAL" clId="{1694087F-124E-4687-AF2F-0418E7DCCD31}" dt="2026-08-05T17:45:59.428" v="411" actId="1037"/>
          <ac:picMkLst>
            <pc:docMk/>
            <pc:sldMk cId="0" sldId="2147476485"/>
            <ac:picMk id="156" creationId="{4A380437-8BF5-E54F-D395-8EF7CC1F2642}"/>
          </ac:picMkLst>
        </pc:picChg>
        <pc:picChg chg="mod">
          <ac:chgData name="Giri, Sanjay" userId="60319415-94c6-468a-8729-9365d416f1f4" providerId="ADAL" clId="{1694087F-124E-4687-AF2F-0418E7DCCD31}" dt="2026-08-05T17:43:20.398" v="306" actId="1076"/>
          <ac:picMkLst>
            <pc:docMk/>
            <pc:sldMk cId="0" sldId="2147476485"/>
            <ac:picMk id="160" creationId="{08CE2361-6A25-6D6F-85D6-BA5F36E70001}"/>
          </ac:picMkLst>
        </pc:picChg>
        <pc:picChg chg="mod">
          <ac:chgData name="Giri, Sanjay" userId="60319415-94c6-468a-8729-9365d416f1f4" providerId="ADAL" clId="{1694087F-124E-4687-AF2F-0418E7DCCD31}" dt="2026-08-05T17:43:26.862" v="308" actId="1076"/>
          <ac:picMkLst>
            <pc:docMk/>
            <pc:sldMk cId="0" sldId="2147476485"/>
            <ac:picMk id="164" creationId="{9D34E97C-2BAE-80B4-8FF6-F4CD5AA33FB5}"/>
          </ac:picMkLst>
        </pc:picChg>
        <pc:picChg chg="mod">
          <ac:chgData name="Giri, Sanjay" userId="60319415-94c6-468a-8729-9365d416f1f4" providerId="ADAL" clId="{1694087F-124E-4687-AF2F-0418E7DCCD31}" dt="2026-08-05T17:43:38.125" v="310" actId="1076"/>
          <ac:picMkLst>
            <pc:docMk/>
            <pc:sldMk cId="0" sldId="2147476485"/>
            <ac:picMk id="168" creationId="{237F5718-8AFF-913E-9F71-C5A8F15E54E2}"/>
          </ac:picMkLst>
        </pc:picChg>
      </pc:sldChg>
      <pc:sldChg chg="add del">
        <pc:chgData name="Giri, Sanjay" userId="60319415-94c6-468a-8729-9365d416f1f4" providerId="ADAL" clId="{1694087F-124E-4687-AF2F-0418E7DCCD31}" dt="2026-08-05T17:16:51.856" v="123"/>
        <pc:sldMkLst>
          <pc:docMk/>
          <pc:sldMk cId="80599606" sldId="2147476485"/>
        </pc:sldMkLst>
      </pc:sldChg>
      <pc:sldChg chg="add del setBg">
        <pc:chgData name="Giri, Sanjay" userId="60319415-94c6-468a-8729-9365d416f1f4" providerId="ADAL" clId="{1694087F-124E-4687-AF2F-0418E7DCCD31}" dt="2026-08-05T17:48:38.751" v="513" actId="47"/>
        <pc:sldMkLst>
          <pc:docMk/>
          <pc:sldMk cId="0" sldId="214747648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Score</c:v>
                </c:pt>
              </c:strCache>
            </c:strRef>
          </c:tx>
          <c:spPr>
            <a:solidFill>
              <a:srgbClr val="E2685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344-43ED-B174-7F6B2F742986}"/>
              </c:ext>
            </c:extLst>
          </c:dPt>
          <c:dPt>
            <c:idx val="1"/>
            <c:invertIfNegative val="0"/>
            <c:bubble3D val="0"/>
            <c:spPr>
              <a:solidFill>
                <a:srgbClr val="ED887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344-43ED-B174-7F6B2F742986}"/>
              </c:ext>
            </c:extLst>
          </c:dPt>
          <c:dPt>
            <c:idx val="2"/>
            <c:invertIfNegative val="0"/>
            <c:bubble3D val="0"/>
            <c:spPr>
              <a:solidFill>
                <a:srgbClr val="EE98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F344-43ED-B174-7F6B2F742986}"/>
              </c:ext>
            </c:extLst>
          </c:dPt>
          <c:dPt>
            <c:idx val="3"/>
            <c:invertIfNegative val="0"/>
            <c:bubble3D val="0"/>
            <c:spPr>
              <a:solidFill>
                <a:srgbClr val="EFA7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F344-43ED-B174-7F6B2F742986}"/>
              </c:ext>
            </c:extLst>
          </c:dPt>
          <c:dPt>
            <c:idx val="4"/>
            <c:invertIfNegative val="0"/>
            <c:bubble3D val="0"/>
            <c:spPr>
              <a:solidFill>
                <a:srgbClr val="F0B9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F344-43ED-B174-7F6B2F742986}"/>
              </c:ext>
            </c:extLst>
          </c:dPt>
          <c:dPt>
            <c:idx val="5"/>
            <c:invertIfNegative val="0"/>
            <c:bubble3D val="0"/>
            <c:spPr>
              <a:solidFill>
                <a:srgbClr val="F0C6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F344-43ED-B174-7F6B2F742986}"/>
              </c:ext>
            </c:extLst>
          </c:dPt>
          <c:dPt>
            <c:idx val="6"/>
            <c:invertIfNegative val="0"/>
            <c:bubble3D val="0"/>
            <c:spPr>
              <a:solidFill>
                <a:srgbClr val="F0C6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F344-43ED-B174-7F6B2F742986}"/>
              </c:ext>
            </c:extLst>
          </c:dPt>
          <c:dPt>
            <c:idx val="7"/>
            <c:invertIfNegative val="0"/>
            <c:bubble3D val="0"/>
            <c:spPr>
              <a:solidFill>
                <a:srgbClr val="F0C6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F344-43ED-B174-7F6B2F742986}"/>
              </c:ext>
            </c:extLst>
          </c:dPt>
          <c:dPt>
            <c:idx val="8"/>
            <c:invertIfNegative val="0"/>
            <c:bubble3D val="0"/>
            <c:spPr>
              <a:solidFill>
                <a:srgbClr val="EBCE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F344-43ED-B174-7F6B2F742986}"/>
              </c:ext>
            </c:extLst>
          </c:dPt>
          <c:dPt>
            <c:idx val="9"/>
            <c:invertIfNegative val="0"/>
            <c:bubble3D val="0"/>
            <c:spPr>
              <a:solidFill>
                <a:srgbClr val="DFD2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F344-43ED-B174-7F6B2F742986}"/>
              </c:ext>
            </c:extLst>
          </c:dPt>
          <c:dPt>
            <c:idx val="10"/>
            <c:invertIfNegative val="0"/>
            <c:bubble3D val="0"/>
            <c:spPr>
              <a:solidFill>
                <a:srgbClr val="CBD26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F344-43ED-B174-7F6B2F742986}"/>
              </c:ext>
            </c:extLst>
          </c:dPt>
          <c:dPt>
            <c:idx val="11"/>
            <c:invertIfNegative val="0"/>
            <c:bubble3D val="0"/>
            <c:spPr>
              <a:solidFill>
                <a:srgbClr val="B9CE6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F344-43ED-B174-7F6B2F742986}"/>
              </c:ext>
            </c:extLst>
          </c:dPt>
          <c:dPt>
            <c:idx val="12"/>
            <c:invertIfNegative val="0"/>
            <c:bubble3D val="0"/>
            <c:spPr>
              <a:solidFill>
                <a:srgbClr val="83BE5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9-F344-43ED-B174-7F6B2F742986}"/>
              </c:ext>
            </c:extLst>
          </c:dPt>
          <c:dPt>
            <c:idx val="13"/>
            <c:invertIfNegative val="0"/>
            <c:bubble3D val="0"/>
            <c:spPr>
              <a:solidFill>
                <a:srgbClr val="5CAA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B-F344-43ED-B174-7F6B2F742986}"/>
              </c:ext>
            </c:extLst>
          </c:dPt>
          <c:dPt>
            <c:idx val="14"/>
            <c:invertIfNegative val="0"/>
            <c:bubble3D val="0"/>
            <c:spPr>
              <a:solidFill>
                <a:srgbClr val="3E914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D-F344-43ED-B174-7F6B2F742986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3A3A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Uttarakhand</c:v>
                </c:pt>
                <c:pt idx="1">
                  <c:v>Odisha</c:v>
                </c:pt>
                <c:pt idx="2">
                  <c:v>Madhya Pradesh</c:v>
                </c:pt>
                <c:pt idx="3">
                  <c:v>Punjab</c:v>
                </c:pt>
                <c:pt idx="4">
                  <c:v>Andhra Pradesh</c:v>
                </c:pt>
                <c:pt idx="5">
                  <c:v>Tamil Nadu</c:v>
                </c:pt>
                <c:pt idx="6">
                  <c:v>Haryana</c:v>
                </c:pt>
                <c:pt idx="7">
                  <c:v>Karnataka</c:v>
                </c:pt>
                <c:pt idx="8">
                  <c:v>Kerala</c:v>
                </c:pt>
                <c:pt idx="9">
                  <c:v>Uttar Pradesh</c:v>
                </c:pt>
                <c:pt idx="10">
                  <c:v>West Bengal</c:v>
                </c:pt>
                <c:pt idx="11">
                  <c:v>Himachal Pradesh</c:v>
                </c:pt>
                <c:pt idx="12">
                  <c:v>Rajasthan</c:v>
                </c:pt>
                <c:pt idx="13">
                  <c:v>Maharashtra</c:v>
                </c:pt>
                <c:pt idx="14">
                  <c:v>Gujarat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47.2</c:v>
                </c:pt>
                <c:pt idx="1">
                  <c:v>48.6</c:v>
                </c:pt>
                <c:pt idx="2">
                  <c:v>48.8</c:v>
                </c:pt>
                <c:pt idx="3">
                  <c:v>49</c:v>
                </c:pt>
                <c:pt idx="4">
                  <c:v>49.9</c:v>
                </c:pt>
                <c:pt idx="5">
                  <c:v>50</c:v>
                </c:pt>
                <c:pt idx="6">
                  <c:v>50</c:v>
                </c:pt>
                <c:pt idx="7">
                  <c:v>50</c:v>
                </c:pt>
                <c:pt idx="8">
                  <c:v>50.4</c:v>
                </c:pt>
                <c:pt idx="9">
                  <c:v>50.9</c:v>
                </c:pt>
                <c:pt idx="10">
                  <c:v>52.2</c:v>
                </c:pt>
                <c:pt idx="11">
                  <c:v>52.6</c:v>
                </c:pt>
                <c:pt idx="12">
                  <c:v>56.9</c:v>
                </c:pt>
                <c:pt idx="13">
                  <c:v>58.4</c:v>
                </c:pt>
                <c:pt idx="14">
                  <c:v>60.8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F344-43ED-B174-7F6B2F74298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1984101872"/>
        <c:axId val="1984099696"/>
      </c:barChart>
      <c:catAx>
        <c:axId val="198410187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800" b="1" i="0" u="none" strike="noStrike">
                <a:solidFill>
                  <a:srgbClr val="3A3A3A"/>
                </a:solidFill>
                <a:latin typeface="Arial"/>
              </a:defRPr>
            </a:pPr>
            <a:endParaRPr lang="en-US"/>
          </a:p>
        </c:txPr>
        <c:crossAx val="1984099696"/>
        <c:crosses val="autoZero"/>
        <c:auto val="1"/>
        <c:lblAlgn val="ctr"/>
        <c:lblOffset val="100"/>
        <c:noMultiLvlLbl val="1"/>
      </c:catAx>
      <c:valAx>
        <c:axId val="1984099696"/>
        <c:scaling>
          <c:orientation val="minMax"/>
          <c:max val="64"/>
          <c:min val="44"/>
        </c:scaling>
        <c:delete val="1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1984101872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7BDBFF0-9B31-47FC-B3E7-AC72EF3ED1D1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9AEF6856-C239-4AE7-ACEC-CFB04ED7CD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2290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56147-F6D9-97C2-E362-1309C4208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022C87-2092-8EE8-C92F-023C3A7C9F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9341F6-1981-E0E4-9B8F-6500CB846D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8B40BC-BD59-B3B4-0E65-B86FAC2D2C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4453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93792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0A3DF-7CEC-F034-2F2B-A92D93466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CD8022-FB91-5880-BB39-9FF41A4AF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022D87-A42E-A4DC-090A-693A31E71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2400" b="1" kern="1200" dirty="0">
              <a:solidFill>
                <a:srgbClr val="14612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37ED3-C450-5056-180F-10CE93D2BF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153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Directions of HCM review, 9th July 2026: study best practices from AP and Gujarat.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Enforcement directions and progress on anti-evasion activities, FY2026-27.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C697F-D9E0-C459-FF55-023F4E3C0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FAC377-87BD-588A-191E-80091679E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F2819-6A94-3AF7-6DDF-DEADDDB504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2A1B02-4419-DF8B-4114-FCA75AA76C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4975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2E148-5526-7125-C16F-73E9E81C2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E401C3-52E7-D014-2F44-9BEC93BE9F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1E5CF9-9E96-D057-D51F-4F74B299D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6385C-32F6-FAF8-9971-D410C61EE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56245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9B79-D90E-DD2E-7190-4B80D258D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85901C-DA4E-8B7C-BFAB-DAB59D052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31F6A-863E-3D53-B6D8-5718672F2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C3EA7-2600-839A-DBE6-2BBAFA5BD5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89651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6A8FA-9A1A-6AF3-AE39-FF87748D1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23FB98-5BA9-4DB0-9613-4421A98DC7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07852E-2B53-F832-BD93-15626CFDE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03276-AF8D-B15C-441A-4EF5B531EC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EF6856-C239-4AE7-ACEC-CFB04ED7CD3D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99231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5C799-7A5B-5319-BE63-DDED919CC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E5FC47-8703-C8CE-10C7-1AB7A2A2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B8064-B64C-035C-CC38-57676B61B2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07E9F-B845-D844-7AFD-CAD0B375DF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95756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C7800-C7E6-8D49-9BF8-316C138AA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A262E-7D9F-8B8E-436F-11953160B2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FDC15A-5382-4039-EC07-93C177CCF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AEADD-7C95-321B-222B-B3005B030D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72095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66232-F17E-15D6-E529-D55D26960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0B41F3-2182-6428-883D-949761A04F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695F10-4378-D646-BCF5-ADC57A67C5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41FBB6-E652-C519-0C41-3393A0AEFD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53284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Fake firm detection and revenue from intelligence reports; cleaning the taxpayer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C26C6-7917-35D1-96CE-9C804387C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D89485-A22F-8B66-7754-A764C9476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4B1344-A0C9-77E3-45F4-C7985A66CF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21A9F-DDFE-81A1-1C93-2DDFB7558F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47716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>
          <a:extLst>
            <a:ext uri="{FF2B5EF4-FFF2-40B4-BE49-F238E27FC236}">
              <a16:creationId xmlns:a16="http://schemas.microsoft.com/office/drawing/2014/main" id="{B7580E36-9E66-348C-70B6-1F6375A5C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18:notes">
            <a:extLst>
              <a:ext uri="{FF2B5EF4-FFF2-40B4-BE49-F238E27FC236}">
                <a16:creationId xmlns:a16="http://schemas.microsoft.com/office/drawing/2014/main" id="{EA92DDCB-38A2-F85A-2099-D1AA1BA240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636" name="Google Shape;636;p18:notes">
            <a:extLst>
              <a:ext uri="{FF2B5EF4-FFF2-40B4-BE49-F238E27FC236}">
                <a16:creationId xmlns:a16="http://schemas.microsoft.com/office/drawing/2014/main" id="{55F1FC28-9DFE-2A0A-3DE3-2C90725C02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2474913"/>
            <a:ext cx="7315200" cy="20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37" name="Google Shape;637;p18:notes">
            <a:extLst>
              <a:ext uri="{FF2B5EF4-FFF2-40B4-BE49-F238E27FC236}">
                <a16:creationId xmlns:a16="http://schemas.microsoft.com/office/drawing/2014/main" id="{777C43DD-1561-C570-103D-A3D32F67CB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80013" y="4886325"/>
            <a:ext cx="3962400" cy="25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05741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14A98-BCDC-8B84-0DF4-46B8E47AD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814EDF-0BD1-EAF7-2F71-1206E3BBF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8156C4-4038-9B29-33BE-BEC3D6E36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2: anomaly-detected taxpayers paying lower tax vs peer band; current status.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8EE2C-9980-C0A9-5F14-EB3B7F145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3892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759E0-81BE-1F9B-19D8-2DB5448A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CB9A2F-129F-0366-25D3-191AA52C0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DFD5F7-10AF-51C8-D016-3D7F17D41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Scrutiny and recovery directions and progress, including faceless scrutiny implementation.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9F946-1EF6-2803-EE21-D7051C7918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5117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29BA-6792-4FDB-09B8-F6F0CCCCD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D805AE-0752-5ED1-D4A6-11EC19DDC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EEAB-37C1-A97B-D5DA-BE042342A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Litigation status: panel lawyer permissions and cases pending across forums.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9DB15-1667-6457-EE60-DD5CE3AAC3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1950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71035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16530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87493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9133" y="2279652"/>
            <a:ext cx="140208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133" y="6119285"/>
            <a:ext cx="140208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51801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0921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7" y="486834"/>
            <a:ext cx="140208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9718" y="2241551"/>
            <a:ext cx="6877049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9718" y="3340100"/>
            <a:ext cx="68770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29600" y="2241551"/>
            <a:ext cx="691091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91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71034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75691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98046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55737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15681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481458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1050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7043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40696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10005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9133" y="2279652"/>
            <a:ext cx="140208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133" y="6119285"/>
            <a:ext cx="140208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9947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28168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7" y="486834"/>
            <a:ext cx="140208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9718" y="2241551"/>
            <a:ext cx="6877049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9718" y="3340100"/>
            <a:ext cx="68770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29600" y="2241551"/>
            <a:ext cx="691091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91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622765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677560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4137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74981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64924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359606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109418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45327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18B7B-7AEC-4C3E-AD65-6FCBA2723F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0" y="1496484"/>
            <a:ext cx="121920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F82E99-34D1-45CC-9EDE-FED2670F15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2000" y="4802717"/>
            <a:ext cx="12192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9DAAF-C8AF-400F-8545-7C53AFC8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7DC1F3-213A-4939-B948-37D4145A9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5426B-ED38-462E-B09D-C3E6F1041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53752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2CCA3-A456-4773-8C62-B88111058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9958E-92ED-4CDB-9571-B1C2D74F5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A4E33-CB45-4772-88B7-0B888FE1A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2146B-D45F-4317-9282-C634EEA52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3E7A6-883B-4F15-91C4-03C9E7227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856852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75A12-F472-4FAF-BE9A-D8DEE7368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9133" y="2279652"/>
            <a:ext cx="140208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9EDF4A-C8F1-4B78-90BB-1BA74FB95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9133" y="6119285"/>
            <a:ext cx="140208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FC6F42-B887-47A3-B11A-82F37794F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79741-E8B1-4BB9-871E-B98C19EFE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DD563-B61C-40DA-9EEF-AB11BBD53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3334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1BDFF-D2C1-4735-B127-D9F849DA2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F7643-9E09-4BB5-9A26-2A9FA5A558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B26FD0-EC83-4913-836C-C963689E41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BC3461-BB84-440F-AEFC-C6CBD2235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E47CE6-8BC8-47F9-9052-89153701E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D226B-CF20-4BB4-BB5F-ED3A93C8C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9510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3A10F-6F75-4AD0-AC0C-02E3C051D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7" y="486834"/>
            <a:ext cx="140208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175016-29FD-4E5D-A4B0-F715D0CFA0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9718" y="2241551"/>
            <a:ext cx="6877049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CE5871-8B88-4795-92D3-B32BB9ECB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9718" y="3340100"/>
            <a:ext cx="68770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FE7373-177B-45F5-A5DE-3580C66C29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29600" y="2241551"/>
            <a:ext cx="691091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866F2E-E66A-4398-BB9F-B04F6F9D02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91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D93509-337A-4250-AFF4-FF12D2BF1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9EA736-548C-4948-9481-F7872771D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08D10F-6586-4466-9A5C-6762E97FD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406702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CCECF-9BAE-481E-9ED7-A2BE75BAE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894C36-CE09-4551-92FD-3F81B9821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3B5F8A-43A2-4036-88E1-D4606B95F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DC41BE-AFC1-4280-A4FC-F0955A842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29482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0BEFEB-83A2-467D-AEB3-2E41287F1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A4DA3C-80C0-416A-84CC-E564B00A3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1267B-66D8-47C9-9BD6-29B0A8FE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599160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BFF02-BC23-4646-A0FF-056866DCD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5E7B-D137-4C87-A1A6-A62FCFE17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A2179-F7F3-43FF-B8A9-0A1B49DB97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13049C-3E71-4337-8C72-80751A9F4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9C7EA4-32EF-4572-BD9F-263529895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BAB82-1E39-4F13-8764-E8C8F1DA6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42117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1A54C-1ABB-4AD7-9734-7F35ED44D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5B7AE8-C522-466C-AFE8-77B50B51FD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910917" y="1316567"/>
            <a:ext cx="8229600" cy="6498167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66414F-419C-48D9-BD0D-74C5ED2A4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8" y="2743200"/>
            <a:ext cx="5242983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6DDABC-EF81-4B41-8538-045E01BC2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829D66-9D60-4CDC-AB84-7B7BCAEE7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06EC0-FD78-4EE1-94BD-56B825521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628365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25C0B-14C8-4428-ABBE-B32A1CF86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95F800-8F14-4D83-8741-A4D9116E6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D0996-0560-4CFC-8763-362501427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8D270-C442-439E-8B38-D7F46E354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BD768-3E14-4299-B203-C932B45F9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668070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034374-56F0-4041-85C9-AAC66F689A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1633200" y="486834"/>
            <a:ext cx="35052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F682D1-87D2-4547-8C28-7D45C07D6F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17600" y="486834"/>
            <a:ext cx="103124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601A4-A746-4DBE-8339-3D3F0705B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182A0-655D-4CBE-AD02-B39BF7F01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79E8AB-F421-4C6D-B33A-FD6E3D051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48589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16357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22585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92592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>
            <a:spLocks noGrp="1"/>
          </p:cNvSpPr>
          <p:nvPr>
            <p:ph type="title"/>
          </p:nvPr>
        </p:nvSpPr>
        <p:spPr>
          <a:xfrm>
            <a:off x="2111292" y="598309"/>
            <a:ext cx="11211200" cy="533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467" b="1" i="0">
                <a:solidFill>
                  <a:srgbClr val="1F386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"/>
          <p:cNvSpPr txBox="1">
            <a:spLocks noGrp="1"/>
          </p:cNvSpPr>
          <p:nvPr>
            <p:ph type="body" idx="1"/>
          </p:nvPr>
        </p:nvSpPr>
        <p:spPr>
          <a:xfrm>
            <a:off x="718423" y="2489126"/>
            <a:ext cx="9637333" cy="218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812760" lvl="0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23" b="1" i="0">
                <a:solidFill>
                  <a:srgbClr val="6B7B8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1625519" lvl="1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2438278" lvl="2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3251037" lvl="3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4063797" lvl="4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4876557" lvl="5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5689315" lvl="6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6502075" lvl="7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7314834" lvl="8" indent="-406379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"/>
          <p:cNvSpPr txBox="1">
            <a:spLocks noGrp="1"/>
          </p:cNvSpPr>
          <p:nvPr>
            <p:ph type="ftr" idx="11"/>
          </p:nvPr>
        </p:nvSpPr>
        <p:spPr>
          <a:xfrm>
            <a:off x="5527040" y="8503921"/>
            <a:ext cx="520213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"/>
          <p:cNvSpPr txBox="1">
            <a:spLocks noGrp="1"/>
          </p:cNvSpPr>
          <p:nvPr>
            <p:ph type="dt" idx="10"/>
          </p:nvPr>
        </p:nvSpPr>
        <p:spPr>
          <a:xfrm>
            <a:off x="812800" y="8503921"/>
            <a:ext cx="373866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sldNum" idx="12"/>
          </p:nvPr>
        </p:nvSpPr>
        <p:spPr>
          <a:xfrm>
            <a:off x="11704320" y="8503922"/>
            <a:ext cx="373866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 rtl="0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967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28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76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8E1163-0576-4046-999C-E6BBB9442ABC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84800" y="8475134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808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C82CD6-3D2E-4AAA-9FEC-E12B1A6336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71524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727" r:id="rId12"/>
    <p:sldLayoutId id="2147483715" r:id="rId13"/>
    <p:sldLayoutId id="2147483716" r:id="rId14"/>
    <p:sldLayoutId id="2147483717" r:id="rId15"/>
    <p:sldLayoutId id="2147483718" r:id="rId16"/>
    <p:sldLayoutId id="2147483719" r:id="rId17"/>
    <p:sldLayoutId id="2147483720" r:id="rId18"/>
    <p:sldLayoutId id="2147483721" r:id="rId19"/>
    <p:sldLayoutId id="2147483722" r:id="rId20"/>
    <p:sldLayoutId id="2147483723" r:id="rId21"/>
    <p:sldLayoutId id="2147483724" r:id="rId22"/>
    <p:sldLayoutId id="2147483725" r:id="rId23"/>
    <p:sldLayoutId id="2147483726" r:id="rId24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C2A710-34D9-4723-BF35-59A1E4661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94AA0-514D-4686-87C9-AB3457784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36167-FD52-4F19-96EC-3FB6D0388C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76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B6D8C-00E0-4AA4-931B-95544CCF2419}" type="datetimeFigureOut">
              <a:rPr lang="en-IN" smtClean="0"/>
              <a:t>05-08-2026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28769-001A-4D8D-A83E-A12BA65A34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84800" y="8475134"/>
            <a:ext cx="5486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147BB-C223-4885-A175-8C169B265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0800" y="8475134"/>
            <a:ext cx="3657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10C2FF-3DF7-4A3A-90B9-7735C85F21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394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2034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2" r:id="rId2"/>
    <p:sldLayoutId id="2147483713" r:id="rId3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B28F3-F010-D107-5E20-EB2BACE0D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CB06F-F158-0F8C-A05B-9A2715A34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20" y="-106690"/>
            <a:ext cx="15367000" cy="1143000"/>
          </a:xfrm>
          <a:noFill/>
          <a:ln/>
        </p:spPr>
        <p:txBody>
          <a:bodyPr wrap="square" lIns="0" tIns="0" rIns="0" bIns="0" rtlCol="0" anchor="ctr"/>
          <a:lstStyle/>
          <a:p>
            <a:pPr algn="l"/>
            <a:r>
              <a:rPr lang="en-IN" sz="3467" b="1" dirty="0">
                <a:solidFill>
                  <a:srgbClr val="1A3257"/>
                </a:solidFill>
                <a:latin typeface="Georgia" pitchFamily="34" charset="0"/>
                <a:ea typeface="+mn-ea"/>
                <a:cs typeface="+mn-cs"/>
              </a:rPr>
              <a:t>GST Trends (Apr to July) 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22AECAB-69F5-7777-FC6E-26A3BEEBC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384022"/>
              </p:ext>
            </p:extLst>
          </p:nvPr>
        </p:nvGraphicFramePr>
        <p:xfrm>
          <a:off x="308759" y="1188720"/>
          <a:ext cx="15647521" cy="6776290"/>
        </p:xfrm>
        <a:graphic>
          <a:graphicData uri="http://schemas.openxmlformats.org/drawingml/2006/table">
            <a:tbl>
              <a:tblPr/>
              <a:tblGrid>
                <a:gridCol w="2239211">
                  <a:extLst>
                    <a:ext uri="{9D8B030D-6E8A-4147-A177-3AD203B41FA5}">
                      <a16:colId xmlns:a16="http://schemas.microsoft.com/office/drawing/2014/main" val="2079484569"/>
                    </a:ext>
                  </a:extLst>
                </a:gridCol>
                <a:gridCol w="1778626">
                  <a:extLst>
                    <a:ext uri="{9D8B030D-6E8A-4147-A177-3AD203B41FA5}">
                      <a16:colId xmlns:a16="http://schemas.microsoft.com/office/drawing/2014/main" val="2603298218"/>
                    </a:ext>
                  </a:extLst>
                </a:gridCol>
                <a:gridCol w="1854543">
                  <a:extLst>
                    <a:ext uri="{9D8B030D-6E8A-4147-A177-3AD203B41FA5}">
                      <a16:colId xmlns:a16="http://schemas.microsoft.com/office/drawing/2014/main" val="2844809883"/>
                    </a:ext>
                  </a:extLst>
                </a:gridCol>
                <a:gridCol w="1875095">
                  <a:extLst>
                    <a:ext uri="{9D8B030D-6E8A-4147-A177-3AD203B41FA5}">
                      <a16:colId xmlns:a16="http://schemas.microsoft.com/office/drawing/2014/main" val="3970652801"/>
                    </a:ext>
                  </a:extLst>
                </a:gridCol>
                <a:gridCol w="1906086">
                  <a:extLst>
                    <a:ext uri="{9D8B030D-6E8A-4147-A177-3AD203B41FA5}">
                      <a16:colId xmlns:a16="http://schemas.microsoft.com/office/drawing/2014/main" val="4166645036"/>
                    </a:ext>
                  </a:extLst>
                </a:gridCol>
                <a:gridCol w="1942221">
                  <a:extLst>
                    <a:ext uri="{9D8B030D-6E8A-4147-A177-3AD203B41FA5}">
                      <a16:colId xmlns:a16="http://schemas.microsoft.com/office/drawing/2014/main" val="2579341945"/>
                    </a:ext>
                  </a:extLst>
                </a:gridCol>
                <a:gridCol w="1972699">
                  <a:extLst>
                    <a:ext uri="{9D8B030D-6E8A-4147-A177-3AD203B41FA5}">
                      <a16:colId xmlns:a16="http://schemas.microsoft.com/office/drawing/2014/main" val="573640798"/>
                    </a:ext>
                  </a:extLst>
                </a:gridCol>
                <a:gridCol w="2079040">
                  <a:extLst>
                    <a:ext uri="{9D8B030D-6E8A-4147-A177-3AD203B41FA5}">
                      <a16:colId xmlns:a16="http://schemas.microsoft.com/office/drawing/2014/main" val="2214195240"/>
                    </a:ext>
                  </a:extLst>
                </a:gridCol>
              </a:tblGrid>
              <a:tr h="478920">
                <a:tc grid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Month wise  GST  Revenue 2023-24 to 2026-27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863190"/>
                  </a:ext>
                </a:extLst>
              </a:tr>
              <a:tr h="8017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(April to July)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(Rs. In crore)</a:t>
                      </a:r>
                    </a:p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6860726"/>
                  </a:ext>
                </a:extLst>
              </a:tr>
              <a:tr h="20553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Month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2023-24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2024-25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Growth over Previous year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2025-26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Growth over Previous year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2026-27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Growth over Previous year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389218"/>
                  </a:ext>
                </a:extLst>
              </a:tr>
              <a:tr h="6651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April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3778.89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3840.38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1.63%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3661.53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-4.66%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4748.57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29.69%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6700366"/>
                  </a:ext>
                </a:extLst>
              </a:tr>
              <a:tr h="6651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May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2936.26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3207.32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9.23%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3491.04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8.85%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3280.23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-6.04%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607337"/>
                  </a:ext>
                </a:extLst>
              </a:tr>
              <a:tr h="6651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June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2820.33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3174.92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12.57%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3453.33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8.77%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3614.90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4.68%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071221"/>
                  </a:ext>
                </a:extLst>
              </a:tr>
              <a:tr h="6651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July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3123.77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3501.01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12.08%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3809.67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8.82%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4147.03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8.86%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92325"/>
                  </a:ext>
                </a:extLst>
              </a:tr>
              <a:tr h="7795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Total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12659.25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13723.63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8.41%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14415.57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5.04%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15790.73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9.54%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890284"/>
                  </a:ext>
                </a:extLst>
              </a:tr>
            </a:tbl>
          </a:graphicData>
        </a:graphic>
      </p:graphicFrame>
      <p:sp>
        <p:nvSpPr>
          <p:cNvPr id="4" name="Shape 4">
            <a:extLst>
              <a:ext uri="{FF2B5EF4-FFF2-40B4-BE49-F238E27FC236}">
                <a16:creationId xmlns:a16="http://schemas.microsoft.com/office/drawing/2014/main" id="{217A7470-C098-1F50-4E20-E87058FCE6A3}"/>
              </a:ext>
            </a:extLst>
          </p:cNvPr>
          <p:cNvSpPr/>
          <p:nvPr/>
        </p:nvSpPr>
        <p:spPr>
          <a:xfrm>
            <a:off x="306213" y="854776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8089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30DB-CA1E-4D15-8355-A0B050326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13" y="0"/>
            <a:ext cx="15367000" cy="1143000"/>
          </a:xfrm>
        </p:spPr>
        <p:txBody>
          <a:bodyPr>
            <a:normAutofit/>
          </a:bodyPr>
          <a:lstStyle/>
          <a:p>
            <a:pPr algn="l"/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GST &amp; VAT Revenue Apr to July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8DE8C3F-8E99-4785-9AA7-74B2E2F5D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15073"/>
              </p:ext>
            </p:extLst>
          </p:nvPr>
        </p:nvGraphicFramePr>
        <p:xfrm>
          <a:off x="310318" y="1203960"/>
          <a:ext cx="7584002" cy="6287265"/>
        </p:xfrm>
        <a:graphic>
          <a:graphicData uri="http://schemas.openxmlformats.org/drawingml/2006/table">
            <a:tbl>
              <a:tblPr/>
              <a:tblGrid>
                <a:gridCol w="941277">
                  <a:extLst>
                    <a:ext uri="{9D8B030D-6E8A-4147-A177-3AD203B41FA5}">
                      <a16:colId xmlns:a16="http://schemas.microsoft.com/office/drawing/2014/main" val="543381258"/>
                    </a:ext>
                  </a:extLst>
                </a:gridCol>
                <a:gridCol w="1610666">
                  <a:extLst>
                    <a:ext uri="{9D8B030D-6E8A-4147-A177-3AD203B41FA5}">
                      <a16:colId xmlns:a16="http://schemas.microsoft.com/office/drawing/2014/main" val="400071351"/>
                    </a:ext>
                  </a:extLst>
                </a:gridCol>
                <a:gridCol w="1736504">
                  <a:extLst>
                    <a:ext uri="{9D8B030D-6E8A-4147-A177-3AD203B41FA5}">
                      <a16:colId xmlns:a16="http://schemas.microsoft.com/office/drawing/2014/main" val="406991325"/>
                    </a:ext>
                  </a:extLst>
                </a:gridCol>
                <a:gridCol w="1736504">
                  <a:extLst>
                    <a:ext uri="{9D8B030D-6E8A-4147-A177-3AD203B41FA5}">
                      <a16:colId xmlns:a16="http://schemas.microsoft.com/office/drawing/2014/main" val="8315392"/>
                    </a:ext>
                  </a:extLst>
                </a:gridCol>
                <a:gridCol w="1559051">
                  <a:extLst>
                    <a:ext uri="{9D8B030D-6E8A-4147-A177-3AD203B41FA5}">
                      <a16:colId xmlns:a16="http://schemas.microsoft.com/office/drawing/2014/main" val="1588977595"/>
                    </a:ext>
                  </a:extLst>
                </a:gridCol>
              </a:tblGrid>
              <a:tr h="592109"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n-IN" sz="2800" b="1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S.No</a:t>
                      </a:r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Month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rtl="0" fontAlgn="b"/>
                      <a:r>
                        <a:rPr lang="en-IN" sz="28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GST Net Revenue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7919859"/>
                  </a:ext>
                </a:extLst>
              </a:tr>
              <a:tr h="645280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FY 2025-26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FY 2026-27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Growth 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55838"/>
                  </a:ext>
                </a:extLst>
              </a:tr>
              <a:tr h="95307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April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b="0" kern="1200" dirty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(4646)</a:t>
                      </a:r>
                    </a:p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3,662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4,749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b="0" kern="120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(2.20%)</a:t>
                      </a:r>
                      <a:endParaRPr lang="en-IN" sz="2800" b="0" i="0" u="none" strike="noStrike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29.69%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5764276"/>
                  </a:ext>
                </a:extLst>
              </a:tr>
              <a:tr h="95307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3,491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b="0" kern="1200" dirty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(3819)</a:t>
                      </a:r>
                      <a:endParaRPr lang="en-IN" sz="2800" b="0" i="0" u="none" strike="noStrike" dirty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800" b="0" kern="1200" dirty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(9.39%)</a:t>
                      </a:r>
                    </a:p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-6.04%*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7912122"/>
                  </a:ext>
                </a:extLst>
              </a:tr>
              <a:tr h="79700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June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3,615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4.68%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4158354"/>
                  </a:ext>
                </a:extLst>
              </a:tr>
              <a:tr h="79700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July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3,810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4,147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8.86%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261554"/>
                  </a:ext>
                </a:extLst>
              </a:tr>
              <a:tr h="1549724"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Up to July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14,416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15,790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9.54%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68343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F01A4DE-D756-4952-A46F-4E7DF2E0E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5303951"/>
              </p:ext>
            </p:extLst>
          </p:nvPr>
        </p:nvGraphicFramePr>
        <p:xfrm>
          <a:off x="8482256" y="1203960"/>
          <a:ext cx="7306384" cy="6287266"/>
        </p:xfrm>
        <a:graphic>
          <a:graphicData uri="http://schemas.openxmlformats.org/drawingml/2006/table">
            <a:tbl>
              <a:tblPr/>
              <a:tblGrid>
                <a:gridCol w="934691">
                  <a:extLst>
                    <a:ext uri="{9D8B030D-6E8A-4147-A177-3AD203B41FA5}">
                      <a16:colId xmlns:a16="http://schemas.microsoft.com/office/drawing/2014/main" val="2017212267"/>
                    </a:ext>
                  </a:extLst>
                </a:gridCol>
                <a:gridCol w="1145325">
                  <a:extLst>
                    <a:ext uri="{9D8B030D-6E8A-4147-A177-3AD203B41FA5}">
                      <a16:colId xmlns:a16="http://schemas.microsoft.com/office/drawing/2014/main" val="1382796083"/>
                    </a:ext>
                  </a:extLst>
                </a:gridCol>
                <a:gridCol w="1803558">
                  <a:extLst>
                    <a:ext uri="{9D8B030D-6E8A-4147-A177-3AD203B41FA5}">
                      <a16:colId xmlns:a16="http://schemas.microsoft.com/office/drawing/2014/main" val="2648979898"/>
                    </a:ext>
                  </a:extLst>
                </a:gridCol>
                <a:gridCol w="1803558">
                  <a:extLst>
                    <a:ext uri="{9D8B030D-6E8A-4147-A177-3AD203B41FA5}">
                      <a16:colId xmlns:a16="http://schemas.microsoft.com/office/drawing/2014/main" val="862954740"/>
                    </a:ext>
                  </a:extLst>
                </a:gridCol>
                <a:gridCol w="1619252">
                  <a:extLst>
                    <a:ext uri="{9D8B030D-6E8A-4147-A177-3AD203B41FA5}">
                      <a16:colId xmlns:a16="http://schemas.microsoft.com/office/drawing/2014/main" val="1426351379"/>
                    </a:ext>
                  </a:extLst>
                </a:gridCol>
              </a:tblGrid>
              <a:tr h="791404">
                <a:tc rowSpan="2">
                  <a:txBody>
                    <a:bodyPr/>
                    <a:lstStyle/>
                    <a:p>
                      <a:pPr algn="ctr" rtl="0" fontAlgn="b"/>
                      <a:r>
                        <a:rPr lang="en-IN" sz="2800" b="1" i="0" u="none" strike="noStrike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S.No</a:t>
                      </a:r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Month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rtl="0" fontAlgn="b"/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VAT Net Revenue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2964043"/>
                  </a:ext>
                </a:extLst>
              </a:tr>
              <a:tr h="791404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FY 2025-26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FY 2026-27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Growth 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1282680"/>
                  </a:ext>
                </a:extLst>
              </a:tr>
              <a:tr h="7914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April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1,795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2,008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11.85%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120401"/>
                  </a:ext>
                </a:extLst>
              </a:tr>
              <a:tr h="7914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2,465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10.70%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721510"/>
                  </a:ext>
                </a:extLst>
              </a:tr>
              <a:tr h="7914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June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2,487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12.30%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2277986"/>
                  </a:ext>
                </a:extLst>
              </a:tr>
              <a:tr h="79140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July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2,278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17.73%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406903"/>
                  </a:ext>
                </a:extLst>
              </a:tr>
              <a:tr h="1538842"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Up to July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8,172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9,238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13.04%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196076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C662DC0-B612-4B6A-8207-D8FB61D96126}"/>
              </a:ext>
            </a:extLst>
          </p:cNvPr>
          <p:cNvSpPr txBox="1"/>
          <p:nvPr/>
        </p:nvSpPr>
        <p:spPr>
          <a:xfrm>
            <a:off x="306213" y="7811274"/>
            <a:ext cx="128256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chemeClr val="tx2">
                    <a:lumMod val="60000"/>
                    <a:lumOff val="40000"/>
                  </a:schemeClr>
                </a:solidFill>
              </a:rPr>
              <a:t>*538 Cr was deducted in the May’26, due to which growth has dropped to -6.04%, whereas it is actually 9.38%.               </a:t>
            </a:r>
            <a:br>
              <a:rPr lang="en-US" sz="2000" b="1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2000" b="1">
                <a:solidFill>
                  <a:schemeClr val="tx2">
                    <a:lumMod val="60000"/>
                    <a:lumOff val="40000"/>
                  </a:schemeClr>
                </a:solidFill>
              </a:rPr>
              <a:t>Reasons being ascertained by TRU.</a:t>
            </a:r>
            <a:endParaRPr lang="en-IN" sz="2000" b="1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CEC4B32-C403-F830-41FC-B2EF7FBB5AFD}"/>
              </a:ext>
            </a:extLst>
          </p:cNvPr>
          <p:cNvSpPr/>
          <p:nvPr/>
        </p:nvSpPr>
        <p:spPr>
          <a:xfrm>
            <a:off x="306213" y="854776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972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A30DB-CA1E-4D15-8355-A0B050326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13" y="91748"/>
            <a:ext cx="15367000" cy="868362"/>
          </a:xfrm>
        </p:spPr>
        <p:txBody>
          <a:bodyPr>
            <a:normAutofit/>
          </a:bodyPr>
          <a:lstStyle/>
          <a:p>
            <a:pPr algn="l"/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Revenue &amp; Turnover Analysis Apr to July (2025 vs 2026)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B71433-6BAF-42B0-8C8F-40AD7F703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1413987"/>
              </p:ext>
            </p:extLst>
          </p:nvPr>
        </p:nvGraphicFramePr>
        <p:xfrm>
          <a:off x="374105" y="1284517"/>
          <a:ext cx="15507790" cy="7573959"/>
        </p:xfrm>
        <a:graphic>
          <a:graphicData uri="http://schemas.openxmlformats.org/drawingml/2006/table">
            <a:tbl>
              <a:tblPr/>
              <a:tblGrid>
                <a:gridCol w="4153676">
                  <a:extLst>
                    <a:ext uri="{9D8B030D-6E8A-4147-A177-3AD203B41FA5}">
                      <a16:colId xmlns:a16="http://schemas.microsoft.com/office/drawing/2014/main" val="280902963"/>
                    </a:ext>
                  </a:extLst>
                </a:gridCol>
                <a:gridCol w="1505115">
                  <a:extLst>
                    <a:ext uri="{9D8B030D-6E8A-4147-A177-3AD203B41FA5}">
                      <a16:colId xmlns:a16="http://schemas.microsoft.com/office/drawing/2014/main" val="1990356188"/>
                    </a:ext>
                  </a:extLst>
                </a:gridCol>
                <a:gridCol w="1505115">
                  <a:extLst>
                    <a:ext uri="{9D8B030D-6E8A-4147-A177-3AD203B41FA5}">
                      <a16:colId xmlns:a16="http://schemas.microsoft.com/office/drawing/2014/main" val="4693258"/>
                    </a:ext>
                  </a:extLst>
                </a:gridCol>
                <a:gridCol w="1271311">
                  <a:extLst>
                    <a:ext uri="{9D8B030D-6E8A-4147-A177-3AD203B41FA5}">
                      <a16:colId xmlns:a16="http://schemas.microsoft.com/office/drawing/2014/main" val="1195184915"/>
                    </a:ext>
                  </a:extLst>
                </a:gridCol>
                <a:gridCol w="1373599">
                  <a:extLst>
                    <a:ext uri="{9D8B030D-6E8A-4147-A177-3AD203B41FA5}">
                      <a16:colId xmlns:a16="http://schemas.microsoft.com/office/drawing/2014/main" val="2055720624"/>
                    </a:ext>
                  </a:extLst>
                </a:gridCol>
                <a:gridCol w="1373599">
                  <a:extLst>
                    <a:ext uri="{9D8B030D-6E8A-4147-A177-3AD203B41FA5}">
                      <a16:colId xmlns:a16="http://schemas.microsoft.com/office/drawing/2014/main" val="141290763"/>
                    </a:ext>
                  </a:extLst>
                </a:gridCol>
                <a:gridCol w="657574">
                  <a:extLst>
                    <a:ext uri="{9D8B030D-6E8A-4147-A177-3AD203B41FA5}">
                      <a16:colId xmlns:a16="http://schemas.microsoft.com/office/drawing/2014/main" val="3336486655"/>
                    </a:ext>
                  </a:extLst>
                </a:gridCol>
                <a:gridCol w="1285922">
                  <a:extLst>
                    <a:ext uri="{9D8B030D-6E8A-4147-A177-3AD203B41FA5}">
                      <a16:colId xmlns:a16="http://schemas.microsoft.com/office/drawing/2014/main" val="4256327405"/>
                    </a:ext>
                  </a:extLst>
                </a:gridCol>
                <a:gridCol w="1285922">
                  <a:extLst>
                    <a:ext uri="{9D8B030D-6E8A-4147-A177-3AD203B41FA5}">
                      <a16:colId xmlns:a16="http://schemas.microsoft.com/office/drawing/2014/main" val="1059204583"/>
                    </a:ext>
                  </a:extLst>
                </a:gridCol>
                <a:gridCol w="1095957">
                  <a:extLst>
                    <a:ext uri="{9D8B030D-6E8A-4147-A177-3AD203B41FA5}">
                      <a16:colId xmlns:a16="http://schemas.microsoft.com/office/drawing/2014/main" val="3882349919"/>
                    </a:ext>
                  </a:extLst>
                </a:gridCol>
              </a:tblGrid>
              <a:tr h="106006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Sector</a:t>
                      </a:r>
                      <a:endParaRPr lang="en-IN" sz="18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Turnover</a:t>
                      </a:r>
                    </a:p>
                    <a:p>
                      <a:pPr algn="ctr" rtl="0" fontAlgn="ctr"/>
                      <a:r>
                        <a:rPr lang="en-IN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(Apr-July'25) 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Turnover </a:t>
                      </a:r>
                    </a:p>
                    <a:p>
                      <a:pPr algn="ctr" rtl="0" fontAlgn="ctr"/>
                      <a:r>
                        <a:rPr lang="en-IN" sz="1800" b="1" i="0" u="none" strike="noStrike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(Apr-July'26) 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Buoyancy % 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Total Liability (I+C+S)'25 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Total Liability (I+C+S)'26 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Change % 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Net Revenue to State'25 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Net Revenue to State’26 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Change % 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137952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All Sectors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6,74,833.62 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8,08,749.38 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20%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72,784.54 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72,414.79 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800" b="1" i="0" u="none" strike="noStrike" dirty="0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-1%</a:t>
                      </a:r>
                    </a:p>
                  </a:txBody>
                  <a:tcPr marL="9063" marR="9063" marT="90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14,416</a:t>
                      </a:r>
                      <a:endParaRPr lang="en-IN" sz="1800" b="1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15,764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+9.35%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3611892"/>
                  </a:ext>
                </a:extLst>
              </a:tr>
              <a:tr h="465278">
                <a:tc gridSpan="10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20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Rate reduced after GST2.0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9646071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Vehicle/Automobile &amp; Spare Parts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31,834.99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37,641.53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18%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7,830.42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6,431.08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-18%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1,994.50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1,966.20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660399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Electronic home appliance/ Solar devices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45,314.41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58,666.66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29%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7,377.23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7,275.19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1,561.26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1,474.01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-6%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900660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Machinery &amp; Air Conditioning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21,609.34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25,338.81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17%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4,207.40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4,230.17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1%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860.92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832.22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-3%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9091249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Financial &amp; Banking Services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45,281.19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50,431.84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 2,024.03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 1,917.20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-5%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621.35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    680.21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IN" sz="1800" b="1" i="0" u="none" strike="noStrike" kern="1200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357471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Construction/Real Estate/ Cement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59,583.98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58,993.72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11,025.37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9,248.03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-16%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1,844.03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1,426.45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9C0006"/>
                          </a:solidFill>
                          <a:effectLst/>
                          <a:latin typeface="Calibri" panose="020F0502020204030204" pitchFamily="34" charset="0"/>
                        </a:rPr>
                        <a:t>-23%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730421"/>
                  </a:ext>
                </a:extLst>
              </a:tr>
              <a:tr h="465278"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en-IN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No Change in Rates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3187577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Iron and steel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26,827.71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28,701.26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4,683.63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5,024.54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906.57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968.93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046546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Plastics and articles thereof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11,913.42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15,408.86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29%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2,093.29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2,552.13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22%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411.41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480.29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17%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246383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Mining and Manpower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7,207.77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7,891.62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9%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1091.3564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1184.60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9%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392.59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425.88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8%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409139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Articles of iron or steel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6,145.57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8,553.79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39%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1068.3116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1,460.64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37%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281.38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364.61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30%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5185566"/>
                  </a:ext>
                </a:extLst>
              </a:tr>
              <a:tr h="465278"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en-IN" sz="2000" b="1" i="0" u="none" strike="noStrike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Rate Increased after 2.0</a:t>
                      </a:r>
                    </a:p>
                  </a:txBody>
                  <a:tcPr marL="5817" marR="5817" marT="581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289950"/>
                  </a:ext>
                </a:extLst>
              </a:tr>
              <a:tr h="4652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Fuel and Energy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70,648.26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75,859.98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7%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1,552.62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1,701.55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10%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760.20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1078.48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IN" sz="1800" b="1" i="0" u="none" strike="noStrike" dirty="0">
                          <a:solidFill>
                            <a:srgbClr val="006100"/>
                          </a:solidFill>
                          <a:effectLst/>
                          <a:latin typeface="Calibri" panose="020F0502020204030204" pitchFamily="34" charset="0"/>
                        </a:rPr>
                        <a:t>42%</a:t>
                      </a:r>
                    </a:p>
                  </a:txBody>
                  <a:tcPr marL="5817" marR="5817" marT="581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F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279567"/>
                  </a:ext>
                </a:extLst>
              </a:tr>
            </a:tbl>
          </a:graphicData>
        </a:graphic>
      </p:graphicFrame>
      <p:sp>
        <p:nvSpPr>
          <p:cNvPr id="4" name="Shape 4">
            <a:extLst>
              <a:ext uri="{FF2B5EF4-FFF2-40B4-BE49-F238E27FC236}">
                <a16:creationId xmlns:a16="http://schemas.microsoft.com/office/drawing/2014/main" id="{1E6A1F8F-BAE0-6FE6-34C2-00D94928DC7D}"/>
              </a:ext>
            </a:extLst>
          </p:cNvPr>
          <p:cNvSpPr/>
          <p:nvPr/>
        </p:nvSpPr>
        <p:spPr>
          <a:xfrm>
            <a:off x="306213" y="854776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9678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FC65F-AC24-BA70-B401-5AC2B6CC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90F8B1B-D8AF-537C-A7A1-31196440A4F3}"/>
              </a:ext>
            </a:extLst>
          </p:cNvPr>
          <p:cNvSpPr/>
          <p:nvPr/>
        </p:nvSpPr>
        <p:spPr>
          <a:xfrm>
            <a:off x="365760" y="121920"/>
            <a:ext cx="7333718" cy="5886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2933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8C8510-F0D8-06A5-9D68-B45DC0A165B8}"/>
              </a:ext>
            </a:extLst>
          </p:cNvPr>
          <p:cNvSpPr/>
          <p:nvPr/>
        </p:nvSpPr>
        <p:spPr>
          <a:xfrm>
            <a:off x="5031288" y="1073988"/>
            <a:ext cx="390144" cy="390144"/>
          </a:xfrm>
          <a:prstGeom prst="roundRect">
            <a:avLst>
              <a:gd name="adj" fmla="val 15625"/>
            </a:avLst>
          </a:prstGeom>
          <a:solidFill>
            <a:srgbClr val="2956A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5C2FF91-8A25-5595-0041-46525040AA6C}"/>
              </a:ext>
            </a:extLst>
          </p:cNvPr>
          <p:cNvSpPr/>
          <p:nvPr/>
        </p:nvSpPr>
        <p:spPr>
          <a:xfrm>
            <a:off x="5031288" y="1073988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67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18DD984-A483-78F9-DAEB-0D8C2839E577}"/>
              </a:ext>
            </a:extLst>
          </p:cNvPr>
          <p:cNvSpPr/>
          <p:nvPr/>
        </p:nvSpPr>
        <p:spPr>
          <a:xfrm>
            <a:off x="5509368" y="1098679"/>
            <a:ext cx="60960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THE IMPACT OF GST 2.0</a:t>
            </a:r>
            <a:endParaRPr lang="en-US" sz="2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A13B341-E8F6-46CC-7D45-05648EEE7EFE}"/>
              </a:ext>
            </a:extLst>
          </p:cNvPr>
          <p:cNvSpPr/>
          <p:nvPr/>
        </p:nvSpPr>
        <p:spPr>
          <a:xfrm>
            <a:off x="1370128" y="1372921"/>
            <a:ext cx="2944880" cy="382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EFFECTIVE TAX RATE</a:t>
            </a:r>
            <a:endParaRPr lang="en-US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D28FBF0-3A02-4B89-DA7C-3467DD380FFD}"/>
              </a:ext>
            </a:extLst>
          </p:cNvPr>
          <p:cNvSpPr/>
          <p:nvPr/>
        </p:nvSpPr>
        <p:spPr>
          <a:xfrm>
            <a:off x="417535" y="1827469"/>
            <a:ext cx="1912092" cy="1374266"/>
          </a:xfrm>
          <a:prstGeom prst="roundRect">
            <a:avLst>
              <a:gd name="adj" fmla="val 7143"/>
            </a:avLst>
          </a:prstGeom>
          <a:solidFill>
            <a:srgbClr val="EDF1F5"/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E261665-CB44-C0DD-89A0-475628A9D773}"/>
              </a:ext>
            </a:extLst>
          </p:cNvPr>
          <p:cNvSpPr/>
          <p:nvPr/>
        </p:nvSpPr>
        <p:spPr>
          <a:xfrm>
            <a:off x="458728" y="1998694"/>
            <a:ext cx="1825179" cy="985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FY 2025–26</a:t>
            </a:r>
            <a:endParaRPr lang="en-US" b="1" dirty="0"/>
          </a:p>
          <a:p>
            <a:pPr algn="ctr"/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(Apr–Jul)</a:t>
            </a:r>
            <a:endParaRPr lang="en-US" b="1" dirty="0"/>
          </a:p>
          <a:p>
            <a:pPr algn="ctr"/>
            <a:endParaRPr lang="en-US" sz="1600" dirty="0"/>
          </a:p>
          <a:p>
            <a:pPr algn="ctr"/>
            <a:r>
              <a:rPr lang="en-US" sz="3200" b="1" dirty="0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9.15%</a:t>
            </a:r>
            <a:endParaRPr lang="en-US" sz="1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D43B341-AE2D-1BB3-BBEF-9D12029AEEC8}"/>
              </a:ext>
            </a:extLst>
          </p:cNvPr>
          <p:cNvSpPr/>
          <p:nvPr/>
        </p:nvSpPr>
        <p:spPr>
          <a:xfrm>
            <a:off x="2349092" y="2209811"/>
            <a:ext cx="521480" cy="562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1B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6D79ADD-7575-ED6C-A046-D0F8D491FA90}"/>
              </a:ext>
            </a:extLst>
          </p:cNvPr>
          <p:cNvSpPr/>
          <p:nvPr/>
        </p:nvSpPr>
        <p:spPr>
          <a:xfrm>
            <a:off x="2935756" y="1772848"/>
            <a:ext cx="1876859" cy="1454782"/>
          </a:xfrm>
          <a:prstGeom prst="roundRect">
            <a:avLst>
              <a:gd name="adj" fmla="val 7143"/>
            </a:avLst>
          </a:prstGeom>
          <a:solidFill>
            <a:srgbClr val="EDF1F5"/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1747103-16D4-0CF0-94D1-C34CE69609AB}"/>
              </a:ext>
            </a:extLst>
          </p:cNvPr>
          <p:cNvSpPr/>
          <p:nvPr/>
        </p:nvSpPr>
        <p:spPr>
          <a:xfrm>
            <a:off x="2935756" y="1998694"/>
            <a:ext cx="1825179" cy="985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FY 2026–27</a:t>
            </a:r>
            <a:endParaRPr lang="en-US" b="1" dirty="0"/>
          </a:p>
          <a:p>
            <a:pPr algn="ctr"/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(Apr–Jul)</a:t>
            </a:r>
            <a:endParaRPr lang="en-US" b="1" dirty="0"/>
          </a:p>
          <a:p>
            <a:pPr algn="ctr"/>
            <a:endParaRPr lang="en-US" sz="1600" dirty="0"/>
          </a:p>
          <a:p>
            <a:pPr algn="ctr"/>
            <a:r>
              <a:rPr lang="en-US" sz="3200" b="1" dirty="0">
                <a:solidFill>
                  <a:srgbClr val="1B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8.22%</a:t>
            </a:r>
            <a:endParaRPr lang="en-US" sz="16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29959D3-3696-761E-8F53-21F51C3EB0A6}"/>
              </a:ext>
            </a:extLst>
          </p:cNvPr>
          <p:cNvSpPr/>
          <p:nvPr/>
        </p:nvSpPr>
        <p:spPr>
          <a:xfrm>
            <a:off x="692618" y="3314961"/>
            <a:ext cx="4331170" cy="407527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6350">
            <a:solidFill>
              <a:srgbClr val="1B7A3D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1DDC9B4-0034-D8A8-D617-894E0F2E2A22}"/>
              </a:ext>
            </a:extLst>
          </p:cNvPr>
          <p:cNvSpPr/>
          <p:nvPr/>
        </p:nvSpPr>
        <p:spPr>
          <a:xfrm>
            <a:off x="692618" y="3352514"/>
            <a:ext cx="4119452" cy="348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146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of ~11% in average effective tax rate</a:t>
            </a:r>
            <a:endParaRPr lang="en-US" sz="1600" b="1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35D502C-DFCB-FA27-CE7C-DBF7425FBE80}"/>
              </a:ext>
            </a:extLst>
          </p:cNvPr>
          <p:cNvSpPr/>
          <p:nvPr/>
        </p:nvSpPr>
        <p:spPr>
          <a:xfrm>
            <a:off x="5031288" y="4135294"/>
            <a:ext cx="390144" cy="390144"/>
          </a:xfrm>
          <a:prstGeom prst="roundRect">
            <a:avLst>
              <a:gd name="adj" fmla="val 15625"/>
            </a:avLst>
          </a:prstGeom>
          <a:solidFill>
            <a:srgbClr val="2956A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9BB9FDB-87F2-6DD6-D350-C58AF7B27D78}"/>
              </a:ext>
            </a:extLst>
          </p:cNvPr>
          <p:cNvSpPr/>
          <p:nvPr/>
        </p:nvSpPr>
        <p:spPr>
          <a:xfrm>
            <a:off x="5031288" y="4135294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67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5848723-4345-7EB0-974D-E88F3EC3506B}"/>
              </a:ext>
            </a:extLst>
          </p:cNvPr>
          <p:cNvSpPr/>
          <p:nvPr/>
        </p:nvSpPr>
        <p:spPr>
          <a:xfrm>
            <a:off x="5509368" y="4105115"/>
            <a:ext cx="60960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REVENUE SUMMARY (APR–JUL)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09052BD-737E-B5D6-6DB3-D06087AF652E}"/>
              </a:ext>
            </a:extLst>
          </p:cNvPr>
          <p:cNvGrpSpPr/>
          <p:nvPr/>
        </p:nvGrpSpPr>
        <p:grpSpPr>
          <a:xfrm>
            <a:off x="398954" y="4689626"/>
            <a:ext cx="15374447" cy="2400142"/>
            <a:chOff x="597074" y="4889326"/>
            <a:chExt cx="14996160" cy="1767840"/>
          </a:xfrm>
        </p:grpSpPr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74D8F348-ADF5-6333-918F-5AB1B72B606E}"/>
                </a:ext>
              </a:extLst>
            </p:cNvPr>
            <p:cNvSpPr/>
            <p:nvPr/>
          </p:nvSpPr>
          <p:spPr>
            <a:xfrm>
              <a:off x="597074" y="4889326"/>
              <a:ext cx="4632960" cy="1767840"/>
            </a:xfrm>
            <a:prstGeom prst="roundRect">
              <a:avLst>
                <a:gd name="adj" fmla="val 6897"/>
              </a:avLst>
            </a:prstGeom>
            <a:solidFill>
              <a:srgbClr val="EAF0F8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2F42BB73-5E65-30B9-8C36-11923B65729A}"/>
                </a:ext>
              </a:extLst>
            </p:cNvPr>
            <p:cNvSpPr/>
            <p:nvPr/>
          </p:nvSpPr>
          <p:spPr>
            <a:xfrm>
              <a:off x="718994" y="491837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000" b="1" dirty="0">
                  <a:solidFill>
                    <a:srgbClr val="2956A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TURNOVER</a:t>
              </a:r>
              <a:endParaRPr lang="en-US" sz="2000" dirty="0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22C16BEC-4CAF-AD54-CF6A-C1B37A87138D}"/>
                </a:ext>
              </a:extLst>
            </p:cNvPr>
            <p:cNvSpPr/>
            <p:nvPr/>
          </p:nvSpPr>
          <p:spPr>
            <a:xfrm>
              <a:off x="718994" y="522317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 dirty="0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₹6.75 Lakh Cr</a:t>
              </a:r>
              <a:endParaRPr lang="en-US" sz="32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DDE654DC-91C0-4E34-48BF-119E263C0CFC}"/>
                </a:ext>
              </a:extLst>
            </p:cNvPr>
            <p:cNvSpPr/>
            <p:nvPr/>
          </p:nvSpPr>
          <p:spPr>
            <a:xfrm>
              <a:off x="718994" y="5535502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2025)</a:t>
              </a:r>
              <a:endParaRPr lang="en-US" sz="1400"/>
            </a:p>
          </p:txBody>
        </p:sp>
        <p:sp>
          <p:nvSpPr>
            <p:cNvPr id="29" name="Text 27">
              <a:extLst>
                <a:ext uri="{FF2B5EF4-FFF2-40B4-BE49-F238E27FC236}">
                  <a16:creationId xmlns:a16="http://schemas.microsoft.com/office/drawing/2014/main" id="{E2BB4BAE-9B63-B207-2FAA-74C8C81E5883}"/>
                </a:ext>
              </a:extLst>
            </p:cNvPr>
            <p:cNvSpPr/>
            <p:nvPr/>
          </p:nvSpPr>
          <p:spPr>
            <a:xfrm>
              <a:off x="718994" y="5742766"/>
              <a:ext cx="43891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▼</a:t>
              </a:r>
              <a:endParaRPr lang="en-US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3F047F66-4491-FC62-F93F-4ECEED115C43}"/>
                </a:ext>
              </a:extLst>
            </p:cNvPr>
            <p:cNvSpPr/>
            <p:nvPr/>
          </p:nvSpPr>
          <p:spPr>
            <a:xfrm>
              <a:off x="718994" y="5820580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 dirty="0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₹8.09 Lakh Cr</a:t>
              </a:r>
              <a:endParaRPr lang="en-US" sz="32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E98208E6-34B4-E320-B1A6-535022F1970F}"/>
                </a:ext>
              </a:extLst>
            </p:cNvPr>
            <p:cNvSpPr/>
            <p:nvPr/>
          </p:nvSpPr>
          <p:spPr>
            <a:xfrm>
              <a:off x="718994" y="6132910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2026)</a:t>
              </a:r>
              <a:endParaRPr lang="en-US" sz="1400"/>
            </a:p>
          </p:txBody>
        </p:sp>
        <p:sp>
          <p:nvSpPr>
            <p:cNvPr id="32" name="Shape 30">
              <a:extLst>
                <a:ext uri="{FF2B5EF4-FFF2-40B4-BE49-F238E27FC236}">
                  <a16:creationId xmlns:a16="http://schemas.microsoft.com/office/drawing/2014/main" id="{E552EBAD-A9F9-B8E7-163C-05F5739C5DCA}"/>
                </a:ext>
              </a:extLst>
            </p:cNvPr>
            <p:cNvSpPr/>
            <p:nvPr/>
          </p:nvSpPr>
          <p:spPr>
            <a:xfrm>
              <a:off x="2303954" y="6352366"/>
              <a:ext cx="1219200" cy="268224"/>
            </a:xfrm>
            <a:prstGeom prst="roundRect">
              <a:avLst>
                <a:gd name="adj" fmla="val 22727"/>
              </a:avLst>
            </a:prstGeom>
            <a:solidFill>
              <a:srgbClr val="1B7A3D"/>
            </a:solidFill>
            <a:ln/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33" name="Text 31">
              <a:extLst>
                <a:ext uri="{FF2B5EF4-FFF2-40B4-BE49-F238E27FC236}">
                  <a16:creationId xmlns:a16="http://schemas.microsoft.com/office/drawing/2014/main" id="{9094856E-E59D-4ADD-DBDE-82F039E092C7}"/>
                </a:ext>
              </a:extLst>
            </p:cNvPr>
            <p:cNvSpPr/>
            <p:nvPr/>
          </p:nvSpPr>
          <p:spPr>
            <a:xfrm>
              <a:off x="2303954" y="6352366"/>
              <a:ext cx="1219200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b="1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+20%</a:t>
              </a:r>
              <a:endParaRPr lang="en-US"/>
            </a:p>
          </p:txBody>
        </p:sp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4400B423-BEB9-2777-C206-4C2C9BC6D82B}"/>
                </a:ext>
              </a:extLst>
            </p:cNvPr>
            <p:cNvSpPr/>
            <p:nvPr/>
          </p:nvSpPr>
          <p:spPr>
            <a:xfrm>
              <a:off x="5778674" y="4889326"/>
              <a:ext cx="4632960" cy="1767840"/>
            </a:xfrm>
            <a:prstGeom prst="roundRect">
              <a:avLst>
                <a:gd name="adj" fmla="val 6897"/>
              </a:avLst>
            </a:prstGeom>
            <a:solidFill>
              <a:srgbClr val="EAF0F8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7014CCFD-22C9-3453-4658-930A5DA82270}"/>
                </a:ext>
              </a:extLst>
            </p:cNvPr>
            <p:cNvSpPr/>
            <p:nvPr/>
          </p:nvSpPr>
          <p:spPr>
            <a:xfrm>
              <a:off x="5900594" y="494120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000" b="1" dirty="0">
                  <a:solidFill>
                    <a:srgbClr val="E85D2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TOTAL TAX LIABILITY</a:t>
              </a:r>
              <a:endParaRPr lang="en-US" sz="2000" dirty="0"/>
            </a:p>
          </p:txBody>
        </p:sp>
        <p:sp>
          <p:nvSpPr>
            <p:cNvPr id="36" name="Text 34">
              <a:extLst>
                <a:ext uri="{FF2B5EF4-FFF2-40B4-BE49-F238E27FC236}">
                  <a16:creationId xmlns:a16="http://schemas.microsoft.com/office/drawing/2014/main" id="{877AF7D1-239B-7D83-F5A3-F28B882AAD8B}"/>
                </a:ext>
              </a:extLst>
            </p:cNvPr>
            <p:cNvSpPr/>
            <p:nvPr/>
          </p:nvSpPr>
          <p:spPr>
            <a:xfrm>
              <a:off x="5900594" y="524600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₹72,785 Cr</a:t>
              </a:r>
              <a:endParaRPr lang="en-US" sz="3200"/>
            </a:p>
          </p:txBody>
        </p:sp>
        <p:sp>
          <p:nvSpPr>
            <p:cNvPr id="37" name="Text 35">
              <a:extLst>
                <a:ext uri="{FF2B5EF4-FFF2-40B4-BE49-F238E27FC236}">
                  <a16:creationId xmlns:a16="http://schemas.microsoft.com/office/drawing/2014/main" id="{E05285B3-5E48-3E3F-DAE9-A8E73F781FBD}"/>
                </a:ext>
              </a:extLst>
            </p:cNvPr>
            <p:cNvSpPr/>
            <p:nvPr/>
          </p:nvSpPr>
          <p:spPr>
            <a:xfrm>
              <a:off x="5900594" y="5535502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2025)</a:t>
              </a:r>
              <a:endParaRPr lang="en-US" sz="1400"/>
            </a:p>
          </p:txBody>
        </p:sp>
        <p:sp>
          <p:nvSpPr>
            <p:cNvPr id="38" name="Text 36">
              <a:extLst>
                <a:ext uri="{FF2B5EF4-FFF2-40B4-BE49-F238E27FC236}">
                  <a16:creationId xmlns:a16="http://schemas.microsoft.com/office/drawing/2014/main" id="{32E63729-853B-009B-1EBF-60D900874A28}"/>
                </a:ext>
              </a:extLst>
            </p:cNvPr>
            <p:cNvSpPr/>
            <p:nvPr/>
          </p:nvSpPr>
          <p:spPr>
            <a:xfrm>
              <a:off x="5900594" y="5742766"/>
              <a:ext cx="43891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▼</a:t>
              </a:r>
              <a:endParaRPr lang="en-US"/>
            </a:p>
          </p:txBody>
        </p:sp>
        <p:sp>
          <p:nvSpPr>
            <p:cNvPr id="39" name="Text 37">
              <a:extLst>
                <a:ext uri="{FF2B5EF4-FFF2-40B4-BE49-F238E27FC236}">
                  <a16:creationId xmlns:a16="http://schemas.microsoft.com/office/drawing/2014/main" id="{CF00C8A5-0194-3755-0B36-644128D78F6E}"/>
                </a:ext>
              </a:extLst>
            </p:cNvPr>
            <p:cNvSpPr/>
            <p:nvPr/>
          </p:nvSpPr>
          <p:spPr>
            <a:xfrm>
              <a:off x="5900594" y="5831995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 dirty="0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₹72,415 Cr</a:t>
              </a:r>
              <a:endParaRPr lang="en-US" sz="3200" dirty="0"/>
            </a:p>
          </p:txBody>
        </p:sp>
        <p:sp>
          <p:nvSpPr>
            <p:cNvPr id="40" name="Text 38">
              <a:extLst>
                <a:ext uri="{FF2B5EF4-FFF2-40B4-BE49-F238E27FC236}">
                  <a16:creationId xmlns:a16="http://schemas.microsoft.com/office/drawing/2014/main" id="{878976B6-AA61-4554-03EE-D52E498CAA49}"/>
                </a:ext>
              </a:extLst>
            </p:cNvPr>
            <p:cNvSpPr/>
            <p:nvPr/>
          </p:nvSpPr>
          <p:spPr>
            <a:xfrm>
              <a:off x="5900594" y="6132910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2026)</a:t>
              </a:r>
              <a:endParaRPr lang="en-US" sz="1400"/>
            </a:p>
          </p:txBody>
        </p:sp>
        <p:sp>
          <p:nvSpPr>
            <p:cNvPr id="41" name="Shape 39">
              <a:extLst>
                <a:ext uri="{FF2B5EF4-FFF2-40B4-BE49-F238E27FC236}">
                  <a16:creationId xmlns:a16="http://schemas.microsoft.com/office/drawing/2014/main" id="{E822E533-C083-4D46-B32F-7A09C008C0D1}"/>
                </a:ext>
              </a:extLst>
            </p:cNvPr>
            <p:cNvSpPr/>
            <p:nvPr/>
          </p:nvSpPr>
          <p:spPr>
            <a:xfrm>
              <a:off x="7485554" y="6352366"/>
              <a:ext cx="1219200" cy="268224"/>
            </a:xfrm>
            <a:prstGeom prst="roundRect">
              <a:avLst>
                <a:gd name="adj" fmla="val 22727"/>
              </a:avLst>
            </a:prstGeom>
            <a:solidFill>
              <a:srgbClr val="D4380D"/>
            </a:solidFill>
            <a:ln/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42" name="Text 40">
              <a:extLst>
                <a:ext uri="{FF2B5EF4-FFF2-40B4-BE49-F238E27FC236}">
                  <a16:creationId xmlns:a16="http://schemas.microsoft.com/office/drawing/2014/main" id="{FA76BC86-5158-BCAF-576E-3CA6AB5B037B}"/>
                </a:ext>
              </a:extLst>
            </p:cNvPr>
            <p:cNvSpPr/>
            <p:nvPr/>
          </p:nvSpPr>
          <p:spPr>
            <a:xfrm>
              <a:off x="7485554" y="6352366"/>
              <a:ext cx="1219200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b="1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-1%</a:t>
              </a:r>
              <a:endParaRPr lang="en-US"/>
            </a:p>
          </p:txBody>
        </p:sp>
        <p:sp>
          <p:nvSpPr>
            <p:cNvPr id="43" name="Shape 41">
              <a:extLst>
                <a:ext uri="{FF2B5EF4-FFF2-40B4-BE49-F238E27FC236}">
                  <a16:creationId xmlns:a16="http://schemas.microsoft.com/office/drawing/2014/main" id="{338FCEF8-561E-026D-A84E-9D491772D639}"/>
                </a:ext>
              </a:extLst>
            </p:cNvPr>
            <p:cNvSpPr/>
            <p:nvPr/>
          </p:nvSpPr>
          <p:spPr>
            <a:xfrm>
              <a:off x="10960274" y="4889326"/>
              <a:ext cx="4632960" cy="1767840"/>
            </a:xfrm>
            <a:prstGeom prst="roundRect">
              <a:avLst>
                <a:gd name="adj" fmla="val 6897"/>
              </a:avLst>
            </a:prstGeom>
            <a:solidFill>
              <a:srgbClr val="EAF0F8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44" name="Text 42">
              <a:extLst>
                <a:ext uri="{FF2B5EF4-FFF2-40B4-BE49-F238E27FC236}">
                  <a16:creationId xmlns:a16="http://schemas.microsoft.com/office/drawing/2014/main" id="{08DB4694-68F6-2675-4CDD-1AD363FBF7A3}"/>
                </a:ext>
              </a:extLst>
            </p:cNvPr>
            <p:cNvSpPr/>
            <p:nvPr/>
          </p:nvSpPr>
          <p:spPr>
            <a:xfrm>
              <a:off x="11082194" y="494120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000" b="1" dirty="0">
                  <a:solidFill>
                    <a:srgbClr val="1B7A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NET REVENUE TO STATE</a:t>
              </a:r>
              <a:endParaRPr lang="en-US" sz="2000" dirty="0"/>
            </a:p>
          </p:txBody>
        </p:sp>
        <p:sp>
          <p:nvSpPr>
            <p:cNvPr id="45" name="Text 43">
              <a:extLst>
                <a:ext uri="{FF2B5EF4-FFF2-40B4-BE49-F238E27FC236}">
                  <a16:creationId xmlns:a16="http://schemas.microsoft.com/office/drawing/2014/main" id="{B6BEE199-4D78-8AAD-F888-EE8D14A1E706}"/>
                </a:ext>
              </a:extLst>
            </p:cNvPr>
            <p:cNvSpPr/>
            <p:nvPr/>
          </p:nvSpPr>
          <p:spPr>
            <a:xfrm>
              <a:off x="11082194" y="5246002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₹14,416 Cr</a:t>
              </a:r>
              <a:endParaRPr lang="en-US" sz="3200"/>
            </a:p>
          </p:txBody>
        </p:sp>
        <p:sp>
          <p:nvSpPr>
            <p:cNvPr id="46" name="Text 44">
              <a:extLst>
                <a:ext uri="{FF2B5EF4-FFF2-40B4-BE49-F238E27FC236}">
                  <a16:creationId xmlns:a16="http://schemas.microsoft.com/office/drawing/2014/main" id="{A7806CAE-D82A-357C-7977-F26FC613882F}"/>
                </a:ext>
              </a:extLst>
            </p:cNvPr>
            <p:cNvSpPr/>
            <p:nvPr/>
          </p:nvSpPr>
          <p:spPr>
            <a:xfrm>
              <a:off x="11082194" y="5535502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2025)</a:t>
              </a:r>
              <a:endParaRPr lang="en-US" sz="1400"/>
            </a:p>
          </p:txBody>
        </p:sp>
        <p:sp>
          <p:nvSpPr>
            <p:cNvPr id="47" name="Text 45">
              <a:extLst>
                <a:ext uri="{FF2B5EF4-FFF2-40B4-BE49-F238E27FC236}">
                  <a16:creationId xmlns:a16="http://schemas.microsoft.com/office/drawing/2014/main" id="{E146BB57-6487-0D50-9045-31B390DB6528}"/>
                </a:ext>
              </a:extLst>
            </p:cNvPr>
            <p:cNvSpPr/>
            <p:nvPr/>
          </p:nvSpPr>
          <p:spPr>
            <a:xfrm>
              <a:off x="11082194" y="5742766"/>
              <a:ext cx="43891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▼</a:t>
              </a:r>
              <a:endParaRPr lang="en-US"/>
            </a:p>
          </p:txBody>
        </p:sp>
        <p:sp>
          <p:nvSpPr>
            <p:cNvPr id="48" name="Text 46">
              <a:extLst>
                <a:ext uri="{FF2B5EF4-FFF2-40B4-BE49-F238E27FC236}">
                  <a16:creationId xmlns:a16="http://schemas.microsoft.com/office/drawing/2014/main" id="{7079120B-284E-1347-269D-8FA6373AE506}"/>
                </a:ext>
              </a:extLst>
            </p:cNvPr>
            <p:cNvSpPr/>
            <p:nvPr/>
          </p:nvSpPr>
          <p:spPr>
            <a:xfrm>
              <a:off x="11082194" y="5854825"/>
              <a:ext cx="438912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3200" b="1" dirty="0">
                  <a:solidFill>
                    <a:srgbClr val="1A366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₹15,764 Cr</a:t>
              </a:r>
              <a:endParaRPr lang="en-US" sz="3200" dirty="0"/>
            </a:p>
          </p:txBody>
        </p:sp>
        <p:sp>
          <p:nvSpPr>
            <p:cNvPr id="49" name="Text 47">
              <a:extLst>
                <a:ext uri="{FF2B5EF4-FFF2-40B4-BE49-F238E27FC236}">
                  <a16:creationId xmlns:a16="http://schemas.microsoft.com/office/drawing/2014/main" id="{7DE5303D-BDA6-A663-E438-426984F28D40}"/>
                </a:ext>
              </a:extLst>
            </p:cNvPr>
            <p:cNvSpPr/>
            <p:nvPr/>
          </p:nvSpPr>
          <p:spPr>
            <a:xfrm>
              <a:off x="11082194" y="6132910"/>
              <a:ext cx="438912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140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(Apr–Jul 2026)</a:t>
              </a:r>
              <a:endParaRPr lang="en-US" sz="1400"/>
            </a:p>
          </p:txBody>
        </p:sp>
        <p:sp>
          <p:nvSpPr>
            <p:cNvPr id="50" name="Shape 48">
              <a:extLst>
                <a:ext uri="{FF2B5EF4-FFF2-40B4-BE49-F238E27FC236}">
                  <a16:creationId xmlns:a16="http://schemas.microsoft.com/office/drawing/2014/main" id="{E3175800-170C-90AB-864E-CC485349942C}"/>
                </a:ext>
              </a:extLst>
            </p:cNvPr>
            <p:cNvSpPr/>
            <p:nvPr/>
          </p:nvSpPr>
          <p:spPr>
            <a:xfrm>
              <a:off x="12667154" y="6352366"/>
              <a:ext cx="1219200" cy="268224"/>
            </a:xfrm>
            <a:prstGeom prst="roundRect">
              <a:avLst>
                <a:gd name="adj" fmla="val 22727"/>
              </a:avLst>
            </a:prstGeom>
            <a:solidFill>
              <a:srgbClr val="1B7A3D"/>
            </a:solidFill>
            <a:ln/>
          </p:spPr>
          <p:txBody>
            <a:bodyPr/>
            <a:lstStyle/>
            <a:p>
              <a:endParaRPr lang="en-US" sz="3600"/>
            </a:p>
          </p:txBody>
        </p:sp>
        <p:sp>
          <p:nvSpPr>
            <p:cNvPr id="51" name="Text 49">
              <a:extLst>
                <a:ext uri="{FF2B5EF4-FFF2-40B4-BE49-F238E27FC236}">
                  <a16:creationId xmlns:a16="http://schemas.microsoft.com/office/drawing/2014/main" id="{1F46860F-7B93-0C73-A656-703026E8A2F3}"/>
                </a:ext>
              </a:extLst>
            </p:cNvPr>
            <p:cNvSpPr/>
            <p:nvPr/>
          </p:nvSpPr>
          <p:spPr>
            <a:xfrm>
              <a:off x="12667154" y="6352366"/>
              <a:ext cx="1219200" cy="2682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b="1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+9.35%</a:t>
              </a:r>
              <a:endParaRPr lang="en-US"/>
            </a:p>
          </p:txBody>
        </p:sp>
      </p:grpSp>
      <p:sp>
        <p:nvSpPr>
          <p:cNvPr id="63" name="Text 4">
            <a:extLst>
              <a:ext uri="{FF2B5EF4-FFF2-40B4-BE49-F238E27FC236}">
                <a16:creationId xmlns:a16="http://schemas.microsoft.com/office/drawing/2014/main" id="{15927B20-D554-81B8-49E1-50492E711C01}"/>
              </a:ext>
            </a:extLst>
          </p:cNvPr>
          <p:cNvSpPr/>
          <p:nvPr/>
        </p:nvSpPr>
        <p:spPr>
          <a:xfrm>
            <a:off x="5701848" y="1256868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67" dirty="0"/>
          </a:p>
        </p:txBody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735A700C-14DE-B11A-9EF3-5AF611975472}"/>
              </a:ext>
            </a:extLst>
          </p:cNvPr>
          <p:cNvSpPr/>
          <p:nvPr/>
        </p:nvSpPr>
        <p:spPr>
          <a:xfrm>
            <a:off x="6070939" y="3308072"/>
            <a:ext cx="3881671" cy="388734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6350">
            <a:solidFill>
              <a:srgbClr val="1B7A3D"/>
            </a:solidFill>
            <a:prstDash val="solid"/>
          </a:ln>
        </p:spPr>
        <p:txBody>
          <a:bodyPr/>
          <a:lstStyle/>
          <a:p>
            <a:pPr algn="ctr"/>
            <a:r>
              <a:rPr lang="en-US" sz="1400" b="1" dirty="0">
                <a:solidFill>
                  <a:srgbClr val="146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reduction in tax liability approx. 36%</a:t>
            </a:r>
          </a:p>
        </p:txBody>
      </p:sp>
      <p:sp>
        <p:nvSpPr>
          <p:cNvPr id="79" name="Text 13">
            <a:extLst>
              <a:ext uri="{FF2B5EF4-FFF2-40B4-BE49-F238E27FC236}">
                <a16:creationId xmlns:a16="http://schemas.microsoft.com/office/drawing/2014/main" id="{9C798EA7-912F-9759-EDF9-65C12C05E27C}"/>
              </a:ext>
            </a:extLst>
          </p:cNvPr>
          <p:cNvSpPr/>
          <p:nvPr/>
        </p:nvSpPr>
        <p:spPr>
          <a:xfrm>
            <a:off x="6068810" y="3265754"/>
            <a:ext cx="3650357" cy="422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1400" b="1" dirty="0"/>
          </a:p>
        </p:txBody>
      </p:sp>
      <p:sp>
        <p:nvSpPr>
          <p:cNvPr id="103" name="Text 52">
            <a:extLst>
              <a:ext uri="{FF2B5EF4-FFF2-40B4-BE49-F238E27FC236}">
                <a16:creationId xmlns:a16="http://schemas.microsoft.com/office/drawing/2014/main" id="{896A06AF-B78E-CFD1-A1A0-0EF6329E79B6}"/>
              </a:ext>
            </a:extLst>
          </p:cNvPr>
          <p:cNvSpPr/>
          <p:nvPr/>
        </p:nvSpPr>
        <p:spPr>
          <a:xfrm>
            <a:off x="411480" y="7991748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67"/>
          </a:p>
        </p:txBody>
      </p:sp>
      <p:sp>
        <p:nvSpPr>
          <p:cNvPr id="109" name="Shape 7">
            <a:extLst>
              <a:ext uri="{FF2B5EF4-FFF2-40B4-BE49-F238E27FC236}">
                <a16:creationId xmlns:a16="http://schemas.microsoft.com/office/drawing/2014/main" id="{58CEBA87-816A-04F6-39C0-218B4BE7681B}"/>
              </a:ext>
            </a:extLst>
          </p:cNvPr>
          <p:cNvSpPr/>
          <p:nvPr/>
        </p:nvSpPr>
        <p:spPr>
          <a:xfrm>
            <a:off x="5741666" y="1817383"/>
            <a:ext cx="1876859" cy="1410248"/>
          </a:xfrm>
          <a:prstGeom prst="roundRect">
            <a:avLst>
              <a:gd name="adj" fmla="val 7143"/>
            </a:avLst>
          </a:prstGeom>
          <a:solidFill>
            <a:srgbClr val="EDF1F5"/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111" name="Text 8">
            <a:extLst>
              <a:ext uri="{FF2B5EF4-FFF2-40B4-BE49-F238E27FC236}">
                <a16:creationId xmlns:a16="http://schemas.microsoft.com/office/drawing/2014/main" id="{D207E8D2-8CC1-356D-46D3-ABCC69CD1687}"/>
              </a:ext>
            </a:extLst>
          </p:cNvPr>
          <p:cNvSpPr/>
          <p:nvPr/>
        </p:nvSpPr>
        <p:spPr>
          <a:xfrm>
            <a:off x="5828579" y="2007660"/>
            <a:ext cx="1825179" cy="985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FY 2025–26</a:t>
            </a:r>
            <a:endParaRPr lang="en-US" b="1" dirty="0"/>
          </a:p>
          <a:p>
            <a:pPr algn="ctr"/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(Apr–Jul)</a:t>
            </a:r>
            <a:endParaRPr lang="en-US" b="1" dirty="0"/>
          </a:p>
          <a:p>
            <a:pPr algn="ctr"/>
            <a:endParaRPr lang="en-US" sz="1600" dirty="0"/>
          </a:p>
          <a:p>
            <a:pPr algn="ctr"/>
            <a:r>
              <a:rPr lang="en-US" sz="3200" b="1" dirty="0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600" dirty="0"/>
          </a:p>
        </p:txBody>
      </p:sp>
      <p:sp>
        <p:nvSpPr>
          <p:cNvPr id="113" name="Text 9">
            <a:extLst>
              <a:ext uri="{FF2B5EF4-FFF2-40B4-BE49-F238E27FC236}">
                <a16:creationId xmlns:a16="http://schemas.microsoft.com/office/drawing/2014/main" id="{5309A2CD-CEC1-52AB-774C-B3D4D6B3399A}"/>
              </a:ext>
            </a:extLst>
          </p:cNvPr>
          <p:cNvSpPr/>
          <p:nvPr/>
        </p:nvSpPr>
        <p:spPr>
          <a:xfrm>
            <a:off x="7718943" y="2218777"/>
            <a:ext cx="521480" cy="562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>
                <a:solidFill>
                  <a:srgbClr val="1B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/>
          </a:p>
        </p:txBody>
      </p:sp>
      <p:sp>
        <p:nvSpPr>
          <p:cNvPr id="115" name="Shape 10">
            <a:extLst>
              <a:ext uri="{FF2B5EF4-FFF2-40B4-BE49-F238E27FC236}">
                <a16:creationId xmlns:a16="http://schemas.microsoft.com/office/drawing/2014/main" id="{ADCAF4C4-31C9-D944-DB80-5BB42474C23E}"/>
              </a:ext>
            </a:extLst>
          </p:cNvPr>
          <p:cNvSpPr/>
          <p:nvPr/>
        </p:nvSpPr>
        <p:spPr>
          <a:xfrm>
            <a:off x="8305607" y="1827470"/>
            <a:ext cx="1825179" cy="1400160"/>
          </a:xfrm>
          <a:prstGeom prst="roundRect">
            <a:avLst>
              <a:gd name="adj" fmla="val 7143"/>
            </a:avLst>
          </a:prstGeom>
          <a:solidFill>
            <a:srgbClr val="EDF1F5"/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117" name="Text 11">
            <a:extLst>
              <a:ext uri="{FF2B5EF4-FFF2-40B4-BE49-F238E27FC236}">
                <a16:creationId xmlns:a16="http://schemas.microsoft.com/office/drawing/2014/main" id="{1985B3F6-AE00-D856-F36D-A7AE9D8936F0}"/>
              </a:ext>
            </a:extLst>
          </p:cNvPr>
          <p:cNvSpPr/>
          <p:nvPr/>
        </p:nvSpPr>
        <p:spPr>
          <a:xfrm>
            <a:off x="8305607" y="2007660"/>
            <a:ext cx="1825179" cy="985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FY 2026–27</a:t>
            </a:r>
            <a:endParaRPr lang="en-US" b="1" dirty="0"/>
          </a:p>
          <a:p>
            <a:pPr algn="ctr"/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(Apr–Jul)</a:t>
            </a:r>
            <a:endParaRPr lang="en-US" b="1" dirty="0"/>
          </a:p>
          <a:p>
            <a:pPr algn="ctr"/>
            <a:endParaRPr lang="en-US" sz="1600" dirty="0"/>
          </a:p>
          <a:p>
            <a:pPr algn="ctr"/>
            <a:r>
              <a:rPr lang="en-US" sz="3200" b="1" dirty="0">
                <a:solidFill>
                  <a:srgbClr val="1B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600" dirty="0"/>
          </a:p>
        </p:txBody>
      </p:sp>
      <p:sp>
        <p:nvSpPr>
          <p:cNvPr id="119" name="Shape 7">
            <a:extLst>
              <a:ext uri="{FF2B5EF4-FFF2-40B4-BE49-F238E27FC236}">
                <a16:creationId xmlns:a16="http://schemas.microsoft.com/office/drawing/2014/main" id="{94CBC3F8-D3AC-7369-EDAD-B80BD182F7D0}"/>
              </a:ext>
            </a:extLst>
          </p:cNvPr>
          <p:cNvSpPr/>
          <p:nvPr/>
        </p:nvSpPr>
        <p:spPr>
          <a:xfrm>
            <a:off x="11443386" y="1832731"/>
            <a:ext cx="1825179" cy="1394899"/>
          </a:xfrm>
          <a:prstGeom prst="roundRect">
            <a:avLst>
              <a:gd name="adj" fmla="val 7143"/>
            </a:avLst>
          </a:prstGeom>
          <a:solidFill>
            <a:srgbClr val="EDF1F5"/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121" name="Text 8">
            <a:extLst>
              <a:ext uri="{FF2B5EF4-FFF2-40B4-BE49-F238E27FC236}">
                <a16:creationId xmlns:a16="http://schemas.microsoft.com/office/drawing/2014/main" id="{E1F29AA6-127B-62F9-6A6E-3000CE998DF7}"/>
              </a:ext>
            </a:extLst>
          </p:cNvPr>
          <p:cNvSpPr/>
          <p:nvPr/>
        </p:nvSpPr>
        <p:spPr>
          <a:xfrm>
            <a:off x="11530299" y="1973476"/>
            <a:ext cx="1825179" cy="985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FY 2025–26</a:t>
            </a:r>
            <a:endParaRPr lang="en-US" b="1" dirty="0"/>
          </a:p>
          <a:p>
            <a:pPr algn="ctr"/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(Apr–Jul)</a:t>
            </a:r>
            <a:endParaRPr lang="en-US" b="1" dirty="0"/>
          </a:p>
          <a:p>
            <a:pPr algn="ctr"/>
            <a:endParaRPr lang="en-US" sz="1600" dirty="0"/>
          </a:p>
          <a:p>
            <a:pPr algn="ctr"/>
            <a:r>
              <a:rPr lang="en-US" sz="3200" b="1" dirty="0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600" dirty="0"/>
          </a:p>
        </p:txBody>
      </p:sp>
      <p:sp>
        <p:nvSpPr>
          <p:cNvPr id="123" name="Text 9">
            <a:extLst>
              <a:ext uri="{FF2B5EF4-FFF2-40B4-BE49-F238E27FC236}">
                <a16:creationId xmlns:a16="http://schemas.microsoft.com/office/drawing/2014/main" id="{3BA305EF-5244-5D2E-003A-7B25DC998069}"/>
              </a:ext>
            </a:extLst>
          </p:cNvPr>
          <p:cNvSpPr/>
          <p:nvPr/>
        </p:nvSpPr>
        <p:spPr>
          <a:xfrm>
            <a:off x="13420663" y="2184593"/>
            <a:ext cx="521480" cy="562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>
                <a:solidFill>
                  <a:srgbClr val="1B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/>
          </a:p>
        </p:txBody>
      </p:sp>
      <p:sp>
        <p:nvSpPr>
          <p:cNvPr id="125" name="Shape 10">
            <a:extLst>
              <a:ext uri="{FF2B5EF4-FFF2-40B4-BE49-F238E27FC236}">
                <a16:creationId xmlns:a16="http://schemas.microsoft.com/office/drawing/2014/main" id="{563973F7-ED1C-420C-AEC7-9487F80F10C9}"/>
              </a:ext>
            </a:extLst>
          </p:cNvPr>
          <p:cNvSpPr/>
          <p:nvPr/>
        </p:nvSpPr>
        <p:spPr>
          <a:xfrm>
            <a:off x="14007328" y="1832730"/>
            <a:ext cx="1766074" cy="1366135"/>
          </a:xfrm>
          <a:prstGeom prst="roundRect">
            <a:avLst>
              <a:gd name="adj" fmla="val 7143"/>
            </a:avLst>
          </a:prstGeom>
          <a:solidFill>
            <a:srgbClr val="EDF1F5"/>
          </a:solidFill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127" name="Text 11">
            <a:extLst>
              <a:ext uri="{FF2B5EF4-FFF2-40B4-BE49-F238E27FC236}">
                <a16:creationId xmlns:a16="http://schemas.microsoft.com/office/drawing/2014/main" id="{20B9B458-C04F-8650-30D6-0D8BA7B91E9A}"/>
              </a:ext>
            </a:extLst>
          </p:cNvPr>
          <p:cNvSpPr/>
          <p:nvPr/>
        </p:nvSpPr>
        <p:spPr>
          <a:xfrm>
            <a:off x="14007327" y="1973476"/>
            <a:ext cx="1825179" cy="985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FY 2026–27</a:t>
            </a:r>
            <a:endParaRPr lang="en-US" b="1" dirty="0"/>
          </a:p>
          <a:p>
            <a:pPr algn="ctr"/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(Apr–Jul)</a:t>
            </a:r>
            <a:endParaRPr lang="en-US" b="1" dirty="0"/>
          </a:p>
          <a:p>
            <a:pPr algn="ctr"/>
            <a:endParaRPr lang="en-US" sz="1600" dirty="0"/>
          </a:p>
          <a:p>
            <a:pPr algn="ctr"/>
            <a:r>
              <a:rPr lang="en-US" sz="3200" b="1" dirty="0">
                <a:solidFill>
                  <a:srgbClr val="1B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600" dirty="0"/>
          </a:p>
        </p:txBody>
      </p:sp>
      <p:sp>
        <p:nvSpPr>
          <p:cNvPr id="129" name="Shape 12">
            <a:extLst>
              <a:ext uri="{FF2B5EF4-FFF2-40B4-BE49-F238E27FC236}">
                <a16:creationId xmlns:a16="http://schemas.microsoft.com/office/drawing/2014/main" id="{AFEE7CDD-F216-F4FF-5002-8B07F6B569FD}"/>
              </a:ext>
            </a:extLst>
          </p:cNvPr>
          <p:cNvSpPr/>
          <p:nvPr/>
        </p:nvSpPr>
        <p:spPr>
          <a:xfrm>
            <a:off x="11689953" y="3304688"/>
            <a:ext cx="3881671" cy="388734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6350">
            <a:solidFill>
              <a:srgbClr val="1B7A3D"/>
            </a:solidFill>
            <a:prstDash val="solid"/>
          </a:ln>
        </p:spPr>
        <p:txBody>
          <a:bodyPr/>
          <a:lstStyle/>
          <a:p>
            <a:pPr algn="ctr"/>
            <a:r>
              <a:rPr lang="en-US" sz="1400" b="1" dirty="0">
                <a:solidFill>
                  <a:srgbClr val="146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reduction in tax liability approx. 58%</a:t>
            </a: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B968D1B-36E2-5D70-6973-7069AC4486B2}"/>
              </a:ext>
            </a:extLst>
          </p:cNvPr>
          <p:cNvSpPr/>
          <p:nvPr/>
        </p:nvSpPr>
        <p:spPr>
          <a:xfrm>
            <a:off x="306213" y="854776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580C801C-D79C-929F-72F0-2F93C5ACA3B2}"/>
              </a:ext>
            </a:extLst>
          </p:cNvPr>
          <p:cNvSpPr txBox="1">
            <a:spLocks/>
          </p:cNvSpPr>
          <p:nvPr/>
        </p:nvSpPr>
        <p:spPr>
          <a:xfrm>
            <a:off x="357605" y="154907"/>
            <a:ext cx="15367000" cy="868362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Key Observations (Apr–Jul 2026)</a:t>
            </a:r>
            <a:endParaRPr lang="en-IN" sz="3467" b="1" dirty="0">
              <a:solidFill>
                <a:srgbClr val="1A3257"/>
              </a:solidFill>
              <a:latin typeface="Georgia" pitchFamily="34" charset="0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4D8592D7-E0DA-FAE6-A583-874AD4E2588E}"/>
              </a:ext>
            </a:extLst>
          </p:cNvPr>
          <p:cNvSpPr/>
          <p:nvPr/>
        </p:nvSpPr>
        <p:spPr>
          <a:xfrm>
            <a:off x="5146869" y="7611988"/>
            <a:ext cx="390144" cy="390144"/>
          </a:xfrm>
          <a:prstGeom prst="roundRect">
            <a:avLst>
              <a:gd name="adj" fmla="val 15625"/>
            </a:avLst>
          </a:prstGeom>
          <a:solidFill>
            <a:srgbClr val="2956A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53" name="Text 21">
            <a:extLst>
              <a:ext uri="{FF2B5EF4-FFF2-40B4-BE49-F238E27FC236}">
                <a16:creationId xmlns:a16="http://schemas.microsoft.com/office/drawing/2014/main" id="{0A2B46B4-3F60-00A0-3A45-834F4010DC8E}"/>
              </a:ext>
            </a:extLst>
          </p:cNvPr>
          <p:cNvSpPr/>
          <p:nvPr/>
        </p:nvSpPr>
        <p:spPr>
          <a:xfrm>
            <a:off x="5162367" y="7611988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55" name="Text 22">
            <a:extLst>
              <a:ext uri="{FF2B5EF4-FFF2-40B4-BE49-F238E27FC236}">
                <a16:creationId xmlns:a16="http://schemas.microsoft.com/office/drawing/2014/main" id="{03F44A7E-206A-F496-E898-77FAC73DE95B}"/>
              </a:ext>
            </a:extLst>
          </p:cNvPr>
          <p:cNvSpPr/>
          <p:nvPr/>
        </p:nvSpPr>
        <p:spPr>
          <a:xfrm>
            <a:off x="5701848" y="7646872"/>
            <a:ext cx="60960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A3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</a:p>
        </p:txBody>
      </p:sp>
      <p:sp>
        <p:nvSpPr>
          <p:cNvPr id="57" name="Shape 12">
            <a:extLst>
              <a:ext uri="{FF2B5EF4-FFF2-40B4-BE49-F238E27FC236}">
                <a16:creationId xmlns:a16="http://schemas.microsoft.com/office/drawing/2014/main" id="{73C9DE3A-D255-04C8-64A8-BFDAAF080AC3}"/>
              </a:ext>
            </a:extLst>
          </p:cNvPr>
          <p:cNvSpPr/>
          <p:nvPr/>
        </p:nvSpPr>
        <p:spPr>
          <a:xfrm>
            <a:off x="523950" y="8081193"/>
            <a:ext cx="15483840" cy="7832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6350">
            <a:solidFill>
              <a:srgbClr val="1B7A3D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6D69D792-23F0-9CC1-DEFE-7C200821C60D}"/>
              </a:ext>
            </a:extLst>
          </p:cNvPr>
          <p:cNvSpPr/>
          <p:nvPr/>
        </p:nvSpPr>
        <p:spPr>
          <a:xfrm>
            <a:off x="607480" y="8135136"/>
            <a:ext cx="15214334" cy="640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Despite the significant reduction in average effective tax rate from </a:t>
            </a: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9.15% to 8.22% </a:t>
            </a: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due to </a:t>
            </a: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GST 2.0</a:t>
            </a: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Rajasthan’s Tax liability has fallen by only </a:t>
            </a: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which was expected to fall by </a:t>
            </a: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11% based </a:t>
            </a: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 effective tax rate. This year Net Revenue is </a:t>
            </a: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increased by 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9.35%</a:t>
            </a: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whereas last year growth </a:t>
            </a: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was 5.04%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317419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06213" y="154928"/>
            <a:ext cx="16205200" cy="60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Directions of HCM Review</a:t>
            </a:r>
          </a:p>
        </p:txBody>
      </p:sp>
      <p:sp>
        <p:nvSpPr>
          <p:cNvPr id="4" name="Text 2"/>
          <p:cNvSpPr/>
          <p:nvPr/>
        </p:nvSpPr>
        <p:spPr>
          <a:xfrm>
            <a:off x="6765301" y="181939"/>
            <a:ext cx="2430545" cy="649259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>
              <a:lnSpc>
                <a:spcPct val="128571"/>
              </a:lnSpc>
            </a:pPr>
            <a:r>
              <a:rPr lang="en-US" sz="2400" b="1" dirty="0">
                <a:solidFill>
                  <a:srgbClr val="645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9th July 2026</a:t>
            </a:r>
            <a:endParaRPr lang="en-US" sz="2400" b="1" dirty="0"/>
          </a:p>
        </p:txBody>
      </p:sp>
      <p:sp>
        <p:nvSpPr>
          <p:cNvPr id="5" name="Shape 3"/>
          <p:cNvSpPr/>
          <p:nvPr/>
        </p:nvSpPr>
        <p:spPr>
          <a:xfrm>
            <a:off x="467532" y="908306"/>
            <a:ext cx="7933321" cy="1989658"/>
          </a:xfrm>
          <a:prstGeom prst="roundRect">
            <a:avLst>
              <a:gd name="adj" fmla="val 6006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1778" dirty="0"/>
          </a:p>
        </p:txBody>
      </p:sp>
      <p:sp>
        <p:nvSpPr>
          <p:cNvPr id="6" name="Shape 4"/>
          <p:cNvSpPr/>
          <p:nvPr/>
        </p:nvSpPr>
        <p:spPr>
          <a:xfrm>
            <a:off x="496775" y="3483738"/>
            <a:ext cx="7934987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778"/>
          </a:p>
        </p:txBody>
      </p:sp>
      <p:sp>
        <p:nvSpPr>
          <p:cNvPr id="8" name="Shape 6"/>
          <p:cNvSpPr/>
          <p:nvPr/>
        </p:nvSpPr>
        <p:spPr>
          <a:xfrm>
            <a:off x="467532" y="908305"/>
            <a:ext cx="45719" cy="2575433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778"/>
          </a:p>
        </p:txBody>
      </p:sp>
      <p:sp>
        <p:nvSpPr>
          <p:cNvPr id="9" name="Shape 7"/>
          <p:cNvSpPr/>
          <p:nvPr/>
        </p:nvSpPr>
        <p:spPr>
          <a:xfrm flipH="1">
            <a:off x="8377992" y="1013558"/>
            <a:ext cx="45719" cy="247864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778"/>
          </a:p>
        </p:txBody>
      </p:sp>
      <p:sp>
        <p:nvSpPr>
          <p:cNvPr id="10" name="Text 8"/>
          <p:cNvSpPr/>
          <p:nvPr/>
        </p:nvSpPr>
        <p:spPr>
          <a:xfrm>
            <a:off x="713066" y="1059466"/>
            <a:ext cx="8188312" cy="3832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2400" b="1" kern="0" spc="100" dirty="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86175" y="1711079"/>
            <a:ext cx="399481" cy="230676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b="1" dirty="0">
                <a:solidFill>
                  <a:srgbClr val="AB4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246975" y="1668648"/>
            <a:ext cx="7387961" cy="3832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r>
              <a:rPr lang="en-US" sz="2400" b="1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&amp; study best practices from AP &amp; Gujarat</a:t>
            </a:r>
            <a:endParaRPr lang="en-US" sz="2400" b="1" dirty="0"/>
          </a:p>
        </p:txBody>
      </p:sp>
      <p:sp>
        <p:nvSpPr>
          <p:cNvPr id="13" name="Text 11"/>
          <p:cNvSpPr/>
          <p:nvPr/>
        </p:nvSpPr>
        <p:spPr>
          <a:xfrm>
            <a:off x="686175" y="2495503"/>
            <a:ext cx="416591" cy="122016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lang="en-US" b="1" dirty="0">
                <a:solidFill>
                  <a:srgbClr val="AB4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53988" y="2394252"/>
            <a:ext cx="6928294" cy="26384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r>
              <a:rPr lang="en-US" sz="2400" b="1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an action plan for their phase-wise implementation</a:t>
            </a:r>
            <a:endParaRPr lang="en-US" sz="2400" b="1" dirty="0"/>
          </a:p>
        </p:txBody>
      </p:sp>
      <p:sp>
        <p:nvSpPr>
          <p:cNvPr id="15" name="Shape 13"/>
          <p:cNvSpPr/>
          <p:nvPr/>
        </p:nvSpPr>
        <p:spPr>
          <a:xfrm>
            <a:off x="545024" y="4213609"/>
            <a:ext cx="7908097" cy="4185181"/>
          </a:xfrm>
          <a:prstGeom prst="roundRect">
            <a:avLst>
              <a:gd name="adj" fmla="val 1067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1600"/>
          </a:p>
        </p:txBody>
      </p:sp>
      <p:sp>
        <p:nvSpPr>
          <p:cNvPr id="16" name="Shape 14"/>
          <p:cNvSpPr/>
          <p:nvPr/>
        </p:nvSpPr>
        <p:spPr>
          <a:xfrm>
            <a:off x="762000" y="11532790"/>
            <a:ext cx="7934987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600"/>
          </a:p>
        </p:txBody>
      </p:sp>
      <p:sp>
        <p:nvSpPr>
          <p:cNvPr id="17" name="Shape 15"/>
          <p:cNvSpPr/>
          <p:nvPr/>
        </p:nvSpPr>
        <p:spPr>
          <a:xfrm>
            <a:off x="545024" y="4267057"/>
            <a:ext cx="7934987" cy="93133"/>
          </a:xfrm>
          <a:prstGeom prst="rect">
            <a:avLst/>
          </a:prstGeom>
          <a:solidFill>
            <a:srgbClr val="1F7A4D"/>
          </a:solidFill>
          <a:ln/>
        </p:spPr>
        <p:txBody>
          <a:bodyPr/>
          <a:lstStyle/>
          <a:p>
            <a:endParaRPr lang="en-IN" sz="1778"/>
          </a:p>
        </p:txBody>
      </p:sp>
      <p:sp>
        <p:nvSpPr>
          <p:cNvPr id="18" name="Shape 16"/>
          <p:cNvSpPr/>
          <p:nvPr/>
        </p:nvSpPr>
        <p:spPr>
          <a:xfrm>
            <a:off x="545025" y="4360191"/>
            <a:ext cx="45719" cy="4038600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600"/>
          </a:p>
        </p:txBody>
      </p:sp>
      <p:sp>
        <p:nvSpPr>
          <p:cNvPr id="19" name="Shape 17"/>
          <p:cNvSpPr/>
          <p:nvPr/>
        </p:nvSpPr>
        <p:spPr>
          <a:xfrm flipH="1">
            <a:off x="8431762" y="4284008"/>
            <a:ext cx="45719" cy="4156348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600"/>
          </a:p>
        </p:txBody>
      </p:sp>
      <p:sp>
        <p:nvSpPr>
          <p:cNvPr id="20" name="Text 18"/>
          <p:cNvSpPr/>
          <p:nvPr/>
        </p:nvSpPr>
        <p:spPr>
          <a:xfrm>
            <a:off x="790558" y="4394489"/>
            <a:ext cx="8188312" cy="469901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2353"/>
              </a:lnSpc>
            </a:pPr>
            <a:r>
              <a:rPr lang="en-US" sz="2400" b="1" kern="0" spc="100" dirty="0">
                <a:solidFill>
                  <a:srgbClr val="1F3F72"/>
                </a:solidFill>
                <a:latin typeface="Arial" pitchFamily="34" charset="0"/>
                <a:cs typeface="Arial" pitchFamily="34" charset="-120"/>
              </a:rPr>
              <a:t>PROGRESS</a:t>
            </a:r>
          </a:p>
        </p:txBody>
      </p:sp>
      <p:sp>
        <p:nvSpPr>
          <p:cNvPr id="22" name="Text 20"/>
          <p:cNvSpPr/>
          <p:nvPr/>
        </p:nvSpPr>
        <p:spPr>
          <a:xfrm>
            <a:off x="763668" y="5112162"/>
            <a:ext cx="5428424" cy="387613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342900" indent="-342900">
              <a:lnSpc>
                <a:spcPct val="130435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1A3257"/>
                </a:solidFill>
                <a:latin typeface="Arial" pitchFamily="34" charset="0"/>
                <a:cs typeface="Arial" pitchFamily="34" charset="-120"/>
              </a:rPr>
              <a:t>Visit to Andhra Pradesh </a:t>
            </a:r>
            <a:r>
              <a:rPr lang="en-US" sz="2400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on </a:t>
            </a:r>
            <a:r>
              <a:rPr lang="en-US" sz="2400" b="1" i="1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 &amp; 5th August</a:t>
            </a:r>
            <a:r>
              <a:rPr lang="en-US" sz="2400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90558" y="6053523"/>
            <a:ext cx="8188312" cy="2878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90558" y="6512973"/>
            <a:ext cx="7667237" cy="165721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 marL="342900" indent="-342900">
              <a:lnSpc>
                <a:spcPct val="136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1A3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Learnings from Gujarat</a:t>
            </a:r>
            <a:r>
              <a:rPr lang="en-US" sz="2400" dirty="0"/>
              <a:t> - </a:t>
            </a:r>
            <a:r>
              <a:rPr lang="en-US" sz="2400" dirty="0">
                <a:solidFill>
                  <a:srgbClr val="645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takeaways from the Gujarat study visit are consolidated on the following two slides</a:t>
            </a:r>
            <a:endParaRPr lang="en-US" sz="2400" dirty="0"/>
          </a:p>
        </p:txBody>
      </p:sp>
      <p:sp>
        <p:nvSpPr>
          <p:cNvPr id="32" name="Text 28"/>
          <p:cNvSpPr/>
          <p:nvPr/>
        </p:nvSpPr>
        <p:spPr>
          <a:xfrm>
            <a:off x="15000818" y="8758767"/>
            <a:ext cx="560916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0000"/>
              </a:lnSpc>
            </a:pPr>
            <a:r>
              <a:rPr lang="en-US" sz="867" kern="0" spc="35">
                <a:solidFill>
                  <a:srgbClr val="8379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38</a:t>
            </a:r>
            <a:endParaRPr lang="en-US" sz="867"/>
          </a:p>
        </p:txBody>
      </p:sp>
      <p:sp>
        <p:nvSpPr>
          <p:cNvPr id="27" name="Shape 24"/>
          <p:cNvSpPr/>
          <p:nvPr/>
        </p:nvSpPr>
        <p:spPr>
          <a:xfrm>
            <a:off x="9890465" y="1292675"/>
            <a:ext cx="4559972" cy="3342323"/>
          </a:xfrm>
          <a:prstGeom prst="roundRect">
            <a:avLst>
              <a:gd name="adj" fmla="val 1790"/>
            </a:avLst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sx="101000" sy="101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0843" y="1434233"/>
            <a:ext cx="2912790" cy="3161764"/>
          </a:xfrm>
          <a:prstGeom prst="rect">
            <a:avLst/>
          </a:prstGeom>
        </p:spPr>
      </p:pic>
      <p:sp>
        <p:nvSpPr>
          <p:cNvPr id="25" name="Shape 23"/>
          <p:cNvSpPr/>
          <p:nvPr/>
        </p:nvSpPr>
        <p:spPr>
          <a:xfrm>
            <a:off x="9908457" y="4765635"/>
            <a:ext cx="4559972" cy="3135248"/>
          </a:xfrm>
          <a:prstGeom prst="roundRect">
            <a:avLst>
              <a:gd name="adj" fmla="val 1790"/>
            </a:avLst>
          </a:prstGeom>
          <a:solidFill>
            <a:schemeClr val="bg1"/>
          </a:solidFill>
          <a:ln>
            <a:solidFill>
              <a:schemeClr val="accent1"/>
            </a:solidFill>
          </a:ln>
          <a:effectLst>
            <a:outerShdw blurRad="50800" dist="38100" dir="2700000" sx="101000" sy="101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4"/>
          <a:srcRect l="-1" r="-1"/>
          <a:stretch/>
        </p:blipFill>
        <p:spPr>
          <a:xfrm>
            <a:off x="10354959" y="4552030"/>
            <a:ext cx="3587676" cy="341417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ED615F5-DCB2-56C5-52F5-0D89107656BB}"/>
              </a:ext>
            </a:extLst>
          </p:cNvPr>
          <p:cNvSpPr txBox="1"/>
          <p:nvPr/>
        </p:nvSpPr>
        <p:spPr>
          <a:xfrm rot="19434328">
            <a:off x="10890129" y="6255832"/>
            <a:ext cx="1620643" cy="3708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33" b="1" dirty="0">
                <a:solidFill>
                  <a:schemeClr val="bg1"/>
                </a:solidFill>
              </a:rPr>
              <a:t>Andhra Pradesh</a:t>
            </a:r>
            <a:endParaRPr lang="en-IN" sz="2133" b="1" dirty="0">
              <a:solidFill>
                <a:schemeClr val="bg1"/>
              </a:solidFill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D03730CC-0FF8-32DF-CDE6-D90B8A7843AF}"/>
              </a:ext>
            </a:extLst>
          </p:cNvPr>
          <p:cNvSpPr/>
          <p:nvPr/>
        </p:nvSpPr>
        <p:spPr>
          <a:xfrm>
            <a:off x="306213" y="854776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8220" y="277208"/>
            <a:ext cx="1121664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Key Takeaways for Adaptation in Rajasthan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1509808"/>
            <a:ext cx="7368033" cy="6531138"/>
          </a:xfrm>
          <a:prstGeom prst="roundRect">
            <a:avLst>
              <a:gd name="adj" fmla="val 2424"/>
            </a:avLst>
          </a:prstGeom>
          <a:solidFill>
            <a:srgbClr val="EEF3FC"/>
          </a:solidFill>
          <a:ln>
            <a:solidFill>
              <a:schemeClr val="accent1"/>
            </a:solidFill>
          </a:ln>
          <a:effectLst>
            <a:outerShdw blurRad="50800" dist="38100" dir="2700000" sx="101000" sy="101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6" name="Shape 4"/>
          <p:cNvSpPr/>
          <p:nvPr/>
        </p:nvSpPr>
        <p:spPr>
          <a:xfrm>
            <a:off x="865632" y="1802416"/>
            <a:ext cx="487680" cy="487680"/>
          </a:xfrm>
          <a:prstGeom prst="ellipse">
            <a:avLst/>
          </a:prstGeom>
          <a:solidFill>
            <a:srgbClr val="0B2E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65632" y="1802416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/>
          </a:p>
        </p:txBody>
      </p:sp>
      <p:pic>
        <p:nvPicPr>
          <p:cNvPr id="8" name="Image 0" descr="/home/claude/work/icon-review.png"/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083552" y="1802416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75232" y="1778032"/>
            <a:ext cx="551078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0B2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Review &amp; Revision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01116" y="2533935"/>
            <a:ext cx="6986524" cy="2211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Review Branch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head office </a:t>
            </a:r>
          </a:p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selection &amp; targets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orders dropping high-value Show Cause Notices, substantial refund orders, registration cancellations and cases of wilful misstatement or fraud</a:t>
            </a:r>
          </a:p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fixed for each division: </a:t>
            </a:r>
            <a:r>
              <a:rPr lang="en-US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85 cases per month</a:t>
            </a:r>
            <a:r>
              <a:rPr lang="en-US" sz="2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1020 cases per year</a:t>
            </a:r>
          </a:p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Use of AI-Models </a:t>
            </a:r>
            <a:r>
              <a:rPr lang="en-US" sz="2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 ascertain quality of appellate orders and assist in decision regarding further appeal</a:t>
            </a:r>
          </a:p>
        </p:txBody>
      </p:sp>
      <p:sp>
        <p:nvSpPr>
          <p:cNvPr id="11" name="Shape 8"/>
          <p:cNvSpPr/>
          <p:nvPr/>
        </p:nvSpPr>
        <p:spPr>
          <a:xfrm>
            <a:off x="736600" y="6711218"/>
            <a:ext cx="6761480" cy="1136904"/>
          </a:xfrm>
          <a:prstGeom prst="roundRect">
            <a:avLst>
              <a:gd name="adj" fmla="val 15789"/>
            </a:avLst>
          </a:prstGeom>
          <a:solidFill>
            <a:srgbClr val="F1F6FB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865632" y="6899033"/>
            <a:ext cx="6487029" cy="761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C26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r>
              <a:rPr lang="en-US" sz="24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uniform, quality orders  ·  reduced litigation  ·  timely appeal and revision of orders affecting Govt. revenue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8279253" y="1509808"/>
            <a:ext cx="7637272" cy="6531138"/>
          </a:xfrm>
          <a:prstGeom prst="roundRect">
            <a:avLst>
              <a:gd name="adj" fmla="val 2424"/>
            </a:avLst>
          </a:prstGeom>
          <a:solidFill>
            <a:srgbClr val="EEF3FC"/>
          </a:solidFill>
          <a:ln>
            <a:solidFill>
              <a:schemeClr val="accent1"/>
            </a:solidFill>
          </a:ln>
          <a:effectLst>
            <a:outerShdw blurRad="50800" dist="38100" dir="2700000" sx="101000" sy="101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14" name="Shape 11"/>
          <p:cNvSpPr/>
          <p:nvPr/>
        </p:nvSpPr>
        <p:spPr>
          <a:xfrm>
            <a:off x="8656320" y="1802416"/>
            <a:ext cx="487680" cy="487680"/>
          </a:xfrm>
          <a:prstGeom prst="ellipse">
            <a:avLst/>
          </a:prstGeom>
          <a:solidFill>
            <a:srgbClr val="0B2E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8656320" y="1802416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/>
          </a:p>
        </p:txBody>
      </p:sp>
      <p:pic>
        <p:nvPicPr>
          <p:cNvPr id="16" name="Image 1" descr="/home/claude/work/icon-audit.png"/>
          <p:cNvPicPr>
            <a:picLocks noChangeAspect="1"/>
          </p:cNvPicPr>
          <p:nvPr/>
        </p:nvPicPr>
        <p:blipFill>
          <a:blip r:embed="rId4">
            <a:alphaModFix amt="75000"/>
          </a:blip>
          <a:stretch>
            <a:fillRect/>
          </a:stretch>
        </p:blipFill>
        <p:spPr>
          <a:xfrm>
            <a:off x="14874240" y="1802416"/>
            <a:ext cx="438912" cy="4389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265920" y="1778032"/>
            <a:ext cx="551078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0B2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Planning &amp; Case Selection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9119108" y="2735104"/>
            <a:ext cx="6072632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>
              <a:spcAft>
                <a:spcPts val="667"/>
              </a:spcAft>
              <a:buSzPct val="100000"/>
              <a:buChar char="•"/>
            </a:pP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</a:t>
            </a: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selection committee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finalize the annual audit plan</a:t>
            </a:r>
          </a:p>
          <a:p>
            <a:pPr marL="203195" indent="-203195"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taxpayers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profiled and taken up based on multiple risk parameters</a:t>
            </a:r>
          </a:p>
          <a:p>
            <a:pPr marL="203195" indent="-203195"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Sector-focused, thematic and emerging-risk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audits, with repeat audit where prior-year recovery was substantial and risk parameters persist</a:t>
            </a:r>
          </a:p>
        </p:txBody>
      </p:sp>
      <p:sp>
        <p:nvSpPr>
          <p:cNvPr id="19" name="Shape 15"/>
          <p:cNvSpPr/>
          <p:nvPr/>
        </p:nvSpPr>
        <p:spPr>
          <a:xfrm>
            <a:off x="8656320" y="6718839"/>
            <a:ext cx="6998208" cy="1136904"/>
          </a:xfrm>
          <a:prstGeom prst="roundRect">
            <a:avLst>
              <a:gd name="adj" fmla="val 15789"/>
            </a:avLst>
          </a:prstGeom>
          <a:solidFill>
            <a:srgbClr val="F1F6FB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6"/>
          <p:cNvSpPr/>
          <p:nvPr/>
        </p:nvSpPr>
        <p:spPr>
          <a:xfrm>
            <a:off x="8900160" y="6899032"/>
            <a:ext cx="6714148" cy="761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C26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r>
              <a:rPr lang="en-US" sz="24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recovery per audit and better deployment of limited officer strength</a:t>
            </a:r>
            <a:endParaRPr lang="en-US" sz="2400" dirty="0"/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EF1146CC-A8CE-77AA-1EB9-E62C16B91DD3}"/>
              </a:ext>
            </a:extLst>
          </p:cNvPr>
          <p:cNvSpPr/>
          <p:nvPr/>
        </p:nvSpPr>
        <p:spPr>
          <a:xfrm>
            <a:off x="306213" y="918944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4262" y="229082"/>
            <a:ext cx="1121664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Key Takeaways for Adaptation in Rajasthan</a:t>
            </a:r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7579360" cy="7147560"/>
          </a:xfrm>
          <a:prstGeom prst="roundRect">
            <a:avLst>
              <a:gd name="adj" fmla="val 2424"/>
            </a:avLst>
          </a:prstGeom>
          <a:solidFill>
            <a:srgbClr val="EEF3FC"/>
          </a:solidFill>
          <a:ln>
            <a:solidFill>
              <a:schemeClr val="accent1"/>
            </a:solidFill>
          </a:ln>
          <a:effectLst>
            <a:outerShdw blurRad="50800" dist="38100" dir="2700000" sx="101000" sy="101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6" name="Shape 4"/>
          <p:cNvSpPr/>
          <p:nvPr/>
        </p:nvSpPr>
        <p:spPr>
          <a:xfrm>
            <a:off x="865632" y="1755648"/>
            <a:ext cx="487680" cy="487680"/>
          </a:xfrm>
          <a:prstGeom prst="ellipse">
            <a:avLst/>
          </a:prstGeom>
          <a:solidFill>
            <a:srgbClr val="0B2E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65632" y="1755648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/>
          </a:p>
        </p:txBody>
      </p:sp>
      <p:pic>
        <p:nvPicPr>
          <p:cNvPr id="8" name="Image 0" descr="/home/claude/work/icon-registration.png"/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083552" y="1755648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75232" y="1731264"/>
            <a:ext cx="5608320" cy="646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0B2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Control &amp; Bank account verification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997712" y="2778252"/>
            <a:ext cx="6465824" cy="4405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>
              <a:lnSpc>
                <a:spcPct val="98000"/>
              </a:lnSpc>
              <a:spcAft>
                <a:spcPts val="1200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PAN-based search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time of registration to minimize already-cancelled firms obtaining fresh registration</a:t>
            </a:r>
            <a:endParaRPr lang="en-US" sz="2600" dirty="0"/>
          </a:p>
          <a:p>
            <a:pPr marL="203195" indent="-203195">
              <a:lnSpc>
                <a:spcPct val="98000"/>
              </a:lnSpc>
              <a:spcAft>
                <a:spcPts val="1200"/>
              </a:spcAft>
              <a:buSzPct val="100000"/>
              <a:buChar char="•"/>
            </a:pP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monitoring of </a:t>
            </a: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registration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</a:t>
            </a: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6 months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operation to prevent misuse of ITC</a:t>
            </a:r>
            <a:endParaRPr lang="en-US" sz="2600" dirty="0"/>
          </a:p>
          <a:p>
            <a:pPr marL="203195" indent="-203195">
              <a:lnSpc>
                <a:spcPct val="98000"/>
              </a:lnSpc>
              <a:spcAft>
                <a:spcPts val="1200"/>
              </a:spcAft>
              <a:buSzPct val="100000"/>
              <a:buChar char="•"/>
            </a:pP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</a:t>
            </a: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non-filer monitoring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identification of dormant and suspicious taxpayers for follow-up action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914400" y="7412736"/>
            <a:ext cx="6832600" cy="969264"/>
          </a:xfrm>
          <a:prstGeom prst="roundRect">
            <a:avLst>
              <a:gd name="adj" fmla="val 15789"/>
            </a:avLst>
          </a:prstGeom>
          <a:solidFill>
            <a:srgbClr val="F1F6FB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1060704" y="7708392"/>
            <a:ext cx="6686296" cy="445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>
                <a:solidFill>
                  <a:srgbClr val="C26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r>
              <a:rPr lang="en-US" sz="240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control at source — bogus firms stopped before ITC leakage begins</a:t>
            </a:r>
            <a:endParaRPr lang="en-US" sz="2400"/>
          </a:p>
        </p:txBody>
      </p:sp>
      <p:sp>
        <p:nvSpPr>
          <p:cNvPr id="13" name="Shape 10"/>
          <p:cNvSpPr/>
          <p:nvPr/>
        </p:nvSpPr>
        <p:spPr>
          <a:xfrm>
            <a:off x="8339328" y="1463040"/>
            <a:ext cx="7579360" cy="7147560"/>
          </a:xfrm>
          <a:prstGeom prst="roundRect">
            <a:avLst>
              <a:gd name="adj" fmla="val 2424"/>
            </a:avLst>
          </a:prstGeom>
          <a:solidFill>
            <a:srgbClr val="EEF3FC"/>
          </a:solidFill>
          <a:ln>
            <a:solidFill>
              <a:schemeClr val="accent1"/>
            </a:solidFill>
          </a:ln>
          <a:effectLst>
            <a:outerShdw blurRad="50800" dist="38100" dir="2700000" sx="101000" sy="101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14" name="Shape 11"/>
          <p:cNvSpPr/>
          <p:nvPr/>
        </p:nvSpPr>
        <p:spPr>
          <a:xfrm>
            <a:off x="8656320" y="1755648"/>
            <a:ext cx="487680" cy="487680"/>
          </a:xfrm>
          <a:prstGeom prst="ellipse">
            <a:avLst/>
          </a:prstGeom>
          <a:solidFill>
            <a:srgbClr val="0B2E5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8656320" y="1755648"/>
            <a:ext cx="4876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/>
          </a:p>
        </p:txBody>
      </p:sp>
      <p:pic>
        <p:nvPicPr>
          <p:cNvPr id="16" name="Image 1" descr="/home/claude/work/icon-risk.png"/>
          <p:cNvPicPr>
            <a:picLocks noChangeAspect="1"/>
          </p:cNvPicPr>
          <p:nvPr/>
        </p:nvPicPr>
        <p:blipFill>
          <a:blip r:embed="rId4">
            <a:alphaModFix amt="75000"/>
          </a:blip>
          <a:stretch>
            <a:fillRect/>
          </a:stretch>
        </p:blipFill>
        <p:spPr>
          <a:xfrm>
            <a:off x="14874240" y="1755648"/>
            <a:ext cx="438912" cy="4389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265920" y="1731264"/>
            <a:ext cx="5510784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0B2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8924544" y="2660904"/>
            <a:ext cx="6339840" cy="5047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risk profile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each taxpayer built from returns, e-way bill movement, registration history and third-party data</a:t>
            </a:r>
            <a:endParaRPr lang="en-US" sz="2600" dirty="0"/>
          </a:p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Early-bird predictive detection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e-way bill data — commodity wise, location wise analysis of supply and purchase (for example, consignments originating from North-Eastern States)</a:t>
            </a:r>
            <a:endParaRPr lang="en-US" sz="2600" dirty="0"/>
          </a:p>
          <a:p>
            <a:pPr marL="203195" indent="-203195">
              <a:lnSpc>
                <a:spcPct val="98000"/>
              </a:lnSpc>
              <a:spcAft>
                <a:spcPts val="667"/>
              </a:spcAft>
              <a:buSzPct val="100000"/>
              <a:buChar char="•"/>
            </a:pPr>
            <a:r>
              <a:rPr lang="en-US" sz="2600" b="1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contingency fund</a:t>
            </a:r>
            <a:r>
              <a:rPr lang="en-US" sz="26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provided every year for raid, checking and field operations, and developing own intelligence</a:t>
            </a:r>
            <a:endParaRPr lang="en-US" sz="2600" dirty="0"/>
          </a:p>
        </p:txBody>
      </p:sp>
      <p:sp>
        <p:nvSpPr>
          <p:cNvPr id="19" name="Shape 15"/>
          <p:cNvSpPr/>
          <p:nvPr/>
        </p:nvSpPr>
        <p:spPr>
          <a:xfrm>
            <a:off x="8705088" y="7412736"/>
            <a:ext cx="6632448" cy="969264"/>
          </a:xfrm>
          <a:prstGeom prst="roundRect">
            <a:avLst>
              <a:gd name="adj" fmla="val 15789"/>
            </a:avLst>
          </a:prstGeom>
          <a:solidFill>
            <a:srgbClr val="F1F6FB"/>
          </a:solidFill>
          <a:ln w="6350">
            <a:solidFill>
              <a:schemeClr val="tx1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6"/>
          <p:cNvSpPr/>
          <p:nvPr/>
        </p:nvSpPr>
        <p:spPr>
          <a:xfrm>
            <a:off x="8851392" y="7690104"/>
            <a:ext cx="63398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C26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 </a:t>
            </a:r>
            <a:r>
              <a:rPr lang="en-US" sz="2400" dirty="0">
                <a:solidFill>
                  <a:srgbClr val="2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establishment of fake firm networks and targeted enforcement actions</a:t>
            </a:r>
            <a:endParaRPr lang="en-US" sz="2400" dirty="0"/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8B1C864-661B-8C2D-3A26-F54A5A2313FF}"/>
              </a:ext>
            </a:extLst>
          </p:cNvPr>
          <p:cNvSpPr/>
          <p:nvPr/>
        </p:nvSpPr>
        <p:spPr>
          <a:xfrm>
            <a:off x="306213" y="854776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06213" y="178306"/>
            <a:ext cx="16205200" cy="6061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>
              <a:lnSpc>
                <a:spcPct val="114576"/>
              </a:lnSpc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Enforcement</a:t>
            </a:r>
          </a:p>
        </p:txBody>
      </p:sp>
      <p:sp>
        <p:nvSpPr>
          <p:cNvPr id="9" name="Text 7"/>
          <p:cNvSpPr/>
          <p:nvPr/>
        </p:nvSpPr>
        <p:spPr>
          <a:xfrm>
            <a:off x="1007533" y="1195488"/>
            <a:ext cx="6285627" cy="2243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2353"/>
              </a:lnSpc>
            </a:pPr>
            <a:r>
              <a:rPr lang="en-US" sz="1000" b="1" kern="0" spc="10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</a:t>
            </a:r>
            <a:endParaRPr lang="en-US" sz="1000"/>
          </a:p>
        </p:txBody>
      </p:sp>
      <p:sp>
        <p:nvSpPr>
          <p:cNvPr id="4" name="Shape 2"/>
          <p:cNvSpPr/>
          <p:nvPr/>
        </p:nvSpPr>
        <p:spPr>
          <a:xfrm>
            <a:off x="761999" y="949954"/>
            <a:ext cx="12533231" cy="2850759"/>
          </a:xfrm>
          <a:prstGeom prst="roundRect">
            <a:avLst>
              <a:gd name="adj" fmla="val 306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2844"/>
          </a:p>
        </p:txBody>
      </p:sp>
      <p:sp>
        <p:nvSpPr>
          <p:cNvPr id="5" name="Shape 3"/>
          <p:cNvSpPr/>
          <p:nvPr/>
        </p:nvSpPr>
        <p:spPr>
          <a:xfrm>
            <a:off x="670782" y="3705854"/>
            <a:ext cx="12743288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7" name="Shape 5"/>
          <p:cNvSpPr/>
          <p:nvPr/>
        </p:nvSpPr>
        <p:spPr>
          <a:xfrm>
            <a:off x="761999" y="949954"/>
            <a:ext cx="14370" cy="27643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8" name="Shape 6"/>
          <p:cNvSpPr/>
          <p:nvPr/>
        </p:nvSpPr>
        <p:spPr>
          <a:xfrm>
            <a:off x="13295230" y="949954"/>
            <a:ext cx="14370" cy="27643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11" name="Text 9"/>
          <p:cNvSpPr/>
          <p:nvPr/>
        </p:nvSpPr>
        <p:spPr>
          <a:xfrm>
            <a:off x="1097904" y="1629762"/>
            <a:ext cx="8859184" cy="302766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r>
              <a:rPr lang="en-US" sz="240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Take state-wide action against ITC fraud and fake networks.</a:t>
            </a:r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1097904" y="2225208"/>
            <a:ext cx="8767237" cy="28180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r>
              <a:rPr lang="en-US" sz="240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Use intelligence-based decoy operations in high-risk sectors.</a:t>
            </a:r>
            <a:endParaRPr lang="en-US" sz="2400"/>
          </a:p>
        </p:txBody>
      </p:sp>
      <p:sp>
        <p:nvSpPr>
          <p:cNvPr id="15" name="Text 13"/>
          <p:cNvSpPr/>
          <p:nvPr/>
        </p:nvSpPr>
        <p:spPr>
          <a:xfrm>
            <a:off x="1081371" y="2825091"/>
            <a:ext cx="9915048" cy="438743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0435"/>
              </a:lnSpc>
            </a:pPr>
            <a:r>
              <a:rPr lang="en-US" sz="2400">
                <a:solidFill>
                  <a:srgbClr val="322E25"/>
                </a:solidFill>
                <a:latin typeface="Arial" pitchFamily="34" charset="0"/>
                <a:cs typeface="Arial" pitchFamily="34" charset="-120"/>
              </a:rPr>
              <a:t>- Sector-wise calendar based on festivals etc., for anti-evasion action</a:t>
            </a:r>
            <a:r>
              <a:rPr lang="en-US" sz="240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400"/>
          </a:p>
        </p:txBody>
      </p:sp>
      <p:sp>
        <p:nvSpPr>
          <p:cNvPr id="51" name="Text 8">
            <a:extLst>
              <a:ext uri="{FF2B5EF4-FFF2-40B4-BE49-F238E27FC236}">
                <a16:creationId xmlns:a16="http://schemas.microsoft.com/office/drawing/2014/main" id="{B21D7F37-FA85-3375-5F46-AE7626A1D698}"/>
              </a:ext>
            </a:extLst>
          </p:cNvPr>
          <p:cNvSpPr/>
          <p:nvPr/>
        </p:nvSpPr>
        <p:spPr>
          <a:xfrm>
            <a:off x="909362" y="1093887"/>
            <a:ext cx="8188312" cy="3832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2000" b="1" kern="0" spc="100" dirty="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</a:t>
            </a:r>
            <a:endParaRPr lang="en-US" sz="20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9E4CE2AF-DED5-C190-DDC3-B6E5F48AC29E}"/>
              </a:ext>
            </a:extLst>
          </p:cNvPr>
          <p:cNvSpPr/>
          <p:nvPr/>
        </p:nvSpPr>
        <p:spPr>
          <a:xfrm>
            <a:off x="769184" y="3929051"/>
            <a:ext cx="8188312" cy="3832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2800" b="1" kern="0" spc="100" dirty="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2800" dirty="0"/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1F6B0DB2-7FCE-59AA-D884-B41A449303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626119"/>
              </p:ext>
            </p:extLst>
          </p:nvPr>
        </p:nvGraphicFramePr>
        <p:xfrm>
          <a:off x="776369" y="4725885"/>
          <a:ext cx="1410048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0096">
                  <a:extLst>
                    <a:ext uri="{9D8B030D-6E8A-4147-A177-3AD203B41FA5}">
                      <a16:colId xmlns:a16="http://schemas.microsoft.com/office/drawing/2014/main" val="2833621811"/>
                    </a:ext>
                  </a:extLst>
                </a:gridCol>
                <a:gridCol w="2820096">
                  <a:extLst>
                    <a:ext uri="{9D8B030D-6E8A-4147-A177-3AD203B41FA5}">
                      <a16:colId xmlns:a16="http://schemas.microsoft.com/office/drawing/2014/main" val="1661273952"/>
                    </a:ext>
                  </a:extLst>
                </a:gridCol>
                <a:gridCol w="2820096">
                  <a:extLst>
                    <a:ext uri="{9D8B030D-6E8A-4147-A177-3AD203B41FA5}">
                      <a16:colId xmlns:a16="http://schemas.microsoft.com/office/drawing/2014/main" val="329132918"/>
                    </a:ext>
                  </a:extLst>
                </a:gridCol>
                <a:gridCol w="2820096">
                  <a:extLst>
                    <a:ext uri="{9D8B030D-6E8A-4147-A177-3AD203B41FA5}">
                      <a16:colId xmlns:a16="http://schemas.microsoft.com/office/drawing/2014/main" val="2694506363"/>
                    </a:ext>
                  </a:extLst>
                </a:gridCol>
                <a:gridCol w="2820096">
                  <a:extLst>
                    <a:ext uri="{9D8B030D-6E8A-4147-A177-3AD203B41FA5}">
                      <a16:colId xmlns:a16="http://schemas.microsoft.com/office/drawing/2014/main" val="802626853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Particulars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Completed </a:t>
                      </a:r>
                      <a:b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</a:b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FY25–26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June’26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July’26</a:t>
                      </a:r>
                      <a:endParaRPr lang="en-IN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FY 26-27 Overall</a:t>
                      </a:r>
                      <a:endParaRPr lang="en-IN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727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No. of cases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638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221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121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312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606095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Revenue Leakage Detected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-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310 Cr.</a:t>
                      </a:r>
                      <a:endParaRPr lang="en-IN" sz="2400" b="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216 Cr.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526 Cr.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279928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Voluntary Payments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459 Cr</a:t>
                      </a:r>
                      <a:endParaRPr lang="en-IN" sz="2400" b="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185.38 Cr</a:t>
                      </a:r>
                      <a:endParaRPr lang="en-IN" sz="2400" b="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59.16 Cr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C00000"/>
                          </a:solidFill>
                          <a:latin typeface="Arial" pitchFamily="34" charset="0"/>
                          <a:cs typeface="Arial" pitchFamily="34" charset="-120"/>
                        </a:rPr>
                        <a:t>244.54 Cr</a:t>
                      </a:r>
                      <a:endParaRPr lang="en-IN" sz="2400" b="1" kern="1200" dirty="0">
                        <a:solidFill>
                          <a:srgbClr val="C00000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942468"/>
                  </a:ext>
                </a:extLst>
              </a:tr>
            </a:tbl>
          </a:graphicData>
        </a:graphic>
      </p:graphicFrame>
      <p:sp>
        <p:nvSpPr>
          <p:cNvPr id="10" name="Shape 4">
            <a:extLst>
              <a:ext uri="{FF2B5EF4-FFF2-40B4-BE49-F238E27FC236}">
                <a16:creationId xmlns:a16="http://schemas.microsoft.com/office/drawing/2014/main" id="{DC507F45-895E-D282-8CDD-CD0A070467C8}"/>
              </a:ext>
            </a:extLst>
          </p:cNvPr>
          <p:cNvSpPr/>
          <p:nvPr/>
        </p:nvSpPr>
        <p:spPr>
          <a:xfrm>
            <a:off x="306213" y="854776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0E81C-10DF-CFD1-796C-E5C38EB8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C4442C1-FFEC-2B10-8C91-15A0602DAD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0277397"/>
              </p:ext>
            </p:extLst>
          </p:nvPr>
        </p:nvGraphicFramePr>
        <p:xfrm>
          <a:off x="428752" y="1690806"/>
          <a:ext cx="15398496" cy="7120722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4727448">
                  <a:extLst>
                    <a:ext uri="{9D8B030D-6E8A-4147-A177-3AD203B41FA5}">
                      <a16:colId xmlns:a16="http://schemas.microsoft.com/office/drawing/2014/main" val="1638227884"/>
                    </a:ext>
                  </a:extLst>
                </a:gridCol>
                <a:gridCol w="10671048">
                  <a:extLst>
                    <a:ext uri="{9D8B030D-6E8A-4147-A177-3AD203B41FA5}">
                      <a16:colId xmlns:a16="http://schemas.microsoft.com/office/drawing/2014/main" val="1291300734"/>
                    </a:ext>
                  </a:extLst>
                </a:gridCol>
              </a:tblGrid>
              <a:tr h="686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>
                          <a:solidFill>
                            <a:schemeClr val="tx1"/>
                          </a:solidFill>
                        </a:rPr>
                        <a:t>Parameter</a:t>
                      </a:r>
                      <a:endParaRPr lang="en-IN" sz="3200" dirty="0">
                        <a:solidFill>
                          <a:schemeClr val="tx1"/>
                        </a:solidFill>
                      </a:endParaRP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>
                          <a:solidFill>
                            <a:schemeClr val="tx1"/>
                          </a:solidFill>
                        </a:rPr>
                        <a:t>Details</a:t>
                      </a:r>
                      <a:endParaRPr lang="en-IN" sz="3200" dirty="0">
                        <a:solidFill>
                          <a:schemeClr val="tx1"/>
                        </a:solidFill>
                      </a:endParaRP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872155"/>
                  </a:ext>
                </a:extLst>
              </a:tr>
              <a:tr h="686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Sector Covered</a:t>
                      </a:r>
                      <a:endParaRPr lang="en-IN" sz="320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Coaching Institutes</a:t>
                      </a: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6620748"/>
                  </a:ext>
                </a:extLst>
              </a:tr>
              <a:tr h="181173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Operations Conducted</a:t>
                      </a:r>
                      <a:endParaRPr lang="en-IN" sz="320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8 decoy operations</a:t>
                      </a:r>
                      <a:r>
                        <a:rPr lang="en-IN" sz="3200" dirty="0"/>
                        <a:t> across multiple districts of Rajasthan</a:t>
                      </a:r>
                    </a:p>
                    <a:p>
                      <a:pPr marL="1066785" lvl="1" indent="-457200" algn="l">
                        <a:buFont typeface="Arial" panose="020B0604020202020204" pitchFamily="34" charset="0"/>
                        <a:buChar char="•"/>
                      </a:pPr>
                      <a:r>
                        <a:rPr lang="en-IN" sz="2800" dirty="0"/>
                        <a:t>Path Career Institute, Sikar</a:t>
                      </a:r>
                    </a:p>
                    <a:p>
                      <a:pPr marL="1066785" lvl="1" indent="-457200" algn="l">
                        <a:buFont typeface="Arial" panose="020B0604020202020204" pitchFamily="34" charset="0"/>
                        <a:buChar char="•"/>
                      </a:pPr>
                      <a:r>
                        <a:rPr lang="en-IN" sz="2800" dirty="0"/>
                        <a:t>Prayas Coaching Institute, Sikar</a:t>
                      </a:r>
                    </a:p>
                    <a:p>
                      <a:pPr marL="1066785" lvl="1" indent="-457200" algn="l">
                        <a:buFont typeface="Arial" panose="020B0604020202020204" pitchFamily="34" charset="0"/>
                        <a:buChar char="•"/>
                      </a:pPr>
                      <a:r>
                        <a:rPr lang="en-IN" sz="2800" dirty="0"/>
                        <a:t>DS Science Institute, Gangapur City</a:t>
                      </a: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110278"/>
                  </a:ext>
                </a:extLst>
              </a:tr>
              <a:tr h="181173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Modus Operandi Identified</a:t>
                      </a:r>
                      <a:endParaRPr lang="en-IN" sz="320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3200" dirty="0"/>
                        <a:t>• Suppression of taxable turnover by Non-issuance of tax invoices</a:t>
                      </a:r>
                      <a:r>
                        <a:rPr lang="en-IN" sz="3200" baseline="0" dirty="0"/>
                        <a:t> and </a:t>
                      </a:r>
                      <a:r>
                        <a:rPr lang="en-IN" sz="3200" dirty="0"/>
                        <a:t>Cash collections kept outside GST records</a:t>
                      </a:r>
                    </a:p>
                    <a:p>
                      <a:pPr algn="l">
                        <a:buNone/>
                      </a:pPr>
                      <a:r>
                        <a:rPr lang="en-IN" sz="3200" dirty="0"/>
                        <a:t>• Incorrect / Excess ITC claim</a:t>
                      </a: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7817683"/>
                  </a:ext>
                </a:extLst>
              </a:tr>
              <a:tr h="686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Revenue Identified</a:t>
                      </a:r>
                      <a:endParaRPr lang="en-IN" sz="3200" dirty="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₹ 9.2 Crore</a:t>
                      </a: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557952"/>
                  </a:ext>
                </a:extLst>
              </a:tr>
              <a:tr h="686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Voluntary Tax Payment</a:t>
                      </a:r>
                      <a:endParaRPr lang="en-IN" sz="320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₹ 1.4 Crore</a:t>
                      </a: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845541"/>
                  </a:ext>
                </a:extLst>
              </a:tr>
              <a:tr h="6866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Current Status</a:t>
                      </a:r>
                      <a:endParaRPr lang="en-IN" sz="320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dirty="0"/>
                        <a:t>Investigations initiated and further verification in progress</a:t>
                      </a: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6819936"/>
                  </a:ext>
                </a:extLst>
              </a:tr>
            </a:tbl>
          </a:graphicData>
        </a:graphic>
      </p:graphicFrame>
      <p:sp>
        <p:nvSpPr>
          <p:cNvPr id="4" name="Text 1">
            <a:extLst>
              <a:ext uri="{FF2B5EF4-FFF2-40B4-BE49-F238E27FC236}">
                <a16:creationId xmlns:a16="http://schemas.microsoft.com/office/drawing/2014/main" id="{D61E1165-FAC9-8163-1FAD-87E05698F23E}"/>
              </a:ext>
            </a:extLst>
          </p:cNvPr>
          <p:cNvSpPr/>
          <p:nvPr/>
        </p:nvSpPr>
        <p:spPr>
          <a:xfrm>
            <a:off x="306213" y="172846"/>
            <a:ext cx="1823085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576"/>
              </a:lnSpc>
              <a:buNone/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Decoy Operations in July 2026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1F813BA5-114C-D622-86A6-5E45E3575E26}"/>
              </a:ext>
            </a:extLst>
          </p:cNvPr>
          <p:cNvSpPr/>
          <p:nvPr/>
        </p:nvSpPr>
        <p:spPr>
          <a:xfrm>
            <a:off x="306213" y="854776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25994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D0FA7-5AE2-12F4-0D59-883F8D845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6E9656-C31E-199D-1DE2-4AD8025AB2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775779"/>
              </p:ext>
            </p:extLst>
          </p:nvPr>
        </p:nvGraphicFramePr>
        <p:xfrm>
          <a:off x="428752" y="1425039"/>
          <a:ext cx="15398496" cy="7160818"/>
        </p:xfrm>
        <a:graphic>
          <a:graphicData uri="http://schemas.openxmlformats.org/drawingml/2006/table">
            <a:tbl>
              <a:tblPr>
                <a:tableStyleId>{8799B23B-EC83-4686-B30A-512413B5E67A}</a:tableStyleId>
              </a:tblPr>
              <a:tblGrid>
                <a:gridCol w="4356608">
                  <a:extLst>
                    <a:ext uri="{9D8B030D-6E8A-4147-A177-3AD203B41FA5}">
                      <a16:colId xmlns:a16="http://schemas.microsoft.com/office/drawing/2014/main" val="1638227884"/>
                    </a:ext>
                  </a:extLst>
                </a:gridCol>
                <a:gridCol w="11041888">
                  <a:extLst>
                    <a:ext uri="{9D8B030D-6E8A-4147-A177-3AD203B41FA5}">
                      <a16:colId xmlns:a16="http://schemas.microsoft.com/office/drawing/2014/main" val="1291300734"/>
                    </a:ext>
                  </a:extLst>
                </a:gridCol>
              </a:tblGrid>
              <a:tr h="6898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>
                          <a:solidFill>
                            <a:schemeClr val="tx1"/>
                          </a:solidFill>
                        </a:rPr>
                        <a:t>Parameter</a:t>
                      </a:r>
                      <a:endParaRPr lang="en-IN" sz="3200" dirty="0">
                        <a:solidFill>
                          <a:schemeClr val="tx1"/>
                        </a:solidFill>
                      </a:endParaRP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>
                          <a:solidFill>
                            <a:schemeClr val="tx1"/>
                          </a:solidFill>
                        </a:rPr>
                        <a:t>Details</a:t>
                      </a:r>
                      <a:endParaRPr lang="en-IN" sz="3200" dirty="0">
                        <a:solidFill>
                          <a:schemeClr val="tx1"/>
                        </a:solidFill>
                      </a:endParaRP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872155"/>
                  </a:ext>
                </a:extLst>
              </a:tr>
              <a:tr h="6898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Sector Covered</a:t>
                      </a:r>
                      <a:endParaRPr lang="en-IN" sz="320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dirty="0"/>
                        <a:t>Retail shops</a:t>
                      </a: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6620748"/>
                  </a:ext>
                </a:extLst>
              </a:tr>
              <a:tr h="6898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Operations Conducted</a:t>
                      </a:r>
                      <a:endParaRPr lang="en-IN" sz="320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 dirty="0"/>
                        <a:t>Baba Thakur Das &amp; Sons (Sweets Shop)</a:t>
                      </a: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3110278"/>
                  </a:ext>
                </a:extLst>
              </a:tr>
              <a:tr h="30218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Modus Operandi Identified</a:t>
                      </a:r>
                      <a:endParaRPr lang="en-IN" sz="320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800" dirty="0"/>
                        <a:t>The case was detected by departmental officers when it was found that the dealer was making outward supplies without issuing invoices and collecting payments through UPI/QR codes linked to personal and employees' bank accounts. </a:t>
                      </a:r>
                    </a:p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800" b="1" dirty="0"/>
                        <a:t>15 QR codes</a:t>
                      </a:r>
                      <a:r>
                        <a:rPr lang="en-IN" sz="2800" dirty="0"/>
                        <a:t> were identified. </a:t>
                      </a: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7817683"/>
                  </a:ext>
                </a:extLst>
              </a:tr>
              <a:tr h="6898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Revenue Identified</a:t>
                      </a:r>
                      <a:endParaRPr lang="en-IN" sz="320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₹ 2 Crore detected so far </a:t>
                      </a:r>
                      <a:r>
                        <a:rPr lang="en-IN" sz="3200"/>
                        <a:t>(13 QR Codes more to analyzed)</a:t>
                      </a: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557952"/>
                  </a:ext>
                </a:extLst>
              </a:tr>
              <a:tr h="6898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Voluntary Tax Payment</a:t>
                      </a:r>
                      <a:endParaRPr lang="en-IN" sz="320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3200" dirty="0"/>
                        <a:t>-</a:t>
                      </a:r>
                      <a:endParaRPr lang="en-IN" sz="3200" dirty="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845541"/>
                  </a:ext>
                </a:extLst>
              </a:tr>
              <a:tr h="6898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b="1"/>
                        <a:t>Current Status</a:t>
                      </a:r>
                      <a:endParaRPr lang="en-IN" sz="3200"/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3200" dirty="0"/>
                        <a:t>Investigations initiated and further verification in progress</a:t>
                      </a:r>
                    </a:p>
                  </a:txBody>
                  <a:tcPr marL="107660" marR="107660" marT="53830" marB="53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6819936"/>
                  </a:ext>
                </a:extLst>
              </a:tr>
            </a:tbl>
          </a:graphicData>
        </a:graphic>
      </p:graphicFrame>
      <p:sp>
        <p:nvSpPr>
          <p:cNvPr id="4" name="Text 1">
            <a:extLst>
              <a:ext uri="{FF2B5EF4-FFF2-40B4-BE49-F238E27FC236}">
                <a16:creationId xmlns:a16="http://schemas.microsoft.com/office/drawing/2014/main" id="{AD0F0165-25E7-1E18-E23F-747CABA60977}"/>
              </a:ext>
            </a:extLst>
          </p:cNvPr>
          <p:cNvSpPr/>
          <p:nvPr/>
        </p:nvSpPr>
        <p:spPr>
          <a:xfrm>
            <a:off x="428752" y="315453"/>
            <a:ext cx="1823085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576"/>
              </a:lnSpc>
              <a:buNone/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Decoy Operations in July 2026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1FD03D1-12BC-5231-3E00-A307F37558BF}"/>
              </a:ext>
            </a:extLst>
          </p:cNvPr>
          <p:cNvSpPr/>
          <p:nvPr/>
        </p:nvSpPr>
        <p:spPr>
          <a:xfrm>
            <a:off x="306213" y="934986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8887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1">
            <a:extLst>
              <a:ext uri="{FF2B5EF4-FFF2-40B4-BE49-F238E27FC236}">
                <a16:creationId xmlns:a16="http://schemas.microsoft.com/office/drawing/2014/main" id="{E7175F54-1EC2-D09B-7AC5-A8B443F3D356}"/>
              </a:ext>
            </a:extLst>
          </p:cNvPr>
          <p:cNvSpPr/>
          <p:nvPr/>
        </p:nvSpPr>
        <p:spPr>
          <a:xfrm>
            <a:off x="419545" y="154548"/>
            <a:ext cx="6795664" cy="6561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576"/>
              </a:lnSpc>
              <a:buNone/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Further plans in FY 2026-27</a:t>
            </a: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9C7B606E-C1E2-FBCB-07F9-F891DE0CB804}"/>
              </a:ext>
            </a:extLst>
          </p:cNvPr>
          <p:cNvGrpSpPr/>
          <p:nvPr/>
        </p:nvGrpSpPr>
        <p:grpSpPr>
          <a:xfrm>
            <a:off x="3976093" y="1070735"/>
            <a:ext cx="11240814" cy="2365114"/>
            <a:chOff x="3263533" y="857261"/>
            <a:chExt cx="12515418" cy="2913109"/>
          </a:xfrm>
        </p:grpSpPr>
        <p:sp>
          <p:nvSpPr>
            <p:cNvPr id="4" name="Shape 2"/>
            <p:cNvSpPr/>
            <p:nvPr/>
          </p:nvSpPr>
          <p:spPr>
            <a:xfrm>
              <a:off x="3751647" y="857261"/>
              <a:ext cx="1296387" cy="1136618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1B3A6B"/>
              </a:solidFill>
              <a:prstDash val="solid"/>
            </a:ln>
            <a:effectLst>
              <a:outerShdw blurRad="63500" dist="25400" dir="5400000" algn="bl" rotWithShape="0">
                <a:srgbClr val="8C97A5">
                  <a:alpha val="25000"/>
                </a:srgbClr>
              </a:outerShdw>
            </a:effectLst>
          </p:spPr>
          <p:txBody>
            <a:bodyPr/>
            <a:lstStyle/>
            <a:p>
              <a:endParaRPr lang="en-IN" sz="1600"/>
            </a:p>
          </p:txBody>
        </p:sp>
        <p:pic>
          <p:nvPicPr>
            <p:cNvPr id="5" name="Image 0" descr="/home/claude/gst_infographic/icons/cat_marb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68541" y="1135101"/>
              <a:ext cx="662598" cy="580938"/>
            </a:xfrm>
            <a:prstGeom prst="rect">
              <a:avLst/>
            </a:prstGeom>
          </p:spPr>
        </p:pic>
        <p:sp>
          <p:nvSpPr>
            <p:cNvPr id="6" name="Text 3"/>
            <p:cNvSpPr/>
            <p:nvPr/>
          </p:nvSpPr>
          <p:spPr>
            <a:xfrm>
              <a:off x="3263533" y="2145427"/>
              <a:ext cx="2272615" cy="378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b="1" dirty="0">
                  <a:solidFill>
                    <a:srgbClr val="1B3A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MARBLE &amp; GRANITE</a:t>
              </a:r>
              <a:endParaRPr lang="en-US" dirty="0"/>
            </a:p>
          </p:txBody>
        </p:sp>
        <p:sp>
          <p:nvSpPr>
            <p:cNvPr id="7" name="Text 4"/>
            <p:cNvSpPr/>
            <p:nvPr/>
          </p:nvSpPr>
          <p:spPr>
            <a:xfrm>
              <a:off x="3407576" y="2541138"/>
              <a:ext cx="1984529" cy="10945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20000"/>
                </a:lnSpc>
              </a:pPr>
              <a:r>
                <a:rPr lang="en-US" sz="1400" b="1" dirty="0">
                  <a:solidFill>
                    <a:srgbClr val="20272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 evasion through undervaluation, cash sales &amp; bogus transactions</a:t>
              </a:r>
              <a:endParaRPr lang="en-US" sz="1400" b="1" dirty="0"/>
            </a:p>
          </p:txBody>
        </p:sp>
        <p:sp>
          <p:nvSpPr>
            <p:cNvPr id="8" name="Shape 5"/>
            <p:cNvSpPr/>
            <p:nvPr/>
          </p:nvSpPr>
          <p:spPr>
            <a:xfrm>
              <a:off x="6312348" y="857261"/>
              <a:ext cx="1296387" cy="1136618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1E6B3A"/>
              </a:solidFill>
              <a:prstDash val="solid"/>
            </a:ln>
            <a:effectLst>
              <a:outerShdw blurRad="63500" dist="25400" dir="5400000" algn="bl" rotWithShape="0">
                <a:srgbClr val="8C97A5">
                  <a:alpha val="25000"/>
                </a:srgbClr>
              </a:outerShdw>
            </a:effectLst>
          </p:spPr>
          <p:txBody>
            <a:bodyPr/>
            <a:lstStyle/>
            <a:p>
              <a:endParaRPr lang="en-IN" sz="1600"/>
            </a:p>
          </p:txBody>
        </p:sp>
        <p:pic>
          <p:nvPicPr>
            <p:cNvPr id="9" name="Image 1" descr="/home/claude/gst_infographic/icons/cat_agro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242" y="1135101"/>
              <a:ext cx="662598" cy="580938"/>
            </a:xfrm>
            <a:prstGeom prst="rect">
              <a:avLst/>
            </a:prstGeom>
          </p:spPr>
        </p:pic>
        <p:sp>
          <p:nvSpPr>
            <p:cNvPr id="10" name="Text 6"/>
            <p:cNvSpPr/>
            <p:nvPr/>
          </p:nvSpPr>
          <p:spPr>
            <a:xfrm>
              <a:off x="5824233" y="2145427"/>
              <a:ext cx="2272615" cy="378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b="1" dirty="0">
                  <a:solidFill>
                    <a:srgbClr val="1E6B3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AGRO PRODUCTS</a:t>
              </a:r>
              <a:endParaRPr lang="en-US" dirty="0"/>
            </a:p>
          </p:txBody>
        </p:sp>
        <p:sp>
          <p:nvSpPr>
            <p:cNvPr id="11" name="Text 7"/>
            <p:cNvSpPr/>
            <p:nvPr/>
          </p:nvSpPr>
          <p:spPr>
            <a:xfrm>
              <a:off x="5968276" y="2541138"/>
              <a:ext cx="1984529" cy="10945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20000"/>
                </a:lnSpc>
              </a:pPr>
              <a:r>
                <a:rPr lang="en-US" sz="1400" b="1" dirty="0">
                  <a:solidFill>
                    <a:srgbClr val="20272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Misuse of exemptions, suppression of turnover &amp; input tax credit irregularities</a:t>
              </a:r>
              <a:endParaRPr lang="en-US" sz="1400" b="1" dirty="0"/>
            </a:p>
          </p:txBody>
        </p:sp>
        <p:sp>
          <p:nvSpPr>
            <p:cNvPr id="12" name="Shape 8"/>
            <p:cNvSpPr/>
            <p:nvPr/>
          </p:nvSpPr>
          <p:spPr>
            <a:xfrm>
              <a:off x="5680190" y="857261"/>
              <a:ext cx="0" cy="2694204"/>
            </a:xfrm>
            <a:prstGeom prst="line">
              <a:avLst/>
            </a:prstGeom>
            <a:noFill/>
            <a:ln w="9525">
              <a:solidFill>
                <a:srgbClr val="D9DDE3"/>
              </a:solidFill>
              <a:prstDash val="dash"/>
            </a:ln>
          </p:spPr>
          <p:txBody>
            <a:bodyPr/>
            <a:lstStyle/>
            <a:p>
              <a:endParaRPr lang="en-IN" sz="1600"/>
            </a:p>
          </p:txBody>
        </p:sp>
        <p:sp>
          <p:nvSpPr>
            <p:cNvPr id="13" name="Shape 9"/>
            <p:cNvSpPr/>
            <p:nvPr/>
          </p:nvSpPr>
          <p:spPr>
            <a:xfrm>
              <a:off x="8873048" y="857261"/>
              <a:ext cx="1296387" cy="1136618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C2661A"/>
              </a:solidFill>
              <a:prstDash val="solid"/>
            </a:ln>
            <a:effectLst>
              <a:outerShdw blurRad="63500" dist="25400" dir="5400000" algn="bl" rotWithShape="0">
                <a:srgbClr val="8C97A5">
                  <a:alpha val="25000"/>
                </a:srgbClr>
              </a:outerShdw>
            </a:effectLst>
          </p:spPr>
          <p:txBody>
            <a:bodyPr/>
            <a:lstStyle/>
            <a:p>
              <a:endParaRPr lang="en-IN" sz="1600"/>
            </a:p>
          </p:txBody>
        </p:sp>
        <p:pic>
          <p:nvPicPr>
            <p:cNvPr id="14" name="Image 2" descr="/home/claude/gst_infographic/icons/cat_hotels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89942" y="1135101"/>
              <a:ext cx="662598" cy="580938"/>
            </a:xfrm>
            <a:prstGeom prst="rect">
              <a:avLst/>
            </a:prstGeom>
          </p:spPr>
        </p:pic>
        <p:sp>
          <p:nvSpPr>
            <p:cNvPr id="15" name="Text 10"/>
            <p:cNvSpPr/>
            <p:nvPr/>
          </p:nvSpPr>
          <p:spPr>
            <a:xfrm>
              <a:off x="8384934" y="2014030"/>
              <a:ext cx="2272615" cy="378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b="1" dirty="0">
                  <a:solidFill>
                    <a:srgbClr val="C266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RESTAURANTS &amp; HOTELS</a:t>
              </a:r>
              <a:endParaRPr lang="en-US" dirty="0"/>
            </a:p>
          </p:txBody>
        </p:sp>
        <p:sp>
          <p:nvSpPr>
            <p:cNvPr id="16" name="Text 11"/>
            <p:cNvSpPr/>
            <p:nvPr/>
          </p:nvSpPr>
          <p:spPr>
            <a:xfrm>
              <a:off x="8528975" y="2675849"/>
              <a:ext cx="1984529" cy="10945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20000"/>
                </a:lnSpc>
              </a:pPr>
              <a:r>
                <a:rPr lang="en-US" sz="1400" b="1" dirty="0">
                  <a:solidFill>
                    <a:srgbClr val="20272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Cash transactions, suppression of turnover &amp; ITC misuse</a:t>
              </a:r>
              <a:endParaRPr lang="en-US" sz="1400" b="1" dirty="0"/>
            </a:p>
          </p:txBody>
        </p:sp>
        <p:sp>
          <p:nvSpPr>
            <p:cNvPr id="17" name="Shape 12"/>
            <p:cNvSpPr/>
            <p:nvPr/>
          </p:nvSpPr>
          <p:spPr>
            <a:xfrm>
              <a:off x="8240891" y="857261"/>
              <a:ext cx="0" cy="2694204"/>
            </a:xfrm>
            <a:prstGeom prst="line">
              <a:avLst/>
            </a:prstGeom>
            <a:noFill/>
            <a:ln w="9525">
              <a:solidFill>
                <a:srgbClr val="D9DDE3"/>
              </a:solidFill>
              <a:prstDash val="dash"/>
            </a:ln>
          </p:spPr>
          <p:txBody>
            <a:bodyPr/>
            <a:lstStyle/>
            <a:p>
              <a:endParaRPr lang="en-IN" sz="1600"/>
            </a:p>
          </p:txBody>
        </p:sp>
        <p:sp>
          <p:nvSpPr>
            <p:cNvPr id="18" name="Shape 13"/>
            <p:cNvSpPr/>
            <p:nvPr/>
          </p:nvSpPr>
          <p:spPr>
            <a:xfrm>
              <a:off x="11433749" y="857261"/>
              <a:ext cx="1296387" cy="1136618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B01E2E"/>
              </a:solidFill>
              <a:prstDash val="solid"/>
            </a:ln>
            <a:effectLst>
              <a:outerShdw blurRad="63500" dist="25400" dir="5400000" algn="bl" rotWithShape="0">
                <a:srgbClr val="8C97A5">
                  <a:alpha val="25000"/>
                </a:srgbClr>
              </a:outerShdw>
            </a:effectLst>
          </p:spPr>
          <p:txBody>
            <a:bodyPr/>
            <a:lstStyle/>
            <a:p>
              <a:endParaRPr lang="en-IN" sz="1600"/>
            </a:p>
          </p:txBody>
        </p:sp>
        <p:pic>
          <p:nvPicPr>
            <p:cNvPr id="19" name="Image 3" descr="/home/claude/gst_infographic/icons/cat_hospitals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750643" y="1135101"/>
              <a:ext cx="662598" cy="580938"/>
            </a:xfrm>
            <a:prstGeom prst="rect">
              <a:avLst/>
            </a:prstGeom>
          </p:spPr>
        </p:pic>
        <p:sp>
          <p:nvSpPr>
            <p:cNvPr id="20" name="Text 14"/>
            <p:cNvSpPr/>
            <p:nvPr/>
          </p:nvSpPr>
          <p:spPr>
            <a:xfrm>
              <a:off x="10945635" y="2145427"/>
              <a:ext cx="2272615" cy="378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b="1" dirty="0">
                  <a:solidFill>
                    <a:srgbClr val="B01E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HOSPITALS</a:t>
              </a:r>
              <a:endParaRPr lang="en-US" dirty="0"/>
            </a:p>
          </p:txBody>
        </p:sp>
        <p:sp>
          <p:nvSpPr>
            <p:cNvPr id="21" name="Text 15"/>
            <p:cNvSpPr/>
            <p:nvPr/>
          </p:nvSpPr>
          <p:spPr>
            <a:xfrm>
              <a:off x="11089678" y="2541138"/>
              <a:ext cx="1984529" cy="10945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20000"/>
                </a:lnSpc>
              </a:pPr>
              <a:r>
                <a:rPr lang="en-US" sz="1400" b="1" dirty="0">
                  <a:solidFill>
                    <a:srgbClr val="20272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Incorrect classification, exempt vs taxable supplies &amp; ITC irregularities</a:t>
              </a:r>
              <a:endParaRPr lang="en-US" sz="1400" b="1" dirty="0"/>
            </a:p>
          </p:txBody>
        </p:sp>
        <p:sp>
          <p:nvSpPr>
            <p:cNvPr id="22" name="Shape 16"/>
            <p:cNvSpPr/>
            <p:nvPr/>
          </p:nvSpPr>
          <p:spPr>
            <a:xfrm>
              <a:off x="10801592" y="857261"/>
              <a:ext cx="0" cy="2694204"/>
            </a:xfrm>
            <a:prstGeom prst="line">
              <a:avLst/>
            </a:prstGeom>
            <a:noFill/>
            <a:ln w="9525">
              <a:solidFill>
                <a:srgbClr val="D9DDE3"/>
              </a:solidFill>
              <a:prstDash val="dash"/>
            </a:ln>
          </p:spPr>
          <p:txBody>
            <a:bodyPr/>
            <a:lstStyle/>
            <a:p>
              <a:endParaRPr lang="en-IN" sz="1600"/>
            </a:p>
          </p:txBody>
        </p:sp>
        <p:sp>
          <p:nvSpPr>
            <p:cNvPr id="23" name="Shape 17"/>
            <p:cNvSpPr/>
            <p:nvPr/>
          </p:nvSpPr>
          <p:spPr>
            <a:xfrm>
              <a:off x="13994450" y="857261"/>
              <a:ext cx="1296387" cy="1136618"/>
            </a:xfrm>
            <a:prstGeom prst="ellipse">
              <a:avLst/>
            </a:prstGeom>
            <a:solidFill>
              <a:srgbClr val="FFFFFF"/>
            </a:solidFill>
            <a:ln w="25400">
              <a:solidFill>
                <a:srgbClr val="5B2E8C"/>
              </a:solidFill>
              <a:prstDash val="solid"/>
            </a:ln>
            <a:effectLst>
              <a:outerShdw blurRad="63500" dist="25400" dir="5400000" algn="bl" rotWithShape="0">
                <a:srgbClr val="8C97A5">
                  <a:alpha val="25000"/>
                </a:srgbClr>
              </a:outerShdw>
            </a:effectLst>
          </p:spPr>
          <p:txBody>
            <a:bodyPr/>
            <a:lstStyle/>
            <a:p>
              <a:endParaRPr lang="en-IN" sz="1600"/>
            </a:p>
          </p:txBody>
        </p:sp>
        <p:pic>
          <p:nvPicPr>
            <p:cNvPr id="24" name="Image 4" descr="/home/claude/gst_infographic/icons/cat_pharma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4311344" y="1135101"/>
              <a:ext cx="662598" cy="580938"/>
            </a:xfrm>
            <a:prstGeom prst="rect">
              <a:avLst/>
            </a:prstGeom>
          </p:spPr>
        </p:pic>
        <p:sp>
          <p:nvSpPr>
            <p:cNvPr id="25" name="Text 18"/>
            <p:cNvSpPr/>
            <p:nvPr/>
          </p:nvSpPr>
          <p:spPr>
            <a:xfrm>
              <a:off x="13506336" y="2145427"/>
              <a:ext cx="2272615" cy="378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b="1" dirty="0">
                  <a:solidFill>
                    <a:srgbClr val="5B2E8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PHARMACIES</a:t>
              </a:r>
              <a:endParaRPr lang="en-US" dirty="0"/>
            </a:p>
          </p:txBody>
        </p:sp>
        <p:sp>
          <p:nvSpPr>
            <p:cNvPr id="26" name="Text 19"/>
            <p:cNvSpPr/>
            <p:nvPr/>
          </p:nvSpPr>
          <p:spPr>
            <a:xfrm>
              <a:off x="13650379" y="2541138"/>
              <a:ext cx="1984529" cy="10945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20000"/>
                </a:lnSpc>
              </a:pPr>
              <a:r>
                <a:rPr lang="en-US" sz="1400" b="1" dirty="0">
                  <a:solidFill>
                    <a:srgbClr val="20272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Purchase vs sales mismatch, expired stock, ITC misuse &amp; non-compliance</a:t>
              </a:r>
              <a:endParaRPr lang="en-US" sz="1400" b="1" dirty="0"/>
            </a:p>
          </p:txBody>
        </p:sp>
        <p:sp>
          <p:nvSpPr>
            <p:cNvPr id="27" name="Shape 20"/>
            <p:cNvSpPr/>
            <p:nvPr/>
          </p:nvSpPr>
          <p:spPr>
            <a:xfrm>
              <a:off x="13362293" y="857261"/>
              <a:ext cx="0" cy="2694204"/>
            </a:xfrm>
            <a:prstGeom prst="line">
              <a:avLst/>
            </a:prstGeom>
            <a:noFill/>
            <a:ln w="9525">
              <a:solidFill>
                <a:srgbClr val="D9DDE3"/>
              </a:solidFill>
              <a:prstDash val="dash"/>
            </a:ln>
          </p:spPr>
          <p:txBody>
            <a:bodyPr/>
            <a:lstStyle/>
            <a:p>
              <a:endParaRPr lang="en-IN" sz="1600"/>
            </a:p>
          </p:txBody>
        </p:sp>
      </p:grpSp>
      <p:sp>
        <p:nvSpPr>
          <p:cNvPr id="38" name="Shape 2">
            <a:extLst>
              <a:ext uri="{FF2B5EF4-FFF2-40B4-BE49-F238E27FC236}">
                <a16:creationId xmlns:a16="http://schemas.microsoft.com/office/drawing/2014/main" id="{D653FC45-B37A-55DF-00D2-5ABD3219EBB7}"/>
              </a:ext>
            </a:extLst>
          </p:cNvPr>
          <p:cNvSpPr/>
          <p:nvPr/>
        </p:nvSpPr>
        <p:spPr>
          <a:xfrm>
            <a:off x="921919" y="3555291"/>
            <a:ext cx="14803553" cy="402069"/>
          </a:xfrm>
          <a:prstGeom prst="rect">
            <a:avLst/>
          </a:prstGeom>
          <a:solidFill>
            <a:srgbClr val="B4C7E7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/>
          <a:lstStyle/>
          <a:p>
            <a:endParaRPr lang="en-IN" sz="2400" dirty="0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40" name="Text 3">
            <a:extLst>
              <a:ext uri="{FF2B5EF4-FFF2-40B4-BE49-F238E27FC236}">
                <a16:creationId xmlns:a16="http://schemas.microsoft.com/office/drawing/2014/main" id="{293AF20A-8440-4417-1C24-A68378806768}"/>
              </a:ext>
            </a:extLst>
          </p:cNvPr>
          <p:cNvSpPr/>
          <p:nvPr/>
        </p:nvSpPr>
        <p:spPr>
          <a:xfrm>
            <a:off x="1199473" y="3611573"/>
            <a:ext cx="2540115" cy="345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FESTIVAL / EVENT</a:t>
            </a:r>
            <a:endParaRPr lang="en-US" sz="2400" dirty="0"/>
          </a:p>
        </p:txBody>
      </p:sp>
      <p:sp>
        <p:nvSpPr>
          <p:cNvPr id="42" name="Text 4">
            <a:extLst>
              <a:ext uri="{FF2B5EF4-FFF2-40B4-BE49-F238E27FC236}">
                <a16:creationId xmlns:a16="http://schemas.microsoft.com/office/drawing/2014/main" id="{D9162CF4-CB5F-E6FC-0B0E-F86C4FBE7813}"/>
              </a:ext>
            </a:extLst>
          </p:cNvPr>
          <p:cNvSpPr/>
          <p:nvPr/>
        </p:nvSpPr>
        <p:spPr>
          <a:xfrm>
            <a:off x="3916388" y="3555291"/>
            <a:ext cx="11808979" cy="40207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SUGGESTED COMPLIANCE OPERATION</a:t>
            </a:r>
            <a:endParaRPr lang="en-US" sz="2400" dirty="0"/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E0B146B4-8EB1-E004-B867-122D1E8C1F41}"/>
              </a:ext>
            </a:extLst>
          </p:cNvPr>
          <p:cNvSpPr/>
          <p:nvPr/>
        </p:nvSpPr>
        <p:spPr>
          <a:xfrm>
            <a:off x="1120389" y="4199412"/>
            <a:ext cx="803385" cy="587839"/>
          </a:xfrm>
          <a:prstGeom prst="ellipse">
            <a:avLst/>
          </a:prstGeom>
          <a:solidFill>
            <a:srgbClr val="FFFFFF"/>
          </a:solidFill>
          <a:ln w="22225">
            <a:solidFill>
              <a:srgbClr val="5B2E8C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pic>
        <p:nvPicPr>
          <p:cNvPr id="46" name="Image 1" descr="/home/claude/gst_infographic/icons/fest_rakhi.png">
            <a:extLst>
              <a:ext uri="{FF2B5EF4-FFF2-40B4-BE49-F238E27FC236}">
                <a16:creationId xmlns:a16="http://schemas.microsoft.com/office/drawing/2014/main" id="{2901530D-8CF0-1C7E-41DE-1A57C0B899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7134" y="4328737"/>
            <a:ext cx="449896" cy="329191"/>
          </a:xfrm>
          <a:prstGeom prst="rect">
            <a:avLst/>
          </a:prstGeom>
        </p:spPr>
      </p:pic>
      <p:sp>
        <p:nvSpPr>
          <p:cNvPr id="48" name="Text 6">
            <a:extLst>
              <a:ext uri="{FF2B5EF4-FFF2-40B4-BE49-F238E27FC236}">
                <a16:creationId xmlns:a16="http://schemas.microsoft.com/office/drawing/2014/main" id="{154CA33B-C20F-4EBF-2F99-D4CFAF8FA9D9}"/>
              </a:ext>
            </a:extLst>
          </p:cNvPr>
          <p:cNvSpPr/>
          <p:nvPr/>
        </p:nvSpPr>
        <p:spPr>
          <a:xfrm>
            <a:off x="2022614" y="4191152"/>
            <a:ext cx="2055719" cy="33714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000" b="1" dirty="0">
                <a:solidFill>
                  <a:srgbClr val="5B2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Rakhi Season</a:t>
            </a:r>
            <a:endParaRPr lang="en-US" sz="2000" dirty="0"/>
          </a:p>
        </p:txBody>
      </p:sp>
      <p:sp>
        <p:nvSpPr>
          <p:cNvPr id="50" name="Text 7">
            <a:extLst>
              <a:ext uri="{FF2B5EF4-FFF2-40B4-BE49-F238E27FC236}">
                <a16:creationId xmlns:a16="http://schemas.microsoft.com/office/drawing/2014/main" id="{1650943A-ABAD-2C76-ADA3-E6B2D67F3171}"/>
              </a:ext>
            </a:extLst>
          </p:cNvPr>
          <p:cNvSpPr/>
          <p:nvPr/>
        </p:nvSpPr>
        <p:spPr>
          <a:xfrm>
            <a:off x="2087929" y="4528295"/>
            <a:ext cx="1559513" cy="242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(Aug)</a:t>
            </a:r>
            <a:endParaRPr lang="en-US" dirty="0"/>
          </a:p>
        </p:txBody>
      </p:sp>
      <p:pic>
        <p:nvPicPr>
          <p:cNvPr id="52" name="Image 2" descr="/home/claude/gst_infographic/icons/check_purple.png">
            <a:extLst>
              <a:ext uri="{FF2B5EF4-FFF2-40B4-BE49-F238E27FC236}">
                <a16:creationId xmlns:a16="http://schemas.microsoft.com/office/drawing/2014/main" id="{6BEE6A60-530B-CB9E-D425-79A1A046722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3180" y="4364174"/>
            <a:ext cx="259918" cy="190184"/>
          </a:xfrm>
          <a:prstGeom prst="rect">
            <a:avLst/>
          </a:prstGeom>
        </p:spPr>
      </p:pic>
      <p:sp>
        <p:nvSpPr>
          <p:cNvPr id="54" name="Text 8">
            <a:extLst>
              <a:ext uri="{FF2B5EF4-FFF2-40B4-BE49-F238E27FC236}">
                <a16:creationId xmlns:a16="http://schemas.microsoft.com/office/drawing/2014/main" id="{DCB6F61F-C140-91E0-26C8-A8B32678920B}"/>
              </a:ext>
            </a:extLst>
          </p:cNvPr>
          <p:cNvSpPr/>
          <p:nvPr/>
        </p:nvSpPr>
        <p:spPr>
          <a:xfrm>
            <a:off x="5101828" y="3945334"/>
            <a:ext cx="3094053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gift dealers and sweet shops for unusual sales spikes</a:t>
            </a:r>
            <a:endParaRPr lang="en-US" dirty="0"/>
          </a:p>
        </p:txBody>
      </p:sp>
      <p:pic>
        <p:nvPicPr>
          <p:cNvPr id="56" name="Image 3" descr="/home/claude/gst_infographic/icons/check_purple.png">
            <a:extLst>
              <a:ext uri="{FF2B5EF4-FFF2-40B4-BE49-F238E27FC236}">
                <a16:creationId xmlns:a16="http://schemas.microsoft.com/office/drawing/2014/main" id="{0DCD206F-6B5B-4F6D-9EFC-91C08BA8329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85560" y="4380951"/>
            <a:ext cx="259918" cy="190184"/>
          </a:xfrm>
          <a:prstGeom prst="rect">
            <a:avLst/>
          </a:prstGeom>
        </p:spPr>
      </p:pic>
      <p:sp>
        <p:nvSpPr>
          <p:cNvPr id="58" name="Text 9">
            <a:extLst>
              <a:ext uri="{FF2B5EF4-FFF2-40B4-BE49-F238E27FC236}">
                <a16:creationId xmlns:a16="http://schemas.microsoft.com/office/drawing/2014/main" id="{2CC0529C-57CC-5220-B50F-A57F76150D19}"/>
              </a:ext>
            </a:extLst>
          </p:cNvPr>
          <p:cNvSpPr/>
          <p:nvPr/>
        </p:nvSpPr>
        <p:spPr>
          <a:xfrm>
            <a:off x="8939876" y="3945335"/>
            <a:ext cx="2456825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E-Way Bill monitoring for stock movement</a:t>
            </a:r>
            <a:endParaRPr lang="en-US" dirty="0"/>
          </a:p>
        </p:txBody>
      </p:sp>
      <p:pic>
        <p:nvPicPr>
          <p:cNvPr id="60" name="Image 4" descr="/home/claude/gst_infographic/icons/check_purple.png">
            <a:extLst>
              <a:ext uri="{FF2B5EF4-FFF2-40B4-BE49-F238E27FC236}">
                <a16:creationId xmlns:a16="http://schemas.microsoft.com/office/drawing/2014/main" id="{B8062FB0-16C2-EC18-C8DC-86C9D808D84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58614" y="4380951"/>
            <a:ext cx="259918" cy="190184"/>
          </a:xfrm>
          <a:prstGeom prst="rect">
            <a:avLst/>
          </a:prstGeom>
        </p:spPr>
      </p:pic>
      <p:sp>
        <p:nvSpPr>
          <p:cNvPr id="62" name="Text 10">
            <a:extLst>
              <a:ext uri="{FF2B5EF4-FFF2-40B4-BE49-F238E27FC236}">
                <a16:creationId xmlns:a16="http://schemas.microsoft.com/office/drawing/2014/main" id="{56AADDA7-3903-7A56-7E7B-D9392EB36C48}"/>
              </a:ext>
            </a:extLst>
          </p:cNvPr>
          <p:cNvSpPr/>
          <p:nvPr/>
        </p:nvSpPr>
        <p:spPr>
          <a:xfrm>
            <a:off x="12745076" y="3897362"/>
            <a:ext cx="2079288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invoice &amp; cash sales verification</a:t>
            </a:r>
            <a:endParaRPr lang="en-US" dirty="0"/>
          </a:p>
        </p:txBody>
      </p:sp>
      <p:sp>
        <p:nvSpPr>
          <p:cNvPr id="64" name="Shape 11">
            <a:extLst>
              <a:ext uri="{FF2B5EF4-FFF2-40B4-BE49-F238E27FC236}">
                <a16:creationId xmlns:a16="http://schemas.microsoft.com/office/drawing/2014/main" id="{B65568BD-CD5F-00DC-BDF1-C081EDEEC4B6}"/>
              </a:ext>
            </a:extLst>
          </p:cNvPr>
          <p:cNvSpPr/>
          <p:nvPr/>
        </p:nvSpPr>
        <p:spPr>
          <a:xfrm>
            <a:off x="943750" y="4994724"/>
            <a:ext cx="14803553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66" name="Shape 12">
            <a:extLst>
              <a:ext uri="{FF2B5EF4-FFF2-40B4-BE49-F238E27FC236}">
                <a16:creationId xmlns:a16="http://schemas.microsoft.com/office/drawing/2014/main" id="{AFBBF87B-0B49-40E1-0E2F-87F573432FAD}"/>
              </a:ext>
            </a:extLst>
          </p:cNvPr>
          <p:cNvSpPr/>
          <p:nvPr/>
        </p:nvSpPr>
        <p:spPr>
          <a:xfrm>
            <a:off x="943750" y="4994724"/>
            <a:ext cx="14803553" cy="1002784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IN" sz="2400" dirty="0"/>
          </a:p>
        </p:txBody>
      </p:sp>
      <p:sp>
        <p:nvSpPr>
          <p:cNvPr id="68" name="Shape 13">
            <a:extLst>
              <a:ext uri="{FF2B5EF4-FFF2-40B4-BE49-F238E27FC236}">
                <a16:creationId xmlns:a16="http://schemas.microsoft.com/office/drawing/2014/main" id="{75AD09E1-D18D-2614-E2D9-FBE502E9CCCB}"/>
              </a:ext>
            </a:extLst>
          </p:cNvPr>
          <p:cNvSpPr/>
          <p:nvPr/>
        </p:nvSpPr>
        <p:spPr>
          <a:xfrm>
            <a:off x="1120389" y="5202196"/>
            <a:ext cx="803385" cy="587839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2661A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pic>
        <p:nvPicPr>
          <p:cNvPr id="70" name="Image 5" descr="/home/claude/gst_infographic/icons/fest_diwali.png">
            <a:extLst>
              <a:ext uri="{FF2B5EF4-FFF2-40B4-BE49-F238E27FC236}">
                <a16:creationId xmlns:a16="http://schemas.microsoft.com/office/drawing/2014/main" id="{F83FFB79-2C97-05CA-45B8-0B86500A65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7134" y="5331520"/>
            <a:ext cx="449896" cy="329191"/>
          </a:xfrm>
          <a:prstGeom prst="rect">
            <a:avLst/>
          </a:prstGeom>
        </p:spPr>
      </p:pic>
      <p:sp>
        <p:nvSpPr>
          <p:cNvPr id="72" name="Text 14">
            <a:extLst>
              <a:ext uri="{FF2B5EF4-FFF2-40B4-BE49-F238E27FC236}">
                <a16:creationId xmlns:a16="http://schemas.microsoft.com/office/drawing/2014/main" id="{392E9CE3-BCA2-2F5A-C299-DF1841A79937}"/>
              </a:ext>
            </a:extLst>
          </p:cNvPr>
          <p:cNvSpPr/>
          <p:nvPr/>
        </p:nvSpPr>
        <p:spPr>
          <a:xfrm>
            <a:off x="2087929" y="5271738"/>
            <a:ext cx="1559513" cy="2593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000" b="1" dirty="0">
                <a:solidFill>
                  <a:srgbClr val="C26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Diwali</a:t>
            </a:r>
            <a:endParaRPr lang="en-US" sz="2000" dirty="0"/>
          </a:p>
        </p:txBody>
      </p:sp>
      <p:sp>
        <p:nvSpPr>
          <p:cNvPr id="74" name="Text 15">
            <a:extLst>
              <a:ext uri="{FF2B5EF4-FFF2-40B4-BE49-F238E27FC236}">
                <a16:creationId xmlns:a16="http://schemas.microsoft.com/office/drawing/2014/main" id="{5754CA86-02BE-3614-AA84-749AACDD6B8F}"/>
              </a:ext>
            </a:extLst>
          </p:cNvPr>
          <p:cNvSpPr/>
          <p:nvPr/>
        </p:nvSpPr>
        <p:spPr>
          <a:xfrm>
            <a:off x="2100992" y="5609456"/>
            <a:ext cx="1559513" cy="242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(Nov)</a:t>
            </a:r>
            <a:endParaRPr lang="en-US" dirty="0"/>
          </a:p>
        </p:txBody>
      </p:sp>
      <p:pic>
        <p:nvPicPr>
          <p:cNvPr id="76" name="Image 6" descr="/home/claude/gst_infographic/icons/check_orange.png">
            <a:extLst>
              <a:ext uri="{FF2B5EF4-FFF2-40B4-BE49-F238E27FC236}">
                <a16:creationId xmlns:a16="http://schemas.microsoft.com/office/drawing/2014/main" id="{FC3AB742-A97D-A387-37AB-10490297F4E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27424" y="5383735"/>
            <a:ext cx="259918" cy="190184"/>
          </a:xfrm>
          <a:prstGeom prst="rect">
            <a:avLst/>
          </a:prstGeom>
        </p:spPr>
      </p:pic>
      <p:sp>
        <p:nvSpPr>
          <p:cNvPr id="78" name="Text 16">
            <a:extLst>
              <a:ext uri="{FF2B5EF4-FFF2-40B4-BE49-F238E27FC236}">
                <a16:creationId xmlns:a16="http://schemas.microsoft.com/office/drawing/2014/main" id="{D094BBC8-8F30-F462-B28D-5BDA0A0CF7FC}"/>
              </a:ext>
            </a:extLst>
          </p:cNvPr>
          <p:cNvSpPr/>
          <p:nvPr/>
        </p:nvSpPr>
        <p:spPr>
          <a:xfrm>
            <a:off x="4525524" y="4994723"/>
            <a:ext cx="3482891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fireworks, electronics, jewellery, gifting items, dry fruits, decorations &amp; temporary traders</a:t>
            </a:r>
            <a:endParaRPr lang="en-US" dirty="0"/>
          </a:p>
        </p:txBody>
      </p:sp>
      <p:pic>
        <p:nvPicPr>
          <p:cNvPr id="80" name="Image 7" descr="/home/claude/gst_infographic/icons/check_orange.png">
            <a:extLst>
              <a:ext uri="{FF2B5EF4-FFF2-40B4-BE49-F238E27FC236}">
                <a16:creationId xmlns:a16="http://schemas.microsoft.com/office/drawing/2014/main" id="{46D9DB25-5501-A546-D26C-4857463AB08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95881" y="5383735"/>
            <a:ext cx="259918" cy="190184"/>
          </a:xfrm>
          <a:prstGeom prst="rect">
            <a:avLst/>
          </a:prstGeom>
        </p:spPr>
      </p:pic>
      <p:sp>
        <p:nvSpPr>
          <p:cNvPr id="82" name="Text 17">
            <a:extLst>
              <a:ext uri="{FF2B5EF4-FFF2-40B4-BE49-F238E27FC236}">
                <a16:creationId xmlns:a16="http://schemas.microsoft.com/office/drawing/2014/main" id="{EBF98B52-2F2A-0A05-8E37-619D579EE20E}"/>
              </a:ext>
            </a:extLst>
          </p:cNvPr>
          <p:cNvSpPr/>
          <p:nvPr/>
        </p:nvSpPr>
        <p:spPr>
          <a:xfrm>
            <a:off x="8550316" y="4994724"/>
            <a:ext cx="2220179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cash-intensive businesses and stock movement</a:t>
            </a:r>
            <a:endParaRPr lang="en-US" dirty="0"/>
          </a:p>
        </p:txBody>
      </p:sp>
      <p:pic>
        <p:nvPicPr>
          <p:cNvPr id="84" name="Image 8" descr="/home/claude/gst_infographic/icons/check_orange.png">
            <a:extLst>
              <a:ext uri="{FF2B5EF4-FFF2-40B4-BE49-F238E27FC236}">
                <a16:creationId xmlns:a16="http://schemas.microsoft.com/office/drawing/2014/main" id="{BE0D0009-CD93-8C97-D2BC-8DFAC16C9C2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396701" y="5383735"/>
            <a:ext cx="259918" cy="190184"/>
          </a:xfrm>
          <a:prstGeom prst="rect">
            <a:avLst/>
          </a:prstGeom>
        </p:spPr>
      </p:pic>
      <p:sp>
        <p:nvSpPr>
          <p:cNvPr id="86" name="Text 18">
            <a:extLst>
              <a:ext uri="{FF2B5EF4-FFF2-40B4-BE49-F238E27FC236}">
                <a16:creationId xmlns:a16="http://schemas.microsoft.com/office/drawing/2014/main" id="{DBBB5ADC-4010-2AF4-0516-19F25A3AA57E}"/>
              </a:ext>
            </a:extLst>
          </p:cNvPr>
          <p:cNvSpPr/>
          <p:nvPr/>
        </p:nvSpPr>
        <p:spPr>
          <a:xfrm>
            <a:off x="11941140" y="4994723"/>
            <a:ext cx="1664307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E-Way Bill verification</a:t>
            </a:r>
            <a:endParaRPr lang="en-US" dirty="0"/>
          </a:p>
        </p:txBody>
      </p:sp>
      <p:pic>
        <p:nvPicPr>
          <p:cNvPr id="88" name="Image 9" descr="/home/claude/gst_infographic/icons/check_orange.png">
            <a:extLst>
              <a:ext uri="{FF2B5EF4-FFF2-40B4-BE49-F238E27FC236}">
                <a16:creationId xmlns:a16="http://schemas.microsoft.com/office/drawing/2014/main" id="{835FB8C3-D89E-5A4A-C601-4A53B382F6D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580845" y="5383735"/>
            <a:ext cx="259918" cy="190184"/>
          </a:xfrm>
          <a:prstGeom prst="rect">
            <a:avLst/>
          </a:prstGeom>
        </p:spPr>
      </p:pic>
      <p:sp>
        <p:nvSpPr>
          <p:cNvPr id="90" name="Text 19">
            <a:extLst>
              <a:ext uri="{FF2B5EF4-FFF2-40B4-BE49-F238E27FC236}">
                <a16:creationId xmlns:a16="http://schemas.microsoft.com/office/drawing/2014/main" id="{B9843B8A-0ABD-235C-D030-1C236141F8CF}"/>
              </a:ext>
            </a:extLst>
          </p:cNvPr>
          <p:cNvSpPr/>
          <p:nvPr/>
        </p:nvSpPr>
        <p:spPr>
          <a:xfrm>
            <a:off x="14081812" y="4964662"/>
            <a:ext cx="1989241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 availed vs outward supplies</a:t>
            </a:r>
            <a:endParaRPr lang="en-US" dirty="0"/>
          </a:p>
        </p:txBody>
      </p:sp>
      <p:sp>
        <p:nvSpPr>
          <p:cNvPr id="92" name="Shape 20">
            <a:extLst>
              <a:ext uri="{FF2B5EF4-FFF2-40B4-BE49-F238E27FC236}">
                <a16:creationId xmlns:a16="http://schemas.microsoft.com/office/drawing/2014/main" id="{33A91DC7-228F-0815-F2AB-123C4AA96EA0}"/>
              </a:ext>
            </a:extLst>
          </p:cNvPr>
          <p:cNvSpPr/>
          <p:nvPr/>
        </p:nvSpPr>
        <p:spPr>
          <a:xfrm>
            <a:off x="943750" y="5997507"/>
            <a:ext cx="14803553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94" name="Shape 21">
            <a:extLst>
              <a:ext uri="{FF2B5EF4-FFF2-40B4-BE49-F238E27FC236}">
                <a16:creationId xmlns:a16="http://schemas.microsoft.com/office/drawing/2014/main" id="{9431E1BB-E638-11A1-2364-FD964A0A586F}"/>
              </a:ext>
            </a:extLst>
          </p:cNvPr>
          <p:cNvSpPr/>
          <p:nvPr/>
        </p:nvSpPr>
        <p:spPr>
          <a:xfrm>
            <a:off x="1108574" y="6187690"/>
            <a:ext cx="803385" cy="587839"/>
          </a:xfrm>
          <a:prstGeom prst="ellipse">
            <a:avLst/>
          </a:prstGeom>
          <a:solidFill>
            <a:srgbClr val="FFFFFF"/>
          </a:solidFill>
          <a:ln w="22225">
            <a:solidFill>
              <a:srgbClr val="B01E2E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pic>
        <p:nvPicPr>
          <p:cNvPr id="96" name="Image 10" descr="/home/claude/gst_infographic/icons/fest_durga.png">
            <a:extLst>
              <a:ext uri="{FF2B5EF4-FFF2-40B4-BE49-F238E27FC236}">
                <a16:creationId xmlns:a16="http://schemas.microsoft.com/office/drawing/2014/main" id="{F00A8E65-7F72-E8F3-BB82-89181C417A5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7134" y="6334304"/>
            <a:ext cx="449896" cy="329191"/>
          </a:xfrm>
          <a:prstGeom prst="rect">
            <a:avLst/>
          </a:prstGeom>
        </p:spPr>
      </p:pic>
      <p:sp>
        <p:nvSpPr>
          <p:cNvPr id="98" name="Text 22">
            <a:extLst>
              <a:ext uri="{FF2B5EF4-FFF2-40B4-BE49-F238E27FC236}">
                <a16:creationId xmlns:a16="http://schemas.microsoft.com/office/drawing/2014/main" id="{99B3E66B-78F5-6253-77D6-F48275E8468E}"/>
              </a:ext>
            </a:extLst>
          </p:cNvPr>
          <p:cNvSpPr/>
          <p:nvPr/>
        </p:nvSpPr>
        <p:spPr>
          <a:xfrm>
            <a:off x="2018999" y="6266461"/>
            <a:ext cx="2713746" cy="3717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b="1" dirty="0">
                <a:solidFill>
                  <a:srgbClr val="B0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Durga Puja / </a:t>
            </a:r>
          </a:p>
          <a:p>
            <a:r>
              <a:rPr lang="en-US" b="1" dirty="0">
                <a:solidFill>
                  <a:srgbClr val="B0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Navratri</a:t>
            </a:r>
            <a:endParaRPr lang="en-US" dirty="0"/>
          </a:p>
        </p:txBody>
      </p:sp>
      <p:sp>
        <p:nvSpPr>
          <p:cNvPr id="100" name="Text 23">
            <a:extLst>
              <a:ext uri="{FF2B5EF4-FFF2-40B4-BE49-F238E27FC236}">
                <a16:creationId xmlns:a16="http://schemas.microsoft.com/office/drawing/2014/main" id="{8DAB2567-DC51-D1D1-F242-2390D08CD12A}"/>
              </a:ext>
            </a:extLst>
          </p:cNvPr>
          <p:cNvSpPr/>
          <p:nvPr/>
        </p:nvSpPr>
        <p:spPr>
          <a:xfrm>
            <a:off x="2087928" y="6672177"/>
            <a:ext cx="1559513" cy="242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(Oct)</a:t>
            </a:r>
            <a:endParaRPr lang="en-US" dirty="0"/>
          </a:p>
        </p:txBody>
      </p:sp>
      <p:pic>
        <p:nvPicPr>
          <p:cNvPr id="102" name="Image 11" descr="/home/claude/gst_infographic/icons/check_red.png">
            <a:extLst>
              <a:ext uri="{FF2B5EF4-FFF2-40B4-BE49-F238E27FC236}">
                <a16:creationId xmlns:a16="http://schemas.microsoft.com/office/drawing/2014/main" id="{2AFF6D9D-DE99-3B13-318C-31A6452600E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6613" y="6386518"/>
            <a:ext cx="259918" cy="190184"/>
          </a:xfrm>
          <a:prstGeom prst="rect">
            <a:avLst/>
          </a:prstGeom>
        </p:spPr>
      </p:pic>
      <p:sp>
        <p:nvSpPr>
          <p:cNvPr id="104" name="Text 24">
            <a:extLst>
              <a:ext uri="{FF2B5EF4-FFF2-40B4-BE49-F238E27FC236}">
                <a16:creationId xmlns:a16="http://schemas.microsoft.com/office/drawing/2014/main" id="{DF6F02C9-911A-96F1-90C2-6DFE19A166F6}"/>
              </a:ext>
            </a:extLst>
          </p:cNvPr>
          <p:cNvSpPr/>
          <p:nvPr/>
        </p:nvSpPr>
        <p:spPr>
          <a:xfrm>
            <a:off x="4524217" y="5997507"/>
            <a:ext cx="2751956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stalls, pandal contractors, event management</a:t>
            </a:r>
            <a:endParaRPr lang="en-US" dirty="0"/>
          </a:p>
        </p:txBody>
      </p:sp>
      <p:pic>
        <p:nvPicPr>
          <p:cNvPr id="106" name="Image 12" descr="/home/claude/gst_infographic/icons/check_red.png">
            <a:extLst>
              <a:ext uri="{FF2B5EF4-FFF2-40B4-BE49-F238E27FC236}">
                <a16:creationId xmlns:a16="http://schemas.microsoft.com/office/drawing/2014/main" id="{DD417336-01C1-AD6D-FCDC-7DA7BE21F37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7520" y="6386518"/>
            <a:ext cx="259918" cy="190184"/>
          </a:xfrm>
          <a:prstGeom prst="rect">
            <a:avLst/>
          </a:prstGeom>
        </p:spPr>
      </p:pic>
      <p:sp>
        <p:nvSpPr>
          <p:cNvPr id="108" name="Text 25">
            <a:extLst>
              <a:ext uri="{FF2B5EF4-FFF2-40B4-BE49-F238E27FC236}">
                <a16:creationId xmlns:a16="http://schemas.microsoft.com/office/drawing/2014/main" id="{03F3B6C0-1F1B-E65C-321E-26E373F5FF22}"/>
              </a:ext>
            </a:extLst>
          </p:cNvPr>
          <p:cNvSpPr/>
          <p:nvPr/>
        </p:nvSpPr>
        <p:spPr>
          <a:xfrm>
            <a:off x="7781956" y="5997507"/>
            <a:ext cx="1948405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Decoration suppliers &amp; food stalls</a:t>
            </a:r>
            <a:endParaRPr lang="en-US" dirty="0"/>
          </a:p>
        </p:txBody>
      </p:sp>
      <p:pic>
        <p:nvPicPr>
          <p:cNvPr id="110" name="Image 13" descr="/home/claude/gst_infographic/icons/check_red.png">
            <a:extLst>
              <a:ext uri="{FF2B5EF4-FFF2-40B4-BE49-F238E27FC236}">
                <a16:creationId xmlns:a16="http://schemas.microsoft.com/office/drawing/2014/main" id="{9BCC378E-C7B8-7A5B-2FBE-6A8669BC45B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56567" y="6386518"/>
            <a:ext cx="259918" cy="190184"/>
          </a:xfrm>
          <a:prstGeom prst="rect">
            <a:avLst/>
          </a:prstGeom>
        </p:spPr>
      </p:pic>
      <p:sp>
        <p:nvSpPr>
          <p:cNvPr id="112" name="Text 26">
            <a:extLst>
              <a:ext uri="{FF2B5EF4-FFF2-40B4-BE49-F238E27FC236}">
                <a16:creationId xmlns:a16="http://schemas.microsoft.com/office/drawing/2014/main" id="{A9307F15-1486-FFC8-1D4D-91182AD3A081}"/>
              </a:ext>
            </a:extLst>
          </p:cNvPr>
          <p:cNvSpPr/>
          <p:nvPr/>
        </p:nvSpPr>
        <p:spPr>
          <a:xfrm>
            <a:off x="10711003" y="5997507"/>
            <a:ext cx="2409211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E-Way Bill &amp; turnover verification</a:t>
            </a:r>
            <a:endParaRPr lang="en-US" dirty="0"/>
          </a:p>
        </p:txBody>
      </p:sp>
      <p:pic>
        <p:nvPicPr>
          <p:cNvPr id="114" name="Image 14" descr="/home/claude/gst_infographic/icons/check_red.png">
            <a:extLst>
              <a:ext uri="{FF2B5EF4-FFF2-40B4-BE49-F238E27FC236}">
                <a16:creationId xmlns:a16="http://schemas.microsoft.com/office/drawing/2014/main" id="{2FFC38B2-FFA4-1F54-8459-161628A4EDC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285615" y="6386518"/>
            <a:ext cx="259918" cy="190184"/>
          </a:xfrm>
          <a:prstGeom prst="rect">
            <a:avLst/>
          </a:prstGeom>
        </p:spPr>
      </p:pic>
      <p:sp>
        <p:nvSpPr>
          <p:cNvPr id="116" name="Text 27">
            <a:extLst>
              <a:ext uri="{FF2B5EF4-FFF2-40B4-BE49-F238E27FC236}">
                <a16:creationId xmlns:a16="http://schemas.microsoft.com/office/drawing/2014/main" id="{716AE740-F021-8D03-F1C8-7781D9D594F8}"/>
              </a:ext>
            </a:extLst>
          </p:cNvPr>
          <p:cNvSpPr/>
          <p:nvPr/>
        </p:nvSpPr>
        <p:spPr>
          <a:xfrm>
            <a:off x="13640051" y="5997507"/>
            <a:ext cx="2284470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 availed vs business profile</a:t>
            </a:r>
            <a:endParaRPr lang="en-US" dirty="0"/>
          </a:p>
        </p:txBody>
      </p:sp>
      <p:sp>
        <p:nvSpPr>
          <p:cNvPr id="118" name="Shape 28">
            <a:extLst>
              <a:ext uri="{FF2B5EF4-FFF2-40B4-BE49-F238E27FC236}">
                <a16:creationId xmlns:a16="http://schemas.microsoft.com/office/drawing/2014/main" id="{94261A2E-2791-C827-A228-63922E39E4E6}"/>
              </a:ext>
            </a:extLst>
          </p:cNvPr>
          <p:cNvSpPr/>
          <p:nvPr/>
        </p:nvSpPr>
        <p:spPr>
          <a:xfrm>
            <a:off x="943750" y="7000291"/>
            <a:ext cx="14803553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120" name="Shape 29">
            <a:extLst>
              <a:ext uri="{FF2B5EF4-FFF2-40B4-BE49-F238E27FC236}">
                <a16:creationId xmlns:a16="http://schemas.microsoft.com/office/drawing/2014/main" id="{CCA39A66-8C49-46C3-02ED-71CAF2974242}"/>
              </a:ext>
            </a:extLst>
          </p:cNvPr>
          <p:cNvSpPr/>
          <p:nvPr/>
        </p:nvSpPr>
        <p:spPr>
          <a:xfrm>
            <a:off x="943750" y="7000291"/>
            <a:ext cx="14803553" cy="1002784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22" name="Shape 30">
            <a:extLst>
              <a:ext uri="{FF2B5EF4-FFF2-40B4-BE49-F238E27FC236}">
                <a16:creationId xmlns:a16="http://schemas.microsoft.com/office/drawing/2014/main" id="{E3830896-AC2D-BD77-52F0-9912539DC93E}"/>
              </a:ext>
            </a:extLst>
          </p:cNvPr>
          <p:cNvSpPr/>
          <p:nvPr/>
        </p:nvSpPr>
        <p:spPr>
          <a:xfrm>
            <a:off x="1120389" y="7207763"/>
            <a:ext cx="803385" cy="587839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B5FA8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pic>
        <p:nvPicPr>
          <p:cNvPr id="124" name="Image 15" descr="/home/claude/gst_infographic/icons/fest_tourism.png">
            <a:extLst>
              <a:ext uri="{FF2B5EF4-FFF2-40B4-BE49-F238E27FC236}">
                <a16:creationId xmlns:a16="http://schemas.microsoft.com/office/drawing/2014/main" id="{23D99F8D-9889-76CA-B21A-515A490B091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97134" y="7337088"/>
            <a:ext cx="449896" cy="329191"/>
          </a:xfrm>
          <a:prstGeom prst="rect">
            <a:avLst/>
          </a:prstGeom>
        </p:spPr>
      </p:pic>
      <p:sp>
        <p:nvSpPr>
          <p:cNvPr id="126" name="Text 31">
            <a:extLst>
              <a:ext uri="{FF2B5EF4-FFF2-40B4-BE49-F238E27FC236}">
                <a16:creationId xmlns:a16="http://schemas.microsoft.com/office/drawing/2014/main" id="{86A60A8E-2CBC-5946-6808-B9DF933EBDE7}"/>
              </a:ext>
            </a:extLst>
          </p:cNvPr>
          <p:cNvSpPr/>
          <p:nvPr/>
        </p:nvSpPr>
        <p:spPr>
          <a:xfrm>
            <a:off x="2048740" y="7303432"/>
            <a:ext cx="1910700" cy="1988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000" b="1" dirty="0">
                <a:solidFill>
                  <a:srgbClr val="1B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Season</a:t>
            </a:r>
            <a:endParaRPr lang="en-US" sz="2000" dirty="0"/>
          </a:p>
        </p:txBody>
      </p:sp>
      <p:sp>
        <p:nvSpPr>
          <p:cNvPr id="128" name="Text 32">
            <a:extLst>
              <a:ext uri="{FF2B5EF4-FFF2-40B4-BE49-F238E27FC236}">
                <a16:creationId xmlns:a16="http://schemas.microsoft.com/office/drawing/2014/main" id="{0355FF1F-B8C9-4922-09D8-91C0BBEE2811}"/>
              </a:ext>
            </a:extLst>
          </p:cNvPr>
          <p:cNvSpPr/>
          <p:nvPr/>
        </p:nvSpPr>
        <p:spPr>
          <a:xfrm>
            <a:off x="2087929" y="7536646"/>
            <a:ext cx="1559513" cy="242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(Dec – Feb)</a:t>
            </a:r>
            <a:endParaRPr lang="en-US" dirty="0"/>
          </a:p>
        </p:txBody>
      </p:sp>
      <p:pic>
        <p:nvPicPr>
          <p:cNvPr id="130" name="Image 16" descr="/home/claude/gst_infographic/icons/check_blue.png">
            <a:extLst>
              <a:ext uri="{FF2B5EF4-FFF2-40B4-BE49-F238E27FC236}">
                <a16:creationId xmlns:a16="http://schemas.microsoft.com/office/drawing/2014/main" id="{7BE84E21-9AD7-DDB8-1C58-CE2C5CEAD7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45343" y="7376239"/>
            <a:ext cx="259918" cy="190184"/>
          </a:xfrm>
          <a:prstGeom prst="rect">
            <a:avLst/>
          </a:prstGeom>
        </p:spPr>
      </p:pic>
      <p:sp>
        <p:nvSpPr>
          <p:cNvPr id="132" name="Text 33">
            <a:extLst>
              <a:ext uri="{FF2B5EF4-FFF2-40B4-BE49-F238E27FC236}">
                <a16:creationId xmlns:a16="http://schemas.microsoft.com/office/drawing/2014/main" id="{143C2522-5D42-332E-B09A-CC709FB241D4}"/>
              </a:ext>
            </a:extLst>
          </p:cNvPr>
          <p:cNvSpPr/>
          <p:nvPr/>
        </p:nvSpPr>
        <p:spPr>
          <a:xfrm>
            <a:off x="4531736" y="7034871"/>
            <a:ext cx="2265681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Hotels, resorts, travel agencies, Airbnb, cab operators</a:t>
            </a:r>
            <a:endParaRPr lang="en-US" dirty="0"/>
          </a:p>
        </p:txBody>
      </p:sp>
      <p:pic>
        <p:nvPicPr>
          <p:cNvPr id="134" name="Image 17" descr="/home/claude/gst_infographic/icons/check_blue.png">
            <a:extLst>
              <a:ext uri="{FF2B5EF4-FFF2-40B4-BE49-F238E27FC236}">
                <a16:creationId xmlns:a16="http://schemas.microsoft.com/office/drawing/2014/main" id="{856B2B15-655A-3290-A9EA-7E1428915DB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9742" y="7389302"/>
            <a:ext cx="259918" cy="190184"/>
          </a:xfrm>
          <a:prstGeom prst="rect">
            <a:avLst/>
          </a:prstGeom>
        </p:spPr>
      </p:pic>
      <p:sp>
        <p:nvSpPr>
          <p:cNvPr id="136" name="Text 34">
            <a:extLst>
              <a:ext uri="{FF2B5EF4-FFF2-40B4-BE49-F238E27FC236}">
                <a16:creationId xmlns:a16="http://schemas.microsoft.com/office/drawing/2014/main" id="{E1A161C3-928F-042C-9303-40CD901BD070}"/>
              </a:ext>
            </a:extLst>
          </p:cNvPr>
          <p:cNvSpPr/>
          <p:nvPr/>
        </p:nvSpPr>
        <p:spPr>
          <a:xfrm>
            <a:off x="7752493" y="6988665"/>
            <a:ext cx="2201215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vs GST turnover analysis</a:t>
            </a:r>
            <a:endParaRPr lang="en-US" dirty="0"/>
          </a:p>
        </p:txBody>
      </p:sp>
      <p:pic>
        <p:nvPicPr>
          <p:cNvPr id="138" name="Image 18" descr="/home/claude/gst_infographic/icons/check_blue.png">
            <a:extLst>
              <a:ext uri="{FF2B5EF4-FFF2-40B4-BE49-F238E27FC236}">
                <a16:creationId xmlns:a16="http://schemas.microsoft.com/office/drawing/2014/main" id="{DD697924-4BC2-7725-E292-6E9425A2199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16129" y="7389302"/>
            <a:ext cx="259918" cy="190184"/>
          </a:xfrm>
          <a:prstGeom prst="rect">
            <a:avLst/>
          </a:prstGeom>
        </p:spPr>
      </p:pic>
      <p:sp>
        <p:nvSpPr>
          <p:cNvPr id="140" name="Text 35">
            <a:extLst>
              <a:ext uri="{FF2B5EF4-FFF2-40B4-BE49-F238E27FC236}">
                <a16:creationId xmlns:a16="http://schemas.microsoft.com/office/drawing/2014/main" id="{75EBC3A0-87DF-98AB-B21A-4A15642A4714}"/>
              </a:ext>
            </a:extLst>
          </p:cNvPr>
          <p:cNvSpPr/>
          <p:nvPr/>
        </p:nvSpPr>
        <p:spPr>
          <a:xfrm>
            <a:off x="10270564" y="7000291"/>
            <a:ext cx="2451991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online bookings &amp; aggregator data</a:t>
            </a:r>
            <a:endParaRPr lang="en-US" dirty="0"/>
          </a:p>
        </p:txBody>
      </p:sp>
      <p:pic>
        <p:nvPicPr>
          <p:cNvPr id="142" name="Image 19" descr="/home/claude/gst_infographic/icons/check_blue.png">
            <a:extLst>
              <a:ext uri="{FF2B5EF4-FFF2-40B4-BE49-F238E27FC236}">
                <a16:creationId xmlns:a16="http://schemas.microsoft.com/office/drawing/2014/main" id="{FED2082D-33E7-C12A-C819-2C4854F3C40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887958" y="7389302"/>
            <a:ext cx="259918" cy="190184"/>
          </a:xfrm>
          <a:prstGeom prst="rect">
            <a:avLst/>
          </a:prstGeom>
        </p:spPr>
      </p:pic>
      <p:sp>
        <p:nvSpPr>
          <p:cNvPr id="144" name="Text 36">
            <a:extLst>
              <a:ext uri="{FF2B5EF4-FFF2-40B4-BE49-F238E27FC236}">
                <a16:creationId xmlns:a16="http://schemas.microsoft.com/office/drawing/2014/main" id="{DCE990EF-F97C-7C46-8EC1-8B9C665BE50C}"/>
              </a:ext>
            </a:extLst>
          </p:cNvPr>
          <p:cNvSpPr/>
          <p:nvPr/>
        </p:nvSpPr>
        <p:spPr>
          <a:xfrm>
            <a:off x="13242392" y="7000291"/>
            <a:ext cx="2682129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(cab, taxi, tour operators) compliance</a:t>
            </a:r>
            <a:endParaRPr lang="en-US" dirty="0"/>
          </a:p>
        </p:txBody>
      </p:sp>
      <p:sp>
        <p:nvSpPr>
          <p:cNvPr id="146" name="Shape 37">
            <a:extLst>
              <a:ext uri="{FF2B5EF4-FFF2-40B4-BE49-F238E27FC236}">
                <a16:creationId xmlns:a16="http://schemas.microsoft.com/office/drawing/2014/main" id="{E94A5938-3DC2-CA55-625C-A235629089F6}"/>
              </a:ext>
            </a:extLst>
          </p:cNvPr>
          <p:cNvSpPr/>
          <p:nvPr/>
        </p:nvSpPr>
        <p:spPr>
          <a:xfrm>
            <a:off x="943750" y="8003075"/>
            <a:ext cx="14803553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148" name="Shape 38">
            <a:extLst>
              <a:ext uri="{FF2B5EF4-FFF2-40B4-BE49-F238E27FC236}">
                <a16:creationId xmlns:a16="http://schemas.microsoft.com/office/drawing/2014/main" id="{F0C76B45-7DE5-8EFA-5DAA-E1E95311F72E}"/>
              </a:ext>
            </a:extLst>
          </p:cNvPr>
          <p:cNvSpPr/>
          <p:nvPr/>
        </p:nvSpPr>
        <p:spPr>
          <a:xfrm>
            <a:off x="1120389" y="8210547"/>
            <a:ext cx="803385" cy="587839"/>
          </a:xfrm>
          <a:prstGeom prst="ellipse">
            <a:avLst/>
          </a:prstGeom>
          <a:solidFill>
            <a:srgbClr val="FFFFFF"/>
          </a:solidFill>
          <a:ln w="22225">
            <a:solidFill>
              <a:srgbClr val="5B2E8C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pic>
        <p:nvPicPr>
          <p:cNvPr id="150" name="Image 20" descr="/home/claude/gst_infographic/icons/fest_wedding.png">
            <a:extLst>
              <a:ext uri="{FF2B5EF4-FFF2-40B4-BE49-F238E27FC236}">
                <a16:creationId xmlns:a16="http://schemas.microsoft.com/office/drawing/2014/main" id="{1AF53D6B-6282-69B0-D0C7-370EC0F10EB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97134" y="8339871"/>
            <a:ext cx="449896" cy="329191"/>
          </a:xfrm>
          <a:prstGeom prst="rect">
            <a:avLst/>
          </a:prstGeom>
        </p:spPr>
      </p:pic>
      <p:sp>
        <p:nvSpPr>
          <p:cNvPr id="152" name="Text 39">
            <a:extLst>
              <a:ext uri="{FF2B5EF4-FFF2-40B4-BE49-F238E27FC236}">
                <a16:creationId xmlns:a16="http://schemas.microsoft.com/office/drawing/2014/main" id="{E3BC4CCA-1AD3-58AA-2548-6BFB63CCAAD7}"/>
              </a:ext>
            </a:extLst>
          </p:cNvPr>
          <p:cNvSpPr/>
          <p:nvPr/>
        </p:nvSpPr>
        <p:spPr>
          <a:xfrm>
            <a:off x="1983425" y="8245127"/>
            <a:ext cx="2150237" cy="24205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2000" b="1" dirty="0">
                <a:solidFill>
                  <a:srgbClr val="5B2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Wedding Season</a:t>
            </a:r>
            <a:endParaRPr lang="en-US" sz="2000" dirty="0"/>
          </a:p>
        </p:txBody>
      </p:sp>
      <p:sp>
        <p:nvSpPr>
          <p:cNvPr id="154" name="Text 40">
            <a:extLst>
              <a:ext uri="{FF2B5EF4-FFF2-40B4-BE49-F238E27FC236}">
                <a16:creationId xmlns:a16="http://schemas.microsoft.com/office/drawing/2014/main" id="{498A5564-5D11-E7AD-E0FF-DACB73B934DA}"/>
              </a:ext>
            </a:extLst>
          </p:cNvPr>
          <p:cNvSpPr/>
          <p:nvPr/>
        </p:nvSpPr>
        <p:spPr>
          <a:xfrm>
            <a:off x="2009551" y="8500240"/>
            <a:ext cx="1559513" cy="242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(Dec – Feb)</a:t>
            </a:r>
            <a:endParaRPr lang="en-US" sz="1600" dirty="0"/>
          </a:p>
        </p:txBody>
      </p:sp>
      <p:pic>
        <p:nvPicPr>
          <p:cNvPr id="156" name="Image 21" descr="/home/claude/gst_infographic/icons/check_purple.png">
            <a:extLst>
              <a:ext uri="{FF2B5EF4-FFF2-40B4-BE49-F238E27FC236}">
                <a16:creationId xmlns:a16="http://schemas.microsoft.com/office/drawing/2014/main" id="{4A380437-8BF5-E54F-D395-8EF7CC1F26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2280" y="8376006"/>
            <a:ext cx="259918" cy="190184"/>
          </a:xfrm>
          <a:prstGeom prst="rect">
            <a:avLst/>
          </a:prstGeom>
        </p:spPr>
      </p:pic>
      <p:sp>
        <p:nvSpPr>
          <p:cNvPr id="158" name="Text 41">
            <a:extLst>
              <a:ext uri="{FF2B5EF4-FFF2-40B4-BE49-F238E27FC236}">
                <a16:creationId xmlns:a16="http://schemas.microsoft.com/office/drawing/2014/main" id="{BB6489FA-8BAF-3979-A19E-E4B6818E5C3E}"/>
              </a:ext>
            </a:extLst>
          </p:cNvPr>
          <p:cNvSpPr/>
          <p:nvPr/>
        </p:nvSpPr>
        <p:spPr>
          <a:xfrm>
            <a:off x="4437419" y="7979973"/>
            <a:ext cx="2752027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Banquet halls, caterers, decorators, tent houses</a:t>
            </a:r>
            <a:endParaRPr lang="en-US" dirty="0"/>
          </a:p>
        </p:txBody>
      </p:sp>
      <p:pic>
        <p:nvPicPr>
          <p:cNvPr id="160" name="Image 22" descr="/home/claude/gst_infographic/icons/check_purple.png">
            <a:extLst>
              <a:ext uri="{FF2B5EF4-FFF2-40B4-BE49-F238E27FC236}">
                <a16:creationId xmlns:a16="http://schemas.microsoft.com/office/drawing/2014/main" id="{08CE2361-6A25-6D6F-85D6-BA5F36E700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86173" y="8392085"/>
            <a:ext cx="259918" cy="190184"/>
          </a:xfrm>
          <a:prstGeom prst="rect">
            <a:avLst/>
          </a:prstGeom>
        </p:spPr>
      </p:pic>
      <p:sp>
        <p:nvSpPr>
          <p:cNvPr id="162" name="Text 42">
            <a:extLst>
              <a:ext uri="{FF2B5EF4-FFF2-40B4-BE49-F238E27FC236}">
                <a16:creationId xmlns:a16="http://schemas.microsoft.com/office/drawing/2014/main" id="{99BE69A6-68A7-9D80-F26A-3F847156BEDA}"/>
              </a:ext>
            </a:extLst>
          </p:cNvPr>
          <p:cNvSpPr/>
          <p:nvPr/>
        </p:nvSpPr>
        <p:spPr>
          <a:xfrm>
            <a:off x="7793831" y="7956988"/>
            <a:ext cx="2162159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Photographers, jewellery &amp; event planners</a:t>
            </a:r>
            <a:endParaRPr lang="en-US" dirty="0"/>
          </a:p>
        </p:txBody>
      </p:sp>
      <p:pic>
        <p:nvPicPr>
          <p:cNvPr id="164" name="Image 23" descr="/home/claude/gst_infographic/icons/check_purple.png">
            <a:extLst>
              <a:ext uri="{FF2B5EF4-FFF2-40B4-BE49-F238E27FC236}">
                <a16:creationId xmlns:a16="http://schemas.microsoft.com/office/drawing/2014/main" id="{9D34E97C-2BAE-80B4-8FF6-F4CD5AA33F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384" y="8392085"/>
            <a:ext cx="259918" cy="190184"/>
          </a:xfrm>
          <a:prstGeom prst="rect">
            <a:avLst/>
          </a:prstGeom>
        </p:spPr>
      </p:pic>
      <p:sp>
        <p:nvSpPr>
          <p:cNvPr id="166" name="Text 43">
            <a:extLst>
              <a:ext uri="{FF2B5EF4-FFF2-40B4-BE49-F238E27FC236}">
                <a16:creationId xmlns:a16="http://schemas.microsoft.com/office/drawing/2014/main" id="{67936D18-E6BB-C381-D8DD-E746C58C312A}"/>
              </a:ext>
            </a:extLst>
          </p:cNvPr>
          <p:cNvSpPr/>
          <p:nvPr/>
        </p:nvSpPr>
        <p:spPr>
          <a:xfrm>
            <a:off x="10341562" y="7943699"/>
            <a:ext cx="2162159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under-reporting of B2C supplies</a:t>
            </a:r>
            <a:endParaRPr lang="en-US" dirty="0"/>
          </a:p>
        </p:txBody>
      </p:sp>
      <p:pic>
        <p:nvPicPr>
          <p:cNvPr id="168" name="Image 24" descr="/home/claude/gst_infographic/icons/check_purple.png">
            <a:extLst>
              <a:ext uri="{FF2B5EF4-FFF2-40B4-BE49-F238E27FC236}">
                <a16:creationId xmlns:a16="http://schemas.microsoft.com/office/drawing/2014/main" id="{237F5718-8AFF-913E-9F71-C5A8F15E54E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27863" y="8392085"/>
            <a:ext cx="259918" cy="190184"/>
          </a:xfrm>
          <a:prstGeom prst="rect">
            <a:avLst/>
          </a:prstGeom>
        </p:spPr>
      </p:pic>
      <p:sp>
        <p:nvSpPr>
          <p:cNvPr id="170" name="Text 44">
            <a:extLst>
              <a:ext uri="{FF2B5EF4-FFF2-40B4-BE49-F238E27FC236}">
                <a16:creationId xmlns:a16="http://schemas.microsoft.com/office/drawing/2014/main" id="{3E29B601-6605-5FA1-7E8A-900BEE4F6F1A}"/>
              </a:ext>
            </a:extLst>
          </p:cNvPr>
          <p:cNvSpPr/>
          <p:nvPr/>
        </p:nvSpPr>
        <p:spPr>
          <a:xfrm>
            <a:off x="13182297" y="8003074"/>
            <a:ext cx="2481364" cy="100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dirty="0">
                <a:solidFill>
                  <a:srgbClr val="20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 utilization &amp; cash transaction check</a:t>
            </a:r>
            <a:endParaRPr lang="en-US" dirty="0"/>
          </a:p>
        </p:txBody>
      </p:sp>
      <p:sp>
        <p:nvSpPr>
          <p:cNvPr id="172" name="Shape 45">
            <a:extLst>
              <a:ext uri="{FF2B5EF4-FFF2-40B4-BE49-F238E27FC236}">
                <a16:creationId xmlns:a16="http://schemas.microsoft.com/office/drawing/2014/main" id="{11BF5D2B-5AF5-3590-216D-D9A6FE5DFE22}"/>
              </a:ext>
            </a:extLst>
          </p:cNvPr>
          <p:cNvSpPr/>
          <p:nvPr/>
        </p:nvSpPr>
        <p:spPr>
          <a:xfrm>
            <a:off x="508608" y="13707541"/>
            <a:ext cx="15315730" cy="0"/>
          </a:xfrm>
          <a:prstGeom prst="line">
            <a:avLst/>
          </a:prstGeom>
          <a:noFill/>
          <a:ln w="9525">
            <a:solidFill>
              <a:srgbClr val="D9DDE3"/>
            </a:solidFill>
            <a:prstDash val="solid"/>
          </a:ln>
        </p:spPr>
        <p:txBody>
          <a:bodyPr/>
          <a:lstStyle/>
          <a:p>
            <a:endParaRPr lang="en-IN" sz="2800"/>
          </a:p>
        </p:txBody>
      </p:sp>
      <p:sp>
        <p:nvSpPr>
          <p:cNvPr id="176" name="Shape 8">
            <a:extLst>
              <a:ext uri="{FF2B5EF4-FFF2-40B4-BE49-F238E27FC236}">
                <a16:creationId xmlns:a16="http://schemas.microsoft.com/office/drawing/2014/main" id="{7DDBC64E-4E72-46D1-3359-B2D55EF23F26}"/>
              </a:ext>
            </a:extLst>
          </p:cNvPr>
          <p:cNvSpPr/>
          <p:nvPr/>
        </p:nvSpPr>
        <p:spPr>
          <a:xfrm flipH="1">
            <a:off x="3905307" y="3601016"/>
            <a:ext cx="5445" cy="5314384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en-IN" sz="1600"/>
          </a:p>
        </p:txBody>
      </p:sp>
      <p:sp>
        <p:nvSpPr>
          <p:cNvPr id="178" name="Shape 8">
            <a:extLst>
              <a:ext uri="{FF2B5EF4-FFF2-40B4-BE49-F238E27FC236}">
                <a16:creationId xmlns:a16="http://schemas.microsoft.com/office/drawing/2014/main" id="{89015839-AE9C-0192-C4B2-BB0B7C7C9354}"/>
              </a:ext>
            </a:extLst>
          </p:cNvPr>
          <p:cNvSpPr/>
          <p:nvPr/>
        </p:nvSpPr>
        <p:spPr>
          <a:xfrm>
            <a:off x="931391" y="3638726"/>
            <a:ext cx="12472" cy="53065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en-IN" sz="1600"/>
          </a:p>
        </p:txBody>
      </p:sp>
      <p:sp>
        <p:nvSpPr>
          <p:cNvPr id="180" name="Shape 8">
            <a:extLst>
              <a:ext uri="{FF2B5EF4-FFF2-40B4-BE49-F238E27FC236}">
                <a16:creationId xmlns:a16="http://schemas.microsoft.com/office/drawing/2014/main" id="{C195F5AA-7325-7E1E-CD63-5235FB0FC3A2}"/>
              </a:ext>
            </a:extLst>
          </p:cNvPr>
          <p:cNvSpPr/>
          <p:nvPr/>
        </p:nvSpPr>
        <p:spPr>
          <a:xfrm>
            <a:off x="15725367" y="3601018"/>
            <a:ext cx="21936" cy="5285808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en-IN" sz="1600"/>
          </a:p>
        </p:txBody>
      </p:sp>
      <p:sp>
        <p:nvSpPr>
          <p:cNvPr id="183" name="Arrow: Pentagon 182">
            <a:extLst>
              <a:ext uri="{FF2B5EF4-FFF2-40B4-BE49-F238E27FC236}">
                <a16:creationId xmlns:a16="http://schemas.microsoft.com/office/drawing/2014/main" id="{A7E7DB78-8F69-D6AD-3518-5E7F074BFB23}"/>
              </a:ext>
            </a:extLst>
          </p:cNvPr>
          <p:cNvSpPr/>
          <p:nvPr/>
        </p:nvSpPr>
        <p:spPr>
          <a:xfrm>
            <a:off x="361691" y="1616897"/>
            <a:ext cx="2730920" cy="1094520"/>
          </a:xfrm>
          <a:prstGeom prst="homePlate">
            <a:avLst/>
          </a:prstGeom>
          <a:solidFill>
            <a:srgbClr val="B4C7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2" name="Text 8">
            <a:extLst>
              <a:ext uri="{FF2B5EF4-FFF2-40B4-BE49-F238E27FC236}">
                <a16:creationId xmlns:a16="http://schemas.microsoft.com/office/drawing/2014/main" id="{57DEC038-A56C-8B38-9668-6FA6059B1204}"/>
              </a:ext>
            </a:extLst>
          </p:cNvPr>
          <p:cNvSpPr/>
          <p:nvPr/>
        </p:nvSpPr>
        <p:spPr>
          <a:xfrm>
            <a:off x="223126" y="1549603"/>
            <a:ext cx="2784375" cy="733139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algn="ctr">
              <a:lnSpc>
                <a:spcPct val="132353"/>
              </a:lnSpc>
            </a:pPr>
            <a:r>
              <a:rPr lang="en-US" sz="2800" b="1" kern="0" spc="100" dirty="0">
                <a:latin typeface="Arial" pitchFamily="34" charset="0"/>
                <a:ea typeface="Arial" pitchFamily="34" charset="-122"/>
                <a:cs typeface="Arial" pitchFamily="34" charset="-120"/>
              </a:rPr>
              <a:t>Operations Planned</a:t>
            </a:r>
            <a:endParaRPr lang="en-US" sz="2800" dirty="0"/>
          </a:p>
        </p:txBody>
      </p:sp>
      <p:sp>
        <p:nvSpPr>
          <p:cNvPr id="185" name="Shape 4">
            <a:extLst>
              <a:ext uri="{FF2B5EF4-FFF2-40B4-BE49-F238E27FC236}">
                <a16:creationId xmlns:a16="http://schemas.microsoft.com/office/drawing/2014/main" id="{3A33965F-E98F-802F-EF7D-1D504D6076FB}"/>
              </a:ext>
            </a:extLst>
          </p:cNvPr>
          <p:cNvSpPr/>
          <p:nvPr/>
        </p:nvSpPr>
        <p:spPr>
          <a:xfrm>
            <a:off x="306213" y="854776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8" name="Shape 8">
            <a:extLst>
              <a:ext uri="{FF2B5EF4-FFF2-40B4-BE49-F238E27FC236}">
                <a16:creationId xmlns:a16="http://schemas.microsoft.com/office/drawing/2014/main" id="{D9FDCC30-5F2E-4A84-081A-9B87DD16F63B}"/>
              </a:ext>
            </a:extLst>
          </p:cNvPr>
          <p:cNvSpPr/>
          <p:nvPr/>
        </p:nvSpPr>
        <p:spPr>
          <a:xfrm flipV="1">
            <a:off x="921919" y="8919010"/>
            <a:ext cx="14844319" cy="5212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en-IN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4391AAF3-EB2E-3688-8326-2A784B28A820}"/>
              </a:ext>
            </a:extLst>
          </p:cNvPr>
          <p:cNvSpPr/>
          <p:nvPr/>
        </p:nvSpPr>
        <p:spPr>
          <a:xfrm>
            <a:off x="279400" y="338515"/>
            <a:ext cx="16205200" cy="6061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14576"/>
              </a:lnSpc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Inter-Departmental Data &amp; AI Analytics</a:t>
            </a:r>
            <a:endParaRPr lang="en-US" sz="3467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69A94937-FC3A-8CC4-630A-C4FFAAB01D86}"/>
              </a:ext>
            </a:extLst>
          </p:cNvPr>
          <p:cNvSpPr/>
          <p:nvPr/>
        </p:nvSpPr>
        <p:spPr>
          <a:xfrm>
            <a:off x="898266" y="2312853"/>
            <a:ext cx="12428761" cy="1849742"/>
          </a:xfrm>
          <a:prstGeom prst="roundRect">
            <a:avLst>
              <a:gd name="adj" fmla="val 306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2844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EBAB4719-CE51-A5A2-90A8-71F89BABF08F}"/>
              </a:ext>
            </a:extLst>
          </p:cNvPr>
          <p:cNvSpPr/>
          <p:nvPr/>
        </p:nvSpPr>
        <p:spPr>
          <a:xfrm>
            <a:off x="1310640" y="2882588"/>
            <a:ext cx="12743288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2553DF85-BF5C-E19A-95EB-539C2AB8FB9A}"/>
              </a:ext>
            </a:extLst>
          </p:cNvPr>
          <p:cNvSpPr/>
          <p:nvPr/>
        </p:nvSpPr>
        <p:spPr>
          <a:xfrm>
            <a:off x="1401857" y="1063581"/>
            <a:ext cx="14370" cy="1888100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1C2E5B95-00CC-D521-4574-B1FA156EA07D}"/>
              </a:ext>
            </a:extLst>
          </p:cNvPr>
          <p:cNvSpPr/>
          <p:nvPr/>
        </p:nvSpPr>
        <p:spPr>
          <a:xfrm>
            <a:off x="13935088" y="1107841"/>
            <a:ext cx="14370" cy="1716455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2844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79F8A241-3D9C-6F00-646E-6EB8CA67DDA5}"/>
              </a:ext>
            </a:extLst>
          </p:cNvPr>
          <p:cNvSpPr/>
          <p:nvPr/>
        </p:nvSpPr>
        <p:spPr>
          <a:xfrm>
            <a:off x="1737762" y="1658550"/>
            <a:ext cx="8859184" cy="302766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342900" indent="-342900">
              <a:lnSpc>
                <a:spcPct val="130435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tax evasion using inter-departmental data sources.</a:t>
            </a:r>
            <a:endParaRPr lang="en-US" sz="2400" dirty="0"/>
          </a:p>
        </p:txBody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4AD3D7BF-DBB5-5B78-954B-08A0287FCD71}"/>
              </a:ext>
            </a:extLst>
          </p:cNvPr>
          <p:cNvSpPr/>
          <p:nvPr/>
        </p:nvSpPr>
        <p:spPr>
          <a:xfrm>
            <a:off x="1737762" y="2253996"/>
            <a:ext cx="8767237" cy="28180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342900" indent="-342900">
              <a:lnSpc>
                <a:spcPct val="130435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322E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tax evasion using AI &amp; risk-based analytics.</a:t>
            </a:r>
            <a:endParaRPr lang="en-US" sz="240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95367BB9-2E94-FBC2-C60E-FD8E4478480B}"/>
              </a:ext>
            </a:extLst>
          </p:cNvPr>
          <p:cNvSpPr/>
          <p:nvPr/>
        </p:nvSpPr>
        <p:spPr>
          <a:xfrm>
            <a:off x="1737762" y="1148657"/>
            <a:ext cx="8188312" cy="383248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2000" b="1" kern="0" spc="100" dirty="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</a:t>
            </a:r>
            <a:endParaRPr lang="en-US" sz="2000" dirty="0"/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C409E8D-EF5C-BD60-809C-0D050B1F7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0954759"/>
              </p:ext>
            </p:extLst>
          </p:nvPr>
        </p:nvGraphicFramePr>
        <p:xfrm>
          <a:off x="1327114" y="3546849"/>
          <a:ext cx="12504492" cy="3641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2246">
                  <a:extLst>
                    <a:ext uri="{9D8B030D-6E8A-4147-A177-3AD203B41FA5}">
                      <a16:colId xmlns:a16="http://schemas.microsoft.com/office/drawing/2014/main" val="2833621811"/>
                    </a:ext>
                  </a:extLst>
                </a:gridCol>
                <a:gridCol w="6252246">
                  <a:extLst>
                    <a:ext uri="{9D8B030D-6E8A-4147-A177-3AD203B41FA5}">
                      <a16:colId xmlns:a16="http://schemas.microsoft.com/office/drawing/2014/main" val="1661273952"/>
                    </a:ext>
                  </a:extLst>
                </a:gridCol>
              </a:tblGrid>
              <a:tr h="728303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Particulars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7271"/>
                  </a:ext>
                </a:extLst>
              </a:tr>
              <a:tr h="728303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No. of </a:t>
                      </a:r>
                      <a:r>
                        <a:rPr lang="en-US" sz="2400" kern="1200" dirty="0" err="1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Depts</a:t>
                      </a:r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 from whom data is received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5</a:t>
                      </a:r>
                      <a:endParaRPr lang="en-IN" sz="28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606095"/>
                  </a:ext>
                </a:extLst>
              </a:tr>
              <a:tr h="728303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No. of </a:t>
                      </a:r>
                      <a:r>
                        <a:rPr lang="en-US" sz="2400" kern="1200" dirty="0" err="1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Depts</a:t>
                      </a:r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 from whom data is requested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5</a:t>
                      </a:r>
                      <a:endParaRPr lang="en-IN" sz="28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279928"/>
                  </a:ext>
                </a:extLst>
              </a:tr>
              <a:tr h="728303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No. of use cases developed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8</a:t>
                      </a:r>
                      <a:endParaRPr lang="en-IN" sz="28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942468"/>
                  </a:ext>
                </a:extLst>
              </a:tr>
              <a:tr h="728303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Revenue Potential detected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Approx. 100 Cr.</a:t>
                      </a:r>
                      <a:endParaRPr lang="en-IN" sz="28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003800"/>
                  </a:ext>
                </a:extLst>
              </a:tr>
            </a:tbl>
          </a:graphicData>
        </a:graphic>
      </p:graphicFrame>
      <p:sp>
        <p:nvSpPr>
          <p:cNvPr id="3" name="Shape 4">
            <a:extLst>
              <a:ext uri="{FF2B5EF4-FFF2-40B4-BE49-F238E27FC236}">
                <a16:creationId xmlns:a16="http://schemas.microsoft.com/office/drawing/2014/main" id="{526D980D-7432-07E4-18E6-D5B5D6CF45BF}"/>
              </a:ext>
            </a:extLst>
          </p:cNvPr>
          <p:cNvSpPr/>
          <p:nvPr/>
        </p:nvSpPr>
        <p:spPr>
          <a:xfrm>
            <a:off x="279400" y="93162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68181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59002-571B-1343-ACC8-662CA445E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6CCA9-37DF-C407-61A2-2B9DA3FA4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400" y="198662"/>
            <a:ext cx="14943513" cy="876453"/>
          </a:xfrm>
        </p:spPr>
        <p:txBody>
          <a:bodyPr>
            <a:noAutofit/>
          </a:bodyPr>
          <a:lstStyle/>
          <a:p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Inter-departmental data sources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8BAD4B-0083-1281-E56C-C7D1154348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446767"/>
              </p:ext>
            </p:extLst>
          </p:nvPr>
        </p:nvGraphicFramePr>
        <p:xfrm>
          <a:off x="279400" y="1104144"/>
          <a:ext cx="15240001" cy="7841194"/>
        </p:xfrm>
        <a:graphic>
          <a:graphicData uri="http://schemas.openxmlformats.org/drawingml/2006/table">
            <a:tbl>
              <a:tblPr/>
              <a:tblGrid>
                <a:gridCol w="549432">
                  <a:extLst>
                    <a:ext uri="{9D8B030D-6E8A-4147-A177-3AD203B41FA5}">
                      <a16:colId xmlns:a16="http://schemas.microsoft.com/office/drawing/2014/main" val="1108260362"/>
                    </a:ext>
                  </a:extLst>
                </a:gridCol>
                <a:gridCol w="2190103">
                  <a:extLst>
                    <a:ext uri="{9D8B030D-6E8A-4147-A177-3AD203B41FA5}">
                      <a16:colId xmlns:a16="http://schemas.microsoft.com/office/drawing/2014/main" val="3490116710"/>
                    </a:ext>
                  </a:extLst>
                </a:gridCol>
                <a:gridCol w="2970385">
                  <a:extLst>
                    <a:ext uri="{9D8B030D-6E8A-4147-A177-3AD203B41FA5}">
                      <a16:colId xmlns:a16="http://schemas.microsoft.com/office/drawing/2014/main" val="2473628449"/>
                    </a:ext>
                  </a:extLst>
                </a:gridCol>
                <a:gridCol w="4404360">
                  <a:extLst>
                    <a:ext uri="{9D8B030D-6E8A-4147-A177-3AD203B41FA5}">
                      <a16:colId xmlns:a16="http://schemas.microsoft.com/office/drawing/2014/main" val="3430769272"/>
                    </a:ext>
                  </a:extLst>
                </a:gridCol>
                <a:gridCol w="24179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07812">
                  <a:extLst>
                    <a:ext uri="{9D8B030D-6E8A-4147-A177-3AD203B41FA5}">
                      <a16:colId xmlns:a16="http://schemas.microsoft.com/office/drawing/2014/main" val="2404685065"/>
                    </a:ext>
                  </a:extLst>
                </a:gridCol>
              </a:tblGrid>
              <a:tr h="65280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i="0" u="sng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#</a:t>
                      </a:r>
                      <a:r>
                        <a:rPr lang="en-IN" sz="2000" b="1" i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en-IN" sz="2000" b="1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Dept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Departmental Data</a:t>
                      </a:r>
                      <a:r>
                        <a:rPr lang="en-IN" sz="2000" b="1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Taken</a:t>
                      </a:r>
                      <a:endParaRPr lang="en-IN" sz="20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 Cases based on data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 of Cases &amp; Revenue potential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Integration Status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5143184"/>
                  </a:ext>
                </a:extLst>
              </a:tr>
              <a:tr h="130561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Electricity (DISCOM)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Electricity Consumption Data for 1 year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457200" algn="l" rtl="0" fontAlgn="ctr">
                        <a:buAutoNum type="arabicPeriod"/>
                      </a:pPr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 Turnover low Consumption</a:t>
                      </a:r>
                    </a:p>
                    <a:p>
                      <a:pPr marL="457200" lvl="0" indent="-457200" algn="l" rtl="0" fontAlgn="ctr">
                        <a:buAutoNum type="arabicPeriod"/>
                      </a:pPr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 Turnover High Consumption</a:t>
                      </a:r>
                    </a:p>
                    <a:p>
                      <a:pPr marL="457200" lvl="0" indent="-457200" algn="l" rtl="0" fontAlgn="ctr">
                        <a:buAutoNum type="arabicPeriod"/>
                      </a:pPr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Domestic Connection but High Turnover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238 Cases</a:t>
                      </a:r>
                      <a:endParaRPr lang="en-IN" sz="20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rgbClr val="11734B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Complete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604536"/>
                  </a:ext>
                </a:extLst>
              </a:tr>
              <a:tr h="123847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IGRS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Joint Development Agreement, Rent Agreements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 Rent Agreement vs GST RCM Paid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124 Cases;</a:t>
                      </a:r>
                    </a:p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Potential: 18 Cr.</a:t>
                      </a:r>
                      <a:endParaRPr lang="en-IN" sz="20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rgbClr val="11734B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Complete</a:t>
                      </a:r>
                      <a:endParaRPr lang="en-IN" sz="2000" b="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018362"/>
                  </a:ext>
                </a:extLst>
              </a:tr>
              <a:tr h="154809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Mining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eRawanna</a:t>
                      </a:r>
                      <a:r>
                        <a:rPr lang="en-IN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Transit Pass, ERCC</a:t>
                      </a:r>
                      <a:r>
                        <a:rPr lang="en-IN" sz="2000" b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contracts</a:t>
                      </a:r>
                      <a:endParaRPr lang="en-IN" sz="20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 ERCC royalty discrepancy</a:t>
                      </a:r>
                      <a:b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 Royalty paid vs RCM paid in GST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3198 Cases; Potential: 50 Cr.</a:t>
                      </a:r>
                      <a:endParaRPr lang="en-IN" sz="20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dirty="0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Dump Received; </a:t>
                      </a:r>
                    </a:p>
                    <a:p>
                      <a:pPr algn="ctr" rtl="0" fontAlgn="ctr"/>
                      <a:r>
                        <a:rPr lang="en-IN" sz="1800" b="1" dirty="0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 Cases Developed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163472"/>
                  </a:ext>
                </a:extLst>
              </a:tr>
              <a:tr h="154809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RERA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Property sold, </a:t>
                      </a:r>
                    </a:p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 detail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indent="-457200" algn="l" rtl="0" fontAlgn="ctr">
                        <a:buAutoNum type="arabicPeriod"/>
                      </a:pPr>
                      <a:r>
                        <a:rPr lang="en-IN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Units Sold vs GST Turnover</a:t>
                      </a:r>
                    </a:p>
                    <a:p>
                      <a:pPr marL="457200" indent="-457200" algn="l" rtl="0" fontAlgn="ctr">
                        <a:buAutoNum type="arabicPeriod"/>
                      </a:pPr>
                      <a:r>
                        <a:rPr lang="en-IN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ITC reversal due to Completion Certificate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271 Cases;</a:t>
                      </a:r>
                    </a:p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Potential: 30 Cr.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dirty="0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Dump Received; </a:t>
                      </a:r>
                    </a:p>
                    <a:p>
                      <a:pPr algn="ctr" rtl="0" fontAlgn="ctr"/>
                      <a:r>
                        <a:rPr lang="en-IN" sz="1800" b="1" dirty="0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 Cases Developed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813917"/>
                  </a:ext>
                </a:extLst>
              </a:tr>
              <a:tr h="154809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RGHS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Payments and Invoices details for Hospitals and Pharmacies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indent="-457200" algn="l" rtl="0" fontAlgn="ctr">
                        <a:buAutoNum type="arabicPeriod"/>
                      </a:pPr>
                      <a:r>
                        <a:rPr lang="en-IN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Cancelled Taxpayer Invoices</a:t>
                      </a:r>
                    </a:p>
                    <a:p>
                      <a:pPr marL="457200" indent="-457200" algn="l" rtl="0" fontAlgn="ctr">
                        <a:buAutoNum type="arabicPeriod"/>
                      </a:pPr>
                      <a:r>
                        <a:rPr lang="en-IN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Turnover Mismatch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238 Cases;</a:t>
                      </a:r>
                    </a:p>
                    <a:p>
                      <a:pPr algn="ctr" rtl="0" fontAlgn="ctr"/>
                      <a:r>
                        <a:rPr lang="en-US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Potential: 5 Cr.</a:t>
                      </a:r>
                      <a:endParaRPr lang="en-IN" sz="20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800" b="1" dirty="0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Sample Data Received; </a:t>
                      </a:r>
                    </a:p>
                    <a:p>
                      <a:pPr algn="ctr" rtl="0" fontAlgn="ctr"/>
                      <a:r>
                        <a:rPr lang="en-IN" sz="1800" b="1" dirty="0">
                          <a:solidFill>
                            <a:srgbClr val="0A53A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 Cases Developed</a:t>
                      </a:r>
                      <a:endParaRPr lang="en-IN" sz="1800" b="0" dirty="0">
                        <a:solidFill>
                          <a:srgbClr val="D4EDBC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05767"/>
                  </a:ext>
                </a:extLst>
              </a:tr>
            </a:tbl>
          </a:graphicData>
        </a:graphic>
      </p:graphicFrame>
      <p:sp>
        <p:nvSpPr>
          <p:cNvPr id="5" name="Shape 4">
            <a:extLst>
              <a:ext uri="{FF2B5EF4-FFF2-40B4-BE49-F238E27FC236}">
                <a16:creationId xmlns:a16="http://schemas.microsoft.com/office/drawing/2014/main" id="{80044542-B28F-5A06-95E4-ED1D12E8C07B}"/>
              </a:ext>
            </a:extLst>
          </p:cNvPr>
          <p:cNvSpPr/>
          <p:nvPr/>
        </p:nvSpPr>
        <p:spPr>
          <a:xfrm>
            <a:off x="279400" y="93162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6645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79400" y="240792"/>
            <a:ext cx="14874240" cy="7924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algn="just" defTabSz="1219170">
              <a:lnSpc>
                <a:spcPct val="90000"/>
              </a:lnSpc>
              <a:spcBef>
                <a:spcPct val="0"/>
              </a:spcBef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  <a:ea typeface="+mj-ea"/>
                <a:cs typeface="+mj-cs"/>
              </a:rPr>
              <a:t>Example: Health Care Sector (</a:t>
            </a:r>
            <a:r>
              <a:rPr lang="en-US" sz="3467" b="1">
                <a:solidFill>
                  <a:srgbClr val="1A3257"/>
                </a:solidFill>
                <a:latin typeface="Georgia" pitchFamily="34" charset="0"/>
                <a:ea typeface="+mj-ea"/>
                <a:cs typeface="+mj-cs"/>
              </a:rPr>
              <a:t>RGHS vs</a:t>
            </a:r>
            <a:r>
              <a:rPr lang="en-US" sz="3467" b="1" dirty="0">
                <a:solidFill>
                  <a:srgbClr val="1A3257"/>
                </a:solidFill>
                <a:latin typeface="Georgia" pitchFamily="34" charset="0"/>
                <a:ea typeface="+mj-ea"/>
                <a:cs typeface="+mj-cs"/>
              </a:rPr>
              <a:t> GST Data Analysis)</a:t>
            </a:r>
          </a:p>
        </p:txBody>
      </p:sp>
      <p:sp>
        <p:nvSpPr>
          <p:cNvPr id="4" name="Shape 2"/>
          <p:cNvSpPr/>
          <p:nvPr/>
        </p:nvSpPr>
        <p:spPr>
          <a:xfrm>
            <a:off x="8280400" y="2682240"/>
            <a:ext cx="5580888" cy="4312920"/>
          </a:xfrm>
          <a:prstGeom prst="roundRect">
            <a:avLst>
              <a:gd name="adj" fmla="val 2254"/>
            </a:avLst>
          </a:prstGeom>
          <a:solidFill>
            <a:srgbClr val="EEF3FC"/>
          </a:solidFill>
          <a:ln>
            <a:solidFill>
              <a:schemeClr val="bg2">
                <a:lumMod val="75000"/>
              </a:schemeClr>
            </a:solidFill>
          </a:ln>
          <a:effectLst>
            <a:outerShdw blurRad="50800" dist="38100" dir="2700000" sx="101000" sy="101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8509000" y="3023616"/>
            <a:ext cx="609600" cy="6096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8509000" y="302361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2</a:t>
            </a:r>
            <a:endParaRPr lang="en-US" sz="28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9264904" y="3060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000" b="1" kern="0" spc="133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2</a:t>
            </a:r>
            <a:endParaRPr lang="en-US" sz="20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8509000" y="3505200"/>
            <a:ext cx="4133088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>
              <a:lnSpc>
                <a:spcPct val="110000"/>
              </a:lnSpc>
            </a:pPr>
            <a:r>
              <a:rPr lang="en-US" sz="2400" b="1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of turnover</a:t>
            </a:r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8509000" y="4343400"/>
            <a:ext cx="48006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>
              <a:lnSpc>
                <a:spcPct val="125000"/>
              </a:lnSpc>
            </a:pPr>
            <a:r>
              <a:rPr lang="en-US" sz="240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deducted by RGHS is more than the total turnover shown in GST returns.</a:t>
            </a:r>
          </a:p>
        </p:txBody>
      </p:sp>
      <p:sp>
        <p:nvSpPr>
          <p:cNvPr id="10" name="Shape 8"/>
          <p:cNvSpPr/>
          <p:nvPr/>
        </p:nvSpPr>
        <p:spPr>
          <a:xfrm>
            <a:off x="8509000" y="5852160"/>
            <a:ext cx="4133088" cy="0"/>
          </a:xfrm>
          <a:prstGeom prst="line">
            <a:avLst/>
          </a:prstGeom>
          <a:noFill/>
          <a:ln w="9525">
            <a:solidFill>
              <a:srgbClr val="C4CFE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8509000" y="6035040"/>
            <a:ext cx="2066544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TAXPAYERS</a:t>
            </a:r>
            <a:endParaRPr lang="en-US" sz="1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509000" y="6339840"/>
            <a:ext cx="206654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</a:t>
            </a:r>
            <a:endParaRPr lang="en-US" sz="40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575544" y="6035040"/>
            <a:ext cx="2066544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</a:t>
            </a:r>
            <a:endParaRPr lang="en-US" sz="1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575544" y="6339840"/>
            <a:ext cx="206654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600" b="1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₹29.14 Cr</a:t>
            </a:r>
            <a:endParaRPr lang="en-US" sz="3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245360" y="2667000"/>
            <a:ext cx="5580888" cy="4343400"/>
          </a:xfrm>
          <a:prstGeom prst="roundRect">
            <a:avLst>
              <a:gd name="adj" fmla="val 2254"/>
            </a:avLst>
          </a:prstGeom>
          <a:solidFill>
            <a:srgbClr val="EEF3FC"/>
          </a:solidFill>
          <a:ln>
            <a:solidFill>
              <a:schemeClr val="bg2">
                <a:lumMod val="75000"/>
              </a:schemeClr>
            </a:solidFill>
          </a:ln>
          <a:effectLst>
            <a:outerShdw blurRad="50800" dist="38100" dir="2700000" sx="101000" sy="101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2586736" y="3008376"/>
            <a:ext cx="609600" cy="6096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2586736" y="300837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800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42640" y="30449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000" b="1" kern="0" spc="133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</a:t>
            </a:r>
            <a:endParaRPr lang="en-US" sz="20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586736" y="3657600"/>
            <a:ext cx="493166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>
              <a:lnSpc>
                <a:spcPct val="110000"/>
              </a:lnSpc>
            </a:pPr>
            <a:r>
              <a:rPr lang="en-US" sz="2400" b="1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 GSTIN, invoices Still Issued</a:t>
            </a:r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586736" y="4495800"/>
            <a:ext cx="470306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>
              <a:lnSpc>
                <a:spcPct val="125000"/>
              </a:lnSpc>
            </a:pPr>
            <a:r>
              <a:rPr lang="en-US" sz="240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registration cancelled, yet RGHS continued deducting TDS against the same GSTIN.</a:t>
            </a:r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586736" y="5836920"/>
            <a:ext cx="4133088" cy="0"/>
          </a:xfrm>
          <a:prstGeom prst="line">
            <a:avLst/>
          </a:prstGeom>
          <a:noFill/>
          <a:ln w="9525">
            <a:solidFill>
              <a:srgbClr val="C4CFE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2586736" y="6019800"/>
            <a:ext cx="2066544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TAXPAYERS</a:t>
            </a:r>
            <a:endParaRPr lang="en-US" sz="1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2586736" y="6324600"/>
            <a:ext cx="206654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0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653280" y="6019800"/>
            <a:ext cx="2066544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</a:t>
            </a:r>
            <a:endParaRPr lang="en-US" sz="1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653280" y="6324600"/>
            <a:ext cx="206654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600" b="1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₹1.30 Cr</a:t>
            </a:r>
            <a:endParaRPr lang="en-US" sz="36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78688" y="7315200"/>
            <a:ext cx="14874240" cy="1463040"/>
          </a:xfrm>
          <a:prstGeom prst="roundRect">
            <a:avLst>
              <a:gd name="adj" fmla="val 6667"/>
            </a:avLst>
          </a:prstGeom>
          <a:solidFill>
            <a:srgbClr val="B4C7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166368" y="7315200"/>
            <a:ext cx="5056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800" b="1" kern="0" spc="1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TOTAL ACROSS ALL USE CASES</a:t>
            </a:r>
            <a:endParaRPr lang="en-US" sz="2800" dirty="0">
              <a:latin typeface="Calibri" panose="020F0502020204030204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994400" y="73152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3733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238</a:t>
            </a:r>
            <a:endParaRPr lang="en-US" sz="3733" dirty="0">
              <a:latin typeface="Calibri" panose="020F0502020204030204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3132816" y="7333488"/>
            <a:ext cx="20665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9170"/>
            <a:r>
              <a:rPr lang="en-US" sz="3200" b="1" dirty="0">
                <a:solidFill>
                  <a:srgbClr val="C242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₹30.44 Cr</a:t>
            </a:r>
            <a:endParaRPr lang="en-US" sz="3200" dirty="0">
              <a:solidFill>
                <a:srgbClr val="C24236"/>
              </a:solidFill>
              <a:latin typeface="Calibri" panose="020F0502020204030204"/>
            </a:endParaRPr>
          </a:p>
        </p:txBody>
      </p:sp>
      <p:sp>
        <p:nvSpPr>
          <p:cNvPr id="42" name="Text 36">
            <a:extLst>
              <a:ext uri="{FF2B5EF4-FFF2-40B4-BE49-F238E27FC236}">
                <a16:creationId xmlns:a16="http://schemas.microsoft.com/office/drawing/2014/main" id="{1B24E402-9731-8788-BF16-ECBC884BBA54}"/>
              </a:ext>
            </a:extLst>
          </p:cNvPr>
          <p:cNvSpPr/>
          <p:nvPr/>
        </p:nvSpPr>
        <p:spPr>
          <a:xfrm>
            <a:off x="8725408" y="7315200"/>
            <a:ext cx="487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800" b="1" kern="0" spc="1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Total Turnover Mismatch</a:t>
            </a:r>
            <a:endParaRPr lang="en-US" sz="2800" dirty="0">
              <a:latin typeface="Calibri" panose="020F0502020204030204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F93FEE2-6A14-49F2-E365-E89D8EDD05CD}"/>
              </a:ext>
            </a:extLst>
          </p:cNvPr>
          <p:cNvSpPr txBox="1"/>
          <p:nvPr/>
        </p:nvSpPr>
        <p:spPr>
          <a:xfrm>
            <a:off x="613664" y="1072896"/>
            <a:ext cx="1438351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As per the preliminary analysis of Pharmacy and Hospitals data shared by RGHS, 2 major use cases have been detected on comparing the GST Returns data with the invoice data:</a:t>
            </a: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DEDDAEE9-AB74-C19F-FAC7-8306127691A8}"/>
              </a:ext>
            </a:extLst>
          </p:cNvPr>
          <p:cNvSpPr/>
          <p:nvPr/>
        </p:nvSpPr>
        <p:spPr>
          <a:xfrm>
            <a:off x="279400" y="93162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611ED-671B-3E17-C5E1-798C9974C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9FC93-607F-B066-D5B8-3070A3FF7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400" y="160510"/>
            <a:ext cx="14943513" cy="876453"/>
          </a:xfrm>
        </p:spPr>
        <p:txBody>
          <a:bodyPr>
            <a:noAutofit/>
          </a:bodyPr>
          <a:lstStyle/>
          <a:p>
            <a:pPr algn="just">
              <a:defRPr/>
            </a:pPr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Inter-departmental data sources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209358-E68C-1BBB-6DA3-CD240D0A4F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71669"/>
              </p:ext>
            </p:extLst>
          </p:nvPr>
        </p:nvGraphicFramePr>
        <p:xfrm>
          <a:off x="279400" y="1104145"/>
          <a:ext cx="15713635" cy="7663338"/>
        </p:xfrm>
        <a:graphic>
          <a:graphicData uri="http://schemas.openxmlformats.org/drawingml/2006/table">
            <a:tbl>
              <a:tblPr/>
              <a:tblGrid>
                <a:gridCol w="616802">
                  <a:extLst>
                    <a:ext uri="{9D8B030D-6E8A-4147-A177-3AD203B41FA5}">
                      <a16:colId xmlns:a16="http://schemas.microsoft.com/office/drawing/2014/main" val="1108260362"/>
                    </a:ext>
                  </a:extLst>
                </a:gridCol>
                <a:gridCol w="2458644">
                  <a:extLst>
                    <a:ext uri="{9D8B030D-6E8A-4147-A177-3AD203B41FA5}">
                      <a16:colId xmlns:a16="http://schemas.microsoft.com/office/drawing/2014/main" val="3490116710"/>
                    </a:ext>
                  </a:extLst>
                </a:gridCol>
                <a:gridCol w="3635945">
                  <a:extLst>
                    <a:ext uri="{9D8B030D-6E8A-4147-A177-3AD203B41FA5}">
                      <a16:colId xmlns:a16="http://schemas.microsoft.com/office/drawing/2014/main" val="2473628449"/>
                    </a:ext>
                  </a:extLst>
                </a:gridCol>
                <a:gridCol w="5962411">
                  <a:extLst>
                    <a:ext uri="{9D8B030D-6E8A-4147-A177-3AD203B41FA5}">
                      <a16:colId xmlns:a16="http://schemas.microsoft.com/office/drawing/2014/main" val="1161867843"/>
                    </a:ext>
                  </a:extLst>
                </a:gridCol>
                <a:gridCol w="3039833">
                  <a:extLst>
                    <a:ext uri="{9D8B030D-6E8A-4147-A177-3AD203B41FA5}">
                      <a16:colId xmlns:a16="http://schemas.microsoft.com/office/drawing/2014/main" val="2404685065"/>
                    </a:ext>
                  </a:extLst>
                </a:gridCol>
              </a:tblGrid>
              <a:tr h="31862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i="0" u="sng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#</a:t>
                      </a:r>
                      <a:r>
                        <a:rPr lang="en-IN" sz="2000" b="1" i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en-IN" sz="20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Dept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Integration Task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Current Status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Integration Status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5143184"/>
                  </a:ext>
                </a:extLst>
              </a:tr>
              <a:tr h="104924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Transport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ptos Narrow" panose="020B0004020202020204"/>
                        </a:rPr>
                        <a:t>Vehicle Owner Detail (Vehicle Registration Data)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</a:rPr>
                        <a:t>API requested from MoRTH and Transport Dept..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604536"/>
                  </a:ext>
                </a:extLst>
              </a:tr>
              <a:tr h="1049244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JDA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ptos Narrow" panose="020B0004020202020204"/>
                        </a:rPr>
                        <a:t>Invoice wise detail of payment done against the contracts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</a:rPr>
                        <a:t>Sample Data Shared by JDA, API is being developed at their end. 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018362"/>
                  </a:ext>
                </a:extLst>
              </a:tr>
              <a:tr h="131155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IFMS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ptos Narrow" panose="020B0004020202020204"/>
                        </a:rPr>
                        <a:t>Invoice wise detail of payment done against the vendors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</a:rPr>
                        <a:t>Discussion done. API is being developed at their end. </a:t>
                      </a:r>
                      <a:endParaRPr lang="en-US" sz="2000" b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163472"/>
                  </a:ext>
                </a:extLst>
              </a:tr>
              <a:tr h="131155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Railways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Weight of Goods, Value of Goods etc.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feasibility study under progress. 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813917"/>
                  </a:ext>
                </a:extLst>
              </a:tr>
              <a:tr h="131155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0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UDH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ptos Narrow" panose="020B0004020202020204"/>
                        </a:rPr>
                        <a:t>Auction processing fees, Lease of land , Sales of commercial plots , Licensing fees </a:t>
                      </a:r>
                      <a:endParaRPr lang="en-US" sz="2000" b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feasibility study under progress.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 Progress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05767"/>
                  </a:ext>
                </a:extLst>
              </a:tr>
              <a:tr h="131155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  <a:endParaRPr lang="en-IN" sz="20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0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Electricity (DISCOM)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We need read only data access to fetch details using tradenames/ legal name/ mobile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2000" b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We are only able to fetch details using K-Number which is not available for all the taxpayers.</a:t>
                      </a: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 Progress</a:t>
                      </a:r>
                      <a:endParaRPr kumimoji="0" lang="en-IN" sz="2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927" marR="4927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470101"/>
                  </a:ext>
                </a:extLst>
              </a:tr>
            </a:tbl>
          </a:graphicData>
        </a:graphic>
      </p:graphicFrame>
      <p:sp>
        <p:nvSpPr>
          <p:cNvPr id="5" name="Shape 4">
            <a:extLst>
              <a:ext uri="{FF2B5EF4-FFF2-40B4-BE49-F238E27FC236}">
                <a16:creationId xmlns:a16="http://schemas.microsoft.com/office/drawing/2014/main" id="{6677CCC9-5BA1-A366-AF89-1F2D92A0C794}"/>
              </a:ext>
            </a:extLst>
          </p:cNvPr>
          <p:cNvSpPr/>
          <p:nvPr/>
        </p:nvSpPr>
        <p:spPr>
          <a:xfrm>
            <a:off x="279400" y="93162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1188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C90B41-7E73-D64F-0130-0F8F57F5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6152506-02CA-D458-B0F9-31BF6A6D58C7}"/>
              </a:ext>
            </a:extLst>
          </p:cNvPr>
          <p:cNvSpPr/>
          <p:nvPr/>
        </p:nvSpPr>
        <p:spPr>
          <a:xfrm>
            <a:off x="721360" y="240791"/>
            <a:ext cx="15636240" cy="954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AI – ML &amp; Risk Based Analytics  (1/3)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5051997-985B-C68F-75F9-AE021F5C9944}"/>
              </a:ext>
            </a:extLst>
          </p:cNvPr>
          <p:cNvGrpSpPr/>
          <p:nvPr/>
        </p:nvGrpSpPr>
        <p:grpSpPr>
          <a:xfrm>
            <a:off x="431800" y="1905000"/>
            <a:ext cx="15392400" cy="6050279"/>
            <a:chOff x="736600" y="2657855"/>
            <a:chExt cx="15392400" cy="4352545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F8D797FA-DAC4-050C-080A-F951623D9329}"/>
                </a:ext>
              </a:extLst>
            </p:cNvPr>
            <p:cNvSpPr/>
            <p:nvPr/>
          </p:nvSpPr>
          <p:spPr>
            <a:xfrm>
              <a:off x="6070600" y="2682240"/>
              <a:ext cx="4931664" cy="4312920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4980AA2A-EEDD-33D8-CC75-82A6EF1EEB25}"/>
                </a:ext>
              </a:extLst>
            </p:cNvPr>
            <p:cNvSpPr/>
            <p:nvPr/>
          </p:nvSpPr>
          <p:spPr>
            <a:xfrm>
              <a:off x="6299200" y="3023616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89ABE19A-B822-C4D4-D36B-8071CCD535DF}"/>
                </a:ext>
              </a:extLst>
            </p:cNvPr>
            <p:cNvSpPr/>
            <p:nvPr/>
          </p:nvSpPr>
          <p:spPr>
            <a:xfrm>
              <a:off x="6299200" y="3023616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</a:rPr>
                <a:t>2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CF0585F4-47E5-438C-7FCB-EF0C41097EDD}"/>
                </a:ext>
              </a:extLst>
            </p:cNvPr>
            <p:cNvSpPr/>
            <p:nvPr/>
          </p:nvSpPr>
          <p:spPr>
            <a:xfrm>
              <a:off x="7055104" y="3060192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2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A874EC4D-9F80-F7A3-CD50-A13AA1871B0F}"/>
                </a:ext>
              </a:extLst>
            </p:cNvPr>
            <p:cNvSpPr/>
            <p:nvPr/>
          </p:nvSpPr>
          <p:spPr>
            <a:xfrm>
              <a:off x="6396735" y="3557016"/>
              <a:ext cx="4435715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Non-Filers more than 6 months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E8A2B03E-E6B8-3D55-3CED-4FE6D0E24574}"/>
                </a:ext>
              </a:extLst>
            </p:cNvPr>
            <p:cNvSpPr/>
            <p:nvPr/>
          </p:nvSpPr>
          <p:spPr>
            <a:xfrm>
              <a:off x="6299200" y="4343400"/>
              <a:ext cx="4800600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 who have not filed return for than 6 month, either made to file returns or suspended / cancelled if found inexistent / non-genuine.</a:t>
              </a: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F191BD88-2818-B63E-1647-44C97C14DF6E}"/>
                </a:ext>
              </a:extLst>
            </p:cNvPr>
            <p:cNvSpPr/>
            <p:nvPr/>
          </p:nvSpPr>
          <p:spPr>
            <a:xfrm>
              <a:off x="6299200" y="5852160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74E52D6B-CA5E-899C-F5F3-9AD79CD90610}"/>
                </a:ext>
              </a:extLst>
            </p:cNvPr>
            <p:cNvSpPr/>
            <p:nvPr/>
          </p:nvSpPr>
          <p:spPr>
            <a:xfrm>
              <a:off x="6299200" y="603504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 dirty="0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9480B2C4-73EE-6008-BF21-9B4EF7F2AB67}"/>
                </a:ext>
              </a:extLst>
            </p:cNvPr>
            <p:cNvSpPr/>
            <p:nvPr/>
          </p:nvSpPr>
          <p:spPr>
            <a:xfrm>
              <a:off x="6299200" y="633984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2950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66C5F3D2-F821-7131-C032-C67CD3E451A3}"/>
                </a:ext>
              </a:extLst>
            </p:cNvPr>
            <p:cNvSpPr/>
            <p:nvPr/>
          </p:nvSpPr>
          <p:spPr>
            <a:xfrm>
              <a:off x="736600" y="2667000"/>
              <a:ext cx="4913376" cy="4303775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 dirty="0"/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C03444C9-824D-40A1-C135-6E4437A73C76}"/>
                </a:ext>
              </a:extLst>
            </p:cNvPr>
            <p:cNvSpPr/>
            <p:nvPr/>
          </p:nvSpPr>
          <p:spPr>
            <a:xfrm>
              <a:off x="1077976" y="3008376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827B8FC5-0409-60EA-58C3-E90A0C38D5C1}"/>
                </a:ext>
              </a:extLst>
            </p:cNvPr>
            <p:cNvSpPr/>
            <p:nvPr/>
          </p:nvSpPr>
          <p:spPr>
            <a:xfrm>
              <a:off x="1077976" y="3008376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DEEDDDBF-2574-EF30-A657-6BDC668D080D}"/>
                </a:ext>
              </a:extLst>
            </p:cNvPr>
            <p:cNvSpPr/>
            <p:nvPr/>
          </p:nvSpPr>
          <p:spPr>
            <a:xfrm>
              <a:off x="1833880" y="3044952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1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40FD971B-4FCD-5BD5-9B99-D242E05739FE}"/>
                </a:ext>
              </a:extLst>
            </p:cNvPr>
            <p:cNvSpPr/>
            <p:nvPr/>
          </p:nvSpPr>
          <p:spPr>
            <a:xfrm>
              <a:off x="1077976" y="3588098"/>
              <a:ext cx="4437888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New Registration High Inter-State Sales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BA6AC03C-D29E-8664-7EDD-FDF14747C9BD}"/>
                </a:ext>
              </a:extLst>
            </p:cNvPr>
            <p:cNvSpPr/>
            <p:nvPr/>
          </p:nvSpPr>
          <p:spPr>
            <a:xfrm>
              <a:off x="1077976" y="4303868"/>
              <a:ext cx="4133088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Newly registered taxpayers having inter-state sales and tax paid entirely using ITC</a:t>
              </a: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A01B303B-2504-73E9-F42B-B569E5554D97}"/>
                </a:ext>
              </a:extLst>
            </p:cNvPr>
            <p:cNvSpPr/>
            <p:nvPr/>
          </p:nvSpPr>
          <p:spPr>
            <a:xfrm>
              <a:off x="1077976" y="5836920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25AED641-EA99-88E9-B0FB-17E7BF2270FD}"/>
                </a:ext>
              </a:extLst>
            </p:cNvPr>
            <p:cNvSpPr/>
            <p:nvPr/>
          </p:nvSpPr>
          <p:spPr>
            <a:xfrm>
              <a:off x="1077976" y="601980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619ACF0B-F322-9086-475A-81EA31E5F3E0}"/>
                </a:ext>
              </a:extLst>
            </p:cNvPr>
            <p:cNvSpPr/>
            <p:nvPr/>
          </p:nvSpPr>
          <p:spPr>
            <a:xfrm>
              <a:off x="1077976" y="632460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51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A90F6FEB-B1D0-8F5F-FDBF-127662EAA87D}"/>
                </a:ext>
              </a:extLst>
            </p:cNvPr>
            <p:cNvSpPr/>
            <p:nvPr/>
          </p:nvSpPr>
          <p:spPr>
            <a:xfrm>
              <a:off x="3144520" y="601980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Amount Involved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7B93DFEA-3794-62F8-6CA8-B2369D494520}"/>
                </a:ext>
              </a:extLst>
            </p:cNvPr>
            <p:cNvSpPr/>
            <p:nvPr/>
          </p:nvSpPr>
          <p:spPr>
            <a:xfrm>
              <a:off x="3144520" y="632460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3600" b="1" dirty="0">
                  <a:solidFill>
                    <a:srgbClr val="C0392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₹296 Cr</a:t>
              </a:r>
              <a:endParaRPr lang="en-US" sz="3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6" name="Shape 2">
              <a:extLst>
                <a:ext uri="{FF2B5EF4-FFF2-40B4-BE49-F238E27FC236}">
                  <a16:creationId xmlns:a16="http://schemas.microsoft.com/office/drawing/2014/main" id="{36774E0C-CE77-2976-7B88-CA11A11DEDCF}"/>
                </a:ext>
              </a:extLst>
            </p:cNvPr>
            <p:cNvSpPr/>
            <p:nvPr/>
          </p:nvSpPr>
          <p:spPr>
            <a:xfrm>
              <a:off x="11328400" y="2657855"/>
              <a:ext cx="4800600" cy="4303775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65B657BC-E0D5-5477-8BDE-39F81B2DD53C}"/>
                </a:ext>
              </a:extLst>
            </p:cNvPr>
            <p:cNvSpPr/>
            <p:nvPr/>
          </p:nvSpPr>
          <p:spPr>
            <a:xfrm>
              <a:off x="11557000" y="2999231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BDB1856C-ACB8-C5C9-F3F7-A4C0005BABAB}"/>
                </a:ext>
              </a:extLst>
            </p:cNvPr>
            <p:cNvSpPr/>
            <p:nvPr/>
          </p:nvSpPr>
          <p:spPr>
            <a:xfrm>
              <a:off x="11557000" y="2999231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</a:rPr>
                <a:t>3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3F1A2BD9-7C6C-BB6F-7A9A-3A998AB05EBF}"/>
                </a:ext>
              </a:extLst>
            </p:cNvPr>
            <p:cNvSpPr/>
            <p:nvPr/>
          </p:nvSpPr>
          <p:spPr>
            <a:xfrm>
              <a:off x="12312904" y="3035807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3</a:t>
              </a:r>
              <a:endParaRPr lang="en-US" sz="2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4" name="Text 6">
              <a:extLst>
                <a:ext uri="{FF2B5EF4-FFF2-40B4-BE49-F238E27FC236}">
                  <a16:creationId xmlns:a16="http://schemas.microsoft.com/office/drawing/2014/main" id="{B4F92DA9-2F4F-3813-C023-0FAD55887A3C}"/>
                </a:ext>
              </a:extLst>
            </p:cNvPr>
            <p:cNvSpPr/>
            <p:nvPr/>
          </p:nvSpPr>
          <p:spPr>
            <a:xfrm>
              <a:off x="11546840" y="3564253"/>
              <a:ext cx="4424680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Electricity Consumption Compared with GST Turnover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C82B8A7F-5695-05D6-19D1-1ACA036584E5}"/>
                </a:ext>
              </a:extLst>
            </p:cNvPr>
            <p:cNvSpPr/>
            <p:nvPr/>
          </p:nvSpPr>
          <p:spPr>
            <a:xfrm>
              <a:off x="11557000" y="4425696"/>
              <a:ext cx="4414520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 electricity bill of the taxpayers were read using OCR and electricity consumption was compared with the Turnover of the Manufacturer Taxpayers</a:t>
              </a:r>
            </a:p>
          </p:txBody>
        </p:sp>
        <p:sp>
          <p:nvSpPr>
            <p:cNvPr id="43" name="Shape 8">
              <a:extLst>
                <a:ext uri="{FF2B5EF4-FFF2-40B4-BE49-F238E27FC236}">
                  <a16:creationId xmlns:a16="http://schemas.microsoft.com/office/drawing/2014/main" id="{0B939110-545D-1460-E8AE-6604AB81B407}"/>
                </a:ext>
              </a:extLst>
            </p:cNvPr>
            <p:cNvSpPr/>
            <p:nvPr/>
          </p:nvSpPr>
          <p:spPr>
            <a:xfrm>
              <a:off x="11654536" y="5852160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46" name="Text 9">
              <a:extLst>
                <a:ext uri="{FF2B5EF4-FFF2-40B4-BE49-F238E27FC236}">
                  <a16:creationId xmlns:a16="http://schemas.microsoft.com/office/drawing/2014/main" id="{1B248DFE-EBE0-A9C4-6340-CDFA10F98C05}"/>
                </a:ext>
              </a:extLst>
            </p:cNvPr>
            <p:cNvSpPr/>
            <p:nvPr/>
          </p:nvSpPr>
          <p:spPr>
            <a:xfrm>
              <a:off x="11557000" y="6010655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48" name="Text 10">
              <a:extLst>
                <a:ext uri="{FF2B5EF4-FFF2-40B4-BE49-F238E27FC236}">
                  <a16:creationId xmlns:a16="http://schemas.microsoft.com/office/drawing/2014/main" id="{35F68C2A-CFB6-B055-108B-9E8AFC01CD5B}"/>
                </a:ext>
              </a:extLst>
            </p:cNvPr>
            <p:cNvSpPr/>
            <p:nvPr/>
          </p:nvSpPr>
          <p:spPr>
            <a:xfrm>
              <a:off x="11557000" y="6315455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238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52" name="Text 12">
              <a:extLst>
                <a:ext uri="{FF2B5EF4-FFF2-40B4-BE49-F238E27FC236}">
                  <a16:creationId xmlns:a16="http://schemas.microsoft.com/office/drawing/2014/main" id="{A28240FB-9C7A-916C-B786-619864B02507}"/>
                </a:ext>
              </a:extLst>
            </p:cNvPr>
            <p:cNvSpPr/>
            <p:nvPr/>
          </p:nvSpPr>
          <p:spPr>
            <a:xfrm>
              <a:off x="13623544" y="6315455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endParaRPr lang="en-US" sz="3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14" name="Text 22">
            <a:extLst>
              <a:ext uri="{FF2B5EF4-FFF2-40B4-BE49-F238E27FC236}">
                <a16:creationId xmlns:a16="http://schemas.microsoft.com/office/drawing/2014/main" id="{76B434EE-BC20-4F8C-E30E-1A679AEA6B97}"/>
              </a:ext>
            </a:extLst>
          </p:cNvPr>
          <p:cNvSpPr/>
          <p:nvPr/>
        </p:nvSpPr>
        <p:spPr>
          <a:xfrm>
            <a:off x="8368369" y="6582968"/>
            <a:ext cx="2159282" cy="4525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 / suspended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342CFDE2-4318-52F8-DDFA-4AB9E1FC8B72}"/>
              </a:ext>
            </a:extLst>
          </p:cNvPr>
          <p:cNvSpPr/>
          <p:nvPr/>
        </p:nvSpPr>
        <p:spPr>
          <a:xfrm>
            <a:off x="8461107" y="6447624"/>
            <a:ext cx="2066544" cy="83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endParaRPr lang="en-US" sz="3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49BE1518-8CD1-C7BB-8BF6-9F5F1315FFC2}"/>
              </a:ext>
            </a:extLst>
          </p:cNvPr>
          <p:cNvSpPr/>
          <p:nvPr/>
        </p:nvSpPr>
        <p:spPr>
          <a:xfrm>
            <a:off x="13318744" y="6599259"/>
            <a:ext cx="2025622" cy="436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Connection but Turnover&gt;10 Cr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Text 23">
            <a:extLst>
              <a:ext uri="{FF2B5EF4-FFF2-40B4-BE49-F238E27FC236}">
                <a16:creationId xmlns:a16="http://schemas.microsoft.com/office/drawing/2014/main" id="{C2603975-8584-3BBC-9A43-5A922138AD14}"/>
              </a:ext>
            </a:extLst>
          </p:cNvPr>
          <p:cNvSpPr/>
          <p:nvPr/>
        </p:nvSpPr>
        <p:spPr>
          <a:xfrm>
            <a:off x="13452856" y="7013627"/>
            <a:ext cx="2066544" cy="83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" name="Text 23">
            <a:extLst>
              <a:ext uri="{FF2B5EF4-FFF2-40B4-BE49-F238E27FC236}">
                <a16:creationId xmlns:a16="http://schemas.microsoft.com/office/drawing/2014/main" id="{D0C7E45F-5A6B-7CA5-CD29-986FA8022336}"/>
              </a:ext>
            </a:extLst>
          </p:cNvPr>
          <p:cNvSpPr/>
          <p:nvPr/>
        </p:nvSpPr>
        <p:spPr>
          <a:xfrm>
            <a:off x="8574306" y="7072469"/>
            <a:ext cx="2066544" cy="83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436</a:t>
            </a:r>
            <a:endParaRPr lang="en-US" sz="3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A8EE734A-32D8-FC07-3422-41B40C425D76}"/>
              </a:ext>
            </a:extLst>
          </p:cNvPr>
          <p:cNvSpPr/>
          <p:nvPr/>
        </p:nvSpPr>
        <p:spPr>
          <a:xfrm>
            <a:off x="358987" y="104368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69004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452D09-121D-92E5-778A-6B4C78E3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FA89380E-0634-801B-E2BF-52CA60C714B4}"/>
              </a:ext>
            </a:extLst>
          </p:cNvPr>
          <p:cNvSpPr/>
          <p:nvPr/>
        </p:nvSpPr>
        <p:spPr>
          <a:xfrm>
            <a:off x="721360" y="240791"/>
            <a:ext cx="15636240" cy="954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AI – ML &amp; Risk Based Analytics (2/3)</a:t>
            </a:r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402015B7-B6B0-27A3-62AC-F7D3FBF2F95F}"/>
              </a:ext>
            </a:extLst>
          </p:cNvPr>
          <p:cNvSpPr/>
          <p:nvPr/>
        </p:nvSpPr>
        <p:spPr>
          <a:xfrm>
            <a:off x="5994400" y="73152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3733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238</a:t>
            </a:r>
            <a:endParaRPr lang="en-US" sz="3733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DB92D85-2F0B-8DB9-91A9-ECE7BB95C919}"/>
              </a:ext>
            </a:extLst>
          </p:cNvPr>
          <p:cNvGrpSpPr/>
          <p:nvPr/>
        </p:nvGrpSpPr>
        <p:grpSpPr>
          <a:xfrm>
            <a:off x="309880" y="1594187"/>
            <a:ext cx="15444000" cy="6051600"/>
            <a:chOff x="736600" y="2657855"/>
            <a:chExt cx="15392400" cy="4352545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4064593C-D025-0287-A0CA-D60980229D52}"/>
                </a:ext>
              </a:extLst>
            </p:cNvPr>
            <p:cNvSpPr/>
            <p:nvPr/>
          </p:nvSpPr>
          <p:spPr>
            <a:xfrm>
              <a:off x="6070600" y="2682240"/>
              <a:ext cx="4931664" cy="4312920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6C4556FF-EFF9-A3CF-4775-E3F1CF8E2871}"/>
                </a:ext>
              </a:extLst>
            </p:cNvPr>
            <p:cNvSpPr/>
            <p:nvPr/>
          </p:nvSpPr>
          <p:spPr>
            <a:xfrm>
              <a:off x="6299200" y="2743200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6FC5DCF7-3622-E799-0459-CB33FBE24C85}"/>
                </a:ext>
              </a:extLst>
            </p:cNvPr>
            <p:cNvSpPr/>
            <p:nvPr/>
          </p:nvSpPr>
          <p:spPr>
            <a:xfrm>
              <a:off x="6299200" y="2743200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</a:rPr>
                <a:t>5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5FA1F169-7B44-FC3A-0D50-B80544833C13}"/>
                </a:ext>
              </a:extLst>
            </p:cNvPr>
            <p:cNvSpPr/>
            <p:nvPr/>
          </p:nvSpPr>
          <p:spPr>
            <a:xfrm>
              <a:off x="7055104" y="2779776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5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149E96C5-9FE6-6450-5950-B3F495B0B06D}"/>
                </a:ext>
              </a:extLst>
            </p:cNvPr>
            <p:cNvSpPr/>
            <p:nvPr/>
          </p:nvSpPr>
          <p:spPr>
            <a:xfrm>
              <a:off x="6299200" y="3474720"/>
              <a:ext cx="4133088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Same Bank Account used by multiple GSTINs which was cancelled previously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4E165423-ACB9-47E6-3B3A-39FE7AD8F0B5}"/>
                </a:ext>
              </a:extLst>
            </p:cNvPr>
            <p:cNvSpPr/>
            <p:nvPr/>
          </p:nvSpPr>
          <p:spPr>
            <a:xfrm>
              <a:off x="6299200" y="4477176"/>
              <a:ext cx="4575800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Same bank account linked to multiple taxpayers. Out of these taxpayers more than 50% are cancelled. </a:t>
              </a:r>
            </a:p>
          </p:txBody>
        </p:sp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B136BDD0-E647-72A1-791B-51075B0212C3}"/>
                </a:ext>
              </a:extLst>
            </p:cNvPr>
            <p:cNvSpPr/>
            <p:nvPr/>
          </p:nvSpPr>
          <p:spPr>
            <a:xfrm>
              <a:off x="6299200" y="5852160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0443E3D5-ACC8-B969-1BB0-BDC111BE1D93}"/>
                </a:ext>
              </a:extLst>
            </p:cNvPr>
            <p:cNvSpPr/>
            <p:nvPr/>
          </p:nvSpPr>
          <p:spPr>
            <a:xfrm>
              <a:off x="6299200" y="603504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A10B36B9-60F1-D5E7-30D9-C5A344B9A714}"/>
                </a:ext>
              </a:extLst>
            </p:cNvPr>
            <p:cNvSpPr/>
            <p:nvPr/>
          </p:nvSpPr>
          <p:spPr>
            <a:xfrm>
              <a:off x="6299200" y="633984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3474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5" name="Shape 13">
              <a:extLst>
                <a:ext uri="{FF2B5EF4-FFF2-40B4-BE49-F238E27FC236}">
                  <a16:creationId xmlns:a16="http://schemas.microsoft.com/office/drawing/2014/main" id="{C4F676CE-B217-2E92-5A8F-C0C976CBDC14}"/>
                </a:ext>
              </a:extLst>
            </p:cNvPr>
            <p:cNvSpPr/>
            <p:nvPr/>
          </p:nvSpPr>
          <p:spPr>
            <a:xfrm>
              <a:off x="736600" y="2667000"/>
              <a:ext cx="4913376" cy="4303775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369911DB-3D5B-8186-A69A-816FA28B73A2}"/>
                </a:ext>
              </a:extLst>
            </p:cNvPr>
            <p:cNvSpPr/>
            <p:nvPr/>
          </p:nvSpPr>
          <p:spPr>
            <a:xfrm>
              <a:off x="965200" y="2743200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5F768237-7C8C-DFF7-B905-012269BB5E11}"/>
                </a:ext>
              </a:extLst>
            </p:cNvPr>
            <p:cNvSpPr/>
            <p:nvPr/>
          </p:nvSpPr>
          <p:spPr>
            <a:xfrm>
              <a:off x="965200" y="2743200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4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A1032EDB-E3AB-C1F3-A2AC-FE37257E4E5D}"/>
                </a:ext>
              </a:extLst>
            </p:cNvPr>
            <p:cNvSpPr/>
            <p:nvPr/>
          </p:nvSpPr>
          <p:spPr>
            <a:xfrm>
              <a:off x="1833880" y="2910840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4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D23B4AD0-8432-6541-881F-A97B6D74AAA2}"/>
                </a:ext>
              </a:extLst>
            </p:cNvPr>
            <p:cNvSpPr/>
            <p:nvPr/>
          </p:nvSpPr>
          <p:spPr>
            <a:xfrm>
              <a:off x="1020063" y="3535679"/>
              <a:ext cx="4611624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 having Bank Accounts involved in Cyber Frauds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0" name="Text 18">
              <a:extLst>
                <a:ext uri="{FF2B5EF4-FFF2-40B4-BE49-F238E27FC236}">
                  <a16:creationId xmlns:a16="http://schemas.microsoft.com/office/drawing/2014/main" id="{60A591D4-C570-0104-BAAF-EC05F6DAFF3C}"/>
                </a:ext>
              </a:extLst>
            </p:cNvPr>
            <p:cNvSpPr/>
            <p:nvPr/>
          </p:nvSpPr>
          <p:spPr>
            <a:xfrm>
              <a:off x="1077975" y="4495800"/>
              <a:ext cx="4437888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 Bank Accounts provided in the GST Registration was compared with Bank Accounts involved in Cyber Fraud</a:t>
              </a:r>
            </a:p>
          </p:txBody>
        </p:sp>
        <p:sp>
          <p:nvSpPr>
            <p:cNvPr id="21" name="Shape 19">
              <a:extLst>
                <a:ext uri="{FF2B5EF4-FFF2-40B4-BE49-F238E27FC236}">
                  <a16:creationId xmlns:a16="http://schemas.microsoft.com/office/drawing/2014/main" id="{2BD93156-7AAE-B54B-C8F6-1F3E8C155E42}"/>
                </a:ext>
              </a:extLst>
            </p:cNvPr>
            <p:cNvSpPr/>
            <p:nvPr/>
          </p:nvSpPr>
          <p:spPr>
            <a:xfrm>
              <a:off x="1077976" y="5836920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744F9BB3-BD90-965F-7759-6147405CB2C8}"/>
                </a:ext>
              </a:extLst>
            </p:cNvPr>
            <p:cNvSpPr/>
            <p:nvPr/>
          </p:nvSpPr>
          <p:spPr>
            <a:xfrm>
              <a:off x="1077976" y="6019800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893CDEB6-CE3F-3F9F-117D-7191BF40F284}"/>
                </a:ext>
              </a:extLst>
            </p:cNvPr>
            <p:cNvSpPr/>
            <p:nvPr/>
          </p:nvSpPr>
          <p:spPr>
            <a:xfrm>
              <a:off x="1077976" y="632460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</a:rPr>
                <a:t>356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D66E6527-D98D-D049-1482-BF44212FA55C}"/>
                </a:ext>
              </a:extLst>
            </p:cNvPr>
            <p:cNvSpPr/>
            <p:nvPr/>
          </p:nvSpPr>
          <p:spPr>
            <a:xfrm>
              <a:off x="3144520" y="6019800"/>
              <a:ext cx="2371343" cy="29565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Cancelled / suspended</a:t>
              </a:r>
              <a:endParaRPr lang="en-US" sz="1600" dirty="0">
                <a:solidFill>
                  <a:prstClr val="black"/>
                </a:solidFill>
              </a:endParaRPr>
            </a:p>
          </p:txBody>
        </p:sp>
        <p:sp>
          <p:nvSpPr>
            <p:cNvPr id="25" name="Text 23">
              <a:extLst>
                <a:ext uri="{FF2B5EF4-FFF2-40B4-BE49-F238E27FC236}">
                  <a16:creationId xmlns:a16="http://schemas.microsoft.com/office/drawing/2014/main" id="{6F606BB4-46AB-BEB3-77B3-26FC72B0C07F}"/>
                </a:ext>
              </a:extLst>
            </p:cNvPr>
            <p:cNvSpPr/>
            <p:nvPr/>
          </p:nvSpPr>
          <p:spPr>
            <a:xfrm>
              <a:off x="3188011" y="6291070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3600" b="1" dirty="0">
                  <a:solidFill>
                    <a:srgbClr val="C0392B"/>
                  </a:solidFill>
                  <a:latin typeface="Cambria" pitchFamily="34" charset="0"/>
                  <a:ea typeface="Cambria" pitchFamily="34" charset="-122"/>
                </a:rPr>
                <a:t>30</a:t>
              </a:r>
              <a:endParaRPr lang="en-US" sz="3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6" name="Shape 2">
              <a:extLst>
                <a:ext uri="{FF2B5EF4-FFF2-40B4-BE49-F238E27FC236}">
                  <a16:creationId xmlns:a16="http://schemas.microsoft.com/office/drawing/2014/main" id="{13ED0E24-0A31-E49D-AB86-3B089F8BBF44}"/>
                </a:ext>
              </a:extLst>
            </p:cNvPr>
            <p:cNvSpPr/>
            <p:nvPr/>
          </p:nvSpPr>
          <p:spPr>
            <a:xfrm>
              <a:off x="11328400" y="2657855"/>
              <a:ext cx="4800600" cy="4303775"/>
            </a:xfrm>
            <a:prstGeom prst="roundRect">
              <a:avLst>
                <a:gd name="adj" fmla="val 2254"/>
              </a:avLst>
            </a:prstGeom>
            <a:solidFill>
              <a:srgbClr val="EEF3FC"/>
            </a:solidFill>
            <a:ln>
              <a:solidFill>
                <a:schemeClr val="accent1"/>
              </a:solidFill>
            </a:ln>
            <a:effectLst>
              <a:outerShdw blurRad="50800" dist="38100" dir="2700000" sx="101000" sy="101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71F5FE51-89D9-FF04-80B1-B7841B2E8D47}"/>
                </a:ext>
              </a:extLst>
            </p:cNvPr>
            <p:cNvSpPr/>
            <p:nvPr/>
          </p:nvSpPr>
          <p:spPr>
            <a:xfrm>
              <a:off x="11557000" y="2743200"/>
              <a:ext cx="609600" cy="609600"/>
            </a:xfrm>
            <a:prstGeom prst="ellipse">
              <a:avLst/>
            </a:prstGeom>
            <a:solidFill>
              <a:srgbClr val="1E2761"/>
            </a:solidFill>
            <a:ln/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3AF645EF-F56B-25EA-E4B3-32719BA5E36A}"/>
                </a:ext>
              </a:extLst>
            </p:cNvPr>
            <p:cNvSpPr/>
            <p:nvPr/>
          </p:nvSpPr>
          <p:spPr>
            <a:xfrm>
              <a:off x="11557000" y="2743200"/>
              <a:ext cx="609600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defTabSz="1219170"/>
              <a:r>
                <a:rPr lang="en-US" sz="2800" b="1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</a:rPr>
                <a:t>6</a:t>
              </a:r>
              <a:endParaRPr lang="en-US" sz="28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A34A6008-C481-853A-A235-D8AAC07EA053}"/>
                </a:ext>
              </a:extLst>
            </p:cNvPr>
            <p:cNvSpPr/>
            <p:nvPr/>
          </p:nvSpPr>
          <p:spPr>
            <a:xfrm>
              <a:off x="12312904" y="2779776"/>
              <a:ext cx="34747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2000" b="1" kern="0" spc="133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 CASE 6</a:t>
              </a:r>
              <a:endParaRPr lang="en-US" sz="20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4" name="Text 6">
              <a:extLst>
                <a:ext uri="{FF2B5EF4-FFF2-40B4-BE49-F238E27FC236}">
                  <a16:creationId xmlns:a16="http://schemas.microsoft.com/office/drawing/2014/main" id="{B220D4BA-26AD-ABAC-B901-BC4F5FB77F68}"/>
                </a:ext>
              </a:extLst>
            </p:cNvPr>
            <p:cNvSpPr/>
            <p:nvPr/>
          </p:nvSpPr>
          <p:spPr>
            <a:xfrm>
              <a:off x="11556999" y="3450336"/>
              <a:ext cx="4572000" cy="792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10000"/>
                </a:lnSpc>
              </a:pPr>
              <a:r>
                <a:rPr lang="en-US" sz="2800" b="1" dirty="0">
                  <a:solidFill>
                    <a:srgbClr val="1B1F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Active Registration in Rajasthan but rejected in other states</a:t>
              </a:r>
              <a:endParaRPr lang="en-US" sz="28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6A1E1842-E685-BDA0-D0AC-085B9025244F}"/>
                </a:ext>
              </a:extLst>
            </p:cNvPr>
            <p:cNvSpPr/>
            <p:nvPr/>
          </p:nvSpPr>
          <p:spPr>
            <a:xfrm>
              <a:off x="11556999" y="4421133"/>
              <a:ext cx="4572000" cy="1219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>
                <a:lnSpc>
                  <a:spcPct val="125000"/>
                </a:lnSpc>
              </a:pPr>
              <a:r>
                <a:rPr lang="en-US" sz="2400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Taxpayer’s whose registration application was rejected / Cancelled in other states but is doing business in Rajasthan</a:t>
              </a:r>
            </a:p>
          </p:txBody>
        </p:sp>
        <p:sp>
          <p:nvSpPr>
            <p:cNvPr id="43" name="Shape 8">
              <a:extLst>
                <a:ext uri="{FF2B5EF4-FFF2-40B4-BE49-F238E27FC236}">
                  <a16:creationId xmlns:a16="http://schemas.microsoft.com/office/drawing/2014/main" id="{87A8BA41-80E5-776B-2CC8-AA894611A2F3}"/>
                </a:ext>
              </a:extLst>
            </p:cNvPr>
            <p:cNvSpPr/>
            <p:nvPr/>
          </p:nvSpPr>
          <p:spPr>
            <a:xfrm>
              <a:off x="11557000" y="5827775"/>
              <a:ext cx="4133088" cy="0"/>
            </a:xfrm>
            <a:prstGeom prst="line">
              <a:avLst/>
            </a:prstGeom>
            <a:noFill/>
            <a:ln w="9525">
              <a:solidFill>
                <a:srgbClr val="C4CFE3"/>
              </a:solidFill>
              <a:prstDash val="solid"/>
            </a:ln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46" name="Text 9">
              <a:extLst>
                <a:ext uri="{FF2B5EF4-FFF2-40B4-BE49-F238E27FC236}">
                  <a16:creationId xmlns:a16="http://schemas.microsoft.com/office/drawing/2014/main" id="{8F3699C7-BA18-AF2B-677D-5AC293013BB0}"/>
                </a:ext>
              </a:extLst>
            </p:cNvPr>
            <p:cNvSpPr/>
            <p:nvPr/>
          </p:nvSpPr>
          <p:spPr>
            <a:xfrm>
              <a:off x="11557000" y="6010655"/>
              <a:ext cx="2066544" cy="3413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>
                  <a:solidFill>
                    <a:srgbClr val="1E276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TAXPAYERS</a:t>
              </a:r>
              <a:endParaRPr lang="en-US" sz="160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48" name="Text 10">
              <a:extLst>
                <a:ext uri="{FF2B5EF4-FFF2-40B4-BE49-F238E27FC236}">
                  <a16:creationId xmlns:a16="http://schemas.microsoft.com/office/drawing/2014/main" id="{EEC017E1-5445-E872-A89D-BAE60C31954A}"/>
                </a:ext>
              </a:extLst>
            </p:cNvPr>
            <p:cNvSpPr/>
            <p:nvPr/>
          </p:nvSpPr>
          <p:spPr>
            <a:xfrm>
              <a:off x="11557000" y="6315455"/>
              <a:ext cx="2066544" cy="670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4000" b="1" dirty="0">
                  <a:solidFill>
                    <a:srgbClr val="1E2761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1607</a:t>
              </a:r>
              <a:endParaRPr lang="en-US" sz="40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14" name="Text 22">
            <a:extLst>
              <a:ext uri="{FF2B5EF4-FFF2-40B4-BE49-F238E27FC236}">
                <a16:creationId xmlns:a16="http://schemas.microsoft.com/office/drawing/2014/main" id="{80D76DF1-7D1D-E3D0-C960-CF86F08D5A5D}"/>
              </a:ext>
            </a:extLst>
          </p:cNvPr>
          <p:cNvSpPr/>
          <p:nvPr/>
        </p:nvSpPr>
        <p:spPr>
          <a:xfrm>
            <a:off x="8102975" y="6252015"/>
            <a:ext cx="2379292" cy="411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kern="0" spc="67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 / suspended</a:t>
            </a:r>
            <a:endParaRPr lang="en-US" sz="1600" dirty="0">
              <a:solidFill>
                <a:prstClr val="black"/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0379534C-B7C8-D8A6-077C-BEEB54AF172F}"/>
              </a:ext>
            </a:extLst>
          </p:cNvPr>
          <p:cNvSpPr/>
          <p:nvPr/>
        </p:nvSpPr>
        <p:spPr>
          <a:xfrm>
            <a:off x="8255885" y="6630115"/>
            <a:ext cx="2073472" cy="932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</a:rPr>
              <a:t>159</a:t>
            </a:r>
            <a:endParaRPr lang="en-US" sz="3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8A631BA6-99EB-2A7F-AF97-7ABADE9A9F84}"/>
              </a:ext>
            </a:extLst>
          </p:cNvPr>
          <p:cNvSpPr/>
          <p:nvPr/>
        </p:nvSpPr>
        <p:spPr>
          <a:xfrm>
            <a:off x="358987" y="104368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19807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8CBEC-3058-C687-9DE0-9AE04387E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B9CC326-FC26-C9F5-F2BD-69931C0BE3C9}"/>
              </a:ext>
            </a:extLst>
          </p:cNvPr>
          <p:cNvSpPr/>
          <p:nvPr/>
        </p:nvSpPr>
        <p:spPr>
          <a:xfrm>
            <a:off x="721360" y="240791"/>
            <a:ext cx="15636240" cy="954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AI – ML &amp; Risk Based Analytics (3/3)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79D1130-B4B2-4198-3B85-9860B0E0271E}"/>
              </a:ext>
            </a:extLst>
          </p:cNvPr>
          <p:cNvGrpSpPr/>
          <p:nvPr/>
        </p:nvGrpSpPr>
        <p:grpSpPr>
          <a:xfrm>
            <a:off x="472164" y="1767840"/>
            <a:ext cx="15311671" cy="5821680"/>
            <a:chOff x="472164" y="1767840"/>
            <a:chExt cx="15311671" cy="6233160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27E8C68-F426-8CC0-0DA1-27EC9C049DF7}"/>
                </a:ext>
              </a:extLst>
            </p:cNvPr>
            <p:cNvGrpSpPr/>
            <p:nvPr/>
          </p:nvGrpSpPr>
          <p:grpSpPr>
            <a:xfrm>
              <a:off x="472164" y="1767840"/>
              <a:ext cx="15311671" cy="6233160"/>
              <a:chOff x="736600" y="2657855"/>
              <a:chExt cx="15620999" cy="4352545"/>
            </a:xfrm>
          </p:grpSpPr>
          <p:sp>
            <p:nvSpPr>
              <p:cNvPr id="4" name="Shape 2">
                <a:extLst>
                  <a:ext uri="{FF2B5EF4-FFF2-40B4-BE49-F238E27FC236}">
                    <a16:creationId xmlns:a16="http://schemas.microsoft.com/office/drawing/2014/main" id="{A5E26CAE-362F-46B8-016F-B1FBF6202B4A}"/>
                  </a:ext>
                </a:extLst>
              </p:cNvPr>
              <p:cNvSpPr/>
              <p:nvPr/>
            </p:nvSpPr>
            <p:spPr>
              <a:xfrm>
                <a:off x="6070600" y="2682240"/>
                <a:ext cx="4931664" cy="4312920"/>
              </a:xfrm>
              <a:prstGeom prst="roundRect">
                <a:avLst>
                  <a:gd name="adj" fmla="val 2254"/>
                </a:avLst>
              </a:prstGeom>
              <a:solidFill>
                <a:srgbClr val="EEF3FC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2700000" sx="101000" sy="101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endParaRPr lang="en-US" sz="2400"/>
              </a:p>
            </p:txBody>
          </p:sp>
          <p:sp>
            <p:nvSpPr>
              <p:cNvPr id="5" name="Shape 3">
                <a:extLst>
                  <a:ext uri="{FF2B5EF4-FFF2-40B4-BE49-F238E27FC236}">
                    <a16:creationId xmlns:a16="http://schemas.microsoft.com/office/drawing/2014/main" id="{FD9942FD-03E9-A6E4-3D85-DD48424E1A39}"/>
                  </a:ext>
                </a:extLst>
              </p:cNvPr>
              <p:cNvSpPr/>
              <p:nvPr/>
            </p:nvSpPr>
            <p:spPr>
              <a:xfrm>
                <a:off x="6299200" y="2743200"/>
                <a:ext cx="609600" cy="609600"/>
              </a:xfrm>
              <a:prstGeom prst="ellipse">
                <a:avLst/>
              </a:prstGeom>
              <a:solidFill>
                <a:srgbClr val="1E2761"/>
              </a:solidFill>
              <a:ln/>
            </p:spPr>
            <p:txBody>
              <a:bodyPr/>
              <a:lstStyle/>
              <a:p>
                <a:endParaRPr lang="en-US" sz="2400"/>
              </a:p>
            </p:txBody>
          </p:sp>
          <p:sp>
            <p:nvSpPr>
              <p:cNvPr id="6" name="Text 4">
                <a:extLst>
                  <a:ext uri="{FF2B5EF4-FFF2-40B4-BE49-F238E27FC236}">
                    <a16:creationId xmlns:a16="http://schemas.microsoft.com/office/drawing/2014/main" id="{9417F8C3-1E0B-46AB-C7D9-1B94BE1F8B1C}"/>
                  </a:ext>
                </a:extLst>
              </p:cNvPr>
              <p:cNvSpPr/>
              <p:nvPr/>
            </p:nvSpPr>
            <p:spPr>
              <a:xfrm>
                <a:off x="6299200" y="2743200"/>
                <a:ext cx="609600" cy="609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 defTabSz="1219170"/>
                <a:r>
                  <a:rPr lang="en-US" sz="2800" b="1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</a:rPr>
                  <a:t>8</a:t>
                </a:r>
                <a:endParaRPr lang="en-US" sz="28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7" name="Text 5">
                <a:extLst>
                  <a:ext uri="{FF2B5EF4-FFF2-40B4-BE49-F238E27FC236}">
                    <a16:creationId xmlns:a16="http://schemas.microsoft.com/office/drawing/2014/main" id="{31FE3D5B-BE05-616A-1078-0EB97B9917B4}"/>
                  </a:ext>
                </a:extLst>
              </p:cNvPr>
              <p:cNvSpPr/>
              <p:nvPr/>
            </p:nvSpPr>
            <p:spPr>
              <a:xfrm>
                <a:off x="7055104" y="2779776"/>
                <a:ext cx="347472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/>
                <a:r>
                  <a:rPr lang="en-US" sz="2000" b="1" kern="0" spc="133">
                    <a:solidFill>
                      <a:srgbClr val="C039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USE CASE 8</a:t>
                </a:r>
                <a:endParaRPr lang="en-US" sz="20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8" name="Text 6">
                <a:extLst>
                  <a:ext uri="{FF2B5EF4-FFF2-40B4-BE49-F238E27FC236}">
                    <a16:creationId xmlns:a16="http://schemas.microsoft.com/office/drawing/2014/main" id="{EA2F7898-0708-3569-7B7C-9D82BE672BAE}"/>
                  </a:ext>
                </a:extLst>
              </p:cNvPr>
              <p:cNvSpPr/>
              <p:nvPr/>
            </p:nvSpPr>
            <p:spPr>
              <a:xfrm>
                <a:off x="6412278" y="3383917"/>
                <a:ext cx="4133088" cy="792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>
                  <a:lnSpc>
                    <a:spcPct val="110000"/>
                  </a:lnSpc>
                </a:pPr>
                <a:r>
                  <a:rPr lang="en-US" sz="2800" b="1">
                    <a:solidFill>
                      <a:srgbClr val="1B1F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GST welcome letter not delivered</a:t>
                </a:r>
                <a:endParaRPr lang="en-US" sz="28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9" name="Text 7">
                <a:extLst>
                  <a:ext uri="{FF2B5EF4-FFF2-40B4-BE49-F238E27FC236}">
                    <a16:creationId xmlns:a16="http://schemas.microsoft.com/office/drawing/2014/main" id="{0DB32FB3-850D-26CA-9A68-E4064F344161}"/>
                  </a:ext>
                </a:extLst>
              </p:cNvPr>
              <p:cNvSpPr/>
              <p:nvPr/>
            </p:nvSpPr>
            <p:spPr>
              <a:xfrm>
                <a:off x="6330919" y="4423868"/>
                <a:ext cx="4605996" cy="1219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>
                  <a:lnSpc>
                    <a:spcPct val="125000"/>
                  </a:lnSpc>
                </a:pPr>
                <a:r>
                  <a:rPr lang="en-US" sz="2400">
                    <a:solidFill>
                      <a:srgbClr val="5A647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Welcome Letters are sent by GSTNto all newly registered taxpayers to ensure the place of business. Returned welcome letter may lead to suspicious taxpayers</a:t>
                </a:r>
              </a:p>
            </p:txBody>
          </p:sp>
          <p:sp>
            <p:nvSpPr>
              <p:cNvPr id="10" name="Shape 8">
                <a:extLst>
                  <a:ext uri="{FF2B5EF4-FFF2-40B4-BE49-F238E27FC236}">
                    <a16:creationId xmlns:a16="http://schemas.microsoft.com/office/drawing/2014/main" id="{9E91A4EA-EC5E-3462-BCC0-27F0D0D80686}"/>
                  </a:ext>
                </a:extLst>
              </p:cNvPr>
              <p:cNvSpPr/>
              <p:nvPr/>
            </p:nvSpPr>
            <p:spPr>
              <a:xfrm>
                <a:off x="6299199" y="6032661"/>
                <a:ext cx="4133088" cy="0"/>
              </a:xfrm>
              <a:prstGeom prst="line">
                <a:avLst/>
              </a:prstGeom>
              <a:noFill/>
              <a:ln w="9525">
                <a:solidFill>
                  <a:srgbClr val="C4CFE3"/>
                </a:solidFill>
                <a:prstDash val="solid"/>
              </a:ln>
            </p:spPr>
            <p:txBody>
              <a:bodyPr/>
              <a:lstStyle/>
              <a:p>
                <a:endParaRPr lang="en-US" sz="2400"/>
              </a:p>
            </p:txBody>
          </p:sp>
          <p:sp>
            <p:nvSpPr>
              <p:cNvPr id="11" name="Text 9">
                <a:extLst>
                  <a:ext uri="{FF2B5EF4-FFF2-40B4-BE49-F238E27FC236}">
                    <a16:creationId xmlns:a16="http://schemas.microsoft.com/office/drawing/2014/main" id="{144F518B-F063-BC4E-7E53-C3692FDF5544}"/>
                  </a:ext>
                </a:extLst>
              </p:cNvPr>
              <p:cNvSpPr/>
              <p:nvPr/>
            </p:nvSpPr>
            <p:spPr>
              <a:xfrm>
                <a:off x="6299200" y="6035040"/>
                <a:ext cx="2066544" cy="34137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/>
                <a:r>
                  <a:rPr lang="en-US" sz="1600" b="1" kern="0" spc="67">
                    <a:solidFill>
                      <a:srgbClr val="1E276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TAXPAYERS</a:t>
                </a:r>
                <a:endParaRPr lang="en-US" sz="16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12" name="Text 10">
                <a:extLst>
                  <a:ext uri="{FF2B5EF4-FFF2-40B4-BE49-F238E27FC236}">
                    <a16:creationId xmlns:a16="http://schemas.microsoft.com/office/drawing/2014/main" id="{3B786CE6-9A36-E8D9-B354-C03F8B8A8234}"/>
                  </a:ext>
                </a:extLst>
              </p:cNvPr>
              <p:cNvSpPr/>
              <p:nvPr/>
            </p:nvSpPr>
            <p:spPr>
              <a:xfrm>
                <a:off x="6299200" y="6339840"/>
                <a:ext cx="2066544" cy="6705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/>
                <a:r>
                  <a:rPr lang="en-US" sz="4000" b="1">
                    <a:solidFill>
                      <a:srgbClr val="1E2761"/>
                    </a:solidFill>
                    <a:latin typeface="Cambria" pitchFamily="34" charset="0"/>
                    <a:ea typeface="Cambria" pitchFamily="34" charset="-122"/>
                  </a:rPr>
                  <a:t>20730</a:t>
                </a:r>
                <a:endParaRPr lang="en-US" sz="40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15" name="Shape 13">
                <a:extLst>
                  <a:ext uri="{FF2B5EF4-FFF2-40B4-BE49-F238E27FC236}">
                    <a16:creationId xmlns:a16="http://schemas.microsoft.com/office/drawing/2014/main" id="{AA8203DC-B7CC-06A8-CEA4-916D326190A8}"/>
                  </a:ext>
                </a:extLst>
              </p:cNvPr>
              <p:cNvSpPr/>
              <p:nvPr/>
            </p:nvSpPr>
            <p:spPr>
              <a:xfrm>
                <a:off x="736600" y="2667000"/>
                <a:ext cx="4913376" cy="4303775"/>
              </a:xfrm>
              <a:prstGeom prst="roundRect">
                <a:avLst>
                  <a:gd name="adj" fmla="val 2254"/>
                </a:avLst>
              </a:prstGeom>
              <a:solidFill>
                <a:srgbClr val="EEF3FC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2700000" sx="101000" sy="101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endParaRPr lang="en-US" sz="2400"/>
              </a:p>
            </p:txBody>
          </p:sp>
          <p:sp>
            <p:nvSpPr>
              <p:cNvPr id="16" name="Shape 14">
                <a:extLst>
                  <a:ext uri="{FF2B5EF4-FFF2-40B4-BE49-F238E27FC236}">
                    <a16:creationId xmlns:a16="http://schemas.microsoft.com/office/drawing/2014/main" id="{60650C83-AD31-958B-5461-21288166B144}"/>
                  </a:ext>
                </a:extLst>
              </p:cNvPr>
              <p:cNvSpPr/>
              <p:nvPr/>
            </p:nvSpPr>
            <p:spPr>
              <a:xfrm>
                <a:off x="965200" y="2743200"/>
                <a:ext cx="609600" cy="609600"/>
              </a:xfrm>
              <a:prstGeom prst="ellipse">
                <a:avLst/>
              </a:prstGeom>
              <a:solidFill>
                <a:srgbClr val="1E2761"/>
              </a:solidFill>
              <a:ln/>
            </p:spPr>
            <p:txBody>
              <a:bodyPr/>
              <a:lstStyle/>
              <a:p>
                <a:endParaRPr lang="en-US" sz="2400"/>
              </a:p>
            </p:txBody>
          </p:sp>
          <p:sp>
            <p:nvSpPr>
              <p:cNvPr id="17" name="Text 15">
                <a:extLst>
                  <a:ext uri="{FF2B5EF4-FFF2-40B4-BE49-F238E27FC236}">
                    <a16:creationId xmlns:a16="http://schemas.microsoft.com/office/drawing/2014/main" id="{43CB433C-32BA-2364-6C07-03FD153922E0}"/>
                  </a:ext>
                </a:extLst>
              </p:cNvPr>
              <p:cNvSpPr/>
              <p:nvPr/>
            </p:nvSpPr>
            <p:spPr>
              <a:xfrm>
                <a:off x="965200" y="2743200"/>
                <a:ext cx="609600" cy="609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 defTabSz="1219170"/>
                <a:r>
                  <a:rPr lang="en-US" sz="2800" b="1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7</a:t>
                </a:r>
                <a:endParaRPr lang="en-US" sz="28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18" name="Text 16">
                <a:extLst>
                  <a:ext uri="{FF2B5EF4-FFF2-40B4-BE49-F238E27FC236}">
                    <a16:creationId xmlns:a16="http://schemas.microsoft.com/office/drawing/2014/main" id="{58BB11BF-CD2A-B7E6-A7B6-1D69B9DE3BD5}"/>
                  </a:ext>
                </a:extLst>
              </p:cNvPr>
              <p:cNvSpPr/>
              <p:nvPr/>
            </p:nvSpPr>
            <p:spPr>
              <a:xfrm>
                <a:off x="1833880" y="2910840"/>
                <a:ext cx="347472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/>
                <a:r>
                  <a:rPr lang="en-US" sz="2000" b="1" kern="0" spc="133">
                    <a:solidFill>
                      <a:srgbClr val="C039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USE CASE 7</a:t>
                </a:r>
                <a:endParaRPr lang="en-US" sz="20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19" name="Text 17">
                <a:extLst>
                  <a:ext uri="{FF2B5EF4-FFF2-40B4-BE49-F238E27FC236}">
                    <a16:creationId xmlns:a16="http://schemas.microsoft.com/office/drawing/2014/main" id="{919EA1BD-AB32-F7C0-DA6A-235FEF2CFB4C}"/>
                  </a:ext>
                </a:extLst>
              </p:cNvPr>
              <p:cNvSpPr/>
              <p:nvPr/>
            </p:nvSpPr>
            <p:spPr>
              <a:xfrm>
                <a:off x="1024636" y="3372137"/>
                <a:ext cx="4931664" cy="792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>
                  <a:lnSpc>
                    <a:spcPct val="110000"/>
                  </a:lnSpc>
                </a:pPr>
                <a:r>
                  <a:rPr lang="en-US" sz="2800" b="1">
                    <a:solidFill>
                      <a:srgbClr val="1B1F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NIL Filers for more than 12 months</a:t>
                </a:r>
                <a:endParaRPr lang="en-US" sz="28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20" name="Text 18">
                <a:extLst>
                  <a:ext uri="{FF2B5EF4-FFF2-40B4-BE49-F238E27FC236}">
                    <a16:creationId xmlns:a16="http://schemas.microsoft.com/office/drawing/2014/main" id="{9418F1C0-DB80-4BD8-9BDC-DEC3E4351292}"/>
                  </a:ext>
                </a:extLst>
              </p:cNvPr>
              <p:cNvSpPr/>
              <p:nvPr/>
            </p:nvSpPr>
            <p:spPr>
              <a:xfrm>
                <a:off x="965200" y="4377976"/>
                <a:ext cx="4343401" cy="1219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>
                  <a:lnSpc>
                    <a:spcPct val="125000"/>
                  </a:lnSpc>
                </a:pPr>
                <a:r>
                  <a:rPr lang="en-US" sz="2400">
                    <a:solidFill>
                      <a:srgbClr val="5A647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Taxpayers filing Nil returns regularly which means no active business, but may be sleeping cells which may pass on fake ITC in upcoming returns</a:t>
                </a:r>
              </a:p>
            </p:txBody>
          </p:sp>
          <p:sp>
            <p:nvSpPr>
              <p:cNvPr id="21" name="Shape 19">
                <a:extLst>
                  <a:ext uri="{FF2B5EF4-FFF2-40B4-BE49-F238E27FC236}">
                    <a16:creationId xmlns:a16="http://schemas.microsoft.com/office/drawing/2014/main" id="{99B54624-F660-E7B6-039F-722AD1397A55}"/>
                  </a:ext>
                </a:extLst>
              </p:cNvPr>
              <p:cNvSpPr/>
              <p:nvPr/>
            </p:nvSpPr>
            <p:spPr>
              <a:xfrm>
                <a:off x="1070355" y="5979175"/>
                <a:ext cx="4133088" cy="0"/>
              </a:xfrm>
              <a:prstGeom prst="line">
                <a:avLst/>
              </a:prstGeom>
              <a:noFill/>
              <a:ln w="9525">
                <a:solidFill>
                  <a:srgbClr val="C4CFE3"/>
                </a:solidFill>
                <a:prstDash val="solid"/>
              </a:ln>
            </p:spPr>
            <p:txBody>
              <a:bodyPr/>
              <a:lstStyle/>
              <a:p>
                <a:endParaRPr lang="en-US" sz="2400"/>
              </a:p>
            </p:txBody>
          </p:sp>
          <p:sp>
            <p:nvSpPr>
              <p:cNvPr id="22" name="Text 20">
                <a:extLst>
                  <a:ext uri="{FF2B5EF4-FFF2-40B4-BE49-F238E27FC236}">
                    <a16:creationId xmlns:a16="http://schemas.microsoft.com/office/drawing/2014/main" id="{FBD5E13B-5081-D5FF-11C4-6CC6824E2C08}"/>
                  </a:ext>
                </a:extLst>
              </p:cNvPr>
              <p:cNvSpPr/>
              <p:nvPr/>
            </p:nvSpPr>
            <p:spPr>
              <a:xfrm>
                <a:off x="1077976" y="6019800"/>
                <a:ext cx="2066544" cy="34137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/>
                <a:r>
                  <a:rPr lang="en-US" sz="1600" b="1" kern="0" spc="67">
                    <a:solidFill>
                      <a:srgbClr val="1E276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TAXPAYERS</a:t>
                </a:r>
                <a:endParaRPr lang="en-US" sz="16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23" name="Text 21">
                <a:extLst>
                  <a:ext uri="{FF2B5EF4-FFF2-40B4-BE49-F238E27FC236}">
                    <a16:creationId xmlns:a16="http://schemas.microsoft.com/office/drawing/2014/main" id="{FAC55A95-EAA2-C568-D6CE-91676439AEFE}"/>
                  </a:ext>
                </a:extLst>
              </p:cNvPr>
              <p:cNvSpPr/>
              <p:nvPr/>
            </p:nvSpPr>
            <p:spPr>
              <a:xfrm>
                <a:off x="1077976" y="6324600"/>
                <a:ext cx="2066544" cy="6705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/>
                <a:r>
                  <a:rPr lang="en-US" sz="4000" b="1" dirty="0">
                    <a:solidFill>
                      <a:srgbClr val="1E2761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1.02L</a:t>
                </a:r>
                <a:endParaRPr lang="en-US" sz="4000" dirty="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24" name="Text 22">
                <a:extLst>
                  <a:ext uri="{FF2B5EF4-FFF2-40B4-BE49-F238E27FC236}">
                    <a16:creationId xmlns:a16="http://schemas.microsoft.com/office/drawing/2014/main" id="{94BCA2C4-E0DC-DF11-970E-C1453D2A5A41}"/>
                  </a:ext>
                </a:extLst>
              </p:cNvPr>
              <p:cNvSpPr/>
              <p:nvPr/>
            </p:nvSpPr>
            <p:spPr>
              <a:xfrm>
                <a:off x="3144520" y="6019800"/>
                <a:ext cx="2066544" cy="34137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/>
                <a:r>
                  <a:rPr lang="en-US" sz="1600" b="1" kern="0" spc="67">
                    <a:solidFill>
                      <a:srgbClr val="C039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Taxpayer suspended</a:t>
                </a:r>
                <a:endParaRPr lang="en-US" sz="16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25" name="Text 23">
                <a:extLst>
                  <a:ext uri="{FF2B5EF4-FFF2-40B4-BE49-F238E27FC236}">
                    <a16:creationId xmlns:a16="http://schemas.microsoft.com/office/drawing/2014/main" id="{5C77B38E-0001-5BDC-D443-5A4D0CD4C903}"/>
                  </a:ext>
                </a:extLst>
              </p:cNvPr>
              <p:cNvSpPr/>
              <p:nvPr/>
            </p:nvSpPr>
            <p:spPr>
              <a:xfrm>
                <a:off x="3144520" y="6324600"/>
                <a:ext cx="2066544" cy="6705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/>
                <a:r>
                  <a:rPr lang="en-US" sz="3600" b="1" dirty="0">
                    <a:solidFill>
                      <a:srgbClr val="C0392B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27274</a:t>
                </a:r>
                <a:endParaRPr lang="en-US" sz="3600" dirty="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26" name="Shape 2">
                <a:extLst>
                  <a:ext uri="{FF2B5EF4-FFF2-40B4-BE49-F238E27FC236}">
                    <a16:creationId xmlns:a16="http://schemas.microsoft.com/office/drawing/2014/main" id="{228CAB02-3A4B-8396-0A10-9B0B921C5ED0}"/>
                  </a:ext>
                </a:extLst>
              </p:cNvPr>
              <p:cNvSpPr/>
              <p:nvPr/>
            </p:nvSpPr>
            <p:spPr>
              <a:xfrm>
                <a:off x="11328400" y="2657855"/>
                <a:ext cx="4800600" cy="4303775"/>
              </a:xfrm>
              <a:prstGeom prst="roundRect">
                <a:avLst>
                  <a:gd name="adj" fmla="val 2254"/>
                </a:avLst>
              </a:prstGeom>
              <a:solidFill>
                <a:srgbClr val="EEF3FC"/>
              </a:solidFill>
              <a:ln>
                <a:solidFill>
                  <a:schemeClr val="bg2">
                    <a:lumMod val="75000"/>
                  </a:schemeClr>
                </a:solidFill>
              </a:ln>
              <a:effectLst>
                <a:outerShdw blurRad="50800" dist="38100" dir="2700000" sx="101000" sy="101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endParaRPr lang="en-US" sz="2400"/>
              </a:p>
            </p:txBody>
          </p:sp>
          <p:sp>
            <p:nvSpPr>
              <p:cNvPr id="28" name="Shape 3">
                <a:extLst>
                  <a:ext uri="{FF2B5EF4-FFF2-40B4-BE49-F238E27FC236}">
                    <a16:creationId xmlns:a16="http://schemas.microsoft.com/office/drawing/2014/main" id="{5E9A0AB8-2C79-C268-06D4-E5BE831F1ACA}"/>
                  </a:ext>
                </a:extLst>
              </p:cNvPr>
              <p:cNvSpPr/>
              <p:nvPr/>
            </p:nvSpPr>
            <p:spPr>
              <a:xfrm>
                <a:off x="11557000" y="2743200"/>
                <a:ext cx="609600" cy="609600"/>
              </a:xfrm>
              <a:prstGeom prst="ellipse">
                <a:avLst/>
              </a:prstGeom>
              <a:solidFill>
                <a:srgbClr val="1E2761"/>
              </a:solidFill>
              <a:ln/>
            </p:spPr>
            <p:txBody>
              <a:bodyPr/>
              <a:lstStyle/>
              <a:p>
                <a:endParaRPr lang="en-US" sz="2400"/>
              </a:p>
            </p:txBody>
          </p:sp>
          <p:sp>
            <p:nvSpPr>
              <p:cNvPr id="30" name="Text 4">
                <a:extLst>
                  <a:ext uri="{FF2B5EF4-FFF2-40B4-BE49-F238E27FC236}">
                    <a16:creationId xmlns:a16="http://schemas.microsoft.com/office/drawing/2014/main" id="{1E2A3416-A834-5935-9831-1323C5CB62FA}"/>
                  </a:ext>
                </a:extLst>
              </p:cNvPr>
              <p:cNvSpPr/>
              <p:nvPr/>
            </p:nvSpPr>
            <p:spPr>
              <a:xfrm>
                <a:off x="11557000" y="2743200"/>
                <a:ext cx="609600" cy="609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 defTabSz="1219170"/>
                <a:r>
                  <a:rPr lang="en-US" sz="2800" b="1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</a:rPr>
                  <a:t>9</a:t>
                </a:r>
                <a:endParaRPr lang="en-US" sz="28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32" name="Text 5">
                <a:extLst>
                  <a:ext uri="{FF2B5EF4-FFF2-40B4-BE49-F238E27FC236}">
                    <a16:creationId xmlns:a16="http://schemas.microsoft.com/office/drawing/2014/main" id="{D1EF3ED3-F727-1E34-7041-82B5487F52F2}"/>
                  </a:ext>
                </a:extLst>
              </p:cNvPr>
              <p:cNvSpPr/>
              <p:nvPr/>
            </p:nvSpPr>
            <p:spPr>
              <a:xfrm>
                <a:off x="12312904" y="2779776"/>
                <a:ext cx="347472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/>
                <a:r>
                  <a:rPr lang="en-US" sz="2000" b="1" kern="0" spc="133">
                    <a:solidFill>
                      <a:srgbClr val="C039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USE CASE 9</a:t>
                </a:r>
                <a:endParaRPr lang="en-US" sz="20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34" name="Text 6">
                <a:extLst>
                  <a:ext uri="{FF2B5EF4-FFF2-40B4-BE49-F238E27FC236}">
                    <a16:creationId xmlns:a16="http://schemas.microsoft.com/office/drawing/2014/main" id="{1C187F57-9B6F-17DC-279E-24A6BE39C446}"/>
                  </a:ext>
                </a:extLst>
              </p:cNvPr>
              <p:cNvSpPr/>
              <p:nvPr/>
            </p:nvSpPr>
            <p:spPr>
              <a:xfrm>
                <a:off x="11557000" y="3429000"/>
                <a:ext cx="4553712" cy="792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>
                  <a:lnSpc>
                    <a:spcPct val="110000"/>
                  </a:lnSpc>
                </a:pPr>
                <a:r>
                  <a:rPr lang="en-US" sz="2800" b="1">
                    <a:solidFill>
                      <a:srgbClr val="1B1F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OCR Based reading of documents</a:t>
                </a:r>
                <a:endParaRPr lang="en-US" sz="28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  <p:sp>
            <p:nvSpPr>
              <p:cNvPr id="36" name="Text 7">
                <a:extLst>
                  <a:ext uri="{FF2B5EF4-FFF2-40B4-BE49-F238E27FC236}">
                    <a16:creationId xmlns:a16="http://schemas.microsoft.com/office/drawing/2014/main" id="{51B5D52F-B347-2E7B-9B9A-2295CCC8E070}"/>
                  </a:ext>
                </a:extLst>
              </p:cNvPr>
              <p:cNvSpPr/>
              <p:nvPr/>
            </p:nvSpPr>
            <p:spPr>
              <a:xfrm>
                <a:off x="11557000" y="4551871"/>
                <a:ext cx="4572000" cy="1219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>
                  <a:lnSpc>
                    <a:spcPct val="125000"/>
                  </a:lnSpc>
                </a:pPr>
                <a:r>
                  <a:rPr lang="en-IN" sz="2400">
                    <a:solidFill>
                      <a:srgbClr val="5A647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Extraction and analysis of data from GSTR-9, Profit &amp; Loss Statements, Balance Sheets etc. using OCR and comparison with GST Database.</a:t>
                </a:r>
              </a:p>
              <a:p>
                <a:pPr defTabSz="1219170">
                  <a:lnSpc>
                    <a:spcPct val="125000"/>
                  </a:lnSpc>
                </a:pPr>
                <a:r>
                  <a:rPr lang="en-IN" sz="2400" err="1">
                    <a:solidFill>
                      <a:srgbClr val="5A647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Eg.</a:t>
                </a:r>
                <a:r>
                  <a:rPr lang="en-IN" sz="2400">
                    <a:solidFill>
                      <a:srgbClr val="5A647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Legal fees paid as per P&amp;L but RCM not paid in GST</a:t>
                </a:r>
                <a:endParaRPr lang="en-US" sz="240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  <p:sp>
            <p:nvSpPr>
              <p:cNvPr id="43" name="Shape 8">
                <a:extLst>
                  <a:ext uri="{FF2B5EF4-FFF2-40B4-BE49-F238E27FC236}">
                    <a16:creationId xmlns:a16="http://schemas.microsoft.com/office/drawing/2014/main" id="{C9060BF4-372C-B99B-1D42-146EC44380DA}"/>
                  </a:ext>
                </a:extLst>
              </p:cNvPr>
              <p:cNvSpPr/>
              <p:nvPr/>
            </p:nvSpPr>
            <p:spPr>
              <a:xfrm>
                <a:off x="11459566" y="6313384"/>
                <a:ext cx="4133088" cy="0"/>
              </a:xfrm>
              <a:prstGeom prst="line">
                <a:avLst/>
              </a:prstGeom>
              <a:noFill/>
              <a:ln w="9525">
                <a:solidFill>
                  <a:srgbClr val="C4CFE3"/>
                </a:solidFill>
                <a:prstDash val="solid"/>
              </a:ln>
            </p:spPr>
            <p:txBody>
              <a:bodyPr/>
              <a:lstStyle/>
              <a:p>
                <a:endParaRPr lang="en-US" sz="2400"/>
              </a:p>
            </p:txBody>
          </p:sp>
          <p:sp>
            <p:nvSpPr>
              <p:cNvPr id="48" name="Text 10">
                <a:extLst>
                  <a:ext uri="{FF2B5EF4-FFF2-40B4-BE49-F238E27FC236}">
                    <a16:creationId xmlns:a16="http://schemas.microsoft.com/office/drawing/2014/main" id="{1DEC9EE8-D17F-0FD4-9046-5C7020231B39}"/>
                  </a:ext>
                </a:extLst>
              </p:cNvPr>
              <p:cNvSpPr/>
              <p:nvPr/>
            </p:nvSpPr>
            <p:spPr>
              <a:xfrm>
                <a:off x="11557000" y="6315455"/>
                <a:ext cx="4800599" cy="6705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defTabSz="1219170"/>
                <a:r>
                  <a:rPr lang="en-US" sz="2800" b="1">
                    <a:solidFill>
                      <a:srgbClr val="1E2761"/>
                    </a:solidFill>
                    <a:latin typeface="Cambria" pitchFamily="34" charset="0"/>
                    <a:ea typeface="Cambria" pitchFamily="34" charset="-122"/>
                  </a:rPr>
                  <a:t>Work in Progress</a:t>
                </a:r>
                <a:endParaRPr lang="en-US" sz="280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</p:grpSp>
        <p:sp>
          <p:nvSpPr>
            <p:cNvPr id="13" name="Text 22">
              <a:extLst>
                <a:ext uri="{FF2B5EF4-FFF2-40B4-BE49-F238E27FC236}">
                  <a16:creationId xmlns:a16="http://schemas.microsoft.com/office/drawing/2014/main" id="{B4A701AB-6D41-FEF7-B715-3D1EC093C8ED}"/>
                </a:ext>
              </a:extLst>
            </p:cNvPr>
            <p:cNvSpPr/>
            <p:nvPr/>
          </p:nvSpPr>
          <p:spPr>
            <a:xfrm>
              <a:off x="8213098" y="6580169"/>
              <a:ext cx="2025622" cy="488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1600" b="1" kern="0" spc="67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Taxpayer suspended</a:t>
              </a:r>
              <a:endParaRPr lang="en-US" sz="1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29" name="Text 23">
              <a:extLst>
                <a:ext uri="{FF2B5EF4-FFF2-40B4-BE49-F238E27FC236}">
                  <a16:creationId xmlns:a16="http://schemas.microsoft.com/office/drawing/2014/main" id="{864067F4-3824-9894-F8F0-1DB9FA7833D2}"/>
                </a:ext>
              </a:extLst>
            </p:cNvPr>
            <p:cNvSpPr/>
            <p:nvPr/>
          </p:nvSpPr>
          <p:spPr>
            <a:xfrm>
              <a:off x="8229580" y="7012276"/>
              <a:ext cx="2025622" cy="9602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defTabSz="1219170"/>
              <a:r>
                <a:rPr lang="en-US" sz="3600" b="1" dirty="0">
                  <a:solidFill>
                    <a:srgbClr val="C0392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1267</a:t>
              </a:r>
              <a:endParaRPr lang="en-US" sz="3600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31" name="Shape 4">
            <a:extLst>
              <a:ext uri="{FF2B5EF4-FFF2-40B4-BE49-F238E27FC236}">
                <a16:creationId xmlns:a16="http://schemas.microsoft.com/office/drawing/2014/main" id="{CD384331-FBD3-6664-4091-33FE5155A1B9}"/>
              </a:ext>
            </a:extLst>
          </p:cNvPr>
          <p:cNvSpPr/>
          <p:nvPr/>
        </p:nvSpPr>
        <p:spPr>
          <a:xfrm>
            <a:off x="358987" y="104368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5085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46244" y="288058"/>
            <a:ext cx="16205200" cy="6061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>
              <a:lnSpc>
                <a:spcPct val="114576"/>
              </a:lnSpc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Fake Firm Detection &amp; Cleaning the Taxpayer Base</a:t>
            </a:r>
          </a:p>
        </p:txBody>
      </p:sp>
      <p:sp>
        <p:nvSpPr>
          <p:cNvPr id="9" name="Text 7"/>
          <p:cNvSpPr/>
          <p:nvPr/>
        </p:nvSpPr>
        <p:spPr>
          <a:xfrm>
            <a:off x="358987" y="1526433"/>
            <a:ext cx="7969716" cy="4263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1778" b="1" kern="0" spc="100" dirty="0">
                <a:solidFill>
                  <a:srgbClr val="8A3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FIRM DETECTION</a:t>
            </a:r>
            <a:endParaRPr lang="en-US" sz="1778" dirty="0"/>
          </a:p>
        </p:txBody>
      </p:sp>
      <p:sp>
        <p:nvSpPr>
          <p:cNvPr id="12" name="Text 10"/>
          <p:cNvSpPr/>
          <p:nvPr/>
        </p:nvSpPr>
        <p:spPr>
          <a:xfrm>
            <a:off x="5280781" y="2790313"/>
            <a:ext cx="1054643" cy="45049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>
              <a:lnSpc>
                <a:spcPct val="133333"/>
              </a:lnSpc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FY25–26</a:t>
            </a:r>
            <a:endParaRPr lang="en-US" sz="1600"/>
          </a:p>
        </p:txBody>
      </p:sp>
      <p:sp>
        <p:nvSpPr>
          <p:cNvPr id="29" name="Shape 27"/>
          <p:cNvSpPr/>
          <p:nvPr/>
        </p:nvSpPr>
        <p:spPr>
          <a:xfrm>
            <a:off x="8184220" y="1575593"/>
            <a:ext cx="7774443" cy="4915196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/>
          <a:effectLst>
            <a:outerShdw blurRad="28575" dist="9525" dir="5400000" algn="bl" rotWithShape="0">
              <a:srgbClr val="1C1A15">
                <a:alpha val="8000"/>
              </a:srgbClr>
            </a:outerShdw>
          </a:effectLst>
        </p:spPr>
        <p:txBody>
          <a:bodyPr/>
          <a:lstStyle/>
          <a:p>
            <a:endParaRPr lang="en-IN" sz="3200" dirty="0"/>
          </a:p>
        </p:txBody>
      </p:sp>
      <p:sp>
        <p:nvSpPr>
          <p:cNvPr id="30" name="Shape 28"/>
          <p:cNvSpPr/>
          <p:nvPr/>
        </p:nvSpPr>
        <p:spPr>
          <a:xfrm>
            <a:off x="8184220" y="6474698"/>
            <a:ext cx="7774443" cy="16089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3200"/>
          </a:p>
        </p:txBody>
      </p:sp>
      <p:sp>
        <p:nvSpPr>
          <p:cNvPr id="33" name="Shape 31"/>
          <p:cNvSpPr/>
          <p:nvPr/>
        </p:nvSpPr>
        <p:spPr>
          <a:xfrm>
            <a:off x="15949539" y="1575593"/>
            <a:ext cx="9125" cy="4915196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3200"/>
          </a:p>
        </p:txBody>
      </p:sp>
      <p:sp>
        <p:nvSpPr>
          <p:cNvPr id="34" name="Text 32"/>
          <p:cNvSpPr/>
          <p:nvPr/>
        </p:nvSpPr>
        <p:spPr>
          <a:xfrm>
            <a:off x="8436982" y="1493609"/>
            <a:ext cx="7969716" cy="42636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1778" b="1" kern="0" spc="100" dirty="0">
                <a:solidFill>
                  <a:srgbClr val="1F3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CLEANING THE TAXPAYER BASE</a:t>
            </a:r>
            <a:endParaRPr lang="en-US" sz="1778" dirty="0"/>
          </a:p>
        </p:txBody>
      </p:sp>
      <p:sp>
        <p:nvSpPr>
          <p:cNvPr id="36" name="Text 34"/>
          <p:cNvSpPr/>
          <p:nvPr/>
        </p:nvSpPr>
        <p:spPr>
          <a:xfrm>
            <a:off x="8540093" y="2790313"/>
            <a:ext cx="4775158" cy="45049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>
              <a:lnSpc>
                <a:spcPct val="133333"/>
              </a:lnSpc>
            </a:pPr>
            <a:r>
              <a:rPr lang="en-US" sz="2133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Particulars</a:t>
            </a:r>
            <a:endParaRPr lang="en-US" sz="2133"/>
          </a:p>
        </p:txBody>
      </p:sp>
      <p:sp>
        <p:nvSpPr>
          <p:cNvPr id="37" name="Text 35"/>
          <p:cNvSpPr/>
          <p:nvPr/>
        </p:nvSpPr>
        <p:spPr>
          <a:xfrm>
            <a:off x="13280353" y="2790313"/>
            <a:ext cx="1090287" cy="45049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>
              <a:lnSpc>
                <a:spcPct val="133333"/>
              </a:lnSpc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FY25–26</a:t>
            </a:r>
            <a:endParaRPr lang="en-US" sz="1600"/>
          </a:p>
        </p:txBody>
      </p:sp>
      <p:sp>
        <p:nvSpPr>
          <p:cNvPr id="38" name="Text 36"/>
          <p:cNvSpPr/>
          <p:nvPr/>
        </p:nvSpPr>
        <p:spPr>
          <a:xfrm>
            <a:off x="14480139" y="2790313"/>
            <a:ext cx="1122652" cy="45049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ctr">
            <a:noAutofit/>
          </a:bodyPr>
          <a:lstStyle/>
          <a:p>
            <a:pPr algn="r">
              <a:lnSpc>
                <a:spcPct val="133333"/>
              </a:lnSpc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FY26–27</a:t>
            </a:r>
            <a:endParaRPr lang="en-US" sz="1600"/>
          </a:p>
        </p:txBody>
      </p:sp>
      <p:sp>
        <p:nvSpPr>
          <p:cNvPr id="42" name="Text 40"/>
          <p:cNvSpPr/>
          <p:nvPr/>
        </p:nvSpPr>
        <p:spPr>
          <a:xfrm>
            <a:off x="8519562" y="5606321"/>
            <a:ext cx="7369296" cy="747076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1250"/>
              </a:lnSpc>
            </a:pPr>
            <a:r>
              <a:rPr lang="en-US" sz="2000" dirty="0">
                <a:solidFill>
                  <a:srgbClr val="645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*Identified through nil-filing pattern analysis; further field verification in progress.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762000" y="8631767"/>
            <a:ext cx="14732000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600"/>
          </a:p>
        </p:txBody>
      </p:sp>
      <p:sp>
        <p:nvSpPr>
          <p:cNvPr id="46" name="Text 44"/>
          <p:cNvSpPr/>
          <p:nvPr/>
        </p:nvSpPr>
        <p:spPr>
          <a:xfrm>
            <a:off x="15000818" y="8758767"/>
            <a:ext cx="560916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0000"/>
              </a:lnSpc>
            </a:pPr>
            <a:r>
              <a:rPr lang="en-US" sz="867" kern="0" spc="35">
                <a:solidFill>
                  <a:srgbClr val="8379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38</a:t>
            </a:r>
            <a:endParaRPr lang="en-US" sz="867"/>
          </a:p>
        </p:txBody>
      </p:sp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C58E40CD-8AB3-224C-7EDA-7FF32CA60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555904"/>
              </p:ext>
            </p:extLst>
          </p:nvPr>
        </p:nvGraphicFramePr>
        <p:xfrm>
          <a:off x="336383" y="2330203"/>
          <a:ext cx="7163276" cy="47873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4577">
                  <a:extLst>
                    <a:ext uri="{9D8B030D-6E8A-4147-A177-3AD203B41FA5}">
                      <a16:colId xmlns:a16="http://schemas.microsoft.com/office/drawing/2014/main" val="283362181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1661273952"/>
                    </a:ext>
                  </a:extLst>
                </a:gridCol>
                <a:gridCol w="1769419">
                  <a:extLst>
                    <a:ext uri="{9D8B030D-6E8A-4147-A177-3AD203B41FA5}">
                      <a16:colId xmlns:a16="http://schemas.microsoft.com/office/drawing/2014/main" val="329132918"/>
                    </a:ext>
                  </a:extLst>
                </a:gridCol>
              </a:tblGrid>
              <a:tr h="611051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Particulars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FY25–26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FY26-27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7271"/>
                  </a:ext>
                </a:extLst>
              </a:tr>
              <a:tr h="764331"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Fake Firms Detected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330+</a:t>
                      </a:r>
                      <a:endParaRPr lang="en-IN" sz="2400" b="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63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606095"/>
                  </a:ext>
                </a:extLst>
              </a:tr>
              <a:tr h="764331">
                <a:tc>
                  <a:txBody>
                    <a:bodyPr/>
                    <a:lstStyle/>
                    <a:p>
                      <a:pPr>
                        <a:lnSpc>
                          <a:spcPct val="133333"/>
                        </a:lnSpc>
                      </a:pPr>
                      <a:r>
                        <a:rPr lang="en-US" sz="2400" dirty="0">
                          <a:solidFill>
                            <a:srgbClr val="322E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ITC Involved (₹ Cr)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668.41</a:t>
                      </a:r>
                      <a:endParaRPr lang="en-IN" sz="2400" b="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259.71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1279928"/>
                  </a:ext>
                </a:extLst>
              </a:tr>
              <a:tr h="1203905">
                <a:tc>
                  <a:txBody>
                    <a:bodyPr/>
                    <a:lstStyle/>
                    <a:p>
                      <a:pPr>
                        <a:lnSpc>
                          <a:spcPct val="133333"/>
                        </a:lnSpc>
                      </a:pPr>
                      <a:r>
                        <a:rPr lang="en-US" sz="2400" dirty="0">
                          <a:solidFill>
                            <a:srgbClr val="322E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Suspicious Firms (Repeat Offenders)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-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3474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942468"/>
                  </a:ext>
                </a:extLst>
              </a:tr>
              <a:tr h="1443737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322E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Registration Cancelled (Improper Docs / Field Visit)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-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5032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702472"/>
                  </a:ext>
                </a:extLst>
              </a:tr>
            </a:tbl>
          </a:graphicData>
        </a:graphic>
      </p:graphicFrame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75D72AE8-0B73-6811-5AC9-861D6D57AD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190252"/>
              </p:ext>
            </p:extLst>
          </p:nvPr>
        </p:nvGraphicFramePr>
        <p:xfrm>
          <a:off x="8436982" y="2463893"/>
          <a:ext cx="7391195" cy="30960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778">
                  <a:extLst>
                    <a:ext uri="{9D8B030D-6E8A-4147-A177-3AD203B41FA5}">
                      <a16:colId xmlns:a16="http://schemas.microsoft.com/office/drawing/2014/main" val="283362181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1661273952"/>
                    </a:ext>
                  </a:extLst>
                </a:gridCol>
                <a:gridCol w="1868337">
                  <a:extLst>
                    <a:ext uri="{9D8B030D-6E8A-4147-A177-3AD203B41FA5}">
                      <a16:colId xmlns:a16="http://schemas.microsoft.com/office/drawing/2014/main" val="329132918"/>
                    </a:ext>
                  </a:extLst>
                </a:gridCol>
              </a:tblGrid>
              <a:tr h="576585"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Particulars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FY25–26</a:t>
                      </a:r>
                      <a:endParaRPr 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FY26-27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3257271"/>
                  </a:ext>
                </a:extLst>
              </a:tr>
              <a:tr h="1422340">
                <a:tc>
                  <a:txBody>
                    <a:bodyPr/>
                    <a:lstStyle/>
                    <a:p>
                      <a:pPr>
                        <a:lnSpc>
                          <a:spcPct val="133333"/>
                        </a:lnSpc>
                      </a:pPr>
                      <a:r>
                        <a:rPr lang="en-US" sz="2400" dirty="0">
                          <a:solidFill>
                            <a:srgbClr val="322E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Potentially Suspicious Taxpayers from Nil Payers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 -</a:t>
                      </a:r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27274*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606095"/>
                  </a:ext>
                </a:extLst>
              </a:tr>
              <a:tr h="965523">
                <a:tc>
                  <a:txBody>
                    <a:bodyPr/>
                    <a:lstStyle/>
                    <a:p>
                      <a:pPr>
                        <a:lnSpc>
                          <a:spcPct val="133333"/>
                        </a:lnSpc>
                      </a:pPr>
                      <a:r>
                        <a:rPr lang="en-US" sz="2400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Returned Welcome Letters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2400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kern="1200" dirty="0">
                          <a:solidFill>
                            <a:srgbClr val="322E25"/>
                          </a:solidFill>
                          <a:latin typeface="Arial" pitchFamily="34" charset="0"/>
                          <a:cs typeface="Arial" pitchFamily="34" charset="-120"/>
                        </a:rPr>
                        <a:t>1267</a:t>
                      </a:r>
                      <a:endParaRPr lang="en-IN" sz="2400" b="1" kern="1200" dirty="0">
                        <a:solidFill>
                          <a:srgbClr val="322E25"/>
                        </a:solidFill>
                        <a:latin typeface="Arial" pitchFamily="34" charset="0"/>
                        <a:cs typeface="Arial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8675707"/>
                  </a:ext>
                </a:extLst>
              </a:tr>
            </a:tbl>
          </a:graphicData>
        </a:graphic>
      </p:graphicFrame>
      <p:sp>
        <p:nvSpPr>
          <p:cNvPr id="4" name="Shape 4">
            <a:extLst>
              <a:ext uri="{FF2B5EF4-FFF2-40B4-BE49-F238E27FC236}">
                <a16:creationId xmlns:a16="http://schemas.microsoft.com/office/drawing/2014/main" id="{AFBEC61D-2292-D07D-5345-C458AE0F5E6E}"/>
              </a:ext>
            </a:extLst>
          </p:cNvPr>
          <p:cNvSpPr/>
          <p:nvPr/>
        </p:nvSpPr>
        <p:spPr>
          <a:xfrm>
            <a:off x="358987" y="104368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8987" y="188903"/>
            <a:ext cx="149961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Tax Administration Performance Index</a:t>
            </a:r>
            <a:br>
              <a:rPr lang="en-US" sz="3467" b="1" dirty="0">
                <a:solidFill>
                  <a:srgbClr val="1A3257"/>
                </a:solidFill>
                <a:latin typeface="Georgia" pitchFamily="34" charset="0"/>
              </a:rPr>
            </a:br>
            <a:r>
              <a:rPr lang="en-US" sz="2400" b="1" dirty="0">
                <a:solidFill>
                  <a:srgbClr val="1A3257"/>
                </a:solidFill>
                <a:latin typeface="Georgia" pitchFamily="34" charset="0"/>
              </a:rPr>
              <a:t>Source : GST Analytics and Intelligence Network portal - GSTN 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377696"/>
            <a:ext cx="149961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67" b="0" i="1" u="none" strike="noStrike" kern="1200" cap="none" spc="0" normalizeH="0" baseline="0" noProof="0" dirty="0">
                <a:ln>
                  <a:noFill/>
                </a:ln>
                <a:solidFill>
                  <a:srgbClr val="6B6B6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across 16 GST administration parameters, by state (Published Quarterly)</a:t>
            </a:r>
            <a:endParaRPr kumimoji="0" lang="en-US" sz="1867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09600" y="1889760"/>
            <a:ext cx="92049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B5D5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State Rankings — Total Score (0–100)</a:t>
            </a:r>
            <a:endParaRPr kumimoji="0" lang="en-US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2848917308"/>
              </p:ext>
            </p:extLst>
          </p:nvPr>
        </p:nvGraphicFramePr>
        <p:xfrm>
          <a:off x="609600" y="2316480"/>
          <a:ext cx="14605000" cy="6437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975600" y="2397469"/>
            <a:ext cx="0" cy="6226923"/>
          </a:xfrm>
          <a:prstGeom prst="line">
            <a:avLst/>
          </a:prstGeom>
          <a:noFill/>
          <a:ln w="28575">
            <a:solidFill>
              <a:srgbClr val="8A2E2E"/>
            </a:solidFill>
            <a:prstDash val="dash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6847840" y="206828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8A2E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PAN INDIA avg: 52.4</a:t>
            </a: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24564A02-5FDC-77D0-4E0F-3DE3D4BCEE78}"/>
              </a:ext>
            </a:extLst>
          </p:cNvPr>
          <p:cNvSpPr/>
          <p:nvPr/>
        </p:nvSpPr>
        <p:spPr>
          <a:xfrm>
            <a:off x="358987" y="104368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9BEB4-095D-D869-088B-9DCB359A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B0B3C9E-ECB1-C2CF-D139-9F0BD165B2B9}"/>
              </a:ext>
            </a:extLst>
          </p:cNvPr>
          <p:cNvSpPr/>
          <p:nvPr/>
        </p:nvSpPr>
        <p:spPr>
          <a:xfrm>
            <a:off x="358987" y="228600"/>
            <a:ext cx="121920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Revenue Growth: Month-wise Forecasting Snapshot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A359AF-D835-D897-CC20-9F7FA64393E1}"/>
              </a:ext>
            </a:extLst>
          </p:cNvPr>
          <p:cNvSpPr/>
          <p:nvPr/>
        </p:nvSpPr>
        <p:spPr>
          <a:xfrm>
            <a:off x="609600" y="1036320"/>
            <a:ext cx="121920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33" b="0" i="0" u="none" strike="noStrike" kern="1200" cap="none" spc="0" normalizeH="0" baseline="0" noProof="0" dirty="0">
                <a:ln>
                  <a:noFill/>
                </a:ln>
                <a:solidFill>
                  <a:srgbClr val="5A6B8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FY 2026–27  ( ₹ in Crore )</a:t>
            </a:r>
            <a:endParaRPr kumimoji="0" lang="en-US" sz="173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9F5DF26E-9DBE-C1B5-C7D9-C45141629D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46483"/>
              </p:ext>
            </p:extLst>
          </p:nvPr>
        </p:nvGraphicFramePr>
        <p:xfrm>
          <a:off x="609600" y="1602563"/>
          <a:ext cx="14833599" cy="6224161"/>
        </p:xfrm>
        <a:graphic>
          <a:graphicData uri="http://schemas.openxmlformats.org/drawingml/2006/table">
            <a:tbl>
              <a:tblPr/>
              <a:tblGrid>
                <a:gridCol w="45849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54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37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200" b="1" dirty="0">
                          <a:solidFill>
                            <a:schemeClr val="tx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3200" b="1" dirty="0">
                        <a:solidFill>
                          <a:schemeClr val="tx1"/>
                        </a:solidFill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55419" marB="55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200" b="1" dirty="0">
                          <a:solidFill>
                            <a:schemeClr val="tx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FY-26-27</a:t>
                      </a:r>
                      <a:endParaRPr lang="en-US" sz="3200" b="1" dirty="0">
                        <a:solidFill>
                          <a:schemeClr val="tx1"/>
                        </a:solidFill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55419" marB="55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3200" b="1" dirty="0">
                          <a:solidFill>
                            <a:schemeClr val="tx1"/>
                          </a:solidFill>
                          <a:latin typeface="+mn-lt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3200" b="1" dirty="0">
                        <a:solidFill>
                          <a:schemeClr val="tx1"/>
                        </a:solidFill>
                        <a:latin typeface="+mn-l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55419" marB="55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Apr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4,749 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2.21%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May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3,280 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-6.39%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Jun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3,615 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4.68%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Jul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4,147 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8.86%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Aug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3,865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8.10%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Sep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3,735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8.95%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Oct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4,695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12.81%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Nov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4,395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13.04%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Dec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3,851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13.46%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Jan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4,590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14.61%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Feb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4,134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 dirty="0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10.56%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Mar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4,985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2700" b="1" i="0" u="none" strike="noStrike" dirty="0">
                          <a:solidFill>
                            <a:srgbClr val="548235"/>
                          </a:solidFill>
                          <a:effectLst/>
                          <a:latin typeface="+mn-lt"/>
                        </a:rPr>
                        <a:t>12.12%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274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Total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7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50,014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3200" b="1" i="0" u="none" strike="noStrike" dirty="0">
                          <a:solidFill>
                            <a:schemeClr val="accent6">
                              <a:lumMod val="50000"/>
                            </a:schemeClr>
                          </a:solidFill>
                          <a:effectLst/>
                          <a:latin typeface="+mn-lt"/>
                        </a:rPr>
                        <a:t>8.61%</a:t>
                      </a:r>
                    </a:p>
                  </a:txBody>
                  <a:tcPr marL="8467" marR="8467" marT="8467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>
            <a:extLst>
              <a:ext uri="{FF2B5EF4-FFF2-40B4-BE49-F238E27FC236}">
                <a16:creationId xmlns:a16="http://schemas.microsoft.com/office/drawing/2014/main" id="{82002BE1-665E-BB51-17A5-8C06F347B76A}"/>
              </a:ext>
            </a:extLst>
          </p:cNvPr>
          <p:cNvSpPr/>
          <p:nvPr/>
        </p:nvSpPr>
        <p:spPr>
          <a:xfrm>
            <a:off x="609600" y="7696200"/>
            <a:ext cx="1533144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itchFamily="34" charset="-122"/>
                <a:cs typeface="Calibri" pitchFamily="34" charset="-120"/>
              </a:rPr>
              <a:t>Aug 26 – Mar’ 27 figures are model-based forecasts – </a:t>
            </a:r>
            <a:r>
              <a:rPr kumimoji="0" 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itchFamily="34" charset="-122"/>
                <a:cs typeface="Calibri" pitchFamily="34" charset="-120"/>
              </a:rPr>
              <a:t>XGBoost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itchFamily="34" charset="-122"/>
                <a:cs typeface="Calibri" pitchFamily="34" charset="-120"/>
              </a:rPr>
              <a:t>,</a:t>
            </a:r>
            <a:r>
              <a:rPr kumimoji="0" lang="en-US" sz="2400" b="0" i="1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itchFamily="34" charset="-122"/>
                <a:cs typeface="Calibri" pitchFamily="34" charset="-120"/>
              </a:rPr>
              <a:t> Time Series, Arima</a:t>
            </a:r>
            <a:endParaRPr kumimoji="0" lang="en-US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itchFamily="34" charset="-122"/>
              <a:cs typeface="Calibri" pitchFamily="34" charset="-120"/>
            </a:endParaRP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itchFamily="34" charset="-122"/>
                <a:cs typeface="Calibri" pitchFamily="34" charset="-120"/>
              </a:rPr>
              <a:t>Full-year GST net revenue is projected to grow by 8.61 %, increasing from ₹46,050 Cr (FY25–26) to ₹ 50014 Cr (FY26–27).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4EFE897-E67A-4AF7-E45E-20EFC2C989FD}"/>
              </a:ext>
            </a:extLst>
          </p:cNvPr>
          <p:cNvCxnSpPr>
            <a:cxnSpLocks/>
          </p:cNvCxnSpPr>
          <p:nvPr/>
        </p:nvCxnSpPr>
        <p:spPr>
          <a:xfrm>
            <a:off x="235819" y="4746057"/>
            <a:ext cx="15796661" cy="0"/>
          </a:xfrm>
          <a:prstGeom prst="line">
            <a:avLst/>
          </a:prstGeom>
          <a:ln w="3810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Shape 4">
            <a:extLst>
              <a:ext uri="{FF2B5EF4-FFF2-40B4-BE49-F238E27FC236}">
                <a16:creationId xmlns:a16="http://schemas.microsoft.com/office/drawing/2014/main" id="{C888DC1C-C5F9-142E-46F2-39564BD41376}"/>
              </a:ext>
            </a:extLst>
          </p:cNvPr>
          <p:cNvSpPr/>
          <p:nvPr/>
        </p:nvSpPr>
        <p:spPr>
          <a:xfrm>
            <a:off x="358987" y="87604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45793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>
          <a:extLst>
            <a:ext uri="{FF2B5EF4-FFF2-40B4-BE49-F238E27FC236}">
              <a16:creationId xmlns:a16="http://schemas.microsoft.com/office/drawing/2014/main" id="{8C87EC88-B83A-EC5C-CBB5-AA2B00A1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36">
            <a:extLst>
              <a:ext uri="{FF2B5EF4-FFF2-40B4-BE49-F238E27FC236}">
                <a16:creationId xmlns:a16="http://schemas.microsoft.com/office/drawing/2014/main" id="{63D8AB89-0393-38F6-DC0F-F1AC4330FB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0223" y="283577"/>
            <a:ext cx="14860800" cy="6794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2577" rIns="0" bIns="0" anchor="t" anchorCtr="0">
            <a:spAutoFit/>
          </a:bodyPr>
          <a:lstStyle/>
          <a:p>
            <a:pPr marL="22577"/>
            <a:r>
              <a:rPr lang="en-IN" sz="4267" dirty="0">
                <a:solidFill>
                  <a:schemeClr val="lt1"/>
                </a:solidFill>
              </a:rPr>
              <a:t>Meeting with Secretary Revenue, GOI</a:t>
            </a:r>
            <a:endParaRPr sz="4267" dirty="0">
              <a:solidFill>
                <a:schemeClr val="lt1"/>
              </a:solidFill>
            </a:endParaRPr>
          </a:p>
        </p:txBody>
      </p:sp>
      <p:sp>
        <p:nvSpPr>
          <p:cNvPr id="646" name="Google Shape;646;p36">
            <a:extLst>
              <a:ext uri="{FF2B5EF4-FFF2-40B4-BE49-F238E27FC236}">
                <a16:creationId xmlns:a16="http://schemas.microsoft.com/office/drawing/2014/main" id="{F86C7DA3-52BC-B70D-5EBE-3ECC294C97A1}"/>
              </a:ext>
            </a:extLst>
          </p:cNvPr>
          <p:cNvSpPr txBox="1"/>
          <p:nvPr/>
        </p:nvSpPr>
        <p:spPr>
          <a:xfrm>
            <a:off x="0" y="727552"/>
            <a:ext cx="16902430" cy="964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marL="292367" algn="just" defTabSz="1219170"/>
            <a:r>
              <a:rPr lang="en-US" sz="2800" b="1" dirty="0">
                <a:solidFill>
                  <a:srgbClr val="6B7B8E"/>
                </a:solidFill>
                <a:latin typeface="Calibri"/>
                <a:ea typeface="Calibri"/>
                <a:cs typeface="Calibri"/>
                <a:sym typeface="Calibri"/>
              </a:rPr>
              <a:t>Point 1 : </a:t>
            </a:r>
            <a:r>
              <a:rPr lang="en-IN" sz="2400" dirty="0">
                <a:solidFill>
                  <a:prstClr val="black"/>
                </a:solidFill>
                <a:latin typeface="Calibri" panose="020F0502020204030204"/>
              </a:rPr>
              <a:t>The note mentions that </a:t>
            </a:r>
            <a:r>
              <a:rPr lang="en-IN" sz="2400" b="1" dirty="0">
                <a:solidFill>
                  <a:prstClr val="black"/>
                </a:solidFill>
                <a:latin typeface="Calibri" panose="020F0502020204030204"/>
              </a:rPr>
              <a:t>Rajasthan's B2C ratio is approximately 7</a:t>
            </a:r>
            <a:r>
              <a:rPr lang="en-IN" sz="2400" dirty="0">
                <a:solidFill>
                  <a:prstClr val="black"/>
                </a:solidFill>
                <a:latin typeface="Calibri" panose="020F0502020204030204"/>
              </a:rPr>
              <a:t>, against a normal benchmark ratio of </a:t>
            </a:r>
            <a:r>
              <a:rPr lang="en-IN" sz="2400" b="1" dirty="0">
                <a:solidFill>
                  <a:prstClr val="black"/>
                </a:solidFill>
                <a:latin typeface="Calibri" panose="020F0502020204030204"/>
              </a:rPr>
              <a:t>4.5</a:t>
            </a:r>
            <a:r>
              <a:rPr lang="en-IN" sz="2400" dirty="0">
                <a:solidFill>
                  <a:prstClr val="black"/>
                </a:solidFill>
                <a:latin typeface="Calibri" panose="020F0502020204030204"/>
              </a:rPr>
              <a:t>.</a:t>
            </a:r>
          </a:p>
          <a:p>
            <a:pPr marL="292367" algn="just" defTabSz="1219170"/>
            <a:r>
              <a:rPr lang="en-IN" sz="2400" dirty="0">
                <a:solidFill>
                  <a:prstClr val="black"/>
                </a:solidFill>
                <a:latin typeface="Calibri" panose="020F0502020204030204"/>
              </a:rPr>
              <a:t>GSTN was requested for complete data and methodology.  </a:t>
            </a:r>
            <a:r>
              <a:rPr lang="en-IN" sz="2400" b="1" dirty="0">
                <a:solidFill>
                  <a:prstClr val="black"/>
                </a:solidFill>
                <a:latin typeface="Calibri" panose="020F0502020204030204"/>
              </a:rPr>
              <a:t>GSTN report is as given below: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E639B4A-F6BA-B5D9-CF00-774E40EB34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533653"/>
              </p:ext>
            </p:extLst>
          </p:nvPr>
        </p:nvGraphicFramePr>
        <p:xfrm>
          <a:off x="355600" y="1791702"/>
          <a:ext cx="7678935" cy="6596710"/>
        </p:xfrm>
        <a:graphic>
          <a:graphicData uri="http://schemas.openxmlformats.org/drawingml/2006/table">
            <a:tbl>
              <a:tblPr>
                <a:tableStyleId>{FABFCF23-3B69-468F-B69F-88F6DE6A72F2}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814509864"/>
                    </a:ext>
                  </a:extLst>
                </a:gridCol>
                <a:gridCol w="2026920">
                  <a:extLst>
                    <a:ext uri="{9D8B030D-6E8A-4147-A177-3AD203B41FA5}">
                      <a16:colId xmlns:a16="http://schemas.microsoft.com/office/drawing/2014/main" val="592182426"/>
                    </a:ext>
                  </a:extLst>
                </a:gridCol>
                <a:gridCol w="2068387">
                  <a:extLst>
                    <a:ext uri="{9D8B030D-6E8A-4147-A177-3AD203B41FA5}">
                      <a16:colId xmlns:a16="http://schemas.microsoft.com/office/drawing/2014/main" val="2543260656"/>
                    </a:ext>
                  </a:extLst>
                </a:gridCol>
                <a:gridCol w="1805628">
                  <a:extLst>
                    <a:ext uri="{9D8B030D-6E8A-4147-A177-3AD203B41FA5}">
                      <a16:colId xmlns:a16="http://schemas.microsoft.com/office/drawing/2014/main" val="487293911"/>
                    </a:ext>
                  </a:extLst>
                </a:gridCol>
              </a:tblGrid>
              <a:tr h="419060"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ALL INDIA (in 1 Lakh Crore)</a:t>
                      </a:r>
                      <a:endParaRPr lang="en-IN" sz="24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06894"/>
                  </a:ext>
                </a:extLst>
              </a:tr>
              <a:tr h="657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FY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B2C Supply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Domestic Supply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B2C% 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197516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2017-2018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32.03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168.32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19.03%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4768476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2018-2019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48.64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260.85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18.65%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508940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2019-2020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49.57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261.52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18.95%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9290168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2020-2021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46.77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261.06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17.91%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7861257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2021-2022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58.34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344.33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16.94%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5917460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2022-2023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69.44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407.16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17.06%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294857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2023-2024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76.38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444.22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17.19%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364674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2024-2025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82.65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495.14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16.69%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344038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2025-2026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91.56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567.44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16.14%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9670023"/>
                  </a:ext>
                </a:extLst>
              </a:tr>
              <a:tr h="4943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Grand Total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555.39</a:t>
                      </a:r>
                      <a:endParaRPr lang="en-IN" sz="24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3210.03</a:t>
                      </a:r>
                      <a:endParaRPr lang="en-IN" sz="24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17.30%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7847679"/>
                  </a:ext>
                </a:extLst>
              </a:tr>
              <a:tr h="494333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Ratio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IN" sz="1900" b="1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D6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IN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5.78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9314E1E-1542-C29B-9A4B-C48D93EC2E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545540"/>
              </p:ext>
            </p:extLst>
          </p:nvPr>
        </p:nvGraphicFramePr>
        <p:xfrm>
          <a:off x="8313090" y="1791701"/>
          <a:ext cx="7678935" cy="6570056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973910">
                  <a:extLst>
                    <a:ext uri="{9D8B030D-6E8A-4147-A177-3AD203B41FA5}">
                      <a16:colId xmlns:a16="http://schemas.microsoft.com/office/drawing/2014/main" val="3380436217"/>
                    </a:ext>
                  </a:extLst>
                </a:gridCol>
                <a:gridCol w="1844040">
                  <a:extLst>
                    <a:ext uri="{9D8B030D-6E8A-4147-A177-3AD203B41FA5}">
                      <a16:colId xmlns:a16="http://schemas.microsoft.com/office/drawing/2014/main" val="3419039631"/>
                    </a:ext>
                  </a:extLst>
                </a:gridCol>
                <a:gridCol w="2087880">
                  <a:extLst>
                    <a:ext uri="{9D8B030D-6E8A-4147-A177-3AD203B41FA5}">
                      <a16:colId xmlns:a16="http://schemas.microsoft.com/office/drawing/2014/main" val="2228279328"/>
                    </a:ext>
                  </a:extLst>
                </a:gridCol>
                <a:gridCol w="1773105">
                  <a:extLst>
                    <a:ext uri="{9D8B030D-6E8A-4147-A177-3AD203B41FA5}">
                      <a16:colId xmlns:a16="http://schemas.microsoft.com/office/drawing/2014/main" val="1965794500"/>
                    </a:ext>
                  </a:extLst>
                </a:gridCol>
              </a:tblGrid>
              <a:tr h="446823"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RAJASTHAN </a:t>
                      </a:r>
                      <a:r>
                        <a:rPr lang="en-IN" sz="24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(in 1 Lakh Crore)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4517428"/>
                  </a:ext>
                </a:extLst>
              </a:tr>
              <a:tr h="68463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FY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B2C Supply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Domestic Supply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B2C%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760808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2017-2018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1.30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6.84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19.00%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960357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2018-2019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1.96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10.53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18.59%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103208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2019-2020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2.00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10.52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19.04%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7866190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2020-2021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1.97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10.86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18.16%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9244551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2021-2022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2.51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14.42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17.38%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6658687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2022-2023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2.94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16.84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17.49%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104890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2023-2024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3.22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18.11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>
                          <a:solidFill>
                            <a:schemeClr val="tx1"/>
                          </a:solidFill>
                          <a:effectLst/>
                        </a:rPr>
                        <a:t>17.80%</a:t>
                      </a:r>
                      <a:endParaRPr lang="en-IN" sz="2400" b="0" i="0" u="none" strike="noStrike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9221256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2024-2025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3.48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19.96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17.42%</a:t>
                      </a:r>
                      <a:endParaRPr lang="en-IN" sz="2400" b="0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854662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2025-2026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3.85</a:t>
                      </a:r>
                      <a:endParaRPr lang="en-IN" sz="2400" b="0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22.51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0" u="none" strike="noStrike" kern="1200">
                          <a:solidFill>
                            <a:schemeClr val="tx1"/>
                          </a:solidFill>
                          <a:effectLst/>
                        </a:rPr>
                        <a:t>17.10%</a:t>
                      </a:r>
                      <a:endParaRPr lang="en-IN" sz="2400" b="0" i="0" u="none" strike="noStrike" kern="12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7588517"/>
                  </a:ext>
                </a:extLst>
              </a:tr>
              <a:tr h="4893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Grand Total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23.23</a:t>
                      </a:r>
                      <a:endParaRPr lang="en-IN" sz="24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kern="1200" dirty="0">
                          <a:solidFill>
                            <a:schemeClr val="tx1"/>
                          </a:solidFill>
                          <a:effectLst/>
                        </a:rPr>
                        <a:t>130.58</a:t>
                      </a:r>
                      <a:endParaRPr lang="en-IN" sz="2400" b="1" i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17.79%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5712378"/>
                  </a:ext>
                </a:extLst>
              </a:tr>
              <a:tr h="489386"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Ratio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IN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D6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IN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5.62</a:t>
                      </a:r>
                      <a:endParaRPr lang="en-IN" sz="2400" b="1" i="0" u="none" strike="noStrike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467" marR="8467" marT="846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08943"/>
                  </a:ext>
                </a:extLst>
              </a:tr>
            </a:tbl>
          </a:graphicData>
        </a:graphic>
      </p:graphicFrame>
      <p:sp>
        <p:nvSpPr>
          <p:cNvPr id="4" name="Text 132">
            <a:extLst>
              <a:ext uri="{FF2B5EF4-FFF2-40B4-BE49-F238E27FC236}">
                <a16:creationId xmlns:a16="http://schemas.microsoft.com/office/drawing/2014/main" id="{28D3E072-58CE-7FEE-C48B-A737C0D5FD1D}"/>
              </a:ext>
            </a:extLst>
          </p:cNvPr>
          <p:cNvSpPr/>
          <p:nvPr/>
        </p:nvSpPr>
        <p:spPr>
          <a:xfrm>
            <a:off x="124790" y="8461612"/>
            <a:ext cx="16319170" cy="39881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353"/>
              </a:lnSpc>
              <a:buNone/>
            </a:pPr>
            <a:r>
              <a:rPr lang="en-US" sz="1700" b="1" dirty="0">
                <a:solidFill>
                  <a:srgbClr val="103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— </a:t>
            </a:r>
            <a:r>
              <a:rPr lang="en-US" sz="1700" b="1" dirty="0">
                <a:solidFill>
                  <a:srgbClr val="103D27"/>
                </a:solidFill>
                <a:highlight>
                  <a:srgbClr val="ECF6EF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Based on the data provided by GSTN, no significant difference is observed between Rajasthan’s B2C ratio (5.62) and the all-India ratio (5.78).</a:t>
            </a:r>
            <a:endParaRPr lang="en-US" sz="1700" b="1" dirty="0"/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1AC64761-C663-1356-E635-50D8A8EB556A}"/>
              </a:ext>
            </a:extLst>
          </p:cNvPr>
          <p:cNvSpPr/>
          <p:nvPr/>
        </p:nvSpPr>
        <p:spPr>
          <a:xfrm>
            <a:off x="355600" y="-152340"/>
            <a:ext cx="15636240" cy="954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IN" sz="3467" b="1" dirty="0">
                <a:solidFill>
                  <a:srgbClr val="1A3257"/>
                </a:solidFill>
                <a:latin typeface="Georgia" pitchFamily="34" charset="0"/>
              </a:rPr>
              <a:t>Meeting with Secretary Revenue, GOI </a:t>
            </a: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5DD547BF-0DC1-8B13-47EE-B6C5718162E5}"/>
              </a:ext>
            </a:extLst>
          </p:cNvPr>
          <p:cNvSpPr/>
          <p:nvPr/>
        </p:nvSpPr>
        <p:spPr>
          <a:xfrm>
            <a:off x="264160" y="732083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6406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652C7-3485-1CEA-3454-6327775EC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F8FAB94-8DBC-0C82-8086-2A0A973DBBDC}"/>
              </a:ext>
            </a:extLst>
          </p:cNvPr>
          <p:cNvSpPr/>
          <p:nvPr/>
        </p:nvSpPr>
        <p:spPr>
          <a:xfrm>
            <a:off x="358987" y="75402"/>
            <a:ext cx="16205200" cy="518054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lvl="0">
              <a:lnSpc>
                <a:spcPct val="114400"/>
              </a:lnSpc>
            </a:pPr>
            <a:r>
              <a:rPr lang="en-IN" sz="3400" b="1" dirty="0">
                <a:solidFill>
                  <a:srgbClr val="1A3257"/>
                </a:solidFill>
                <a:latin typeface="Georgia" pitchFamily="34" charset="0"/>
              </a:rPr>
              <a:t>Meeting with Secretary Revenue, GOI 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79D6B4F-B1B3-C239-5BFC-169E5B379969}"/>
              </a:ext>
            </a:extLst>
          </p:cNvPr>
          <p:cNvSpPr/>
          <p:nvPr/>
        </p:nvSpPr>
        <p:spPr>
          <a:xfrm>
            <a:off x="358987" y="87604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1C4CAE9-0F58-637D-F742-B6968567C130}"/>
              </a:ext>
            </a:extLst>
          </p:cNvPr>
          <p:cNvSpPr/>
          <p:nvPr/>
        </p:nvSpPr>
        <p:spPr>
          <a:xfrm>
            <a:off x="568184" y="1162404"/>
            <a:ext cx="9315450" cy="1555113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4000" b="1" dirty="0">
                <a:solidFill>
                  <a:srgbClr val="6B7B8E"/>
                </a:solidFill>
                <a:latin typeface="Calibri" panose="020F0502020204030204"/>
                <a:ea typeface="Calibri"/>
                <a:cs typeface="Calibri"/>
                <a:sym typeface="Calibri"/>
              </a:rPr>
              <a:t>Point 2:</a:t>
            </a:r>
            <a:endParaRPr lang="en-US" sz="4000" b="1" dirty="0">
              <a:solidFill>
                <a:srgbClr val="6B7B8E"/>
              </a:solidFill>
              <a:latin typeface="Calibri" panose="020F0502020204030204"/>
              <a:ea typeface="Calibri"/>
              <a:cs typeface="Calibri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562C7B5-B3ED-091A-4F27-6F515B310A7D}"/>
              </a:ext>
            </a:extLst>
          </p:cNvPr>
          <p:cNvSpPr/>
          <p:nvPr/>
        </p:nvSpPr>
        <p:spPr>
          <a:xfrm>
            <a:off x="2438105" y="1319221"/>
            <a:ext cx="13249712" cy="123111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22E2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An anomaly-detection technique identified approximately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A325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5.37 lakh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22E25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taxpayers who paid lower tax compared to their respective peer band.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DCC2C87-BE7C-50F5-78FC-EB78F7CDD38D}"/>
              </a:ext>
            </a:extLst>
          </p:cNvPr>
          <p:cNvSpPr/>
          <p:nvPr/>
        </p:nvSpPr>
        <p:spPr>
          <a:xfrm>
            <a:off x="-52586" y="8167630"/>
            <a:ext cx="6242779" cy="1299175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133" b="0" i="0" u="none" strike="noStrike" kern="1200" cap="none" spc="0" normalizeH="0" baseline="0" noProof="0" dirty="0">
              <a:ln>
                <a:noFill/>
              </a:ln>
              <a:solidFill>
                <a:srgbClr val="322E25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-120"/>
            </a:endParaRPr>
          </a:p>
        </p:txBody>
      </p:sp>
      <p:sp>
        <p:nvSpPr>
          <p:cNvPr id="4" name="Text 7">
            <a:extLst>
              <a:ext uri="{FF2B5EF4-FFF2-40B4-BE49-F238E27FC236}">
                <a16:creationId xmlns:a16="http://schemas.microsoft.com/office/drawing/2014/main" id="{B9D0F802-E880-40F9-396C-318E89E1B351}"/>
              </a:ext>
            </a:extLst>
          </p:cNvPr>
          <p:cNvSpPr/>
          <p:nvPr/>
        </p:nvSpPr>
        <p:spPr>
          <a:xfrm>
            <a:off x="739471" y="6329152"/>
            <a:ext cx="2051964" cy="636009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>
              <a:lnSpc>
                <a:spcPct val="132353"/>
              </a:lnSpc>
            </a:pPr>
            <a:r>
              <a:rPr lang="en-US" sz="4000" b="1" dirty="0">
                <a:solidFill>
                  <a:srgbClr val="6B7B8E"/>
                </a:solidFill>
                <a:latin typeface="Calibri" panose="020F0502020204030204"/>
                <a:ea typeface="Calibri"/>
                <a:cs typeface="Calibri"/>
                <a:sym typeface="Calibri"/>
              </a:rPr>
              <a:t>Point 3:</a:t>
            </a:r>
            <a:endParaRPr lang="en-US" sz="4000" b="1" dirty="0">
              <a:solidFill>
                <a:srgbClr val="6B7B8E"/>
              </a:solidFill>
              <a:latin typeface="Calibri" panose="020F0502020204030204"/>
              <a:ea typeface="Calibri"/>
              <a:cs typeface="Calibri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AFFEA369-252B-56CE-3C92-890C3689F2DD}"/>
              </a:ext>
            </a:extLst>
          </p:cNvPr>
          <p:cNvSpPr/>
          <p:nvPr/>
        </p:nvSpPr>
        <p:spPr>
          <a:xfrm>
            <a:off x="2593170" y="6444928"/>
            <a:ext cx="13094647" cy="117734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818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solidFill>
                  <a:srgbClr val="322E25"/>
                </a:solidFill>
                <a:latin typeface="Arial" pitchFamily="34" charset="0"/>
                <a:cs typeface="Arial" pitchFamily="34" charset="-120"/>
              </a:rPr>
              <a:t>Approximately 1.22 lakh taxpayers paid only ₹194 crore through the cash ledger.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E17AC1-E832-47E4-C2CE-C16413B18A35}"/>
              </a:ext>
            </a:extLst>
          </p:cNvPr>
          <p:cNvSpPr txBox="1"/>
          <p:nvPr/>
        </p:nvSpPr>
        <p:spPr>
          <a:xfrm>
            <a:off x="2593170" y="7949953"/>
            <a:ext cx="32182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DATA NOT RECEIVED</a:t>
            </a:r>
            <a:endParaRPr lang="en-IN" sz="2800" b="1" dirty="0">
              <a:solidFill>
                <a:srgbClr val="FF0000"/>
              </a:solidFill>
            </a:endParaRPr>
          </a:p>
        </p:txBody>
      </p:sp>
      <p:sp>
        <p:nvSpPr>
          <p:cNvPr id="5" name="Shape 13">
            <a:extLst>
              <a:ext uri="{FF2B5EF4-FFF2-40B4-BE49-F238E27FC236}">
                <a16:creationId xmlns:a16="http://schemas.microsoft.com/office/drawing/2014/main" id="{FB1FEA0B-FA17-E72C-A553-4BA0114297D6}"/>
              </a:ext>
            </a:extLst>
          </p:cNvPr>
          <p:cNvSpPr/>
          <p:nvPr/>
        </p:nvSpPr>
        <p:spPr>
          <a:xfrm>
            <a:off x="3388300" y="2935194"/>
            <a:ext cx="8541294" cy="1937718"/>
          </a:xfrm>
          <a:prstGeom prst="roundRect">
            <a:avLst>
              <a:gd name="adj" fmla="val 2254"/>
            </a:avLst>
          </a:prstGeom>
          <a:solidFill>
            <a:srgbClr val="EEF3FC"/>
          </a:solidFill>
          <a:ln>
            <a:solidFill>
              <a:schemeClr val="bg2">
                <a:lumMod val="75000"/>
              </a:schemeClr>
            </a:solidFill>
          </a:ln>
          <a:effectLst>
            <a:outerShdw blurRad="50800" dist="38100" dir="2700000" sx="101000" sy="101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marL="742950" indent="-742950" algn="ctr">
              <a:buFont typeface="+mj-lt"/>
              <a:buAutoNum type="arabicPeriod"/>
            </a:pPr>
            <a:r>
              <a:rPr lang="en-US" sz="3200" dirty="0"/>
              <a:t> De-duplicated Taxpayers           </a:t>
            </a:r>
            <a:r>
              <a:rPr lang="en-US" sz="3200" b="1" dirty="0"/>
              <a:t>–  2.70 L</a:t>
            </a:r>
          </a:p>
          <a:p>
            <a:pPr marL="742950" indent="-742950" algn="ctr">
              <a:buFont typeface="+mj-lt"/>
              <a:buAutoNum type="arabicPeriod"/>
            </a:pPr>
            <a:r>
              <a:rPr lang="en-US" sz="3200" dirty="0"/>
              <a:t> Liability &lt;= 1Lakh (Paid by ITC) </a:t>
            </a:r>
            <a:r>
              <a:rPr lang="en-US" sz="3200" b="1" dirty="0"/>
              <a:t>–  1.62 L</a:t>
            </a:r>
          </a:p>
          <a:p>
            <a:pPr marL="742950" indent="-742950" algn="ctr">
              <a:buFont typeface="+mj-lt"/>
              <a:buAutoNum type="arabicPeriod"/>
            </a:pPr>
            <a:r>
              <a:rPr lang="en-US" sz="3200" dirty="0"/>
              <a:t> To be analyzed                             </a:t>
            </a:r>
            <a:r>
              <a:rPr lang="en-US" sz="3200" b="1" dirty="0"/>
              <a:t>–  1.08 L</a:t>
            </a:r>
          </a:p>
        </p:txBody>
      </p:sp>
    </p:spTree>
    <p:extLst>
      <p:ext uri="{BB962C8B-B14F-4D97-AF65-F5344CB8AC3E}">
        <p14:creationId xmlns:p14="http://schemas.microsoft.com/office/powerpoint/2010/main" val="38483857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CEBFE-4C20-E349-77B6-4E1DAE52F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B13D47D-768B-0920-310C-E35FF5D6EA53}"/>
              </a:ext>
            </a:extLst>
          </p:cNvPr>
          <p:cNvSpPr/>
          <p:nvPr/>
        </p:nvSpPr>
        <p:spPr>
          <a:xfrm>
            <a:off x="465340" y="54075"/>
            <a:ext cx="16205200" cy="60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467" b="1">
                <a:solidFill>
                  <a:srgbClr val="1A3257"/>
                </a:solidFill>
                <a:latin typeface="Georgia" pitchFamily="34" charset="0"/>
              </a:rPr>
              <a:t>Other Departmental Progress: Scrutiny, Recovery &amp; Audit</a:t>
            </a: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22922E48-1602-1C2C-42B8-5FABD89C13CC}"/>
              </a:ext>
            </a:extLst>
          </p:cNvPr>
          <p:cNvSpPr/>
          <p:nvPr/>
        </p:nvSpPr>
        <p:spPr>
          <a:xfrm>
            <a:off x="762000" y="8631767"/>
            <a:ext cx="14732000" cy="8467"/>
          </a:xfrm>
          <a:prstGeom prst="rect">
            <a:avLst/>
          </a:prstGeom>
          <a:solidFill>
            <a:srgbClr val="DDD4C2"/>
          </a:solidFill>
          <a:ln/>
        </p:spPr>
        <p:txBody>
          <a:bodyPr/>
          <a:lstStyle/>
          <a:p>
            <a:endParaRPr lang="en-IN" sz="16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994B0192-4F3D-AFBE-F5C2-B7BB496D2E26}"/>
              </a:ext>
            </a:extLst>
          </p:cNvPr>
          <p:cNvSpPr/>
          <p:nvPr/>
        </p:nvSpPr>
        <p:spPr>
          <a:xfrm>
            <a:off x="15000818" y="8758767"/>
            <a:ext cx="560916" cy="198967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rmAutofit lnSpcReduction="10000"/>
          </a:bodyPr>
          <a:lstStyle/>
          <a:p>
            <a:pPr>
              <a:lnSpc>
                <a:spcPct val="130000"/>
              </a:lnSpc>
            </a:pPr>
            <a:r>
              <a:rPr lang="en-US" sz="867" kern="0" spc="35">
                <a:solidFill>
                  <a:srgbClr val="8379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/ 38</a:t>
            </a:r>
            <a:endParaRPr lang="en-US" sz="867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EB814CCE-93FD-0BEB-CF03-470BB4F211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923527"/>
              </p:ext>
            </p:extLst>
          </p:nvPr>
        </p:nvGraphicFramePr>
        <p:xfrm>
          <a:off x="641435" y="981739"/>
          <a:ext cx="14732001" cy="173736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6136736">
                  <a:extLst>
                    <a:ext uri="{9D8B030D-6E8A-4147-A177-3AD203B41FA5}">
                      <a16:colId xmlns:a16="http://schemas.microsoft.com/office/drawing/2014/main" val="2679888844"/>
                    </a:ext>
                  </a:extLst>
                </a:gridCol>
                <a:gridCol w="3904342">
                  <a:extLst>
                    <a:ext uri="{9D8B030D-6E8A-4147-A177-3AD203B41FA5}">
                      <a16:colId xmlns:a16="http://schemas.microsoft.com/office/drawing/2014/main" val="3345356975"/>
                    </a:ext>
                  </a:extLst>
                </a:gridCol>
                <a:gridCol w="4690923">
                  <a:extLst>
                    <a:ext uri="{9D8B030D-6E8A-4147-A177-3AD203B41FA5}">
                      <a16:colId xmlns:a16="http://schemas.microsoft.com/office/drawing/2014/main" val="39627013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3200" dirty="0">
                          <a:solidFill>
                            <a:schemeClr val="tx1"/>
                          </a:solidFill>
                        </a:rPr>
                        <a:t>Particulars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solidFill>
                            <a:schemeClr val="tx1"/>
                          </a:solidFill>
                        </a:rPr>
                        <a:t>FY25-26 (Apr – July)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>
                          <a:solidFill>
                            <a:schemeClr val="tx1"/>
                          </a:solidFill>
                        </a:rPr>
                        <a:t>FY26-27 (Apr – July)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341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/>
                        <a:t>Cases Taken Up for </a:t>
                      </a:r>
                      <a:r>
                        <a:rPr lang="en-US" sz="3200" b="1" dirty="0"/>
                        <a:t>Scrutiny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25,225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34,401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281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3200" dirty="0"/>
                        <a:t>Revenue </a:t>
                      </a:r>
                      <a:r>
                        <a:rPr lang="en-US" sz="3200" b="1" dirty="0"/>
                        <a:t>Recovery</a:t>
                      </a:r>
                      <a:r>
                        <a:rPr lang="en-US" sz="3200" dirty="0"/>
                        <a:t> (Overall), Cr.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129.91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/>
                        <a:t>150.25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0309799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B089208-7575-DF10-AC5E-DB2BCE2799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018729"/>
              </p:ext>
            </p:extLst>
          </p:nvPr>
        </p:nvGraphicFramePr>
        <p:xfrm>
          <a:off x="714005" y="3221100"/>
          <a:ext cx="14657115" cy="4794273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931423">
                  <a:extLst>
                    <a:ext uri="{9D8B030D-6E8A-4147-A177-3AD203B41FA5}">
                      <a16:colId xmlns:a16="http://schemas.microsoft.com/office/drawing/2014/main" val="2995165784"/>
                    </a:ext>
                  </a:extLst>
                </a:gridCol>
                <a:gridCol w="2931423">
                  <a:extLst>
                    <a:ext uri="{9D8B030D-6E8A-4147-A177-3AD203B41FA5}">
                      <a16:colId xmlns:a16="http://schemas.microsoft.com/office/drawing/2014/main" val="3889133695"/>
                    </a:ext>
                  </a:extLst>
                </a:gridCol>
                <a:gridCol w="2931423">
                  <a:extLst>
                    <a:ext uri="{9D8B030D-6E8A-4147-A177-3AD203B41FA5}">
                      <a16:colId xmlns:a16="http://schemas.microsoft.com/office/drawing/2014/main" val="899508513"/>
                    </a:ext>
                  </a:extLst>
                </a:gridCol>
                <a:gridCol w="2931423">
                  <a:extLst>
                    <a:ext uri="{9D8B030D-6E8A-4147-A177-3AD203B41FA5}">
                      <a16:colId xmlns:a16="http://schemas.microsoft.com/office/drawing/2014/main" val="907225249"/>
                    </a:ext>
                  </a:extLst>
                </a:gridCol>
                <a:gridCol w="2931423">
                  <a:extLst>
                    <a:ext uri="{9D8B030D-6E8A-4147-A177-3AD203B41FA5}">
                      <a16:colId xmlns:a16="http://schemas.microsoft.com/office/drawing/2014/main" val="4061467591"/>
                    </a:ext>
                  </a:extLst>
                </a:gridCol>
              </a:tblGrid>
              <a:tr h="863509">
                <a:tc rowSpan="2">
                  <a:txBody>
                    <a:bodyPr/>
                    <a:lstStyle/>
                    <a:p>
                      <a:pPr algn="ctr"/>
                      <a:r>
                        <a:rPr lang="en-US" sz="3600" dirty="0">
                          <a:solidFill>
                            <a:schemeClr val="tx1"/>
                          </a:solidFill>
                        </a:rPr>
                        <a:t>Audit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FY25-26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800">
                          <a:solidFill>
                            <a:schemeClr val="tx1"/>
                          </a:solidFill>
                        </a:rPr>
                        <a:t>FY26-27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599218"/>
                  </a:ext>
                </a:extLst>
              </a:tr>
              <a:tr h="648000"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>
                          <a:solidFill>
                            <a:schemeClr val="tx1"/>
                          </a:solidFill>
                        </a:rPr>
                        <a:t>Cases Disposed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>
                          <a:solidFill>
                            <a:schemeClr val="tx1"/>
                          </a:solidFill>
                        </a:rPr>
                        <a:t>Revenue Realized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>
                          <a:solidFill>
                            <a:schemeClr val="tx1"/>
                          </a:solidFill>
                        </a:rPr>
                        <a:t>Cases Disposed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>
                          <a:solidFill>
                            <a:schemeClr val="tx1"/>
                          </a:solidFill>
                        </a:rPr>
                        <a:t>Revenue Realized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690117"/>
                  </a:ext>
                </a:extLst>
              </a:tr>
              <a:tr h="547484">
                <a:tc>
                  <a:txBody>
                    <a:bodyPr/>
                    <a:lstStyle/>
                    <a:p>
                      <a:r>
                        <a:rPr lang="en-US" sz="3200"/>
                        <a:t>April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54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/>
                        <a:t>2.76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/>
                        <a:t>153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/>
                        <a:t>5.67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5300300"/>
                  </a:ext>
                </a:extLst>
              </a:tr>
              <a:tr h="547484">
                <a:tc>
                  <a:txBody>
                    <a:bodyPr/>
                    <a:lstStyle/>
                    <a:p>
                      <a:r>
                        <a:rPr lang="en-US" sz="3200" dirty="0"/>
                        <a:t>May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6.10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244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9.03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5513247"/>
                  </a:ext>
                </a:extLst>
              </a:tr>
              <a:tr h="547484">
                <a:tc>
                  <a:txBody>
                    <a:bodyPr/>
                    <a:lstStyle/>
                    <a:p>
                      <a:r>
                        <a:rPr lang="en-US" sz="3200"/>
                        <a:t>June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/>
                        <a:t>179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7.44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267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/>
                        <a:t>7.98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415596"/>
                  </a:ext>
                </a:extLst>
              </a:tr>
              <a:tr h="547484">
                <a:tc>
                  <a:txBody>
                    <a:bodyPr/>
                    <a:lstStyle/>
                    <a:p>
                      <a:r>
                        <a:rPr lang="en-US" sz="3200" dirty="0"/>
                        <a:t>July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5.58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13.81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75612"/>
                  </a:ext>
                </a:extLst>
              </a:tr>
              <a:tr h="547484">
                <a:tc>
                  <a:txBody>
                    <a:bodyPr/>
                    <a:lstStyle/>
                    <a:p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528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21.87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809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36.49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156226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44EBB9DB-CFA4-4B34-D295-9E58309F6309}"/>
              </a:ext>
            </a:extLst>
          </p:cNvPr>
          <p:cNvGrpSpPr/>
          <p:nvPr/>
        </p:nvGrpSpPr>
        <p:grpSpPr>
          <a:xfrm>
            <a:off x="694265" y="8051801"/>
            <a:ext cx="14306553" cy="579966"/>
            <a:chOff x="694265" y="7667304"/>
            <a:chExt cx="14306553" cy="964463"/>
          </a:xfrm>
        </p:grpSpPr>
        <p:sp>
          <p:nvSpPr>
            <p:cNvPr id="19" name="Shape 51">
              <a:extLst>
                <a:ext uri="{FF2B5EF4-FFF2-40B4-BE49-F238E27FC236}">
                  <a16:creationId xmlns:a16="http://schemas.microsoft.com/office/drawing/2014/main" id="{08DA4EAE-5615-F775-3099-CEC6D015AA1F}"/>
                </a:ext>
              </a:extLst>
            </p:cNvPr>
            <p:cNvSpPr/>
            <p:nvPr/>
          </p:nvSpPr>
          <p:spPr>
            <a:xfrm>
              <a:off x="694265" y="7667304"/>
              <a:ext cx="14306553" cy="964463"/>
            </a:xfrm>
            <a:prstGeom prst="roundRect">
              <a:avLst>
                <a:gd name="adj" fmla="val 9050"/>
              </a:avLst>
            </a:prstGeom>
            <a:solidFill>
              <a:srgbClr val="FFFFFF"/>
            </a:solidFill>
            <a:ln w="9525">
              <a:solidFill>
                <a:srgbClr val="DDD4C2"/>
              </a:solidFill>
              <a:prstDash val="solid"/>
            </a:ln>
            <a:effectLst>
              <a:outerShdw blurRad="28575" dist="9525" dir="5400000" algn="bl" rotWithShape="0">
                <a:srgbClr val="1C1A15">
                  <a:alpha val="8000"/>
                </a:srgbClr>
              </a:outerShdw>
            </a:effectLst>
          </p:spPr>
          <p:txBody>
            <a:bodyPr/>
            <a:lstStyle/>
            <a:p>
              <a:endParaRPr lang="en-IN" sz="3600"/>
            </a:p>
          </p:txBody>
        </p:sp>
        <p:sp>
          <p:nvSpPr>
            <p:cNvPr id="20" name="Text 52">
              <a:extLst>
                <a:ext uri="{FF2B5EF4-FFF2-40B4-BE49-F238E27FC236}">
                  <a16:creationId xmlns:a16="http://schemas.microsoft.com/office/drawing/2014/main" id="{A467C3B6-61CB-D4C8-3D62-B543DABD13CD}"/>
                </a:ext>
              </a:extLst>
            </p:cNvPr>
            <p:cNvSpPr/>
            <p:nvPr/>
          </p:nvSpPr>
          <p:spPr>
            <a:xfrm>
              <a:off x="967335" y="7742709"/>
              <a:ext cx="12889968" cy="8136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Autofit/>
            </a:bodyPr>
            <a:lstStyle/>
            <a:p>
              <a:pPr marL="0" indent="0" algn="l">
                <a:lnSpc>
                  <a:spcPct val="133333"/>
                </a:lnSpc>
                <a:buNone/>
              </a:pPr>
              <a:r>
                <a:rPr lang="en-US" sz="2000" b="1" dirty="0">
                  <a:solidFill>
                    <a:srgbClr val="4A443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Cases selected based on high-risk parameters and large taxpayers (above ₹10 Cr).</a:t>
              </a:r>
              <a:endParaRPr lang="en-US" sz="2000" b="1" dirty="0"/>
            </a:p>
          </p:txBody>
        </p:sp>
      </p:grpSp>
      <p:sp>
        <p:nvSpPr>
          <p:cNvPr id="4" name="Shape 4">
            <a:extLst>
              <a:ext uri="{FF2B5EF4-FFF2-40B4-BE49-F238E27FC236}">
                <a16:creationId xmlns:a16="http://schemas.microsoft.com/office/drawing/2014/main" id="{D0A8CB85-6CBA-0806-FC66-E3ECB62B8DF1}"/>
              </a:ext>
            </a:extLst>
          </p:cNvPr>
          <p:cNvSpPr/>
          <p:nvPr/>
        </p:nvSpPr>
        <p:spPr>
          <a:xfrm>
            <a:off x="358987" y="79984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8232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7FE36-DC20-823E-0663-0D5F9F7DC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71C7066-D08A-ADD4-20E5-E0C1FBFC5197}"/>
              </a:ext>
            </a:extLst>
          </p:cNvPr>
          <p:cNvSpPr/>
          <p:nvPr/>
        </p:nvSpPr>
        <p:spPr>
          <a:xfrm>
            <a:off x="652056" y="181195"/>
            <a:ext cx="16205200" cy="60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467" b="1" dirty="0">
                <a:solidFill>
                  <a:srgbClr val="1A3257"/>
                </a:solidFill>
                <a:latin typeface="Georgia" pitchFamily="34" charset="0"/>
              </a:rPr>
              <a:t>Litigations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07908E9-CAD0-2D80-818A-17544D41229F}"/>
              </a:ext>
            </a:extLst>
          </p:cNvPr>
          <p:cNvSpPr/>
          <p:nvPr/>
        </p:nvSpPr>
        <p:spPr>
          <a:xfrm>
            <a:off x="1062262" y="1327226"/>
            <a:ext cx="5810978" cy="1830186"/>
          </a:xfrm>
          <a:prstGeom prst="roundRect">
            <a:avLst>
              <a:gd name="adj" fmla="val 17094"/>
            </a:avLst>
          </a:prstGeom>
          <a:solidFill>
            <a:srgbClr val="EEF3FC"/>
          </a:solidFill>
          <a:ln>
            <a:solidFill>
              <a:schemeClr val="accent1"/>
            </a:solidFill>
          </a:ln>
          <a:effectLst>
            <a:outerShdw blurRad="50800" dist="38100" dir="2700000" sx="101000" sy="101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473B3D5-92DC-3E96-1F2C-582A93C20B02}"/>
              </a:ext>
            </a:extLst>
          </p:cNvPr>
          <p:cNvSpPr/>
          <p:nvPr/>
        </p:nvSpPr>
        <p:spPr>
          <a:xfrm>
            <a:off x="1362308" y="1567726"/>
            <a:ext cx="5279917" cy="670365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defTabSz="812810">
              <a:lnSpc>
                <a:spcPct val="132353"/>
              </a:lnSpc>
              <a:defRPr/>
            </a:pPr>
            <a:r>
              <a:rPr lang="en-US" b="1" kern="0" spc="60" dirty="0">
                <a:solidFill>
                  <a:srgbClr val="145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FOR PANEL LAWYERS RECEIVED  FOR:</a:t>
            </a:r>
            <a:endParaRPr lang="en-US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EA21C71-77BD-B42D-477F-1B6E2055D838}"/>
              </a:ext>
            </a:extLst>
          </p:cNvPr>
          <p:cNvSpPr/>
          <p:nvPr/>
        </p:nvSpPr>
        <p:spPr>
          <a:xfrm>
            <a:off x="1362308" y="2342181"/>
            <a:ext cx="1444606" cy="225052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342900" indent="-342900" defTabSz="812810">
              <a:lnSpc>
                <a:spcPct val="129545"/>
              </a:lnSpc>
              <a:buFont typeface="Arial" panose="020B0604020202020204" pitchFamily="34" charset="0"/>
              <a:buChar char="•"/>
              <a:defRPr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NCLT</a:t>
            </a:r>
            <a:endParaRPr lang="en-US" sz="2400" dirty="0">
              <a:latin typeface="Calibri" panose="020F0502020204030204"/>
            </a:endParaRPr>
          </a:p>
        </p:txBody>
      </p:sp>
      <p:sp>
        <p:nvSpPr>
          <p:cNvPr id="54" name="Shape 2">
            <a:extLst>
              <a:ext uri="{FF2B5EF4-FFF2-40B4-BE49-F238E27FC236}">
                <a16:creationId xmlns:a16="http://schemas.microsoft.com/office/drawing/2014/main" id="{5C887BE9-C7A6-F444-EEDA-64D4C4BFFCCA}"/>
              </a:ext>
            </a:extLst>
          </p:cNvPr>
          <p:cNvSpPr/>
          <p:nvPr/>
        </p:nvSpPr>
        <p:spPr>
          <a:xfrm>
            <a:off x="7266383" y="1327226"/>
            <a:ext cx="8002373" cy="1830186"/>
          </a:xfrm>
          <a:prstGeom prst="roundRect">
            <a:avLst>
              <a:gd name="adj" fmla="val 17094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lvl="1" defTabSz="812810">
              <a:defRPr/>
            </a:pPr>
            <a:r>
              <a:rPr lang="en-US" sz="2000" b="1" kern="0" spc="60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FOR PANEL LAWYERS PENDING FOR:</a:t>
            </a:r>
          </a:p>
          <a:p>
            <a:pPr marL="800100" lvl="1" indent="-342900" defTabSz="812810">
              <a:buFont typeface="Arial" panose="020B0604020202020204" pitchFamily="34" charset="0"/>
              <a:buChar char="•"/>
              <a:defRPr/>
            </a:pPr>
            <a:endParaRPr lang="en-US" sz="2000" b="1" kern="0" spc="60" dirty="0">
              <a:solidFill>
                <a:schemeClr val="accent2">
                  <a:lumMod val="75000"/>
                </a:schemeClr>
              </a:solidFill>
              <a:latin typeface="Arial" pitchFamily="34" charset="0"/>
              <a:cs typeface="Arial" pitchFamily="34" charset="-120"/>
            </a:endParaRPr>
          </a:p>
          <a:p>
            <a:pPr marL="800100" lvl="1" indent="-342900" defTabSz="812810">
              <a:buFont typeface="Arial" panose="020B0604020202020204" pitchFamily="34" charset="0"/>
              <a:buChar char="•"/>
              <a:defRPr/>
            </a:pPr>
            <a:r>
              <a:rPr lang="en-US" sz="2000" b="1" kern="0" spc="60" dirty="0">
                <a:latin typeface="Arial" pitchFamily="34" charset="0"/>
                <a:cs typeface="Arial" pitchFamily="34" charset="-120"/>
              </a:rPr>
              <a:t>Revenue Board</a:t>
            </a:r>
          </a:p>
          <a:p>
            <a:pPr marL="800100" lvl="1" indent="-342900" defTabSz="812810">
              <a:buFont typeface="Arial" panose="020B0604020202020204" pitchFamily="34" charset="0"/>
              <a:buChar char="•"/>
              <a:defRPr/>
            </a:pPr>
            <a:r>
              <a:rPr lang="en-US" sz="2000" b="1" kern="0" spc="60" dirty="0">
                <a:latin typeface="Arial" pitchFamily="34" charset="0"/>
                <a:cs typeface="Arial" pitchFamily="34" charset="-120"/>
              </a:rPr>
              <a:t>GSTAT</a:t>
            </a:r>
          </a:p>
          <a:p>
            <a:pPr marL="800100" lvl="1" indent="-342900" defTabSz="812810">
              <a:buFont typeface="Arial" panose="020B0604020202020204" pitchFamily="34" charset="0"/>
              <a:buChar char="•"/>
              <a:defRPr/>
            </a:pPr>
            <a:r>
              <a:rPr lang="en-US" sz="2000" b="1" kern="0" spc="60" dirty="0">
                <a:latin typeface="Arial" pitchFamily="34" charset="0"/>
                <a:cs typeface="Arial" pitchFamily="34" charset="-120"/>
              </a:rPr>
              <a:t>NCLAT</a:t>
            </a:r>
          </a:p>
        </p:txBody>
      </p:sp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1E6F68A5-A3AF-A50D-D656-C7A177DC5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48130"/>
              </p:ext>
            </p:extLst>
          </p:nvPr>
        </p:nvGraphicFramePr>
        <p:xfrm>
          <a:off x="1062262" y="3503583"/>
          <a:ext cx="14206494" cy="5232860"/>
        </p:xfrm>
        <a:graphic>
          <a:graphicData uri="http://schemas.openxmlformats.org/drawingml/2006/table">
            <a:tbl>
              <a:tblPr/>
              <a:tblGrid>
                <a:gridCol w="9686251">
                  <a:extLst>
                    <a:ext uri="{9D8B030D-6E8A-4147-A177-3AD203B41FA5}">
                      <a16:colId xmlns:a16="http://schemas.microsoft.com/office/drawing/2014/main" val="3258559771"/>
                    </a:ext>
                  </a:extLst>
                </a:gridCol>
                <a:gridCol w="4520243">
                  <a:extLst>
                    <a:ext uri="{9D8B030D-6E8A-4147-A177-3AD203B41FA5}">
                      <a16:colId xmlns:a16="http://schemas.microsoft.com/office/drawing/2014/main" val="980354765"/>
                    </a:ext>
                  </a:extLst>
                </a:gridCol>
              </a:tblGrid>
              <a:tr h="403937">
                <a:tc>
                  <a:txBody>
                    <a:bodyPr/>
                    <a:lstStyle/>
                    <a:p>
                      <a:pPr lvl="1" algn="l" fontAlgn="b">
                        <a:buNone/>
                      </a:pPr>
                      <a:r>
                        <a:rPr lang="en-US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Forum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Pending Cases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7336815"/>
                  </a:ext>
                </a:extLst>
              </a:tr>
              <a:tr h="403937">
                <a:tc>
                  <a:txBody>
                    <a:bodyPr/>
                    <a:lstStyle/>
                    <a:p>
                      <a:pPr lvl="1"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Supreme Court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6388414"/>
                  </a:ext>
                </a:extLst>
              </a:tr>
              <a:tr h="403937">
                <a:tc>
                  <a:txBody>
                    <a:bodyPr/>
                    <a:lstStyle/>
                    <a:p>
                      <a:pPr lvl="1"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Rajasthan High Court — Jodhpur (Principal Seat)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4196291"/>
                  </a:ext>
                </a:extLst>
              </a:tr>
              <a:tr h="403937">
                <a:tc>
                  <a:txBody>
                    <a:bodyPr/>
                    <a:lstStyle/>
                    <a:p>
                      <a:pPr lvl="1"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Rajasthan High Court — Jaipur Bench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1609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0002526"/>
                  </a:ext>
                </a:extLst>
              </a:tr>
              <a:tr h="403937">
                <a:tc>
                  <a:txBody>
                    <a:bodyPr/>
                    <a:lstStyle/>
                    <a:p>
                      <a:pPr lvl="1"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RCSAT Court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356364"/>
                  </a:ext>
                </a:extLst>
              </a:tr>
              <a:tr h="403937">
                <a:tc>
                  <a:txBody>
                    <a:bodyPr/>
                    <a:lstStyle/>
                    <a:p>
                      <a:pPr lvl="1"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Other State High Courts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77121"/>
                  </a:ext>
                </a:extLst>
              </a:tr>
              <a:tr h="403937">
                <a:tc>
                  <a:txBody>
                    <a:bodyPr/>
                    <a:lstStyle/>
                    <a:p>
                      <a:pPr lvl="1"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Economic Offences Court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7555492"/>
                  </a:ext>
                </a:extLst>
              </a:tr>
              <a:tr h="403937">
                <a:tc>
                  <a:txBody>
                    <a:bodyPr/>
                    <a:lstStyle/>
                    <a:p>
                      <a:pPr lvl="1"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Tax Board &amp; Revenue Board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322019"/>
                  </a:ext>
                </a:extLst>
              </a:tr>
              <a:tr h="403937">
                <a:tc>
                  <a:txBody>
                    <a:bodyPr/>
                    <a:lstStyle/>
                    <a:p>
                      <a:pPr lvl="1"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GSTAT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506032"/>
                  </a:ext>
                </a:extLst>
              </a:tr>
              <a:tr h="403937">
                <a:tc>
                  <a:txBody>
                    <a:bodyPr/>
                    <a:lstStyle/>
                    <a:p>
                      <a:pPr lvl="1" algn="l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NCLT + NCLAT + CSTAA + CESTAT + Others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4109619"/>
                  </a:ext>
                </a:extLst>
              </a:tr>
              <a:tr h="403937">
                <a:tc>
                  <a:txBody>
                    <a:bodyPr/>
                    <a:lstStyle/>
                    <a:p>
                      <a:pPr lvl="1" algn="l" fontAlgn="b">
                        <a:buNone/>
                      </a:pPr>
                      <a:r>
                        <a:rPr lang="en-US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800" b="1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3195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542678"/>
                  </a:ext>
                </a:extLst>
              </a:tr>
              <a:tr h="731287">
                <a:tc>
                  <a:txBody>
                    <a:bodyPr/>
                    <a:lstStyle/>
                    <a:p>
                      <a:pPr marL="609585" marR="0" lvl="1" indent="0" algn="l" defTabSz="121917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Additional Commissioners handling cases as the 1st Appellate Authorities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15399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9335587"/>
                  </a:ext>
                </a:extLst>
              </a:tr>
            </a:tbl>
          </a:graphicData>
        </a:graphic>
      </p:graphicFrame>
      <p:sp>
        <p:nvSpPr>
          <p:cNvPr id="7" name="Shape 4">
            <a:extLst>
              <a:ext uri="{FF2B5EF4-FFF2-40B4-BE49-F238E27FC236}">
                <a16:creationId xmlns:a16="http://schemas.microsoft.com/office/drawing/2014/main" id="{F573F042-3516-884F-1F6E-E53DB478DF1A}"/>
              </a:ext>
            </a:extLst>
          </p:cNvPr>
          <p:cNvSpPr/>
          <p:nvPr/>
        </p:nvSpPr>
        <p:spPr>
          <a:xfrm>
            <a:off x="358987" y="876049"/>
            <a:ext cx="14599920" cy="105334"/>
          </a:xfrm>
          <a:prstGeom prst="rect">
            <a:avLst/>
          </a:prstGeom>
          <a:solidFill>
            <a:srgbClr val="1F3F7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3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CD087946-C897-DF16-010E-54206DF3A949}"/>
              </a:ext>
            </a:extLst>
          </p:cNvPr>
          <p:cNvSpPr/>
          <p:nvPr/>
        </p:nvSpPr>
        <p:spPr>
          <a:xfrm>
            <a:off x="10811108" y="2044244"/>
            <a:ext cx="2600092" cy="202450"/>
          </a:xfrm>
          <a:prstGeom prst="rect">
            <a:avLst/>
          </a:prstGeom>
          <a:noFill/>
          <a:ln/>
        </p:spPr>
        <p:txBody>
          <a:bodyPr wrap="square" lIns="22578" tIns="22578" rIns="22578" bIns="22578" rtlCol="0" anchor="t">
            <a:noAutofit/>
          </a:bodyPr>
          <a:lstStyle/>
          <a:p>
            <a:pPr marL="800100" lvl="1" indent="-342900" defTabSz="812810">
              <a:buFont typeface="Arial" panose="020B0604020202020204" pitchFamily="34" charset="0"/>
              <a:buChar char="•"/>
              <a:defRPr/>
            </a:pPr>
            <a:r>
              <a:rPr lang="en-US" sz="2000" b="1" kern="0" spc="60" dirty="0">
                <a:latin typeface="Arial" pitchFamily="34" charset="0"/>
                <a:cs typeface="Arial" pitchFamily="34" charset="-120"/>
              </a:rPr>
              <a:t>CSTAA</a:t>
            </a:r>
          </a:p>
          <a:p>
            <a:pPr marL="800100" lvl="1" indent="-342900" defTabSz="812810">
              <a:buFont typeface="Arial" panose="020B0604020202020204" pitchFamily="34" charset="0"/>
              <a:buChar char="•"/>
              <a:defRPr/>
            </a:pPr>
            <a:r>
              <a:rPr lang="en-US" sz="2000" b="1" kern="0" spc="60" dirty="0">
                <a:latin typeface="Arial" pitchFamily="34" charset="0"/>
                <a:cs typeface="Arial" pitchFamily="34" charset="-120"/>
              </a:rPr>
              <a:t>CESTAT</a:t>
            </a:r>
          </a:p>
        </p:txBody>
      </p:sp>
    </p:spTree>
    <p:extLst>
      <p:ext uri="{BB962C8B-B14F-4D97-AF65-F5344CB8AC3E}">
        <p14:creationId xmlns:p14="http://schemas.microsoft.com/office/powerpoint/2010/main" val="1305364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">
            <a:extLst>
              <a:ext uri="{FF2B5EF4-FFF2-40B4-BE49-F238E27FC236}">
                <a16:creationId xmlns:a16="http://schemas.microsoft.com/office/drawing/2014/main" id="{F2FFC053-7B91-DFEB-C714-D415D1DEDC42}"/>
              </a:ext>
            </a:extLst>
          </p:cNvPr>
          <p:cNvSpPr/>
          <p:nvPr/>
        </p:nvSpPr>
        <p:spPr>
          <a:xfrm>
            <a:off x="3388300" y="2935194"/>
            <a:ext cx="9992420" cy="3282726"/>
          </a:xfrm>
          <a:prstGeom prst="roundRect">
            <a:avLst>
              <a:gd name="adj" fmla="val 2254"/>
            </a:avLst>
          </a:prstGeom>
          <a:solidFill>
            <a:srgbClr val="EEF3FC"/>
          </a:solidFill>
          <a:ln>
            <a:solidFill>
              <a:schemeClr val="bg2">
                <a:lumMod val="75000"/>
              </a:schemeClr>
            </a:solidFill>
          </a:ln>
          <a:effectLst>
            <a:outerShdw blurRad="50800" dist="38100" dir="2700000" sx="101000" sy="101000" algn="tl" rotWithShape="0">
              <a:prstClr val="black">
                <a:alpha val="40000"/>
              </a:prstClr>
            </a:outerShdw>
          </a:effectLst>
        </p:spPr>
        <p:txBody>
          <a:bodyPr anchor="ctr"/>
          <a:lstStyle/>
          <a:p>
            <a:pPr algn="ctr"/>
            <a:r>
              <a:rPr lang="en-US" sz="9600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7447983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41376"/>
            <a:ext cx="1503273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HPCL RAJASTHAN REFINERY LIMITED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09600" y="950976"/>
            <a:ext cx="1503273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0F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on Estimated State Revenue — FY 2026-27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09600" y="1731264"/>
            <a:ext cx="1503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Levy-wise estimated and actual revenue accruing to the State of Rajasthan (₹ in Crore)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 flipV="1">
            <a:off x="609600" y="2170176"/>
            <a:ext cx="10180320" cy="24384"/>
          </a:xfrm>
          <a:prstGeom prst="line">
            <a:avLst/>
          </a:prstGeom>
          <a:noFill/>
          <a:ln w="12700">
            <a:solidFill>
              <a:srgbClr val="D6DAE0"/>
            </a:solidFill>
            <a:prstDash val="solid"/>
          </a:ln>
        </p:spPr>
        <p:txBody>
          <a:bodyPr/>
          <a:lstStyle/>
          <a:p>
            <a:endParaRPr lang="en-IN" sz="320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939472"/>
              </p:ext>
            </p:extLst>
          </p:nvPr>
        </p:nvGraphicFramePr>
        <p:xfrm>
          <a:off x="426720" y="2316480"/>
          <a:ext cx="10180320" cy="4693920"/>
        </p:xfrm>
        <a:graphic>
          <a:graphicData uri="http://schemas.openxmlformats.org/drawingml/2006/table">
            <a:tbl>
              <a:tblPr/>
              <a:tblGrid>
                <a:gridCol w="19601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3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04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234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Levy</a:t>
                      </a:r>
                      <a:endParaRPr lang="en-US" sz="20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20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 to Mar-27</a:t>
                      </a:r>
                      <a:endParaRPr lang="en-US" sz="20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(Estimated)</a:t>
                      </a:r>
                      <a:endParaRPr lang="en-US" sz="20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Jul-26</a:t>
                      </a:r>
                      <a:endParaRPr lang="en-US" sz="20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(Actual)</a:t>
                      </a:r>
                      <a:endParaRPr lang="en-US" sz="20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20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2026-27</a:t>
                      </a:r>
                      <a:endParaRPr lang="en-US" sz="20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SGST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GST products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152.37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153.18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RVAT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(Petrol)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RVAT Cess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(Petrol)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CST @ 2%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(Petrol)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95.78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RVAT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HSD (Diesel)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46.17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46.17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RVAT Cess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HSD (Diesel)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184.32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191.05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CST @ 2%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HSD (Diesel)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241.18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241.20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64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28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20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716.55</a:t>
                      </a:r>
                      <a:endParaRPr lang="en-US" sz="24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53.77</a:t>
                      </a:r>
                      <a:endParaRPr lang="en-US" sz="24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770.32</a:t>
                      </a:r>
                      <a:endParaRPr lang="en-US" sz="24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26720" y="7437120"/>
            <a:ext cx="103936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rate context (per VAT/GST Revenue Report): </a:t>
            </a:r>
            <a:r>
              <a:rPr lang="en-US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Petrol and Diesel VAT rates of 29.04% and 17.30% respectively (applicable till 16-07-2026) stand exempted for the period 17-07-2026 to 31-03-2027, under the terms and conditions of the exemption notification.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10789920" y="1136904"/>
            <a:ext cx="5257800" cy="6690360"/>
          </a:xfrm>
          <a:prstGeom prst="roundRect">
            <a:avLst>
              <a:gd name="adj" fmla="val 1508"/>
            </a:avLst>
          </a:prstGeom>
          <a:solidFill>
            <a:srgbClr val="F7F8FA"/>
          </a:solidFill>
          <a:ln w="9525">
            <a:solidFill>
              <a:srgbClr val="D6DAE0"/>
            </a:solidFill>
            <a:prstDash val="solid"/>
          </a:ln>
          <a:effectLst>
            <a:outerShdw blurRad="76200" dist="25400" dir="5400000" algn="bl" rotWithShape="0">
              <a:srgbClr val="8C97A5">
                <a:alpha val="18000"/>
              </a:srgbClr>
            </a:outerShdw>
          </a:effectLst>
        </p:spPr>
        <p:txBody>
          <a:bodyPr/>
          <a:lstStyle/>
          <a:p>
            <a:endParaRPr lang="en-IN" sz="3200"/>
          </a:p>
        </p:txBody>
      </p:sp>
      <p:sp>
        <p:nvSpPr>
          <p:cNvPr id="10" name="Text 7"/>
          <p:cNvSpPr/>
          <p:nvPr/>
        </p:nvSpPr>
        <p:spPr>
          <a:xfrm>
            <a:off x="11146536" y="1306068"/>
            <a:ext cx="42672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ASSUMPTIONS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11069828" y="1816608"/>
            <a:ext cx="4977892" cy="5815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189" indent="-457189">
              <a:lnSpc>
                <a:spcPct val="120000"/>
              </a:lnSpc>
              <a:spcAft>
                <a:spcPts val="2133"/>
              </a:spcAft>
              <a:buSzPct val="100000"/>
              <a:buChar char="•"/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Inter-State sales: CST computed @ 2% against Form ‘C’. Intra-State despatch ratio taken at 28% (MS) and 37% (HSD); balance inter-State.</a:t>
            </a:r>
            <a:endParaRPr lang="en-US" sz="2000" dirty="0"/>
          </a:p>
          <a:p>
            <a:pPr marL="457189" indent="-457189">
              <a:lnSpc>
                <a:spcPct val="120000"/>
              </a:lnSpc>
              <a:spcAft>
                <a:spcPts val="2133"/>
              </a:spcAft>
              <a:buSzPct val="100000"/>
              <a:buChar char="•"/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SGST: computed @ 9% on Kerosene, Sulphur, Petroleum Coke and Naphtha, and @ 2.5% on LPG.</a:t>
            </a:r>
            <a:endParaRPr lang="en-US" sz="2000" dirty="0"/>
          </a:p>
          <a:p>
            <a:pPr marL="457189" indent="-457189">
              <a:lnSpc>
                <a:spcPct val="120000"/>
              </a:lnSpc>
              <a:spcAft>
                <a:spcPts val="2133"/>
              </a:spcAft>
              <a:buSzPct val="100000"/>
              <a:buChar char="•"/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RVAT: taken as Nil for Aug-26 to Mar-27 as per VAT exemption to HRRL vide notification dated 17-07-2026. Jul-26 actual RVAT of ₹46.17 Cr reported on HSD.</a:t>
            </a:r>
            <a:endParaRPr lang="en-US" sz="2000" dirty="0"/>
          </a:p>
          <a:p>
            <a:pPr marL="457189" indent="-457189">
              <a:lnSpc>
                <a:spcPct val="120000"/>
              </a:lnSpc>
              <a:spcAft>
                <a:spcPts val="2133"/>
              </a:spcAft>
              <a:buSzPct val="100000"/>
              <a:buChar char="•"/>
            </a:pPr>
            <a:r>
              <a:rPr lang="en-US" sz="20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production for Aug-26 to Mar-27 is estimated at approximately 70% of capacity.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426720" y="8375904"/>
            <a:ext cx="15032736" cy="24384"/>
          </a:xfrm>
          <a:prstGeom prst="rect">
            <a:avLst/>
          </a:prstGeom>
          <a:solidFill>
            <a:srgbClr val="D6DAE0"/>
          </a:solidFill>
          <a:ln/>
        </p:spPr>
        <p:txBody>
          <a:bodyPr/>
          <a:lstStyle/>
          <a:p>
            <a:endParaRPr lang="en-IN" sz="3600"/>
          </a:p>
        </p:txBody>
      </p:sp>
      <p:sp>
        <p:nvSpPr>
          <p:cNvPr id="13" name="Text 10"/>
          <p:cNvSpPr/>
          <p:nvPr/>
        </p:nvSpPr>
        <p:spPr>
          <a:xfrm>
            <a:off x="609600" y="8436864"/>
            <a:ext cx="150327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Qualification: </a:t>
            </a: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for Aug-26 to Mar-27 are estimates for the limited purpose of indicating likely State revenue; actuals will depend on refinery throughput, product slate, product prices, despatch pattern and levy rates in force. Statutory returns as filed from time to time shall prevail.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09600" y="8875776"/>
            <a:ext cx="1280160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(1) HRRL Note on Estimated State Revenue, HPCL Rajasthan Refinery Limited  •  (2) HRRL VAT/GST Revenue Report, July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4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2336</TotalTime>
  <Words>3684</Words>
  <Application>Microsoft Office PowerPoint</Application>
  <PresentationFormat>Custom</PresentationFormat>
  <Paragraphs>1000</Paragraphs>
  <Slides>27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27</vt:i4>
      </vt:variant>
    </vt:vector>
  </HeadingPairs>
  <TitlesOfParts>
    <vt:vector size="40" baseType="lpstr">
      <vt:lpstr>Aptos</vt:lpstr>
      <vt:lpstr>Aptos Narrow</vt:lpstr>
      <vt:lpstr>Arial</vt:lpstr>
      <vt:lpstr>Calibri</vt:lpstr>
      <vt:lpstr>Calibri Light</vt:lpstr>
      <vt:lpstr>Cambria</vt:lpstr>
      <vt:lpstr>Courier New</vt:lpstr>
      <vt:lpstr>Georgia</vt:lpstr>
      <vt:lpstr>Tahoma</vt:lpstr>
      <vt:lpstr>Office Theme</vt:lpstr>
      <vt:lpstr>2_Office Theme</vt:lpstr>
      <vt:lpstr>3_Office Theme</vt:lpstr>
      <vt:lpstr>4_Office Theme</vt:lpstr>
      <vt:lpstr>GST Trends (Apr to July) </vt:lpstr>
      <vt:lpstr>GST &amp; VAT Revenue Apr to July</vt:lpstr>
      <vt:lpstr>Revenue &amp; Turnover Analysis Apr to July (2025 vs 2026)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Inter-departmental data sources</vt:lpstr>
      <vt:lpstr>PowerPoint Presentation</vt:lpstr>
      <vt:lpstr>Inter-departmental data sources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Meeting with Secretary Revenue, GOI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saty</dc:creator>
  <cp:lastModifiedBy>Giri, Sanjay</cp:lastModifiedBy>
  <cp:revision>49</cp:revision>
  <cp:lastPrinted>2026-07-06T06:08:31Z</cp:lastPrinted>
  <dcterms:created xsi:type="dcterms:W3CDTF">2006-08-16T00:00:00Z</dcterms:created>
  <dcterms:modified xsi:type="dcterms:W3CDTF">2026-08-05T18:50:41Z</dcterms:modified>
</cp:coreProperties>
</file>