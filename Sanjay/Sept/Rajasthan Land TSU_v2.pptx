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68" r:id="rId3"/>
    <p:sldMasterId id="2147483699" r:id="rId4"/>
  </p:sldMasterIdLst>
  <p:notesMasterIdLst>
    <p:notesMasterId r:id="rId46"/>
  </p:notesMasterIdLst>
  <p:sldIdLst>
    <p:sldId id="2142533323" r:id="rId5"/>
    <p:sldId id="2147483245" r:id="rId6"/>
    <p:sldId id="2147483254" r:id="rId7"/>
    <p:sldId id="2147483246" r:id="rId8"/>
    <p:sldId id="2147483244" r:id="rId9"/>
    <p:sldId id="2147483259" r:id="rId10"/>
    <p:sldId id="2147483260" r:id="rId11"/>
    <p:sldId id="2147483261" r:id="rId12"/>
    <p:sldId id="2147483262" r:id="rId13"/>
    <p:sldId id="2147483263" r:id="rId14"/>
    <p:sldId id="2147483202" r:id="rId15"/>
    <p:sldId id="2147483249" r:id="rId16"/>
    <p:sldId id="2147483225" r:id="rId17"/>
    <p:sldId id="2147483226" r:id="rId18"/>
    <p:sldId id="2147483227" r:id="rId19"/>
    <p:sldId id="2147483228" r:id="rId20"/>
    <p:sldId id="2147483229" r:id="rId21"/>
    <p:sldId id="2147483230" r:id="rId22"/>
    <p:sldId id="2147483253" r:id="rId23"/>
    <p:sldId id="257" r:id="rId24"/>
    <p:sldId id="2147483232" r:id="rId25"/>
    <p:sldId id="2147482332" r:id="rId26"/>
    <p:sldId id="2147483250" r:id="rId27"/>
    <p:sldId id="2147483234" r:id="rId28"/>
    <p:sldId id="2147483235" r:id="rId29"/>
    <p:sldId id="2147483236" r:id="rId30"/>
    <p:sldId id="2147483252" r:id="rId31"/>
    <p:sldId id="2147483251" r:id="rId32"/>
    <p:sldId id="2147483238" r:id="rId33"/>
    <p:sldId id="2147483239" r:id="rId34"/>
    <p:sldId id="2147483240" r:id="rId35"/>
    <p:sldId id="2147483241" r:id="rId36"/>
    <p:sldId id="2147483242" r:id="rId37"/>
    <p:sldId id="2147483167" r:id="rId38"/>
    <p:sldId id="2147483243" r:id="rId39"/>
    <p:sldId id="2147483206" r:id="rId40"/>
    <p:sldId id="2147483256" r:id="rId41"/>
    <p:sldId id="2147483207" r:id="rId42"/>
    <p:sldId id="2147483224" r:id="rId43"/>
    <p:sldId id="2147483208" r:id="rId44"/>
    <p:sldId id="214748320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9E08E43-1DDD-5C75-4E62-DDAE31B41481}" name="Dalmia, Shreya" initials="SD" userId="S::shdalmia@deloitte.com::fb8bfd7e-19af-4cf2-9313-72af6a9413e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3B02A"/>
    <a:srgbClr val="002753"/>
    <a:srgbClr val="203744"/>
    <a:srgbClr val="147DA6"/>
    <a:srgbClr val="1C4D72"/>
    <a:srgbClr val="C4D3E1"/>
    <a:srgbClr val="D8DCE0"/>
    <a:srgbClr val="ABC2DE"/>
    <a:srgbClr val="A7C0DC"/>
    <a:srgbClr val="86BC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D27ED0-7F46-4461-8630-7D734E6F705E}" v="2754" dt="2026-09-08T04:47:59.606"/>
    <p1510:client id="{6DF2A190-B21B-43C2-9CC1-E23C3A67EA24}" v="312" dt="2026-09-07T14:11:41.052"/>
    <p1510:client id="{81EC07AD-9AF8-4421-880B-BEB9202013AF}" v="1574" dt="2026-09-08T05:05:30.066"/>
    <p1510:client id="{BE72E474-2131-4B95-A5B3-B66D0E9D3208}" v="337" vWet="338" dt="2026-09-08T04:54:34.4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gh, Prerna" userId="a858516e-31fb-408c-a517-0b1c4e5327bc" providerId="ADAL" clId="{76C5462F-0261-49BB-9CE1-CA52EE2844D7}"/>
    <pc:docChg chg="undo custSel addSld delSld modSld">
      <pc:chgData name="Singh, Prerna" userId="a858516e-31fb-408c-a517-0b1c4e5327bc" providerId="ADAL" clId="{76C5462F-0261-49BB-9CE1-CA52EE2844D7}" dt="2026-09-08T05:05:30.065" v="1746" actId="403"/>
      <pc:docMkLst>
        <pc:docMk/>
      </pc:docMkLst>
      <pc:sldChg chg="modSp mod">
        <pc:chgData name="Singh, Prerna" userId="a858516e-31fb-408c-a517-0b1c4e5327bc" providerId="ADAL" clId="{76C5462F-0261-49BB-9CE1-CA52EE2844D7}" dt="2026-09-07T15:09:44.771" v="1669" actId="207"/>
        <pc:sldMkLst>
          <pc:docMk/>
          <pc:sldMk cId="585942163" sldId="257"/>
        </pc:sldMkLst>
        <pc:spChg chg="mod">
          <ac:chgData name="Singh, Prerna" userId="a858516e-31fb-408c-a517-0b1c4e5327bc" providerId="ADAL" clId="{76C5462F-0261-49BB-9CE1-CA52EE2844D7}" dt="2026-09-07T15:09:20.997" v="1668" actId="207"/>
          <ac:spMkLst>
            <pc:docMk/>
            <pc:sldMk cId="585942163" sldId="257"/>
            <ac:spMk id="3" creationId="{F1E32C7C-1C8E-9495-FAF0-FF71B40DC539}"/>
          </ac:spMkLst>
        </pc:spChg>
        <pc:spChg chg="mod">
          <ac:chgData name="Singh, Prerna" userId="a858516e-31fb-408c-a517-0b1c4e5327bc" providerId="ADAL" clId="{76C5462F-0261-49BB-9CE1-CA52EE2844D7}" dt="2026-09-07T15:07:43.827" v="1657" actId="207"/>
          <ac:spMkLst>
            <pc:docMk/>
            <pc:sldMk cId="585942163" sldId="257"/>
            <ac:spMk id="5" creationId="{6DC8CD32-F7AB-E58F-6F7B-DEF90465DC65}"/>
          </ac:spMkLst>
        </pc:spChg>
        <pc:spChg chg="mod">
          <ac:chgData name="Singh, Prerna" userId="a858516e-31fb-408c-a517-0b1c4e5327bc" providerId="ADAL" clId="{76C5462F-0261-49BB-9CE1-CA52EE2844D7}" dt="2026-09-07T15:08:34.002" v="1661" actId="207"/>
          <ac:spMkLst>
            <pc:docMk/>
            <pc:sldMk cId="585942163" sldId="257"/>
            <ac:spMk id="82" creationId="{67F4F445-D8EB-C485-0727-816F86D6491D}"/>
          </ac:spMkLst>
        </pc:spChg>
        <pc:spChg chg="mod">
          <ac:chgData name="Singh, Prerna" userId="a858516e-31fb-408c-a517-0b1c4e5327bc" providerId="ADAL" clId="{76C5462F-0261-49BB-9CE1-CA52EE2844D7}" dt="2026-09-07T15:08:54.999" v="1665" actId="207"/>
          <ac:spMkLst>
            <pc:docMk/>
            <pc:sldMk cId="585942163" sldId="257"/>
            <ac:spMk id="84" creationId="{C9B1982C-85A5-2CDA-27DD-0EC9DB3D2EBF}"/>
          </ac:spMkLst>
        </pc:spChg>
        <pc:spChg chg="mod">
          <ac:chgData name="Singh, Prerna" userId="a858516e-31fb-408c-a517-0b1c4e5327bc" providerId="ADAL" clId="{76C5462F-0261-49BB-9CE1-CA52EE2844D7}" dt="2026-09-07T15:08:42.551" v="1662" actId="207"/>
          <ac:spMkLst>
            <pc:docMk/>
            <pc:sldMk cId="585942163" sldId="257"/>
            <ac:spMk id="85" creationId="{3768C40F-5FBE-7A93-542A-8D167AC49222}"/>
          </ac:spMkLst>
        </pc:spChg>
        <pc:spChg chg="mod">
          <ac:chgData name="Singh, Prerna" userId="a858516e-31fb-408c-a517-0b1c4e5327bc" providerId="ADAL" clId="{76C5462F-0261-49BB-9CE1-CA52EE2844D7}" dt="2026-09-07T15:08:50.767" v="1664" actId="207"/>
          <ac:spMkLst>
            <pc:docMk/>
            <pc:sldMk cId="585942163" sldId="257"/>
            <ac:spMk id="97" creationId="{BF2523C8-5F88-EFDF-3F05-57DFBC5A2FC3}"/>
          </ac:spMkLst>
        </pc:spChg>
        <pc:spChg chg="mod">
          <ac:chgData name="Singh, Prerna" userId="a858516e-31fb-408c-a517-0b1c4e5327bc" providerId="ADAL" clId="{76C5462F-0261-49BB-9CE1-CA52EE2844D7}" dt="2026-09-07T15:08:46.898" v="1663" actId="207"/>
          <ac:spMkLst>
            <pc:docMk/>
            <pc:sldMk cId="585942163" sldId="257"/>
            <ac:spMk id="98" creationId="{5573DB4F-F958-DFD0-889C-AB846759F9C3}"/>
          </ac:spMkLst>
        </pc:spChg>
        <pc:spChg chg="mod">
          <ac:chgData name="Singh, Prerna" userId="a858516e-31fb-408c-a517-0b1c4e5327bc" providerId="ADAL" clId="{76C5462F-0261-49BB-9CE1-CA52EE2844D7}" dt="2026-09-07T15:08:12.211" v="1659" actId="207"/>
          <ac:spMkLst>
            <pc:docMk/>
            <pc:sldMk cId="585942163" sldId="257"/>
            <ac:spMk id="106" creationId="{91C45AAF-8D4C-08E3-7B05-2D2232E923A2}"/>
          </ac:spMkLst>
        </pc:spChg>
        <pc:spChg chg="mod">
          <ac:chgData name="Singh, Prerna" userId="a858516e-31fb-408c-a517-0b1c4e5327bc" providerId="ADAL" clId="{76C5462F-0261-49BB-9CE1-CA52EE2844D7}" dt="2026-09-07T15:09:44.771" v="1669" actId="207"/>
          <ac:spMkLst>
            <pc:docMk/>
            <pc:sldMk cId="585942163" sldId="257"/>
            <ac:spMk id="107" creationId="{86DAC498-1CC1-B714-0709-02E1ED183144}"/>
          </ac:spMkLst>
        </pc:spChg>
        <pc:spChg chg="mod">
          <ac:chgData name="Singh, Prerna" userId="a858516e-31fb-408c-a517-0b1c4e5327bc" providerId="ADAL" clId="{76C5462F-0261-49BB-9CE1-CA52EE2844D7}" dt="2026-09-07T15:08:02.085" v="1658" actId="207"/>
          <ac:spMkLst>
            <pc:docMk/>
            <pc:sldMk cId="585942163" sldId="257"/>
            <ac:spMk id="120" creationId="{39CAC2D8-2D4E-59B4-2FEE-37CCA1D7C735}"/>
          </ac:spMkLst>
        </pc:spChg>
        <pc:spChg chg="mod">
          <ac:chgData name="Singh, Prerna" userId="a858516e-31fb-408c-a517-0b1c4e5327bc" providerId="ADAL" clId="{76C5462F-0261-49BB-9CE1-CA52EE2844D7}" dt="2026-09-07T15:08:02.085" v="1658" actId="207"/>
          <ac:spMkLst>
            <pc:docMk/>
            <pc:sldMk cId="585942163" sldId="257"/>
            <ac:spMk id="122" creationId="{2CAFDC7C-6E82-0098-46AB-18A7CA5B2674}"/>
          </ac:spMkLst>
        </pc:spChg>
        <pc:spChg chg="mod">
          <ac:chgData name="Singh, Prerna" userId="a858516e-31fb-408c-a517-0b1c4e5327bc" providerId="ADAL" clId="{76C5462F-0261-49BB-9CE1-CA52EE2844D7}" dt="2026-09-07T15:08:02.085" v="1658" actId="207"/>
          <ac:spMkLst>
            <pc:docMk/>
            <pc:sldMk cId="585942163" sldId="257"/>
            <ac:spMk id="124" creationId="{A77556A2-3AD5-99FC-C134-37AFC7723DCC}"/>
          </ac:spMkLst>
        </pc:spChg>
        <pc:spChg chg="mod">
          <ac:chgData name="Singh, Prerna" userId="a858516e-31fb-408c-a517-0b1c4e5327bc" providerId="ADAL" clId="{76C5462F-0261-49BB-9CE1-CA52EE2844D7}" dt="2026-09-07T15:08:02.085" v="1658" actId="207"/>
          <ac:spMkLst>
            <pc:docMk/>
            <pc:sldMk cId="585942163" sldId="257"/>
            <ac:spMk id="126" creationId="{955B3316-3240-4B98-A547-0DC41E75919C}"/>
          </ac:spMkLst>
        </pc:spChg>
        <pc:spChg chg="mod">
          <ac:chgData name="Singh, Prerna" userId="a858516e-31fb-408c-a517-0b1c4e5327bc" providerId="ADAL" clId="{76C5462F-0261-49BB-9CE1-CA52EE2844D7}" dt="2026-09-07T15:08:02.085" v="1658" actId="207"/>
          <ac:spMkLst>
            <pc:docMk/>
            <pc:sldMk cId="585942163" sldId="257"/>
            <ac:spMk id="129" creationId="{1409AF94-8AA1-D179-EA9D-76B0A0A64D07}"/>
          </ac:spMkLst>
        </pc:spChg>
        <pc:spChg chg="mod">
          <ac:chgData name="Singh, Prerna" userId="a858516e-31fb-408c-a517-0b1c4e5327bc" providerId="ADAL" clId="{76C5462F-0261-49BB-9CE1-CA52EE2844D7}" dt="2026-09-07T15:08:02.085" v="1658" actId="207"/>
          <ac:spMkLst>
            <pc:docMk/>
            <pc:sldMk cId="585942163" sldId="257"/>
            <ac:spMk id="137" creationId="{0A4941A9-A17E-259E-B74E-9267D1DEB244}"/>
          </ac:spMkLst>
        </pc:spChg>
        <pc:spChg chg="mod">
          <ac:chgData name="Singh, Prerna" userId="a858516e-31fb-408c-a517-0b1c4e5327bc" providerId="ADAL" clId="{76C5462F-0261-49BB-9CE1-CA52EE2844D7}" dt="2026-09-07T15:08:02.085" v="1658" actId="207"/>
          <ac:spMkLst>
            <pc:docMk/>
            <pc:sldMk cId="585942163" sldId="257"/>
            <ac:spMk id="141" creationId="{5FCAFAAA-51C7-4E1E-B3F0-7C312611AAB5}"/>
          </ac:spMkLst>
        </pc:spChg>
        <pc:spChg chg="mod">
          <ac:chgData name="Singh, Prerna" userId="a858516e-31fb-408c-a517-0b1c4e5327bc" providerId="ADAL" clId="{76C5462F-0261-49BB-9CE1-CA52EE2844D7}" dt="2026-09-07T15:08:02.085" v="1658" actId="207"/>
          <ac:spMkLst>
            <pc:docMk/>
            <pc:sldMk cId="585942163" sldId="257"/>
            <ac:spMk id="143" creationId="{92B88A53-74FC-D437-EE16-FE1D2C269624}"/>
          </ac:spMkLst>
        </pc:spChg>
        <pc:spChg chg="mod">
          <ac:chgData name="Singh, Prerna" userId="a858516e-31fb-408c-a517-0b1c4e5327bc" providerId="ADAL" clId="{76C5462F-0261-49BB-9CE1-CA52EE2844D7}" dt="2026-09-07T15:08:02.085" v="1658" actId="207"/>
          <ac:spMkLst>
            <pc:docMk/>
            <pc:sldMk cId="585942163" sldId="257"/>
            <ac:spMk id="145" creationId="{47AE04FE-9F0A-762A-917E-25F2471801FD}"/>
          </ac:spMkLst>
        </pc:spChg>
        <pc:spChg chg="mod">
          <ac:chgData name="Singh, Prerna" userId="a858516e-31fb-408c-a517-0b1c4e5327bc" providerId="ADAL" clId="{76C5462F-0261-49BB-9CE1-CA52EE2844D7}" dt="2026-09-07T15:09:15.146" v="1667" actId="207"/>
          <ac:spMkLst>
            <pc:docMk/>
            <pc:sldMk cId="585942163" sldId="257"/>
            <ac:spMk id="154" creationId="{95F151D8-302C-EEF4-8F27-A5FC27577912}"/>
          </ac:spMkLst>
        </pc:spChg>
      </pc:sldChg>
      <pc:sldChg chg="modSp mod">
        <pc:chgData name="Singh, Prerna" userId="a858516e-31fb-408c-a517-0b1c4e5327bc" providerId="ADAL" clId="{76C5462F-0261-49BB-9CE1-CA52EE2844D7}" dt="2026-09-07T10:07:34.191" v="225" actId="20577"/>
        <pc:sldMkLst>
          <pc:docMk/>
          <pc:sldMk cId="57316724" sldId="2147483226"/>
        </pc:sldMkLst>
        <pc:spChg chg="mod">
          <ac:chgData name="Singh, Prerna" userId="a858516e-31fb-408c-a517-0b1c4e5327bc" providerId="ADAL" clId="{76C5462F-0261-49BB-9CE1-CA52EE2844D7}" dt="2026-09-07T10:07:34.191" v="225" actId="20577"/>
          <ac:spMkLst>
            <pc:docMk/>
            <pc:sldMk cId="57316724" sldId="2147483226"/>
            <ac:spMk id="459" creationId="{23805A4D-A400-F0E2-FD39-04743EFAB722}"/>
          </ac:spMkLst>
        </pc:spChg>
        <pc:spChg chg="mod">
          <ac:chgData name="Singh, Prerna" userId="a858516e-31fb-408c-a517-0b1c4e5327bc" providerId="ADAL" clId="{76C5462F-0261-49BB-9CE1-CA52EE2844D7}" dt="2026-09-07T10:06:54.181" v="219" actId="20577"/>
          <ac:spMkLst>
            <pc:docMk/>
            <pc:sldMk cId="57316724" sldId="2147483226"/>
            <ac:spMk id="486" creationId="{64D6F3D9-76AA-D6A4-A918-753DF83F86EC}"/>
          </ac:spMkLst>
        </pc:spChg>
        <pc:spChg chg="mod">
          <ac:chgData name="Singh, Prerna" userId="a858516e-31fb-408c-a517-0b1c4e5327bc" providerId="ADAL" clId="{76C5462F-0261-49BB-9CE1-CA52EE2844D7}" dt="2026-09-07T10:07:09.983" v="222" actId="20577"/>
          <ac:spMkLst>
            <pc:docMk/>
            <pc:sldMk cId="57316724" sldId="2147483226"/>
            <ac:spMk id="521" creationId="{3DBC5E04-99FC-F9AE-E2C1-9349C415A5A2}"/>
          </ac:spMkLst>
        </pc:spChg>
        <pc:spChg chg="mod">
          <ac:chgData name="Singh, Prerna" userId="a858516e-31fb-408c-a517-0b1c4e5327bc" providerId="ADAL" clId="{76C5462F-0261-49BB-9CE1-CA52EE2844D7}" dt="2026-09-07T10:07:04.050" v="220" actId="20577"/>
          <ac:spMkLst>
            <pc:docMk/>
            <pc:sldMk cId="57316724" sldId="2147483226"/>
            <ac:spMk id="526" creationId="{3152AE3B-7539-4A94-51C3-24975A7A7E11}"/>
          </ac:spMkLst>
        </pc:spChg>
      </pc:sldChg>
      <pc:sldChg chg="modSp mod">
        <pc:chgData name="Singh, Prerna" userId="a858516e-31fb-408c-a517-0b1c4e5327bc" providerId="ADAL" clId="{76C5462F-0261-49BB-9CE1-CA52EE2844D7}" dt="2026-09-07T15:09:10.427" v="1666" actId="207"/>
        <pc:sldMkLst>
          <pc:docMk/>
          <pc:sldMk cId="4085769224" sldId="2147483229"/>
        </pc:sldMkLst>
        <pc:spChg chg="mod">
          <ac:chgData name="Singh, Prerna" userId="a858516e-31fb-408c-a517-0b1c4e5327bc" providerId="ADAL" clId="{76C5462F-0261-49BB-9CE1-CA52EE2844D7}" dt="2026-09-07T15:09:10.427" v="1666" actId="207"/>
          <ac:spMkLst>
            <pc:docMk/>
            <pc:sldMk cId="4085769224" sldId="2147483229"/>
            <ac:spMk id="4" creationId="{ED581FF3-787D-AB5E-D049-24A3AE959E68}"/>
          </ac:spMkLst>
        </pc:spChg>
        <pc:spChg chg="mod">
          <ac:chgData name="Singh, Prerna" userId="a858516e-31fb-408c-a517-0b1c4e5327bc" providerId="ADAL" clId="{76C5462F-0261-49BB-9CE1-CA52EE2844D7}" dt="2026-09-07T15:07:34.611" v="1656" actId="207"/>
          <ac:spMkLst>
            <pc:docMk/>
            <pc:sldMk cId="4085769224" sldId="2147483229"/>
            <ac:spMk id="23" creationId="{331099DB-821D-9871-7FB2-B20E851D65B2}"/>
          </ac:spMkLst>
        </pc:spChg>
        <pc:spChg chg="mod">
          <ac:chgData name="Singh, Prerna" userId="a858516e-31fb-408c-a517-0b1c4e5327bc" providerId="ADAL" clId="{76C5462F-0261-49BB-9CE1-CA52EE2844D7}" dt="2026-09-07T15:08:28.527" v="1660" actId="207"/>
          <ac:spMkLst>
            <pc:docMk/>
            <pc:sldMk cId="4085769224" sldId="2147483229"/>
            <ac:spMk id="27" creationId="{BDBD4F50-6483-5308-F43A-926105A3EEE9}"/>
          </ac:spMkLst>
        </pc:spChg>
      </pc:sldChg>
      <pc:sldChg chg="modSp mod">
        <pc:chgData name="Singh, Prerna" userId="a858516e-31fb-408c-a517-0b1c4e5327bc" providerId="ADAL" clId="{76C5462F-0261-49BB-9CE1-CA52EE2844D7}" dt="2026-09-07T06:46:14.172" v="97" actId="14100"/>
        <pc:sldMkLst>
          <pc:docMk/>
          <pc:sldMk cId="2959754955" sldId="2147483234"/>
        </pc:sldMkLst>
        <pc:spChg chg="mod">
          <ac:chgData name="Singh, Prerna" userId="a858516e-31fb-408c-a517-0b1c4e5327bc" providerId="ADAL" clId="{76C5462F-0261-49BB-9CE1-CA52EE2844D7}" dt="2026-09-07T05:41:07.751" v="92" actId="14100"/>
          <ac:spMkLst>
            <pc:docMk/>
            <pc:sldMk cId="2959754955" sldId="2147483234"/>
            <ac:spMk id="197" creationId="{3AADB9CB-EF71-DDF7-5697-95198C313957}"/>
          </ac:spMkLst>
        </pc:spChg>
        <pc:spChg chg="mod">
          <ac:chgData name="Singh, Prerna" userId="a858516e-31fb-408c-a517-0b1c4e5327bc" providerId="ADAL" clId="{76C5462F-0261-49BB-9CE1-CA52EE2844D7}" dt="2026-09-07T05:35:40.933" v="77" actId="1076"/>
          <ac:spMkLst>
            <pc:docMk/>
            <pc:sldMk cId="2959754955" sldId="2147483234"/>
            <ac:spMk id="203" creationId="{C398AA8B-4EDF-C626-4204-4FDFBFED5E8D}"/>
          </ac:spMkLst>
        </pc:spChg>
        <pc:spChg chg="mod">
          <ac:chgData name="Singh, Prerna" userId="a858516e-31fb-408c-a517-0b1c4e5327bc" providerId="ADAL" clId="{76C5462F-0261-49BB-9CE1-CA52EE2844D7}" dt="2026-09-07T05:22:36.393" v="22" actId="1076"/>
          <ac:spMkLst>
            <pc:docMk/>
            <pc:sldMk cId="2959754955" sldId="2147483234"/>
            <ac:spMk id="204" creationId="{0A8FAC77-9663-EA02-C8B5-31B1373C9966}"/>
          </ac:spMkLst>
        </pc:spChg>
        <pc:spChg chg="mod">
          <ac:chgData name="Singh, Prerna" userId="a858516e-31fb-408c-a517-0b1c4e5327bc" providerId="ADAL" clId="{76C5462F-0261-49BB-9CE1-CA52EE2844D7}" dt="2026-09-07T05:22:36.393" v="22" actId="1076"/>
          <ac:spMkLst>
            <pc:docMk/>
            <pc:sldMk cId="2959754955" sldId="2147483234"/>
            <ac:spMk id="205" creationId="{4497AA19-16F0-59A4-F502-37CCBB48D6C2}"/>
          </ac:spMkLst>
        </pc:spChg>
        <pc:spChg chg="mod">
          <ac:chgData name="Singh, Prerna" userId="a858516e-31fb-408c-a517-0b1c4e5327bc" providerId="ADAL" clId="{76C5462F-0261-49BB-9CE1-CA52EE2844D7}" dt="2026-09-07T05:35:06.169" v="70" actId="14100"/>
          <ac:spMkLst>
            <pc:docMk/>
            <pc:sldMk cId="2959754955" sldId="2147483234"/>
            <ac:spMk id="206" creationId="{1FB1E174-A8C7-5F3B-6DD5-3C5C823A3CC8}"/>
          </ac:spMkLst>
        </pc:spChg>
        <pc:spChg chg="mod">
          <ac:chgData name="Singh, Prerna" userId="a858516e-31fb-408c-a517-0b1c4e5327bc" providerId="ADAL" clId="{76C5462F-0261-49BB-9CE1-CA52EE2844D7}" dt="2026-09-07T05:35:11.111" v="72" actId="404"/>
          <ac:spMkLst>
            <pc:docMk/>
            <pc:sldMk cId="2959754955" sldId="2147483234"/>
            <ac:spMk id="207" creationId="{4D7CDF13-BBA1-9EC3-98E5-1E343A6DA2A1}"/>
          </ac:spMkLst>
        </pc:spChg>
        <pc:spChg chg="mod">
          <ac:chgData name="Singh, Prerna" userId="a858516e-31fb-408c-a517-0b1c4e5327bc" providerId="ADAL" clId="{76C5462F-0261-49BB-9CE1-CA52EE2844D7}" dt="2026-09-07T06:46:14.172" v="97" actId="14100"/>
          <ac:spMkLst>
            <pc:docMk/>
            <pc:sldMk cId="2959754955" sldId="2147483234"/>
            <ac:spMk id="208" creationId="{4A5EC653-2308-DD75-BF57-2FFB5D3817B0}"/>
          </ac:spMkLst>
        </pc:spChg>
        <pc:spChg chg="mod">
          <ac:chgData name="Singh, Prerna" userId="a858516e-31fb-408c-a517-0b1c4e5327bc" providerId="ADAL" clId="{76C5462F-0261-49BB-9CE1-CA52EE2844D7}" dt="2026-09-07T05:38:41.291" v="79" actId="1076"/>
          <ac:spMkLst>
            <pc:docMk/>
            <pc:sldMk cId="2959754955" sldId="2147483234"/>
            <ac:spMk id="209" creationId="{F970605A-9DF1-B956-5F02-663F0EF70502}"/>
          </ac:spMkLst>
        </pc:spChg>
        <pc:spChg chg="mod">
          <ac:chgData name="Singh, Prerna" userId="a858516e-31fb-408c-a517-0b1c4e5327bc" providerId="ADAL" clId="{76C5462F-0261-49BB-9CE1-CA52EE2844D7}" dt="2026-09-07T05:39:00.069" v="82" actId="1076"/>
          <ac:spMkLst>
            <pc:docMk/>
            <pc:sldMk cId="2959754955" sldId="2147483234"/>
            <ac:spMk id="210" creationId="{E74BBA8F-1595-BA82-BB85-CE229E064920}"/>
          </ac:spMkLst>
        </pc:spChg>
        <pc:spChg chg="mod">
          <ac:chgData name="Singh, Prerna" userId="a858516e-31fb-408c-a517-0b1c4e5327bc" providerId="ADAL" clId="{76C5462F-0261-49BB-9CE1-CA52EE2844D7}" dt="2026-09-07T05:38:53.186" v="81" actId="1076"/>
          <ac:spMkLst>
            <pc:docMk/>
            <pc:sldMk cId="2959754955" sldId="2147483234"/>
            <ac:spMk id="211" creationId="{239B650B-798B-9614-81AB-AB2685F9902A}"/>
          </ac:spMkLst>
        </pc:spChg>
        <pc:spChg chg="mod">
          <ac:chgData name="Singh, Prerna" userId="a858516e-31fb-408c-a517-0b1c4e5327bc" providerId="ADAL" clId="{76C5462F-0261-49BB-9CE1-CA52EE2844D7}" dt="2026-09-07T05:38:46.730" v="80" actId="1076"/>
          <ac:spMkLst>
            <pc:docMk/>
            <pc:sldMk cId="2959754955" sldId="2147483234"/>
            <ac:spMk id="212" creationId="{D5780E1B-47E3-CAB0-C262-3CBFF70225FC}"/>
          </ac:spMkLst>
        </pc:spChg>
        <pc:spChg chg="mod">
          <ac:chgData name="Singh, Prerna" userId="a858516e-31fb-408c-a517-0b1c4e5327bc" providerId="ADAL" clId="{76C5462F-0261-49BB-9CE1-CA52EE2844D7}" dt="2026-09-07T05:39:14.539" v="83" actId="1076"/>
          <ac:spMkLst>
            <pc:docMk/>
            <pc:sldMk cId="2959754955" sldId="2147483234"/>
            <ac:spMk id="213" creationId="{C1C27B98-92C2-A1AF-BCC9-DDC84124A053}"/>
          </ac:spMkLst>
        </pc:spChg>
        <pc:spChg chg="mod">
          <ac:chgData name="Singh, Prerna" userId="a858516e-31fb-408c-a517-0b1c4e5327bc" providerId="ADAL" clId="{76C5462F-0261-49BB-9CE1-CA52EE2844D7}" dt="2026-09-07T05:39:59.597" v="87" actId="14100"/>
          <ac:spMkLst>
            <pc:docMk/>
            <pc:sldMk cId="2959754955" sldId="2147483234"/>
            <ac:spMk id="214" creationId="{9DB6DC2A-B5C0-D548-00F0-60587383FC86}"/>
          </ac:spMkLst>
        </pc:spChg>
        <pc:spChg chg="mod">
          <ac:chgData name="Singh, Prerna" userId="a858516e-31fb-408c-a517-0b1c4e5327bc" providerId="ADAL" clId="{76C5462F-0261-49BB-9CE1-CA52EE2844D7}" dt="2026-09-07T05:39:30.857" v="85" actId="1076"/>
          <ac:spMkLst>
            <pc:docMk/>
            <pc:sldMk cId="2959754955" sldId="2147483234"/>
            <ac:spMk id="215" creationId="{30B3EBA5-FA4F-E1BF-6EB6-7458E6D8062E}"/>
          </ac:spMkLst>
        </pc:spChg>
        <pc:spChg chg="mod">
          <ac:chgData name="Singh, Prerna" userId="a858516e-31fb-408c-a517-0b1c4e5327bc" providerId="ADAL" clId="{76C5462F-0261-49BB-9CE1-CA52EE2844D7}" dt="2026-09-07T05:40:06.112" v="88" actId="1076"/>
          <ac:spMkLst>
            <pc:docMk/>
            <pc:sldMk cId="2959754955" sldId="2147483234"/>
            <ac:spMk id="216" creationId="{9692F008-03C7-4AB7-2204-CC5FDF574115}"/>
          </ac:spMkLst>
        </pc:spChg>
        <pc:spChg chg="mod">
          <ac:chgData name="Singh, Prerna" userId="a858516e-31fb-408c-a517-0b1c4e5327bc" providerId="ADAL" clId="{76C5462F-0261-49BB-9CE1-CA52EE2844D7}" dt="2026-09-07T05:40:16.574" v="89" actId="1076"/>
          <ac:spMkLst>
            <pc:docMk/>
            <pc:sldMk cId="2959754955" sldId="2147483234"/>
            <ac:spMk id="217" creationId="{6AD84B1B-BC77-F3B2-CAB8-4DC732648186}"/>
          </ac:spMkLst>
        </pc:spChg>
        <pc:spChg chg="mod">
          <ac:chgData name="Singh, Prerna" userId="a858516e-31fb-408c-a517-0b1c4e5327bc" providerId="ADAL" clId="{76C5462F-0261-49BB-9CE1-CA52EE2844D7}" dt="2026-09-07T05:40:35.250" v="90" actId="1076"/>
          <ac:spMkLst>
            <pc:docMk/>
            <pc:sldMk cId="2959754955" sldId="2147483234"/>
            <ac:spMk id="218" creationId="{7702C1B8-18B7-6F84-7519-2264F5D48CDA}"/>
          </ac:spMkLst>
        </pc:spChg>
        <pc:spChg chg="mod">
          <ac:chgData name="Singh, Prerna" userId="a858516e-31fb-408c-a517-0b1c4e5327bc" providerId="ADAL" clId="{76C5462F-0261-49BB-9CE1-CA52EE2844D7}" dt="2026-09-07T05:41:22.815" v="94" actId="1076"/>
          <ac:spMkLst>
            <pc:docMk/>
            <pc:sldMk cId="2959754955" sldId="2147483234"/>
            <ac:spMk id="219" creationId="{BEC1880E-D074-A594-702D-7014B11CEAFF}"/>
          </ac:spMkLst>
        </pc:spChg>
        <pc:spChg chg="mod">
          <ac:chgData name="Singh, Prerna" userId="a858516e-31fb-408c-a517-0b1c4e5327bc" providerId="ADAL" clId="{76C5462F-0261-49BB-9CE1-CA52EE2844D7}" dt="2026-09-07T05:41:13.166" v="93" actId="1076"/>
          <ac:spMkLst>
            <pc:docMk/>
            <pc:sldMk cId="2959754955" sldId="2147483234"/>
            <ac:spMk id="220" creationId="{5EE72B89-4F07-10E2-950B-FDE7E9C74888}"/>
          </ac:spMkLst>
        </pc:spChg>
        <pc:spChg chg="mod">
          <ac:chgData name="Singh, Prerna" userId="a858516e-31fb-408c-a517-0b1c4e5327bc" providerId="ADAL" clId="{76C5462F-0261-49BB-9CE1-CA52EE2844D7}" dt="2026-09-07T05:41:36.766" v="96" actId="14100"/>
          <ac:spMkLst>
            <pc:docMk/>
            <pc:sldMk cId="2959754955" sldId="2147483234"/>
            <ac:spMk id="221" creationId="{A92F181C-305A-D52F-F7A8-4CAF0E81A3C8}"/>
          </ac:spMkLst>
        </pc:spChg>
        <pc:spChg chg="mod">
          <ac:chgData name="Singh, Prerna" userId="a858516e-31fb-408c-a517-0b1c4e5327bc" providerId="ADAL" clId="{76C5462F-0261-49BB-9CE1-CA52EE2844D7}" dt="2026-09-07T05:35:49.252" v="78" actId="404"/>
          <ac:spMkLst>
            <pc:docMk/>
            <pc:sldMk cId="2959754955" sldId="2147483234"/>
            <ac:spMk id="225" creationId="{F8CC53FA-CC91-1F5A-E9F5-5DBEFF31FBCE}"/>
          </ac:spMkLst>
        </pc:spChg>
        <pc:spChg chg="mod">
          <ac:chgData name="Singh, Prerna" userId="a858516e-31fb-408c-a517-0b1c4e5327bc" providerId="ADAL" clId="{76C5462F-0261-49BB-9CE1-CA52EE2844D7}" dt="2026-09-07T05:22:36.393" v="22" actId="1076"/>
          <ac:spMkLst>
            <pc:docMk/>
            <pc:sldMk cId="2959754955" sldId="2147483234"/>
            <ac:spMk id="226" creationId="{9F144764-8A74-2CB1-59AB-CBB58E51E4AC}"/>
          </ac:spMkLst>
        </pc:spChg>
        <pc:spChg chg="mod">
          <ac:chgData name="Singh, Prerna" userId="a858516e-31fb-408c-a517-0b1c4e5327bc" providerId="ADAL" clId="{76C5462F-0261-49BB-9CE1-CA52EE2844D7}" dt="2026-09-07T05:22:36.393" v="22" actId="1076"/>
          <ac:spMkLst>
            <pc:docMk/>
            <pc:sldMk cId="2959754955" sldId="2147483234"/>
            <ac:spMk id="229" creationId="{D8B10FBB-A490-73C9-EBC5-986BF34BDC2D}"/>
          </ac:spMkLst>
        </pc:spChg>
        <pc:spChg chg="mod">
          <ac:chgData name="Singh, Prerna" userId="a858516e-31fb-408c-a517-0b1c4e5327bc" providerId="ADAL" clId="{76C5462F-0261-49BB-9CE1-CA52EE2844D7}" dt="2026-09-07T05:22:36.393" v="22" actId="1076"/>
          <ac:spMkLst>
            <pc:docMk/>
            <pc:sldMk cId="2959754955" sldId="2147483234"/>
            <ac:spMk id="236" creationId="{2D61B9C2-3664-D1AF-29C4-F0F58404500C}"/>
          </ac:spMkLst>
        </pc:spChg>
        <pc:spChg chg="mod">
          <ac:chgData name="Singh, Prerna" userId="a858516e-31fb-408c-a517-0b1c4e5327bc" providerId="ADAL" clId="{76C5462F-0261-49BB-9CE1-CA52EE2844D7}" dt="2026-09-07T05:35:49.252" v="78" actId="404"/>
          <ac:spMkLst>
            <pc:docMk/>
            <pc:sldMk cId="2959754955" sldId="2147483234"/>
            <ac:spMk id="237" creationId="{E2ACC6B5-A6CE-0FDF-D49D-A4E9AC21C7E4}"/>
          </ac:spMkLst>
        </pc:spChg>
      </pc:sldChg>
      <pc:sldChg chg="addSp delSp modSp mod">
        <pc:chgData name="Singh, Prerna" userId="a858516e-31fb-408c-a517-0b1c4e5327bc" providerId="ADAL" clId="{76C5462F-0261-49BB-9CE1-CA52EE2844D7}" dt="2026-09-08T05:03:03.058" v="1723" actId="14100"/>
        <pc:sldMkLst>
          <pc:docMk/>
          <pc:sldMk cId="1461815144" sldId="2147483236"/>
        </pc:sldMkLst>
        <pc:spChg chg="mod">
          <ac:chgData name="Singh, Prerna" userId="a858516e-31fb-408c-a517-0b1c4e5327bc" providerId="ADAL" clId="{76C5462F-0261-49BB-9CE1-CA52EE2844D7}" dt="2026-09-07T05:06:10.060" v="3" actId="404"/>
          <ac:spMkLst>
            <pc:docMk/>
            <pc:sldMk cId="1461815144" sldId="2147483236"/>
            <ac:spMk id="220" creationId="{73521892-BCD9-88BE-F5EE-3F48AB29B429}"/>
          </ac:spMkLst>
        </pc:spChg>
        <pc:spChg chg="mod">
          <ac:chgData name="Singh, Prerna" userId="a858516e-31fb-408c-a517-0b1c4e5327bc" providerId="ADAL" clId="{76C5462F-0261-49BB-9CE1-CA52EE2844D7}" dt="2026-09-07T05:12:41.278" v="20" actId="404"/>
          <ac:spMkLst>
            <pc:docMk/>
            <pc:sldMk cId="1461815144" sldId="2147483236"/>
            <ac:spMk id="222" creationId="{AC4D81DA-A41B-887C-03AD-62A5526144DA}"/>
          </ac:spMkLst>
        </pc:spChg>
        <pc:spChg chg="mod">
          <ac:chgData name="Singh, Prerna" userId="a858516e-31fb-408c-a517-0b1c4e5327bc" providerId="ADAL" clId="{76C5462F-0261-49BB-9CE1-CA52EE2844D7}" dt="2026-09-07T05:11:41.414" v="16" actId="1076"/>
          <ac:spMkLst>
            <pc:docMk/>
            <pc:sldMk cId="1461815144" sldId="2147483236"/>
            <ac:spMk id="272" creationId="{AB8408E8-A640-E38A-3860-8E7BA6262AEC}"/>
          </ac:spMkLst>
        </pc:spChg>
        <pc:spChg chg="mod">
          <ac:chgData name="Singh, Prerna" userId="a858516e-31fb-408c-a517-0b1c4e5327bc" providerId="ADAL" clId="{76C5462F-0261-49BB-9CE1-CA52EE2844D7}" dt="2026-09-07T05:11:57.722" v="17" actId="1076"/>
          <ac:spMkLst>
            <pc:docMk/>
            <pc:sldMk cId="1461815144" sldId="2147483236"/>
            <ac:spMk id="278" creationId="{D76F9B49-127F-27AC-1FA2-8E4442CDDDE2}"/>
          </ac:spMkLst>
        </pc:spChg>
        <pc:spChg chg="mod">
          <ac:chgData name="Singh, Prerna" userId="a858516e-31fb-408c-a517-0b1c4e5327bc" providerId="ADAL" clId="{76C5462F-0261-49BB-9CE1-CA52EE2844D7}" dt="2026-09-07T06:51:57.998" v="99" actId="1076"/>
          <ac:spMkLst>
            <pc:docMk/>
            <pc:sldMk cId="1461815144" sldId="2147483236"/>
            <ac:spMk id="279" creationId="{366E3EB8-8FC7-0EFC-2F69-70BB650303DC}"/>
          </ac:spMkLst>
        </pc:spChg>
        <pc:spChg chg="mod">
          <ac:chgData name="Singh, Prerna" userId="a858516e-31fb-408c-a517-0b1c4e5327bc" providerId="ADAL" clId="{76C5462F-0261-49BB-9CE1-CA52EE2844D7}" dt="2026-09-07T05:07:43.225" v="9" actId="20577"/>
          <ac:spMkLst>
            <pc:docMk/>
            <pc:sldMk cId="1461815144" sldId="2147483236"/>
            <ac:spMk id="280" creationId="{F922AA66-EA30-BAF0-9BE1-00833866EEFA}"/>
          </ac:spMkLst>
        </pc:spChg>
        <pc:spChg chg="mod">
          <ac:chgData name="Singh, Prerna" userId="a858516e-31fb-408c-a517-0b1c4e5327bc" providerId="ADAL" clId="{76C5462F-0261-49BB-9CE1-CA52EE2844D7}" dt="2026-09-07T05:12:27.618" v="19" actId="404"/>
          <ac:spMkLst>
            <pc:docMk/>
            <pc:sldMk cId="1461815144" sldId="2147483236"/>
            <ac:spMk id="282" creationId="{4951C810-306E-BBF2-C4E7-ED40999564CA}"/>
          </ac:spMkLst>
        </pc:spChg>
        <pc:picChg chg="add mod">
          <ac:chgData name="Singh, Prerna" userId="a858516e-31fb-408c-a517-0b1c4e5327bc" providerId="ADAL" clId="{76C5462F-0261-49BB-9CE1-CA52EE2844D7}" dt="2026-09-08T05:03:03.058" v="1723" actId="14100"/>
          <ac:picMkLst>
            <pc:docMk/>
            <pc:sldMk cId="1461815144" sldId="2147483236"/>
            <ac:picMk id="3" creationId="{BA0B70FD-0725-4290-6EA6-FA46FB2853E9}"/>
          </ac:picMkLst>
        </pc:picChg>
        <pc:picChg chg="del">
          <ac:chgData name="Singh, Prerna" userId="a858516e-31fb-408c-a517-0b1c4e5327bc" providerId="ADAL" clId="{76C5462F-0261-49BB-9CE1-CA52EE2844D7}" dt="2026-09-08T05:02:22.796" v="1718" actId="478"/>
          <ac:picMkLst>
            <pc:docMk/>
            <pc:sldMk cId="1461815144" sldId="2147483236"/>
            <ac:picMk id="302" creationId="{71D21857-DBEF-1172-64B5-A7442E6BAA3A}"/>
          </ac:picMkLst>
        </pc:picChg>
      </pc:sldChg>
      <pc:sldChg chg="addSp delSp modSp del mod">
        <pc:chgData name="Singh, Prerna" userId="a858516e-31fb-408c-a517-0b1c4e5327bc" providerId="ADAL" clId="{76C5462F-0261-49BB-9CE1-CA52EE2844D7}" dt="2026-09-07T07:55:00.489" v="198" actId="47"/>
        <pc:sldMkLst>
          <pc:docMk/>
          <pc:sldMk cId="4083594977" sldId="2147483237"/>
        </pc:sldMkLst>
        <pc:spChg chg="add del">
          <ac:chgData name="Singh, Prerna" userId="a858516e-31fb-408c-a517-0b1c4e5327bc" providerId="ADAL" clId="{76C5462F-0261-49BB-9CE1-CA52EE2844D7}" dt="2026-09-07T07:23:17.517" v="101" actId="478"/>
          <ac:spMkLst>
            <pc:docMk/>
            <pc:sldMk cId="4083594977" sldId="2147483237"/>
            <ac:spMk id="196" creationId="{5F651EDA-3CD6-06E8-26ED-6E424D0065A7}"/>
          </ac:spMkLst>
        </pc:spChg>
        <pc:spChg chg="mod">
          <ac:chgData name="Singh, Prerna" userId="a858516e-31fb-408c-a517-0b1c4e5327bc" providerId="ADAL" clId="{76C5462F-0261-49BB-9CE1-CA52EE2844D7}" dt="2026-09-07T07:54:40.415" v="197" actId="1076"/>
          <ac:spMkLst>
            <pc:docMk/>
            <pc:sldMk cId="4083594977" sldId="2147483237"/>
            <ac:spMk id="204" creationId="{2229BA8F-C605-6120-1CC0-62FA8B55052F}"/>
          </ac:spMkLst>
        </pc:spChg>
      </pc:sldChg>
      <pc:sldChg chg="modSp mod">
        <pc:chgData name="Singh, Prerna" userId="a858516e-31fb-408c-a517-0b1c4e5327bc" providerId="ADAL" clId="{76C5462F-0261-49BB-9CE1-CA52EE2844D7}" dt="2026-09-07T11:16:18.090" v="250" actId="20577"/>
        <pc:sldMkLst>
          <pc:docMk/>
          <pc:sldMk cId="3629488471" sldId="2147483238"/>
        </pc:sldMkLst>
        <pc:graphicFrameChg chg="mod modGraphic">
          <ac:chgData name="Singh, Prerna" userId="a858516e-31fb-408c-a517-0b1c4e5327bc" providerId="ADAL" clId="{76C5462F-0261-49BB-9CE1-CA52EE2844D7}" dt="2026-09-07T11:16:18.090" v="250" actId="20577"/>
          <ac:graphicFrameMkLst>
            <pc:docMk/>
            <pc:sldMk cId="3629488471" sldId="2147483238"/>
            <ac:graphicFrameMk id="6" creationId="{BB016869-567D-FFC6-F613-16F973D0E21C}"/>
          </ac:graphicFrameMkLst>
        </pc:graphicFrameChg>
      </pc:sldChg>
      <pc:sldChg chg="modSp add del mod">
        <pc:chgData name="Singh, Prerna" userId="a858516e-31fb-408c-a517-0b1c4e5327bc" providerId="ADAL" clId="{76C5462F-0261-49BB-9CE1-CA52EE2844D7}" dt="2026-09-08T05:05:30.065" v="1746" actId="403"/>
        <pc:sldMkLst>
          <pc:docMk/>
          <pc:sldMk cId="1595744004" sldId="2147483244"/>
        </pc:sldMkLst>
        <pc:spChg chg="mod">
          <ac:chgData name="Singh, Prerna" userId="a858516e-31fb-408c-a517-0b1c4e5327bc" providerId="ADAL" clId="{76C5462F-0261-49BB-9CE1-CA52EE2844D7}" dt="2026-09-08T05:04:07.725" v="1730" actId="1076"/>
          <ac:spMkLst>
            <pc:docMk/>
            <pc:sldMk cId="1595744004" sldId="2147483244"/>
            <ac:spMk id="10" creationId="{E08D9182-8EBC-CAB6-6EE4-03B4D48B7E54}"/>
          </ac:spMkLst>
        </pc:spChg>
        <pc:spChg chg="mod">
          <ac:chgData name="Singh, Prerna" userId="a858516e-31fb-408c-a517-0b1c4e5327bc" providerId="ADAL" clId="{76C5462F-0261-49BB-9CE1-CA52EE2844D7}" dt="2026-09-08T05:04:40.019" v="1736" actId="1076"/>
          <ac:spMkLst>
            <pc:docMk/>
            <pc:sldMk cId="1595744004" sldId="2147483244"/>
            <ac:spMk id="16" creationId="{F0EBA4B6-7345-7E8E-FCFB-494079B0F1CC}"/>
          </ac:spMkLst>
        </pc:spChg>
        <pc:spChg chg="mod">
          <ac:chgData name="Singh, Prerna" userId="a858516e-31fb-408c-a517-0b1c4e5327bc" providerId="ADAL" clId="{76C5462F-0261-49BB-9CE1-CA52EE2844D7}" dt="2026-09-08T05:04:44.035" v="1737" actId="1076"/>
          <ac:spMkLst>
            <pc:docMk/>
            <pc:sldMk cId="1595744004" sldId="2147483244"/>
            <ac:spMk id="24" creationId="{F264B9AD-68BD-6566-2EFF-452D50293F24}"/>
          </ac:spMkLst>
        </pc:spChg>
        <pc:spChg chg="mod">
          <ac:chgData name="Singh, Prerna" userId="a858516e-31fb-408c-a517-0b1c4e5327bc" providerId="ADAL" clId="{76C5462F-0261-49BB-9CE1-CA52EE2844D7}" dt="2026-09-08T05:04:55.360" v="1739" actId="1076"/>
          <ac:spMkLst>
            <pc:docMk/>
            <pc:sldMk cId="1595744004" sldId="2147483244"/>
            <ac:spMk id="32" creationId="{8FE13F3D-EFDA-1E61-A403-F37D7AEED582}"/>
          </ac:spMkLst>
        </pc:spChg>
        <pc:spChg chg="mod">
          <ac:chgData name="Singh, Prerna" userId="a858516e-31fb-408c-a517-0b1c4e5327bc" providerId="ADAL" clId="{76C5462F-0261-49BB-9CE1-CA52EE2844D7}" dt="2026-09-08T05:05:02.542" v="1740" actId="403"/>
          <ac:spMkLst>
            <pc:docMk/>
            <pc:sldMk cId="1595744004" sldId="2147483244"/>
            <ac:spMk id="40" creationId="{49B196DB-EB50-53D7-8705-247A5EFBA674}"/>
          </ac:spMkLst>
        </pc:spChg>
        <pc:spChg chg="mod">
          <ac:chgData name="Singh, Prerna" userId="a858516e-31fb-408c-a517-0b1c4e5327bc" providerId="ADAL" clId="{76C5462F-0261-49BB-9CE1-CA52EE2844D7}" dt="2026-09-08T05:05:09.941" v="1742" actId="1076"/>
          <ac:spMkLst>
            <pc:docMk/>
            <pc:sldMk cId="1595744004" sldId="2147483244"/>
            <ac:spMk id="42" creationId="{DE6ECE40-8464-6B92-2C83-7291CEB7CC50}"/>
          </ac:spMkLst>
        </pc:spChg>
        <pc:spChg chg="mod">
          <ac:chgData name="Singh, Prerna" userId="a858516e-31fb-408c-a517-0b1c4e5327bc" providerId="ADAL" clId="{76C5462F-0261-49BB-9CE1-CA52EE2844D7}" dt="2026-09-08T05:04:12.179" v="1731" actId="1076"/>
          <ac:spMkLst>
            <pc:docMk/>
            <pc:sldMk cId="1595744004" sldId="2147483244"/>
            <ac:spMk id="46" creationId="{1554D974-95FD-DD6A-C6EF-4CD4B774716B}"/>
          </ac:spMkLst>
        </pc:spChg>
        <pc:spChg chg="mod">
          <ac:chgData name="Singh, Prerna" userId="a858516e-31fb-408c-a517-0b1c4e5327bc" providerId="ADAL" clId="{76C5462F-0261-49BB-9CE1-CA52EE2844D7}" dt="2026-09-08T05:05:18.704" v="1744" actId="1076"/>
          <ac:spMkLst>
            <pc:docMk/>
            <pc:sldMk cId="1595744004" sldId="2147483244"/>
            <ac:spMk id="169" creationId="{0A3B749C-4661-2123-CAC5-05DD525A26A4}"/>
          </ac:spMkLst>
        </pc:spChg>
        <pc:spChg chg="mod">
          <ac:chgData name="Singh, Prerna" userId="a858516e-31fb-408c-a517-0b1c4e5327bc" providerId="ADAL" clId="{76C5462F-0261-49BB-9CE1-CA52EE2844D7}" dt="2026-09-08T05:05:23.809" v="1745" actId="403"/>
          <ac:spMkLst>
            <pc:docMk/>
            <pc:sldMk cId="1595744004" sldId="2147483244"/>
            <ac:spMk id="170" creationId="{6A4991FC-0421-6A17-BE4A-28756F93DC58}"/>
          </ac:spMkLst>
        </pc:spChg>
        <pc:spChg chg="mod">
          <ac:chgData name="Singh, Prerna" userId="a858516e-31fb-408c-a517-0b1c4e5327bc" providerId="ADAL" clId="{76C5462F-0261-49BB-9CE1-CA52EE2844D7}" dt="2026-09-08T05:05:30.065" v="1746" actId="403"/>
          <ac:spMkLst>
            <pc:docMk/>
            <pc:sldMk cId="1595744004" sldId="2147483244"/>
            <ac:spMk id="171" creationId="{0D97A2A5-3A71-A0DE-9077-9A0B3D6EC26A}"/>
          </ac:spMkLst>
        </pc:spChg>
      </pc:sldChg>
      <pc:sldChg chg="addSp delSp modSp mod">
        <pc:chgData name="Singh, Prerna" userId="a858516e-31fb-408c-a517-0b1c4e5327bc" providerId="ADAL" clId="{76C5462F-0261-49BB-9CE1-CA52EE2844D7}" dt="2026-09-08T05:02:09.147" v="1716" actId="1076"/>
        <pc:sldMkLst>
          <pc:docMk/>
          <pc:sldMk cId="3889819428" sldId="2147483245"/>
        </pc:sldMkLst>
        <pc:spChg chg="add mod">
          <ac:chgData name="Singh, Prerna" userId="a858516e-31fb-408c-a517-0b1c4e5327bc" providerId="ADAL" clId="{76C5462F-0261-49BB-9CE1-CA52EE2844D7}" dt="2026-09-07T14:58:03.872" v="1655" actId="1076"/>
          <ac:spMkLst>
            <pc:docMk/>
            <pc:sldMk cId="3889819428" sldId="2147483245"/>
            <ac:spMk id="16" creationId="{C9BB8147-FC04-1481-34ED-94EECB513FC0}"/>
          </ac:spMkLst>
        </pc:spChg>
        <pc:spChg chg="mod topLvl">
          <ac:chgData name="Singh, Prerna" userId="a858516e-31fb-408c-a517-0b1c4e5327bc" providerId="ADAL" clId="{76C5462F-0261-49BB-9CE1-CA52EE2844D7}" dt="2026-09-07T14:53:11.028" v="1418" actId="164"/>
          <ac:spMkLst>
            <pc:docMk/>
            <pc:sldMk cId="3889819428" sldId="2147483245"/>
            <ac:spMk id="22" creationId="{D44972B8-D8CD-0DC1-95C4-C0F96B9F2FBF}"/>
          </ac:spMkLst>
        </pc:spChg>
        <pc:spChg chg="mod topLvl">
          <ac:chgData name="Singh, Prerna" userId="a858516e-31fb-408c-a517-0b1c4e5327bc" providerId="ADAL" clId="{76C5462F-0261-49BB-9CE1-CA52EE2844D7}" dt="2026-09-07T14:56:11.745" v="1534" actId="20577"/>
          <ac:spMkLst>
            <pc:docMk/>
            <pc:sldMk cId="3889819428" sldId="2147483245"/>
            <ac:spMk id="25" creationId="{4B585144-E870-4318-F046-3A9573BFE902}"/>
          </ac:spMkLst>
        </pc:spChg>
        <pc:spChg chg="mod topLvl">
          <ac:chgData name="Singh, Prerna" userId="a858516e-31fb-408c-a517-0b1c4e5327bc" providerId="ADAL" clId="{76C5462F-0261-49BB-9CE1-CA52EE2844D7}" dt="2026-09-07T14:55:41.996" v="1492" actId="20577"/>
          <ac:spMkLst>
            <pc:docMk/>
            <pc:sldMk cId="3889819428" sldId="2147483245"/>
            <ac:spMk id="32" creationId="{83CE665D-3B8E-E9E4-9632-E596FCF7979C}"/>
          </ac:spMkLst>
        </pc:spChg>
        <pc:spChg chg="mod">
          <ac:chgData name="Singh, Prerna" userId="a858516e-31fb-408c-a517-0b1c4e5327bc" providerId="ADAL" clId="{76C5462F-0261-49BB-9CE1-CA52EE2844D7}" dt="2026-09-07T14:53:15.594" v="1419" actId="164"/>
          <ac:spMkLst>
            <pc:docMk/>
            <pc:sldMk cId="3889819428" sldId="2147483245"/>
            <ac:spMk id="44" creationId="{A0D3B529-7A87-FC63-6352-26C3D673D90F}"/>
          </ac:spMkLst>
        </pc:spChg>
        <pc:spChg chg="del mod topLvl">
          <ac:chgData name="Singh, Prerna" userId="a858516e-31fb-408c-a517-0b1c4e5327bc" providerId="ADAL" clId="{76C5462F-0261-49BB-9CE1-CA52EE2844D7}" dt="2026-09-07T12:41:42.614" v="901" actId="478"/>
          <ac:spMkLst>
            <pc:docMk/>
            <pc:sldMk cId="3889819428" sldId="2147483245"/>
            <ac:spMk id="53" creationId="{EEBEC463-7D5A-C4F1-DBE7-4F2088EF646F}"/>
          </ac:spMkLst>
        </pc:spChg>
        <pc:spChg chg="mod">
          <ac:chgData name="Singh, Prerna" userId="a858516e-31fb-408c-a517-0b1c4e5327bc" providerId="ADAL" clId="{76C5462F-0261-49BB-9CE1-CA52EE2844D7}" dt="2026-09-07T12:38:56.782" v="887" actId="478"/>
          <ac:spMkLst>
            <pc:docMk/>
            <pc:sldMk cId="3889819428" sldId="2147483245"/>
            <ac:spMk id="63" creationId="{BA1F487A-3F9A-CFE0-BC4D-9B345356FA9D}"/>
          </ac:spMkLst>
        </pc:spChg>
        <pc:spChg chg="mod">
          <ac:chgData name="Singh, Prerna" userId="a858516e-31fb-408c-a517-0b1c4e5327bc" providerId="ADAL" clId="{76C5462F-0261-49BB-9CE1-CA52EE2844D7}" dt="2026-09-07T12:45:00.925" v="978" actId="1076"/>
          <ac:spMkLst>
            <pc:docMk/>
            <pc:sldMk cId="3889819428" sldId="2147483245"/>
            <ac:spMk id="65" creationId="{43A1171A-845F-15A8-0A46-CAA41E4B97D8}"/>
          </ac:spMkLst>
        </pc:spChg>
        <pc:spChg chg="add">
          <ac:chgData name="Singh, Prerna" userId="a858516e-31fb-408c-a517-0b1c4e5327bc" providerId="ADAL" clId="{76C5462F-0261-49BB-9CE1-CA52EE2844D7}" dt="2026-09-07T12:38:33.550" v="886"/>
          <ac:spMkLst>
            <pc:docMk/>
            <pc:sldMk cId="3889819428" sldId="2147483245"/>
            <ac:spMk id="78" creationId="{0CAC4A60-4436-4FDD-7BD4-246CA86F3E7B}"/>
          </ac:spMkLst>
        </pc:spChg>
        <pc:spChg chg="add">
          <ac:chgData name="Singh, Prerna" userId="a858516e-31fb-408c-a517-0b1c4e5327bc" providerId="ADAL" clId="{76C5462F-0261-49BB-9CE1-CA52EE2844D7}" dt="2026-09-07T12:38:33.550" v="886"/>
          <ac:spMkLst>
            <pc:docMk/>
            <pc:sldMk cId="3889819428" sldId="2147483245"/>
            <ac:spMk id="79" creationId="{AF8DA334-7D3D-2CF6-58BC-2F60C12FA1C3}"/>
          </ac:spMkLst>
        </pc:spChg>
        <pc:spChg chg="add mod">
          <ac:chgData name="Singh, Prerna" userId="a858516e-31fb-408c-a517-0b1c4e5327bc" providerId="ADAL" clId="{76C5462F-0261-49BB-9CE1-CA52EE2844D7}" dt="2026-09-07T12:41:31.964" v="899" actId="1076"/>
          <ac:spMkLst>
            <pc:docMk/>
            <pc:sldMk cId="3889819428" sldId="2147483245"/>
            <ac:spMk id="81" creationId="{7C735E9C-1AA9-BF2C-A8A8-2BA63742029B}"/>
          </ac:spMkLst>
        </pc:spChg>
        <pc:spChg chg="add del mod">
          <ac:chgData name="Singh, Prerna" userId="a858516e-31fb-408c-a517-0b1c4e5327bc" providerId="ADAL" clId="{76C5462F-0261-49BB-9CE1-CA52EE2844D7}" dt="2026-09-07T12:41:54.944" v="904" actId="478"/>
          <ac:spMkLst>
            <pc:docMk/>
            <pc:sldMk cId="3889819428" sldId="2147483245"/>
            <ac:spMk id="82" creationId="{A405F960-617F-874B-7291-EA43AFFA9955}"/>
          </ac:spMkLst>
        </pc:spChg>
        <pc:spChg chg="add del mod">
          <ac:chgData name="Singh, Prerna" userId="a858516e-31fb-408c-a517-0b1c4e5327bc" providerId="ADAL" clId="{76C5462F-0261-49BB-9CE1-CA52EE2844D7}" dt="2026-09-07T12:41:42.614" v="901" actId="478"/>
          <ac:spMkLst>
            <pc:docMk/>
            <pc:sldMk cId="3889819428" sldId="2147483245"/>
            <ac:spMk id="83" creationId="{7EC30203-2C37-DEDB-072B-C5CB91201FED}"/>
          </ac:spMkLst>
        </pc:spChg>
        <pc:spChg chg="add del mod">
          <ac:chgData name="Singh, Prerna" userId="a858516e-31fb-408c-a517-0b1c4e5327bc" providerId="ADAL" clId="{76C5462F-0261-49BB-9CE1-CA52EE2844D7}" dt="2026-09-07T12:41:42.614" v="901" actId="478"/>
          <ac:spMkLst>
            <pc:docMk/>
            <pc:sldMk cId="3889819428" sldId="2147483245"/>
            <ac:spMk id="84" creationId="{E800EF45-4B61-F976-5F46-B0ADBC42F38F}"/>
          </ac:spMkLst>
        </pc:spChg>
        <pc:spChg chg="add mod">
          <ac:chgData name="Singh, Prerna" userId="a858516e-31fb-408c-a517-0b1c4e5327bc" providerId="ADAL" clId="{76C5462F-0261-49BB-9CE1-CA52EE2844D7}" dt="2026-09-07T14:53:01.180" v="1416" actId="164"/>
          <ac:spMkLst>
            <pc:docMk/>
            <pc:sldMk cId="3889819428" sldId="2147483245"/>
            <ac:spMk id="86" creationId="{4C900FF9-7825-B7D6-AEDA-30503BBE8912}"/>
          </ac:spMkLst>
        </pc:spChg>
        <pc:spChg chg="add mod">
          <ac:chgData name="Singh, Prerna" userId="a858516e-31fb-408c-a517-0b1c4e5327bc" providerId="ADAL" clId="{76C5462F-0261-49BB-9CE1-CA52EE2844D7}" dt="2026-09-07T14:53:05.646" v="1417" actId="164"/>
          <ac:spMkLst>
            <pc:docMk/>
            <pc:sldMk cId="3889819428" sldId="2147483245"/>
            <ac:spMk id="90" creationId="{39F118B4-726F-D1E5-892F-48062D50778C}"/>
          </ac:spMkLst>
        </pc:spChg>
        <pc:spChg chg="add mod">
          <ac:chgData name="Singh, Prerna" userId="a858516e-31fb-408c-a517-0b1c4e5327bc" providerId="ADAL" clId="{76C5462F-0261-49BB-9CE1-CA52EE2844D7}" dt="2026-09-07T14:52:55.514" v="1415" actId="164"/>
          <ac:spMkLst>
            <pc:docMk/>
            <pc:sldMk cId="3889819428" sldId="2147483245"/>
            <ac:spMk id="94" creationId="{5DAB2A56-0404-5BC7-203D-2CD3987140F2}"/>
          </ac:spMkLst>
        </pc:spChg>
        <pc:spChg chg="add mod">
          <ac:chgData name="Singh, Prerna" userId="a858516e-31fb-408c-a517-0b1c4e5327bc" providerId="ADAL" clId="{76C5462F-0261-49BB-9CE1-CA52EE2844D7}" dt="2026-09-07T14:52:50.615" v="1414" actId="164"/>
          <ac:spMkLst>
            <pc:docMk/>
            <pc:sldMk cId="3889819428" sldId="2147483245"/>
            <ac:spMk id="98" creationId="{CEAB0F08-83F9-0F7E-F404-34C2216110C5}"/>
          </ac:spMkLst>
        </pc:spChg>
        <pc:spChg chg="add mod">
          <ac:chgData name="Singh, Prerna" userId="a858516e-31fb-408c-a517-0b1c4e5327bc" providerId="ADAL" clId="{76C5462F-0261-49BB-9CE1-CA52EE2844D7}" dt="2026-09-07T14:52:32.584" v="1411" actId="164"/>
          <ac:spMkLst>
            <pc:docMk/>
            <pc:sldMk cId="3889819428" sldId="2147483245"/>
            <ac:spMk id="100" creationId="{C656662A-616D-92DD-8D78-B4AA8CAD609A}"/>
          </ac:spMkLst>
        </pc:spChg>
        <pc:spChg chg="add mod topLvl">
          <ac:chgData name="Singh, Prerna" userId="a858516e-31fb-408c-a517-0b1c4e5327bc" providerId="ADAL" clId="{76C5462F-0261-49BB-9CE1-CA52EE2844D7}" dt="2026-09-07T14:56:38.318" v="1593" actId="20577"/>
          <ac:spMkLst>
            <pc:docMk/>
            <pc:sldMk cId="3889819428" sldId="2147483245"/>
            <ac:spMk id="102" creationId="{E6213D0C-4CCA-4677-F756-1C4EE6A53C81}"/>
          </ac:spMkLst>
        </pc:spChg>
        <pc:spChg chg="add del mod">
          <ac:chgData name="Singh, Prerna" userId="a858516e-31fb-408c-a517-0b1c4e5327bc" providerId="ADAL" clId="{76C5462F-0261-49BB-9CE1-CA52EE2844D7}" dt="2026-09-07T13:18:01.859" v="1346" actId="22"/>
          <ac:spMkLst>
            <pc:docMk/>
            <pc:sldMk cId="3889819428" sldId="2147483245"/>
            <ac:spMk id="104" creationId="{B3653F8B-226E-E800-4DB0-AFA6AC29C2E7}"/>
          </ac:spMkLst>
        </pc:spChg>
        <pc:grpChg chg="add mod">
          <ac:chgData name="Singh, Prerna" userId="a858516e-31fb-408c-a517-0b1c4e5327bc" providerId="ADAL" clId="{76C5462F-0261-49BB-9CE1-CA52EE2844D7}" dt="2026-09-07T14:54:16.556" v="1431" actId="1076"/>
          <ac:grpSpMkLst>
            <pc:docMk/>
            <pc:sldMk cId="3889819428" sldId="2147483245"/>
            <ac:grpSpMk id="6" creationId="{A73340BE-E4C4-E3D0-3A0F-7BA61FBEB693}"/>
          </ac:grpSpMkLst>
        </pc:grpChg>
        <pc:grpChg chg="add mod">
          <ac:chgData name="Singh, Prerna" userId="a858516e-31fb-408c-a517-0b1c4e5327bc" providerId="ADAL" clId="{76C5462F-0261-49BB-9CE1-CA52EE2844D7}" dt="2026-09-07T14:54:23.004" v="1432" actId="1076"/>
          <ac:grpSpMkLst>
            <pc:docMk/>
            <pc:sldMk cId="3889819428" sldId="2147483245"/>
            <ac:grpSpMk id="7" creationId="{E1FBD516-67A7-BA03-0114-86362FBDBF8F}"/>
          </ac:grpSpMkLst>
        </pc:grpChg>
        <pc:grpChg chg="add mod">
          <ac:chgData name="Singh, Prerna" userId="a858516e-31fb-408c-a517-0b1c4e5327bc" providerId="ADAL" clId="{76C5462F-0261-49BB-9CE1-CA52EE2844D7}" dt="2026-09-07T14:54:32.117" v="1433" actId="1076"/>
          <ac:grpSpMkLst>
            <pc:docMk/>
            <pc:sldMk cId="3889819428" sldId="2147483245"/>
            <ac:grpSpMk id="8" creationId="{678DB64A-CB8C-4E10-E9E0-A00B3F17C1B1}"/>
          </ac:grpSpMkLst>
        </pc:grpChg>
        <pc:grpChg chg="add mod">
          <ac:chgData name="Singh, Prerna" userId="a858516e-31fb-408c-a517-0b1c4e5327bc" providerId="ADAL" clId="{76C5462F-0261-49BB-9CE1-CA52EE2844D7}" dt="2026-09-07T14:54:41.100" v="1434" actId="1076"/>
          <ac:grpSpMkLst>
            <pc:docMk/>
            <pc:sldMk cId="3889819428" sldId="2147483245"/>
            <ac:grpSpMk id="9" creationId="{46AB4BD2-535A-174E-2B4C-A2211F5DC686}"/>
          </ac:grpSpMkLst>
        </pc:grpChg>
        <pc:grpChg chg="add mod">
          <ac:chgData name="Singh, Prerna" userId="a858516e-31fb-408c-a517-0b1c4e5327bc" providerId="ADAL" clId="{76C5462F-0261-49BB-9CE1-CA52EE2844D7}" dt="2026-09-07T14:54:47.615" v="1435" actId="1076"/>
          <ac:grpSpMkLst>
            <pc:docMk/>
            <pc:sldMk cId="3889819428" sldId="2147483245"/>
            <ac:grpSpMk id="10" creationId="{9DEDBF1C-FCFE-41E7-8CF7-B10B6FA85D57}"/>
          </ac:grpSpMkLst>
        </pc:grpChg>
        <pc:grpChg chg="add mod">
          <ac:chgData name="Singh, Prerna" userId="a858516e-31fb-408c-a517-0b1c4e5327bc" providerId="ADAL" clId="{76C5462F-0261-49BB-9CE1-CA52EE2844D7}" dt="2026-09-07T14:54:52.997" v="1436" actId="1076"/>
          <ac:grpSpMkLst>
            <pc:docMk/>
            <pc:sldMk cId="3889819428" sldId="2147483245"/>
            <ac:grpSpMk id="11" creationId="{A6F7EE0E-39EB-D3EC-3F4D-32F8BE29E0D3}"/>
          </ac:grpSpMkLst>
        </pc:grpChg>
        <pc:grpChg chg="add mod">
          <ac:chgData name="Singh, Prerna" userId="a858516e-31fb-408c-a517-0b1c4e5327bc" providerId="ADAL" clId="{76C5462F-0261-49BB-9CE1-CA52EE2844D7}" dt="2026-09-07T14:54:58.514" v="1437" actId="1076"/>
          <ac:grpSpMkLst>
            <pc:docMk/>
            <pc:sldMk cId="3889819428" sldId="2147483245"/>
            <ac:grpSpMk id="12" creationId="{C93AA020-17AE-546C-41AF-7C8C7F02D8B4}"/>
          </ac:grpSpMkLst>
        </pc:grpChg>
        <pc:grpChg chg="add mod">
          <ac:chgData name="Singh, Prerna" userId="a858516e-31fb-408c-a517-0b1c4e5327bc" providerId="ADAL" clId="{76C5462F-0261-49BB-9CE1-CA52EE2844D7}" dt="2026-09-07T14:57:00.564" v="1596" actId="1076"/>
          <ac:grpSpMkLst>
            <pc:docMk/>
            <pc:sldMk cId="3889819428" sldId="2147483245"/>
            <ac:grpSpMk id="13" creationId="{8051F2A3-D648-BE1C-7ADB-27AC1F43E826}"/>
          </ac:grpSpMkLst>
        </pc:grpChg>
        <pc:grpChg chg="add mod">
          <ac:chgData name="Singh, Prerna" userId="a858516e-31fb-408c-a517-0b1c4e5327bc" providerId="ADAL" clId="{76C5462F-0261-49BB-9CE1-CA52EE2844D7}" dt="2026-09-07T14:56:53.500" v="1595" actId="1076"/>
          <ac:grpSpMkLst>
            <pc:docMk/>
            <pc:sldMk cId="3889819428" sldId="2147483245"/>
            <ac:grpSpMk id="14" creationId="{591358CC-6B3B-07FE-7900-2B53FEA342FC}"/>
          </ac:grpSpMkLst>
        </pc:grpChg>
        <pc:grpChg chg="add mod">
          <ac:chgData name="Singh, Prerna" userId="a858516e-31fb-408c-a517-0b1c4e5327bc" providerId="ADAL" clId="{76C5462F-0261-49BB-9CE1-CA52EE2844D7}" dt="2026-09-07T14:56:45.382" v="1594" actId="1076"/>
          <ac:grpSpMkLst>
            <pc:docMk/>
            <pc:sldMk cId="3889819428" sldId="2147483245"/>
            <ac:grpSpMk id="15" creationId="{2DB5E946-83B8-5FB7-DFBD-0ED79C7233E9}"/>
          </ac:grpSpMkLst>
        </pc:grpChg>
        <pc:grpChg chg="del mod">
          <ac:chgData name="Singh, Prerna" userId="a858516e-31fb-408c-a517-0b1c4e5327bc" providerId="ADAL" clId="{76C5462F-0261-49BB-9CE1-CA52EE2844D7}" dt="2026-09-07T12:29:37.130" v="842" actId="478"/>
          <ac:grpSpMkLst>
            <pc:docMk/>
            <pc:sldMk cId="3889819428" sldId="2147483245"/>
            <ac:grpSpMk id="20" creationId="{B0DADB3C-4BD0-B9C4-4046-ED005744EBBA}"/>
          </ac:grpSpMkLst>
        </pc:grpChg>
        <pc:grpChg chg="del">
          <ac:chgData name="Singh, Prerna" userId="a858516e-31fb-408c-a517-0b1c4e5327bc" providerId="ADAL" clId="{76C5462F-0261-49BB-9CE1-CA52EE2844D7}" dt="2026-09-07T12:31:31.186" v="862" actId="478"/>
          <ac:grpSpMkLst>
            <pc:docMk/>
            <pc:sldMk cId="3889819428" sldId="2147483245"/>
            <ac:grpSpMk id="26" creationId="{02416200-6823-D92C-BB4C-D02C44BE8F4E}"/>
          </ac:grpSpMkLst>
        </pc:grpChg>
        <pc:grpChg chg="add del mod">
          <ac:chgData name="Singh, Prerna" userId="a858516e-31fb-408c-a517-0b1c4e5327bc" providerId="ADAL" clId="{76C5462F-0261-49BB-9CE1-CA52EE2844D7}" dt="2026-09-07T12:17:59.337" v="827" actId="478"/>
          <ac:grpSpMkLst>
            <pc:docMk/>
            <pc:sldMk cId="3889819428" sldId="2147483245"/>
            <ac:grpSpMk id="36" creationId="{3CB438EC-74EF-6A1B-CA55-E61063DF98FF}"/>
          </ac:grpSpMkLst>
        </pc:grpChg>
        <pc:grpChg chg="del mod">
          <ac:chgData name="Singh, Prerna" userId="a858516e-31fb-408c-a517-0b1c4e5327bc" providerId="ADAL" clId="{76C5462F-0261-49BB-9CE1-CA52EE2844D7}" dt="2026-09-07T12:38:28.807" v="885" actId="478"/>
          <ac:grpSpMkLst>
            <pc:docMk/>
            <pc:sldMk cId="3889819428" sldId="2147483245"/>
            <ac:grpSpMk id="48" creationId="{371D1090-052E-9301-6CB6-795490E02425}"/>
          </ac:grpSpMkLst>
        </pc:grpChg>
        <pc:grpChg chg="del mod">
          <ac:chgData name="Singh, Prerna" userId="a858516e-31fb-408c-a517-0b1c4e5327bc" providerId="ADAL" clId="{76C5462F-0261-49BB-9CE1-CA52EE2844D7}" dt="2026-09-07T12:38:56.782" v="887" actId="478"/>
          <ac:grpSpMkLst>
            <pc:docMk/>
            <pc:sldMk cId="3889819428" sldId="2147483245"/>
            <ac:grpSpMk id="54" creationId="{4D3F425E-8415-6A17-DBDD-5E87E873F4BA}"/>
          </ac:grpSpMkLst>
        </pc:grpChg>
        <pc:grpChg chg="add del mod topLvl">
          <ac:chgData name="Singh, Prerna" userId="a858516e-31fb-408c-a517-0b1c4e5327bc" providerId="ADAL" clId="{76C5462F-0261-49BB-9CE1-CA52EE2844D7}" dt="2026-09-07T14:52:05.004" v="1409" actId="165"/>
          <ac:grpSpMkLst>
            <pc:docMk/>
            <pc:sldMk cId="3889819428" sldId="2147483245"/>
            <ac:grpSpMk id="80" creationId="{95DD1CE0-71F7-6423-87F5-2F24AFB40155}"/>
          </ac:grpSpMkLst>
        </pc:grpChg>
        <pc:grpChg chg="add del mod">
          <ac:chgData name="Singh, Prerna" userId="a858516e-31fb-408c-a517-0b1c4e5327bc" providerId="ADAL" clId="{76C5462F-0261-49BB-9CE1-CA52EE2844D7}" dt="2026-09-07T14:52:00.622" v="1408" actId="165"/>
          <ac:grpSpMkLst>
            <pc:docMk/>
            <pc:sldMk cId="3889819428" sldId="2147483245"/>
            <ac:grpSpMk id="115" creationId="{AE8B9056-5E19-653C-D3E3-BAB78EB9CFA1}"/>
          </ac:grpSpMkLst>
        </pc:grpChg>
        <pc:picChg chg="add mod">
          <ac:chgData name="Singh, Prerna" userId="a858516e-31fb-408c-a517-0b1c4e5327bc" providerId="ADAL" clId="{76C5462F-0261-49BB-9CE1-CA52EE2844D7}" dt="2026-09-07T14:52:50.615" v="1414" actId="164"/>
          <ac:picMkLst>
            <pc:docMk/>
            <pc:sldMk cId="3889819428" sldId="2147483245"/>
            <ac:picMk id="3" creationId="{D127CFC5-7B53-3C4B-ED63-EAAE2A867DD6}"/>
          </ac:picMkLst>
        </pc:picChg>
        <pc:picChg chg="add mod">
          <ac:chgData name="Singh, Prerna" userId="a858516e-31fb-408c-a517-0b1c4e5327bc" providerId="ADAL" clId="{76C5462F-0261-49BB-9CE1-CA52EE2844D7}" dt="2026-09-07T14:52:32.584" v="1411" actId="164"/>
          <ac:picMkLst>
            <pc:docMk/>
            <pc:sldMk cId="3889819428" sldId="2147483245"/>
            <ac:picMk id="5" creationId="{FFE37B7E-C665-114B-08F1-2142BF5E1C25}"/>
          </ac:picMkLst>
        </pc:picChg>
        <pc:picChg chg="del topLvl">
          <ac:chgData name="Singh, Prerna" userId="a858516e-31fb-408c-a517-0b1c4e5327bc" providerId="ADAL" clId="{76C5462F-0261-49BB-9CE1-CA52EE2844D7}" dt="2026-09-07T12:29:37.130" v="842" actId="478"/>
          <ac:picMkLst>
            <pc:docMk/>
            <pc:sldMk cId="3889819428" sldId="2147483245"/>
            <ac:picMk id="21" creationId="{54FAF287-C970-DDEA-6538-34F1AB44A9A6}"/>
          </ac:picMkLst>
        </pc:picChg>
        <pc:picChg chg="del topLvl">
          <ac:chgData name="Singh, Prerna" userId="a858516e-31fb-408c-a517-0b1c4e5327bc" providerId="ADAL" clId="{76C5462F-0261-49BB-9CE1-CA52EE2844D7}" dt="2026-09-07T12:31:31.186" v="862" actId="478"/>
          <ac:picMkLst>
            <pc:docMk/>
            <pc:sldMk cId="3889819428" sldId="2147483245"/>
            <ac:picMk id="28" creationId="{50D993C8-92C6-0A30-53BC-82E3D1E0FE9A}"/>
          </ac:picMkLst>
        </pc:picChg>
        <pc:picChg chg="add del mod">
          <ac:chgData name="Singh, Prerna" userId="a858516e-31fb-408c-a517-0b1c4e5327bc" providerId="ADAL" clId="{76C5462F-0261-49BB-9CE1-CA52EE2844D7}" dt="2026-09-07T12:17:59.337" v="827" actId="478"/>
          <ac:picMkLst>
            <pc:docMk/>
            <pc:sldMk cId="3889819428" sldId="2147483245"/>
            <ac:picMk id="40" creationId="{0A87B77B-DA24-9900-0448-BFA9F96D8E7F}"/>
          </ac:picMkLst>
        </pc:picChg>
        <pc:picChg chg="del mod topLvl">
          <ac:chgData name="Singh, Prerna" userId="a858516e-31fb-408c-a517-0b1c4e5327bc" providerId="ADAL" clId="{76C5462F-0261-49BB-9CE1-CA52EE2844D7}" dt="2026-09-07T12:38:28.807" v="885" actId="478"/>
          <ac:picMkLst>
            <pc:docMk/>
            <pc:sldMk cId="3889819428" sldId="2147483245"/>
            <ac:picMk id="52" creationId="{3AF97D1C-5C71-F158-7AED-E3D2D885BF1D}"/>
          </ac:picMkLst>
        </pc:picChg>
        <pc:picChg chg="mod ord topLvl">
          <ac:chgData name="Singh, Prerna" userId="a858516e-31fb-408c-a517-0b1c4e5327bc" providerId="ADAL" clId="{76C5462F-0261-49BB-9CE1-CA52EE2844D7}" dt="2026-09-08T05:02:09.147" v="1716" actId="1076"/>
          <ac:picMkLst>
            <pc:docMk/>
            <pc:sldMk cId="3889819428" sldId="2147483245"/>
            <ac:picMk id="55" creationId="{C0CCDFAE-06F4-9D35-2E0E-9EE16060B3CC}"/>
          </ac:picMkLst>
        </pc:picChg>
        <pc:picChg chg="del">
          <ac:chgData name="Singh, Prerna" userId="a858516e-31fb-408c-a517-0b1c4e5327bc" providerId="ADAL" clId="{76C5462F-0261-49BB-9CE1-CA52EE2844D7}" dt="2026-09-07T12:38:56.782" v="887" actId="478"/>
          <ac:picMkLst>
            <pc:docMk/>
            <pc:sldMk cId="3889819428" sldId="2147483245"/>
            <ac:picMk id="62" creationId="{87FD97F0-BC3E-A56E-9D3B-E9B6F547D60F}"/>
          </ac:picMkLst>
        </pc:picChg>
        <pc:picChg chg="mod topLvl">
          <ac:chgData name="Singh, Prerna" userId="a858516e-31fb-408c-a517-0b1c4e5327bc" providerId="ADAL" clId="{76C5462F-0261-49BB-9CE1-CA52EE2844D7}" dt="2026-09-07T14:53:26.093" v="1421" actId="164"/>
          <ac:picMkLst>
            <pc:docMk/>
            <pc:sldMk cId="3889819428" sldId="2147483245"/>
            <ac:picMk id="64" creationId="{6ED1BC69-44F0-3D1B-CF70-4B9802BD7DD6}"/>
          </ac:picMkLst>
        </pc:picChg>
        <pc:picChg chg="add mod">
          <ac:chgData name="Singh, Prerna" userId="a858516e-31fb-408c-a517-0b1c4e5327bc" providerId="ADAL" clId="{76C5462F-0261-49BB-9CE1-CA52EE2844D7}" dt="2026-09-07T14:53:15.594" v="1419" actId="164"/>
          <ac:picMkLst>
            <pc:docMk/>
            <pc:sldMk cId="3889819428" sldId="2147483245"/>
            <ac:picMk id="67" creationId="{B85DDD38-186F-7030-31F4-F586EF362CA8}"/>
          </ac:picMkLst>
        </pc:picChg>
        <pc:picChg chg="add del mod">
          <ac:chgData name="Singh, Prerna" userId="a858516e-31fb-408c-a517-0b1c4e5327bc" providerId="ADAL" clId="{76C5462F-0261-49BB-9CE1-CA52EE2844D7}" dt="2026-09-07T12:30:11.234" v="846" actId="478"/>
          <ac:picMkLst>
            <pc:docMk/>
            <pc:sldMk cId="3889819428" sldId="2147483245"/>
            <ac:picMk id="69" creationId="{733192CA-934F-1942-BD80-0FCF16F78FF0}"/>
          </ac:picMkLst>
        </pc:picChg>
        <pc:picChg chg="add del mod">
          <ac:chgData name="Singh, Prerna" userId="a858516e-31fb-408c-a517-0b1c4e5327bc" providerId="ADAL" clId="{76C5462F-0261-49BB-9CE1-CA52EE2844D7}" dt="2026-09-07T12:30:11.234" v="846" actId="478"/>
          <ac:picMkLst>
            <pc:docMk/>
            <pc:sldMk cId="3889819428" sldId="2147483245"/>
            <ac:picMk id="71" creationId="{2FFBC037-950E-4042-45A9-9E82E2E6737B}"/>
          </ac:picMkLst>
        </pc:picChg>
        <pc:picChg chg="add del mod">
          <ac:chgData name="Singh, Prerna" userId="a858516e-31fb-408c-a517-0b1c4e5327bc" providerId="ADAL" clId="{76C5462F-0261-49BB-9CE1-CA52EE2844D7}" dt="2026-09-07T12:30:11.234" v="846" actId="478"/>
          <ac:picMkLst>
            <pc:docMk/>
            <pc:sldMk cId="3889819428" sldId="2147483245"/>
            <ac:picMk id="73" creationId="{7237739B-E279-FB05-33A8-1C1848FD53C2}"/>
          </ac:picMkLst>
        </pc:picChg>
        <pc:picChg chg="add mod topLvl modCrop">
          <ac:chgData name="Singh, Prerna" userId="a858516e-31fb-408c-a517-0b1c4e5327bc" providerId="ADAL" clId="{76C5462F-0261-49BB-9CE1-CA52EE2844D7}" dt="2026-09-07T14:53:21.667" v="1420" actId="164"/>
          <ac:picMkLst>
            <pc:docMk/>
            <pc:sldMk cId="3889819428" sldId="2147483245"/>
            <ac:picMk id="75" creationId="{1A2CD597-C9FE-C546-5645-532551188DFC}"/>
          </ac:picMkLst>
        </pc:picChg>
        <pc:picChg chg="add mod modCrop">
          <ac:chgData name="Singh, Prerna" userId="a858516e-31fb-408c-a517-0b1c4e5327bc" providerId="ADAL" clId="{76C5462F-0261-49BB-9CE1-CA52EE2844D7}" dt="2026-09-07T14:53:11.028" v="1418" actId="164"/>
          <ac:picMkLst>
            <pc:docMk/>
            <pc:sldMk cId="3889819428" sldId="2147483245"/>
            <ac:picMk id="77" creationId="{D47A304E-2E0B-4879-AC24-912600C131D8}"/>
          </ac:picMkLst>
        </pc:picChg>
        <pc:picChg chg="add mod">
          <ac:chgData name="Singh, Prerna" userId="a858516e-31fb-408c-a517-0b1c4e5327bc" providerId="ADAL" clId="{76C5462F-0261-49BB-9CE1-CA52EE2844D7}" dt="2026-09-07T14:53:05.646" v="1417" actId="164"/>
          <ac:picMkLst>
            <pc:docMk/>
            <pc:sldMk cId="3889819428" sldId="2147483245"/>
            <ac:picMk id="88" creationId="{55406D93-B00E-458A-B1A8-1ED61F46B3D7}"/>
          </ac:picMkLst>
        </pc:picChg>
        <pc:picChg chg="add mod">
          <ac:chgData name="Singh, Prerna" userId="a858516e-31fb-408c-a517-0b1c4e5327bc" providerId="ADAL" clId="{76C5462F-0261-49BB-9CE1-CA52EE2844D7}" dt="2026-09-07T14:53:01.180" v="1416" actId="164"/>
          <ac:picMkLst>
            <pc:docMk/>
            <pc:sldMk cId="3889819428" sldId="2147483245"/>
            <ac:picMk id="92" creationId="{0BC3BF32-DF0E-A77B-B921-38BFF4EBE8AF}"/>
          </ac:picMkLst>
        </pc:picChg>
        <pc:picChg chg="add mod modCrop">
          <ac:chgData name="Singh, Prerna" userId="a858516e-31fb-408c-a517-0b1c4e5327bc" providerId="ADAL" clId="{76C5462F-0261-49BB-9CE1-CA52EE2844D7}" dt="2026-09-07T14:52:55.514" v="1415" actId="164"/>
          <ac:picMkLst>
            <pc:docMk/>
            <pc:sldMk cId="3889819428" sldId="2147483245"/>
            <ac:picMk id="96" creationId="{8C379DAD-7CCB-577B-CA0D-138C41996BC7}"/>
          </ac:picMkLst>
        </pc:picChg>
        <pc:picChg chg="add del mod modCrop">
          <ac:chgData name="Singh, Prerna" userId="a858516e-31fb-408c-a517-0b1c4e5327bc" providerId="ADAL" clId="{76C5462F-0261-49BB-9CE1-CA52EE2844D7}" dt="2026-09-07T13:23:17.490" v="1370" actId="478"/>
          <ac:picMkLst>
            <pc:docMk/>
            <pc:sldMk cId="3889819428" sldId="2147483245"/>
            <ac:picMk id="106" creationId="{26B9EA24-0158-3B9A-0B90-18F985ED21DD}"/>
          </ac:picMkLst>
        </pc:picChg>
        <pc:picChg chg="add del">
          <ac:chgData name="Singh, Prerna" userId="a858516e-31fb-408c-a517-0b1c4e5327bc" providerId="ADAL" clId="{76C5462F-0261-49BB-9CE1-CA52EE2844D7}" dt="2026-09-07T13:23:25.707" v="1372" actId="478"/>
          <ac:picMkLst>
            <pc:docMk/>
            <pc:sldMk cId="3889819428" sldId="2147483245"/>
            <ac:picMk id="108" creationId="{8CAB1512-2798-76F9-C12C-1E499DA977BA}"/>
          </ac:picMkLst>
        </pc:picChg>
        <pc:picChg chg="add del">
          <ac:chgData name="Singh, Prerna" userId="a858516e-31fb-408c-a517-0b1c4e5327bc" providerId="ADAL" clId="{76C5462F-0261-49BB-9CE1-CA52EE2844D7}" dt="2026-09-07T13:23:33.618" v="1374" actId="478"/>
          <ac:picMkLst>
            <pc:docMk/>
            <pc:sldMk cId="3889819428" sldId="2147483245"/>
            <ac:picMk id="110" creationId="{3F990384-BD7F-5BD8-A10E-E6160A7725F8}"/>
          </ac:picMkLst>
        </pc:picChg>
        <pc:picChg chg="add del">
          <ac:chgData name="Singh, Prerna" userId="a858516e-31fb-408c-a517-0b1c4e5327bc" providerId="ADAL" clId="{76C5462F-0261-49BB-9CE1-CA52EE2844D7}" dt="2026-09-07T13:23:40.804" v="1376" actId="22"/>
          <ac:picMkLst>
            <pc:docMk/>
            <pc:sldMk cId="3889819428" sldId="2147483245"/>
            <ac:picMk id="112" creationId="{FC6DFE9B-125A-AEC4-8DBE-30CC06D11037}"/>
          </ac:picMkLst>
        </pc:picChg>
        <pc:picChg chg="add mod topLvl">
          <ac:chgData name="Singh, Prerna" userId="a858516e-31fb-408c-a517-0b1c4e5327bc" providerId="ADAL" clId="{76C5462F-0261-49BB-9CE1-CA52EE2844D7}" dt="2026-09-07T14:56:37.021" v="1592"/>
          <ac:picMkLst>
            <pc:docMk/>
            <pc:sldMk cId="3889819428" sldId="2147483245"/>
            <ac:picMk id="114" creationId="{6FFC8B12-E037-0BC5-8A4F-F62EAE5C6818}"/>
          </ac:picMkLst>
        </pc:picChg>
        <pc:picChg chg="add">
          <ac:chgData name="Singh, Prerna" userId="a858516e-31fb-408c-a517-0b1c4e5327bc" providerId="ADAL" clId="{76C5462F-0261-49BB-9CE1-CA52EE2844D7}" dt="2026-09-07T12:38:33.550" v="886"/>
          <ac:picMkLst>
            <pc:docMk/>
            <pc:sldMk cId="3889819428" sldId="2147483245"/>
            <ac:picMk id="1025" creationId="{2616BDCB-C667-2650-68BC-0486F38F695B}"/>
          </ac:picMkLst>
        </pc:picChg>
        <pc:picChg chg="add del mod">
          <ac:chgData name="Singh, Prerna" userId="a858516e-31fb-408c-a517-0b1c4e5327bc" providerId="ADAL" clId="{76C5462F-0261-49BB-9CE1-CA52EE2844D7}" dt="2026-09-07T12:41:57.396" v="905" actId="478"/>
          <ac:picMkLst>
            <pc:docMk/>
            <pc:sldMk cId="3889819428" sldId="2147483245"/>
            <ac:picMk id="1028" creationId="{A54C8A2A-F38D-BA0E-25F5-2C42930DC216}"/>
          </ac:picMkLst>
        </pc:picChg>
        <pc:picChg chg="add del mod">
          <ac:chgData name="Singh, Prerna" userId="a858516e-31fb-408c-a517-0b1c4e5327bc" providerId="ADAL" clId="{76C5462F-0261-49BB-9CE1-CA52EE2844D7}" dt="2026-09-07T12:41:42.614" v="901" actId="478"/>
          <ac:picMkLst>
            <pc:docMk/>
            <pc:sldMk cId="3889819428" sldId="2147483245"/>
            <ac:picMk id="1031" creationId="{922A3BD4-655A-CBFF-EDFE-EAA08EE6A2F0}"/>
          </ac:picMkLst>
        </pc:picChg>
      </pc:sldChg>
      <pc:sldChg chg="addSp delSp modSp add mod">
        <pc:chgData name="Singh, Prerna" userId="a858516e-31fb-408c-a517-0b1c4e5327bc" providerId="ADAL" clId="{76C5462F-0261-49BB-9CE1-CA52EE2844D7}" dt="2026-09-07T07:56:59.025" v="203" actId="1076"/>
        <pc:sldMkLst>
          <pc:docMk/>
          <pc:sldMk cId="1266300749" sldId="2147483252"/>
        </pc:sldMkLst>
        <pc:spChg chg="mod">
          <ac:chgData name="Singh, Prerna" userId="a858516e-31fb-408c-a517-0b1c4e5327bc" providerId="ADAL" clId="{76C5462F-0261-49BB-9CE1-CA52EE2844D7}" dt="2026-09-07T07:30:13.427" v="115" actId="2711"/>
          <ac:spMkLst>
            <pc:docMk/>
            <pc:sldMk cId="1266300749" sldId="2147483252"/>
            <ac:spMk id="3" creationId="{FDDEBBAA-F580-1A1B-5534-1E208D426B8C}"/>
          </ac:spMkLst>
        </pc:spChg>
        <pc:spChg chg="mod">
          <ac:chgData name="Singh, Prerna" userId="a858516e-31fb-408c-a517-0b1c4e5327bc" providerId="ADAL" clId="{76C5462F-0261-49BB-9CE1-CA52EE2844D7}" dt="2026-09-07T07:30:13.427" v="115" actId="2711"/>
          <ac:spMkLst>
            <pc:docMk/>
            <pc:sldMk cId="1266300749" sldId="2147483252"/>
            <ac:spMk id="4" creationId="{E1095B27-9B6C-CC39-E982-7087024AE26A}"/>
          </ac:spMkLst>
        </pc:spChg>
        <pc:spChg chg="mod">
          <ac:chgData name="Singh, Prerna" userId="a858516e-31fb-408c-a517-0b1c4e5327bc" providerId="ADAL" clId="{76C5462F-0261-49BB-9CE1-CA52EE2844D7}" dt="2026-09-07T07:29:48.359" v="111" actId="1076"/>
          <ac:spMkLst>
            <pc:docMk/>
            <pc:sldMk cId="1266300749" sldId="2147483252"/>
            <ac:spMk id="5" creationId="{99278B7F-5318-2D9B-A211-72F5874D6F9A}"/>
          </ac:spMkLst>
        </pc:spChg>
        <pc:spChg chg="mod">
          <ac:chgData name="Singh, Prerna" userId="a858516e-31fb-408c-a517-0b1c4e5327bc" providerId="ADAL" clId="{76C5462F-0261-49BB-9CE1-CA52EE2844D7}" dt="2026-09-07T07:56:59.025" v="203" actId="1076"/>
          <ac:spMkLst>
            <pc:docMk/>
            <pc:sldMk cId="1266300749" sldId="2147483252"/>
            <ac:spMk id="6" creationId="{CE4E60D8-8132-DA37-474C-DD66A858DCA2}"/>
          </ac:spMkLst>
        </pc:spChg>
        <pc:spChg chg="mod">
          <ac:chgData name="Singh, Prerna" userId="a858516e-31fb-408c-a517-0b1c4e5327bc" providerId="ADAL" clId="{76C5462F-0261-49BB-9CE1-CA52EE2844D7}" dt="2026-09-07T07:56:41.428" v="199" actId="14100"/>
          <ac:spMkLst>
            <pc:docMk/>
            <pc:sldMk cId="1266300749" sldId="2147483252"/>
            <ac:spMk id="7" creationId="{C952EEF6-5CC4-4CB4-B37B-41BE58F0F0D5}"/>
          </ac:spMkLst>
        </pc:spChg>
        <pc:spChg chg="mod">
          <ac:chgData name="Singh, Prerna" userId="a858516e-31fb-408c-a517-0b1c4e5327bc" providerId="ADAL" clId="{76C5462F-0261-49BB-9CE1-CA52EE2844D7}" dt="2026-09-07T07:56:46.778" v="200" actId="1076"/>
          <ac:spMkLst>
            <pc:docMk/>
            <pc:sldMk cId="1266300749" sldId="2147483252"/>
            <ac:spMk id="8" creationId="{8CFFC188-6E34-F935-AD5B-C9409C2BE3F2}"/>
          </ac:spMkLst>
        </pc:spChg>
        <pc:spChg chg="del mod">
          <ac:chgData name="Singh, Prerna" userId="a858516e-31fb-408c-a517-0b1c4e5327bc" providerId="ADAL" clId="{76C5462F-0261-49BB-9CE1-CA52EE2844D7}" dt="2026-09-07T07:29:39.835" v="110" actId="478"/>
          <ac:spMkLst>
            <pc:docMk/>
            <pc:sldMk cId="1266300749" sldId="2147483252"/>
            <ac:spMk id="9" creationId="{2E87EC5B-60C5-4C5B-D12B-B4A370901BB2}"/>
          </ac:spMkLst>
        </pc:spChg>
        <pc:spChg chg="mod">
          <ac:chgData name="Singh, Prerna" userId="a858516e-31fb-408c-a517-0b1c4e5327bc" providerId="ADAL" clId="{76C5462F-0261-49BB-9CE1-CA52EE2844D7}" dt="2026-09-07T07:35:54.764" v="136" actId="1076"/>
          <ac:spMkLst>
            <pc:docMk/>
            <pc:sldMk cId="1266300749" sldId="2147483252"/>
            <ac:spMk id="10" creationId="{0194D9A6-BEE3-0A1E-9A5B-872F2EE6050B}"/>
          </ac:spMkLst>
        </pc:spChg>
        <pc:spChg chg="mod">
          <ac:chgData name="Singh, Prerna" userId="a858516e-31fb-408c-a517-0b1c4e5327bc" providerId="ADAL" clId="{76C5462F-0261-49BB-9CE1-CA52EE2844D7}" dt="2026-09-07T07:35:49.605" v="135" actId="1076"/>
          <ac:spMkLst>
            <pc:docMk/>
            <pc:sldMk cId="1266300749" sldId="2147483252"/>
            <ac:spMk id="11" creationId="{9A5CCDF1-A575-272A-9847-9743E2CECA60}"/>
          </ac:spMkLst>
        </pc:spChg>
        <pc:spChg chg="mod">
          <ac:chgData name="Singh, Prerna" userId="a858516e-31fb-408c-a517-0b1c4e5327bc" providerId="ADAL" clId="{76C5462F-0261-49BB-9CE1-CA52EE2844D7}" dt="2026-09-07T07:37:55.032" v="187" actId="1076"/>
          <ac:spMkLst>
            <pc:docMk/>
            <pc:sldMk cId="1266300749" sldId="2147483252"/>
            <ac:spMk id="12" creationId="{D721F22F-F13C-08CD-6B55-923E2B1FFA4C}"/>
          </ac:spMkLst>
        </pc:spChg>
        <pc:spChg chg="del">
          <ac:chgData name="Singh, Prerna" userId="a858516e-31fb-408c-a517-0b1c4e5327bc" providerId="ADAL" clId="{76C5462F-0261-49BB-9CE1-CA52EE2844D7}" dt="2026-09-07T07:30:42.191" v="118" actId="478"/>
          <ac:spMkLst>
            <pc:docMk/>
            <pc:sldMk cId="1266300749" sldId="2147483252"/>
            <ac:spMk id="13" creationId="{687BBDC4-A17A-CF0B-3B83-D3B4A6130131}"/>
          </ac:spMkLst>
        </pc:spChg>
        <pc:spChg chg="mod">
          <ac:chgData name="Singh, Prerna" userId="a858516e-31fb-408c-a517-0b1c4e5327bc" providerId="ADAL" clId="{76C5462F-0261-49BB-9CE1-CA52EE2844D7}" dt="2026-09-07T07:30:13.427" v="115" actId="2711"/>
          <ac:spMkLst>
            <pc:docMk/>
            <pc:sldMk cId="1266300749" sldId="2147483252"/>
            <ac:spMk id="14" creationId="{55238C8A-4932-E4F3-D4B6-DEEC0B1EDA4B}"/>
          </ac:spMkLst>
        </pc:spChg>
        <pc:spChg chg="mod">
          <ac:chgData name="Singh, Prerna" userId="a858516e-31fb-408c-a517-0b1c4e5327bc" providerId="ADAL" clId="{76C5462F-0261-49BB-9CE1-CA52EE2844D7}" dt="2026-09-07T07:30:13.427" v="115" actId="2711"/>
          <ac:spMkLst>
            <pc:docMk/>
            <pc:sldMk cId="1266300749" sldId="2147483252"/>
            <ac:spMk id="15" creationId="{DBE8CFFF-1534-658C-E1B8-D6D4B1CD74AF}"/>
          </ac:spMkLst>
        </pc:spChg>
        <pc:spChg chg="mod">
          <ac:chgData name="Singh, Prerna" userId="a858516e-31fb-408c-a517-0b1c4e5327bc" providerId="ADAL" clId="{76C5462F-0261-49BB-9CE1-CA52EE2844D7}" dt="2026-09-07T07:30:13.427" v="115" actId="2711"/>
          <ac:spMkLst>
            <pc:docMk/>
            <pc:sldMk cId="1266300749" sldId="2147483252"/>
            <ac:spMk id="16" creationId="{224C5720-65CD-91C3-10D0-5B6F802FE1B4}"/>
          </ac:spMkLst>
        </pc:spChg>
        <pc:spChg chg="mod">
          <ac:chgData name="Singh, Prerna" userId="a858516e-31fb-408c-a517-0b1c4e5327bc" providerId="ADAL" clId="{76C5462F-0261-49BB-9CE1-CA52EE2844D7}" dt="2026-09-07T07:30:13.427" v="115" actId="2711"/>
          <ac:spMkLst>
            <pc:docMk/>
            <pc:sldMk cId="1266300749" sldId="2147483252"/>
            <ac:spMk id="23" creationId="{D5901501-399C-E955-8423-F6388657119A}"/>
          </ac:spMkLst>
        </pc:spChg>
        <pc:spChg chg="mod">
          <ac:chgData name="Singh, Prerna" userId="a858516e-31fb-408c-a517-0b1c4e5327bc" providerId="ADAL" clId="{76C5462F-0261-49BB-9CE1-CA52EE2844D7}" dt="2026-09-07T07:38:16.207" v="189" actId="1076"/>
          <ac:spMkLst>
            <pc:docMk/>
            <pc:sldMk cId="1266300749" sldId="2147483252"/>
            <ac:spMk id="25" creationId="{5CFF1B69-71F5-72F4-4A94-0839B56335B8}"/>
          </ac:spMkLst>
        </pc:spChg>
        <pc:spChg chg="mod">
          <ac:chgData name="Singh, Prerna" userId="a858516e-31fb-408c-a517-0b1c4e5327bc" providerId="ADAL" clId="{76C5462F-0261-49BB-9CE1-CA52EE2844D7}" dt="2026-09-07T07:38:12.591" v="188" actId="1076"/>
          <ac:spMkLst>
            <pc:docMk/>
            <pc:sldMk cId="1266300749" sldId="2147483252"/>
            <ac:spMk id="26" creationId="{B69EAB99-FCD3-E876-F636-77A88B944029}"/>
          </ac:spMkLst>
        </pc:spChg>
        <pc:spChg chg="mod">
          <ac:chgData name="Singh, Prerna" userId="a858516e-31fb-408c-a517-0b1c4e5327bc" providerId="ADAL" clId="{76C5462F-0261-49BB-9CE1-CA52EE2844D7}" dt="2026-09-07T07:35:39.223" v="134" actId="20577"/>
          <ac:spMkLst>
            <pc:docMk/>
            <pc:sldMk cId="1266300749" sldId="2147483252"/>
            <ac:spMk id="27" creationId="{67EAFBEB-C9F8-19D0-365F-D65005CE8F3D}"/>
          </ac:spMkLst>
        </pc:spChg>
        <pc:spChg chg="mod">
          <ac:chgData name="Singh, Prerna" userId="a858516e-31fb-408c-a517-0b1c4e5327bc" providerId="ADAL" clId="{76C5462F-0261-49BB-9CE1-CA52EE2844D7}" dt="2026-09-07T07:30:59.317" v="120"/>
          <ac:spMkLst>
            <pc:docMk/>
            <pc:sldMk cId="1266300749" sldId="2147483252"/>
            <ac:spMk id="30" creationId="{740D05F5-B8CE-BEBD-A6C6-93846BF49BD6}"/>
          </ac:spMkLst>
        </pc:spChg>
        <pc:spChg chg="mod">
          <ac:chgData name="Singh, Prerna" userId="a858516e-31fb-408c-a517-0b1c4e5327bc" providerId="ADAL" clId="{76C5462F-0261-49BB-9CE1-CA52EE2844D7}" dt="2026-09-07T07:30:59.317" v="120"/>
          <ac:spMkLst>
            <pc:docMk/>
            <pc:sldMk cId="1266300749" sldId="2147483252"/>
            <ac:spMk id="31" creationId="{6675F0E6-231C-5D23-2E9D-27B3E987AEAB}"/>
          </ac:spMkLst>
        </pc:spChg>
        <pc:spChg chg="del">
          <ac:chgData name="Singh, Prerna" userId="a858516e-31fb-408c-a517-0b1c4e5327bc" providerId="ADAL" clId="{76C5462F-0261-49BB-9CE1-CA52EE2844D7}" dt="2026-09-07T07:23:43.622" v="104" actId="478"/>
          <ac:spMkLst>
            <pc:docMk/>
            <pc:sldMk cId="1266300749" sldId="2147483252"/>
            <ac:spMk id="197" creationId="{E4375286-6596-4B3D-2D71-BDBFF7A75BB1}"/>
          </ac:spMkLst>
        </pc:spChg>
        <pc:spChg chg="mod topLvl">
          <ac:chgData name="Singh, Prerna" userId="a858516e-31fb-408c-a517-0b1c4e5327bc" providerId="ADAL" clId="{76C5462F-0261-49BB-9CE1-CA52EE2844D7}" dt="2026-09-07T07:23:32.727" v="103" actId="165"/>
          <ac:spMkLst>
            <pc:docMk/>
            <pc:sldMk cId="1266300749" sldId="2147483252"/>
            <ac:spMk id="198" creationId="{13CDBD78-E58D-7340-5FAE-0F569E563E94}"/>
          </ac:spMkLst>
        </pc:spChg>
        <pc:spChg chg="del">
          <ac:chgData name="Singh, Prerna" userId="a858516e-31fb-408c-a517-0b1c4e5327bc" providerId="ADAL" clId="{76C5462F-0261-49BB-9CE1-CA52EE2844D7}" dt="2026-09-07T07:23:43.622" v="104" actId="478"/>
          <ac:spMkLst>
            <pc:docMk/>
            <pc:sldMk cId="1266300749" sldId="2147483252"/>
            <ac:spMk id="199" creationId="{560CB51D-E501-90EE-CCD6-AC391BECD719}"/>
          </ac:spMkLst>
        </pc:spChg>
        <pc:spChg chg="mod topLvl">
          <ac:chgData name="Singh, Prerna" userId="a858516e-31fb-408c-a517-0b1c4e5327bc" providerId="ADAL" clId="{76C5462F-0261-49BB-9CE1-CA52EE2844D7}" dt="2026-09-07T07:23:32.727" v="103" actId="165"/>
          <ac:spMkLst>
            <pc:docMk/>
            <pc:sldMk cId="1266300749" sldId="2147483252"/>
            <ac:spMk id="202" creationId="{90710E8C-7E21-E2DB-F751-39F7D56D07C6}"/>
          </ac:spMkLst>
        </pc:spChg>
        <pc:spChg chg="del">
          <ac:chgData name="Singh, Prerna" userId="a858516e-31fb-408c-a517-0b1c4e5327bc" providerId="ADAL" clId="{76C5462F-0261-49BB-9CE1-CA52EE2844D7}" dt="2026-09-07T07:23:43.622" v="104" actId="478"/>
          <ac:spMkLst>
            <pc:docMk/>
            <pc:sldMk cId="1266300749" sldId="2147483252"/>
            <ac:spMk id="205" creationId="{0041C748-C478-899B-A9E1-4104F77E7F10}"/>
          </ac:spMkLst>
        </pc:spChg>
        <pc:spChg chg="mod topLvl">
          <ac:chgData name="Singh, Prerna" userId="a858516e-31fb-408c-a517-0b1c4e5327bc" providerId="ADAL" clId="{76C5462F-0261-49BB-9CE1-CA52EE2844D7}" dt="2026-09-07T07:23:32.727" v="103" actId="165"/>
          <ac:spMkLst>
            <pc:docMk/>
            <pc:sldMk cId="1266300749" sldId="2147483252"/>
            <ac:spMk id="207" creationId="{7CD81FF5-52A2-F25E-27A6-28BD85E650A0}"/>
          </ac:spMkLst>
        </pc:spChg>
        <pc:spChg chg="del mod topLvl">
          <ac:chgData name="Singh, Prerna" userId="a858516e-31fb-408c-a517-0b1c4e5327bc" providerId="ADAL" clId="{76C5462F-0261-49BB-9CE1-CA52EE2844D7}" dt="2026-09-07T07:23:43.622" v="104" actId="478"/>
          <ac:spMkLst>
            <pc:docMk/>
            <pc:sldMk cId="1266300749" sldId="2147483252"/>
            <ac:spMk id="241" creationId="{A53F75C0-7EC3-0BC8-2FBC-6E8B1872499D}"/>
          </ac:spMkLst>
        </pc:spChg>
        <pc:spChg chg="del">
          <ac:chgData name="Singh, Prerna" userId="a858516e-31fb-408c-a517-0b1c4e5327bc" providerId="ADAL" clId="{76C5462F-0261-49BB-9CE1-CA52EE2844D7}" dt="2026-09-07T07:23:43.622" v="104" actId="478"/>
          <ac:spMkLst>
            <pc:docMk/>
            <pc:sldMk cId="1266300749" sldId="2147483252"/>
            <ac:spMk id="243" creationId="{0B198B32-304B-1C43-55DA-A1D6E1F3E038}"/>
          </ac:spMkLst>
        </pc:spChg>
        <pc:spChg chg="del">
          <ac:chgData name="Singh, Prerna" userId="a858516e-31fb-408c-a517-0b1c4e5327bc" providerId="ADAL" clId="{76C5462F-0261-49BB-9CE1-CA52EE2844D7}" dt="2026-09-07T07:23:43.622" v="104" actId="478"/>
          <ac:spMkLst>
            <pc:docMk/>
            <pc:sldMk cId="1266300749" sldId="2147483252"/>
            <ac:spMk id="244" creationId="{1C17E0A2-6051-26A2-263E-19FEF1C487A7}"/>
          </ac:spMkLst>
        </pc:spChg>
        <pc:spChg chg="del">
          <ac:chgData name="Singh, Prerna" userId="a858516e-31fb-408c-a517-0b1c4e5327bc" providerId="ADAL" clId="{76C5462F-0261-49BB-9CE1-CA52EE2844D7}" dt="2026-09-07T07:23:43.622" v="104" actId="478"/>
          <ac:spMkLst>
            <pc:docMk/>
            <pc:sldMk cId="1266300749" sldId="2147483252"/>
            <ac:spMk id="249" creationId="{7ABBF909-BC17-10E3-CB20-0F08CB83AEAA}"/>
          </ac:spMkLst>
        </pc:spChg>
        <pc:spChg chg="del">
          <ac:chgData name="Singh, Prerna" userId="a858516e-31fb-408c-a517-0b1c4e5327bc" providerId="ADAL" clId="{76C5462F-0261-49BB-9CE1-CA52EE2844D7}" dt="2026-09-07T07:23:43.622" v="104" actId="478"/>
          <ac:spMkLst>
            <pc:docMk/>
            <pc:sldMk cId="1266300749" sldId="2147483252"/>
            <ac:spMk id="252" creationId="{D6CA104F-3070-FF74-B2C5-0DCFAAB2A28E}"/>
          </ac:spMkLst>
        </pc:spChg>
        <pc:spChg chg="del">
          <ac:chgData name="Singh, Prerna" userId="a858516e-31fb-408c-a517-0b1c4e5327bc" providerId="ADAL" clId="{76C5462F-0261-49BB-9CE1-CA52EE2844D7}" dt="2026-09-07T07:23:43.622" v="104" actId="478"/>
          <ac:spMkLst>
            <pc:docMk/>
            <pc:sldMk cId="1266300749" sldId="2147483252"/>
            <ac:spMk id="253" creationId="{9FF47EC3-1C7F-0949-45EE-65182E28CD9C}"/>
          </ac:spMkLst>
        </pc:spChg>
        <pc:spChg chg="del">
          <ac:chgData name="Singh, Prerna" userId="a858516e-31fb-408c-a517-0b1c4e5327bc" providerId="ADAL" clId="{76C5462F-0261-49BB-9CE1-CA52EE2844D7}" dt="2026-09-07T07:23:43.622" v="104" actId="478"/>
          <ac:spMkLst>
            <pc:docMk/>
            <pc:sldMk cId="1266300749" sldId="2147483252"/>
            <ac:spMk id="254" creationId="{1313618D-9266-55B8-DDA7-49E9CF15434E}"/>
          </ac:spMkLst>
        </pc:spChg>
        <pc:spChg chg="mod topLvl">
          <ac:chgData name="Singh, Prerna" userId="a858516e-31fb-408c-a517-0b1c4e5327bc" providerId="ADAL" clId="{76C5462F-0261-49BB-9CE1-CA52EE2844D7}" dt="2026-09-07T07:23:32.727" v="103" actId="165"/>
          <ac:spMkLst>
            <pc:docMk/>
            <pc:sldMk cId="1266300749" sldId="2147483252"/>
            <ac:spMk id="256" creationId="{AE081466-765A-1596-3ED0-8294AE1C4D79}"/>
          </ac:spMkLst>
        </pc:spChg>
        <pc:spChg chg="mod">
          <ac:chgData name="Singh, Prerna" userId="a858516e-31fb-408c-a517-0b1c4e5327bc" providerId="ADAL" clId="{76C5462F-0261-49BB-9CE1-CA52EE2844D7}" dt="2026-09-07T07:30:55.937" v="119" actId="164"/>
          <ac:spMkLst>
            <pc:docMk/>
            <pc:sldMk cId="1266300749" sldId="2147483252"/>
            <ac:spMk id="265" creationId="{25C5AD67-B514-9801-59D3-541AE4A12AC2}"/>
          </ac:spMkLst>
        </pc:spChg>
        <pc:spChg chg="mod">
          <ac:chgData name="Singh, Prerna" userId="a858516e-31fb-408c-a517-0b1c4e5327bc" providerId="ADAL" clId="{76C5462F-0261-49BB-9CE1-CA52EE2844D7}" dt="2026-09-07T07:30:55.937" v="119" actId="164"/>
          <ac:spMkLst>
            <pc:docMk/>
            <pc:sldMk cId="1266300749" sldId="2147483252"/>
            <ac:spMk id="266" creationId="{3F586025-80F2-1079-A3CD-608696414C32}"/>
          </ac:spMkLst>
        </pc:spChg>
        <pc:spChg chg="mod topLvl">
          <ac:chgData name="Singh, Prerna" userId="a858516e-31fb-408c-a517-0b1c4e5327bc" providerId="ADAL" clId="{76C5462F-0261-49BB-9CE1-CA52EE2844D7}" dt="2026-09-07T07:23:32.727" v="103" actId="165"/>
          <ac:spMkLst>
            <pc:docMk/>
            <pc:sldMk cId="1266300749" sldId="2147483252"/>
            <ac:spMk id="270" creationId="{93CD0D4E-D489-65F1-F8E1-7B5E1788A717}"/>
          </ac:spMkLst>
        </pc:spChg>
        <pc:spChg chg="mod topLvl">
          <ac:chgData name="Singh, Prerna" userId="a858516e-31fb-408c-a517-0b1c4e5327bc" providerId="ADAL" clId="{76C5462F-0261-49BB-9CE1-CA52EE2844D7}" dt="2026-09-07T07:23:32.727" v="103" actId="165"/>
          <ac:spMkLst>
            <pc:docMk/>
            <pc:sldMk cId="1266300749" sldId="2147483252"/>
            <ac:spMk id="304" creationId="{BD48ECFA-581F-45A6-84FA-45BB708161E0}"/>
          </ac:spMkLst>
        </pc:spChg>
        <pc:spChg chg="mod topLvl">
          <ac:chgData name="Singh, Prerna" userId="a858516e-31fb-408c-a517-0b1c4e5327bc" providerId="ADAL" clId="{76C5462F-0261-49BB-9CE1-CA52EE2844D7}" dt="2026-09-07T07:23:32.727" v="103" actId="165"/>
          <ac:spMkLst>
            <pc:docMk/>
            <pc:sldMk cId="1266300749" sldId="2147483252"/>
            <ac:spMk id="306" creationId="{507A5352-CBF0-780F-75ED-DFFF8E5354BD}"/>
          </ac:spMkLst>
        </pc:spChg>
        <pc:spChg chg="mod topLvl">
          <ac:chgData name="Singh, Prerna" userId="a858516e-31fb-408c-a517-0b1c4e5327bc" providerId="ADAL" clId="{76C5462F-0261-49BB-9CE1-CA52EE2844D7}" dt="2026-09-07T07:23:32.727" v="103" actId="165"/>
          <ac:spMkLst>
            <pc:docMk/>
            <pc:sldMk cId="1266300749" sldId="2147483252"/>
            <ac:spMk id="309" creationId="{67AD3454-7A66-9159-B0BF-186726C303C0}"/>
          </ac:spMkLst>
        </pc:spChg>
        <pc:spChg chg="mod topLvl">
          <ac:chgData name="Singh, Prerna" userId="a858516e-31fb-408c-a517-0b1c4e5327bc" providerId="ADAL" clId="{76C5462F-0261-49BB-9CE1-CA52EE2844D7}" dt="2026-09-07T07:23:32.727" v="103" actId="165"/>
          <ac:spMkLst>
            <pc:docMk/>
            <pc:sldMk cId="1266300749" sldId="2147483252"/>
            <ac:spMk id="313" creationId="{7D5BDE0A-2854-67E8-BACC-E6100832F82B}"/>
          </ac:spMkLst>
        </pc:spChg>
        <pc:grpChg chg="mod">
          <ac:chgData name="Singh, Prerna" userId="a858516e-31fb-408c-a517-0b1c4e5327bc" providerId="ADAL" clId="{76C5462F-0261-49BB-9CE1-CA52EE2844D7}" dt="2026-09-07T07:29:24.651" v="108" actId="1076"/>
          <ac:grpSpMkLst>
            <pc:docMk/>
            <pc:sldMk cId="1266300749" sldId="2147483252"/>
            <ac:grpSpMk id="2" creationId="{D3F51B40-B49C-7AA3-BDD8-A288ECE806EB}"/>
          </ac:grpSpMkLst>
        </pc:grpChg>
        <pc:grpChg chg="add mod">
          <ac:chgData name="Singh, Prerna" userId="a858516e-31fb-408c-a517-0b1c4e5327bc" providerId="ADAL" clId="{76C5462F-0261-49BB-9CE1-CA52EE2844D7}" dt="2026-09-07T07:30:55.937" v="119" actId="164"/>
          <ac:grpSpMkLst>
            <pc:docMk/>
            <pc:sldMk cId="1266300749" sldId="2147483252"/>
            <ac:grpSpMk id="28" creationId="{58B28C6A-E468-ACB6-2E15-ACE9A4AAAD02}"/>
          </ac:grpSpMkLst>
        </pc:grpChg>
        <pc:grpChg chg="add mod">
          <ac:chgData name="Singh, Prerna" userId="a858516e-31fb-408c-a517-0b1c4e5327bc" providerId="ADAL" clId="{76C5462F-0261-49BB-9CE1-CA52EE2844D7}" dt="2026-09-07T07:31:08.465" v="121" actId="1076"/>
          <ac:grpSpMkLst>
            <pc:docMk/>
            <pc:sldMk cId="1266300749" sldId="2147483252"/>
            <ac:grpSpMk id="29" creationId="{BB132456-4F97-32DF-D446-8462432F61AC}"/>
          </ac:grpSpMkLst>
        </pc:grpChg>
        <pc:picChg chg="add mod">
          <ac:chgData name="Singh, Prerna" userId="a858516e-31fb-408c-a517-0b1c4e5327bc" providerId="ADAL" clId="{76C5462F-0261-49BB-9CE1-CA52EE2844D7}" dt="2026-09-07T07:56:50.029" v="201" actId="14100"/>
          <ac:picMkLst>
            <pc:docMk/>
            <pc:sldMk cId="1266300749" sldId="2147483252"/>
            <ac:picMk id="33" creationId="{E6A553F1-9DD3-AE10-B88C-24822E91E898}"/>
          </ac:picMkLst>
        </pc:picChg>
        <pc:picChg chg="mod">
          <ac:chgData name="Singh, Prerna" userId="a858516e-31fb-408c-a517-0b1c4e5327bc" providerId="ADAL" clId="{76C5462F-0261-49BB-9CE1-CA52EE2844D7}" dt="2026-09-07T07:52:26.593" v="196" actId="14100"/>
          <ac:picMkLst>
            <pc:docMk/>
            <pc:sldMk cId="1266300749" sldId="2147483252"/>
            <ac:picMk id="318" creationId="{4C2F1578-DC0A-CC42-6D7D-EC73636C6C76}"/>
          </ac:picMkLst>
        </pc:picChg>
      </pc:sldChg>
      <pc:sldChg chg="add del">
        <pc:chgData name="Singh, Prerna" userId="a858516e-31fb-408c-a517-0b1c4e5327bc" providerId="ADAL" clId="{76C5462F-0261-49BB-9CE1-CA52EE2844D7}" dt="2026-09-07T09:59:04.630" v="206" actId="47"/>
        <pc:sldMkLst>
          <pc:docMk/>
          <pc:sldMk cId="3946749614" sldId="2147483253"/>
        </pc:sldMkLst>
      </pc:sldChg>
      <pc:sldChg chg="add">
        <pc:chgData name="Singh, Prerna" userId="a858516e-31fb-408c-a517-0b1c4e5327bc" providerId="ADAL" clId="{76C5462F-0261-49BB-9CE1-CA52EE2844D7}" dt="2026-09-08T04:54:06.484" v="1670"/>
        <pc:sldMkLst>
          <pc:docMk/>
          <pc:sldMk cId="1596016905" sldId="2147483259"/>
        </pc:sldMkLst>
      </pc:sldChg>
      <pc:sldChg chg="add">
        <pc:chgData name="Singh, Prerna" userId="a858516e-31fb-408c-a517-0b1c4e5327bc" providerId="ADAL" clId="{76C5462F-0261-49BB-9CE1-CA52EE2844D7}" dt="2026-09-08T04:54:06.484" v="1670"/>
        <pc:sldMkLst>
          <pc:docMk/>
          <pc:sldMk cId="2283621022" sldId="2147483260"/>
        </pc:sldMkLst>
      </pc:sldChg>
      <pc:sldChg chg="modSp add mod">
        <pc:chgData name="Singh, Prerna" userId="a858516e-31fb-408c-a517-0b1c4e5327bc" providerId="ADAL" clId="{76C5462F-0261-49BB-9CE1-CA52EE2844D7}" dt="2026-09-08T04:56:07.238" v="1714" actId="20577"/>
        <pc:sldMkLst>
          <pc:docMk/>
          <pc:sldMk cId="2453934" sldId="2147483261"/>
        </pc:sldMkLst>
        <pc:spChg chg="mod">
          <ac:chgData name="Singh, Prerna" userId="a858516e-31fb-408c-a517-0b1c4e5327bc" providerId="ADAL" clId="{76C5462F-0261-49BB-9CE1-CA52EE2844D7}" dt="2026-09-08T04:56:07.238" v="1714" actId="20577"/>
          <ac:spMkLst>
            <pc:docMk/>
            <pc:sldMk cId="2453934" sldId="2147483261"/>
            <ac:spMk id="3" creationId="{72123CCC-E0FD-162F-0917-B3ECA272C8FD}"/>
          </ac:spMkLst>
        </pc:spChg>
      </pc:sldChg>
      <pc:sldChg chg="add">
        <pc:chgData name="Singh, Prerna" userId="a858516e-31fb-408c-a517-0b1c4e5327bc" providerId="ADAL" clId="{76C5462F-0261-49BB-9CE1-CA52EE2844D7}" dt="2026-09-08T04:54:06.484" v="1670"/>
        <pc:sldMkLst>
          <pc:docMk/>
          <pc:sldMk cId="3959780303" sldId="2147483262"/>
        </pc:sldMkLst>
      </pc:sldChg>
      <pc:sldChg chg="add">
        <pc:chgData name="Singh, Prerna" userId="a858516e-31fb-408c-a517-0b1c4e5327bc" providerId="ADAL" clId="{76C5462F-0261-49BB-9CE1-CA52EE2844D7}" dt="2026-09-08T04:54:06.484" v="1670"/>
        <pc:sldMkLst>
          <pc:docMk/>
          <pc:sldMk cId="1032667047" sldId="2147483263"/>
        </pc:sldMkLst>
      </pc:sldChg>
    </pc:docChg>
  </pc:docChgLst>
  <pc:docChgLst>
    <pc:chgData name="Bharti, Rohitashva" userId="22692d91-14c4-4c85-870c-0d67830724ee" providerId="ADAL" clId="{0BC307A3-6362-424B-BEA1-23729857E481}"/>
    <pc:docChg chg="undo custSel modSld">
      <pc:chgData name="Bharti, Rohitashva" userId="22692d91-14c4-4c85-870c-0d67830724ee" providerId="ADAL" clId="{0BC307A3-6362-424B-BEA1-23729857E481}" dt="2026-08-25T08:12:43.090" v="201"/>
      <pc:docMkLst>
        <pc:docMk/>
      </pc:docMkLst>
    </pc:docChg>
  </pc:docChgLst>
  <pc:docChgLst>
    <pc:chgData name="Sharma, Apeksha" userId="63f9922c-6845-4f43-a384-142785b0b593" providerId="ADAL" clId="{E4E53947-F968-4653-8E6C-14418E4A086E}"/>
    <pc:docChg chg="undo custSel addSld delSld modSld modMainMaster">
      <pc:chgData name="Sharma, Apeksha" userId="63f9922c-6845-4f43-a384-142785b0b593" providerId="ADAL" clId="{E4E53947-F968-4653-8E6C-14418E4A086E}" dt="2026-09-07T14:11:41.052" v="305" actId="113"/>
      <pc:docMkLst>
        <pc:docMk/>
      </pc:docMkLst>
      <pc:sldChg chg="delSp mod">
        <pc:chgData name="Sharma, Apeksha" userId="63f9922c-6845-4f43-a384-142785b0b593" providerId="ADAL" clId="{E4E53947-F968-4653-8E6C-14418E4A086E}" dt="2026-09-07T09:23:54.491" v="6" actId="478"/>
        <pc:sldMkLst>
          <pc:docMk/>
          <pc:sldMk cId="2059494568" sldId="2147483202"/>
        </pc:sldMkLst>
        <pc:spChg chg="del">
          <ac:chgData name="Sharma, Apeksha" userId="63f9922c-6845-4f43-a384-142785b0b593" providerId="ADAL" clId="{E4E53947-F968-4653-8E6C-14418E4A086E}" dt="2026-09-07T09:23:54.491" v="6" actId="478"/>
          <ac:spMkLst>
            <pc:docMk/>
            <pc:sldMk cId="2059494568" sldId="2147483202"/>
            <ac:spMk id="4" creationId="{E7096DA9-BE38-3381-5C1E-D090A4E31AA0}"/>
          </ac:spMkLst>
        </pc:spChg>
      </pc:sldChg>
      <pc:sldChg chg="delSp mod">
        <pc:chgData name="Sharma, Apeksha" userId="63f9922c-6845-4f43-a384-142785b0b593" providerId="ADAL" clId="{E4E53947-F968-4653-8E6C-14418E4A086E}" dt="2026-09-07T09:23:01.458" v="3" actId="478"/>
        <pc:sldMkLst>
          <pc:docMk/>
          <pc:sldMk cId="2477058565" sldId="2147483203"/>
        </pc:sldMkLst>
        <pc:spChg chg="del">
          <ac:chgData name="Sharma, Apeksha" userId="63f9922c-6845-4f43-a384-142785b0b593" providerId="ADAL" clId="{E4E53947-F968-4653-8E6C-14418E4A086E}" dt="2026-09-07T09:23:01.458" v="3" actId="478"/>
          <ac:spMkLst>
            <pc:docMk/>
            <pc:sldMk cId="2477058565" sldId="2147483203"/>
            <ac:spMk id="4" creationId="{F2CAF1BD-2C2A-0003-29DE-ED0840A61022}"/>
          </ac:spMkLst>
        </pc:spChg>
      </pc:sldChg>
      <pc:sldChg chg="delSp mod">
        <pc:chgData name="Sharma, Apeksha" userId="63f9922c-6845-4f43-a384-142785b0b593" providerId="ADAL" clId="{E4E53947-F968-4653-8E6C-14418E4A086E}" dt="2026-09-07T09:23:08.397" v="4" actId="478"/>
        <pc:sldMkLst>
          <pc:docMk/>
          <pc:sldMk cId="3576951099" sldId="2147483205"/>
        </pc:sldMkLst>
        <pc:spChg chg="del">
          <ac:chgData name="Sharma, Apeksha" userId="63f9922c-6845-4f43-a384-142785b0b593" providerId="ADAL" clId="{E4E53947-F968-4653-8E6C-14418E4A086E}" dt="2026-09-07T09:23:08.397" v="4" actId="478"/>
          <ac:spMkLst>
            <pc:docMk/>
            <pc:sldMk cId="3576951099" sldId="2147483205"/>
            <ac:spMk id="4" creationId="{2E04704E-1B83-8456-C5FD-2E7E36F1FE51}"/>
          </ac:spMkLst>
        </pc:spChg>
      </pc:sldChg>
      <pc:sldChg chg="delSp mod">
        <pc:chgData name="Sharma, Apeksha" userId="63f9922c-6845-4f43-a384-142785b0b593" providerId="ADAL" clId="{E4E53947-F968-4653-8E6C-14418E4A086E}" dt="2026-09-07T09:23:24.698" v="5" actId="478"/>
        <pc:sldMkLst>
          <pc:docMk/>
          <pc:sldMk cId="2086347822" sldId="2147483207"/>
        </pc:sldMkLst>
        <pc:spChg chg="del">
          <ac:chgData name="Sharma, Apeksha" userId="63f9922c-6845-4f43-a384-142785b0b593" providerId="ADAL" clId="{E4E53947-F968-4653-8E6C-14418E4A086E}" dt="2026-09-07T09:23:24.698" v="5" actId="478"/>
          <ac:spMkLst>
            <pc:docMk/>
            <pc:sldMk cId="2086347822" sldId="2147483207"/>
            <ac:spMk id="4" creationId="{4F6F1D91-CDE8-9781-DD10-BFE4947A0C15}"/>
          </ac:spMkLst>
        </pc:spChg>
      </pc:sldChg>
      <pc:sldChg chg="delSp mod">
        <pc:chgData name="Sharma, Apeksha" userId="63f9922c-6845-4f43-a384-142785b0b593" providerId="ADAL" clId="{E4E53947-F968-4653-8E6C-14418E4A086E}" dt="2026-09-07T09:22:32.900" v="2" actId="478"/>
        <pc:sldMkLst>
          <pc:docMk/>
          <pc:sldMk cId="4271752102" sldId="2147483208"/>
        </pc:sldMkLst>
        <pc:spChg chg="del">
          <ac:chgData name="Sharma, Apeksha" userId="63f9922c-6845-4f43-a384-142785b0b593" providerId="ADAL" clId="{E4E53947-F968-4653-8E6C-14418E4A086E}" dt="2026-09-07T09:22:32.900" v="2" actId="478"/>
          <ac:spMkLst>
            <pc:docMk/>
            <pc:sldMk cId="4271752102" sldId="2147483208"/>
            <ac:spMk id="7" creationId="{F02AD6D6-C31B-213A-F54A-5FBD4AE41B0C}"/>
          </ac:spMkLst>
        </pc:spChg>
      </pc:sldChg>
      <pc:sldChg chg="delSp mod">
        <pc:chgData name="Sharma, Apeksha" userId="63f9922c-6845-4f43-a384-142785b0b593" providerId="ADAL" clId="{E4E53947-F968-4653-8E6C-14418E4A086E}" dt="2026-09-07T09:18:33.446" v="0" actId="478"/>
        <pc:sldMkLst>
          <pc:docMk/>
          <pc:sldMk cId="3359302351" sldId="2147483209"/>
        </pc:sldMkLst>
        <pc:spChg chg="del">
          <ac:chgData name="Sharma, Apeksha" userId="63f9922c-6845-4f43-a384-142785b0b593" providerId="ADAL" clId="{E4E53947-F968-4653-8E6C-14418E4A086E}" dt="2026-09-07T09:18:33.446" v="0" actId="478"/>
          <ac:spMkLst>
            <pc:docMk/>
            <pc:sldMk cId="3359302351" sldId="2147483209"/>
            <ac:spMk id="4" creationId="{965EE9EB-7BD5-B827-D3C4-DA77E6483429}"/>
          </ac:spMkLst>
        </pc:spChg>
      </pc:sldChg>
      <pc:sldChg chg="delSp mod">
        <pc:chgData name="Sharma, Apeksha" userId="63f9922c-6845-4f43-a384-142785b0b593" providerId="ADAL" clId="{E4E53947-F968-4653-8E6C-14418E4A086E}" dt="2026-09-07T09:24:15.975" v="7" actId="478"/>
        <pc:sldMkLst>
          <pc:docMk/>
          <pc:sldMk cId="47589766" sldId="2147483210"/>
        </pc:sldMkLst>
        <pc:spChg chg="del">
          <ac:chgData name="Sharma, Apeksha" userId="63f9922c-6845-4f43-a384-142785b0b593" providerId="ADAL" clId="{E4E53947-F968-4653-8E6C-14418E4A086E}" dt="2026-09-07T09:24:15.975" v="7" actId="478"/>
          <ac:spMkLst>
            <pc:docMk/>
            <pc:sldMk cId="47589766" sldId="2147483210"/>
            <ac:spMk id="4" creationId="{45410EEB-6032-81CF-8FEF-FFC5955A9382}"/>
          </ac:spMkLst>
        </pc:spChg>
      </pc:sldChg>
      <pc:sldChg chg="delSp modSp mod">
        <pc:chgData name="Sharma, Apeksha" userId="63f9922c-6845-4f43-a384-142785b0b593" providerId="ADAL" clId="{E4E53947-F968-4653-8E6C-14418E4A086E}" dt="2026-09-07T14:11:41.052" v="305" actId="113"/>
        <pc:sldMkLst>
          <pc:docMk/>
          <pc:sldMk cId="3483654635" sldId="2147483227"/>
        </pc:sldMkLst>
        <pc:spChg chg="mod">
          <ac:chgData name="Sharma, Apeksha" userId="63f9922c-6845-4f43-a384-142785b0b593" providerId="ADAL" clId="{E4E53947-F968-4653-8E6C-14418E4A086E}" dt="2026-09-07T09:33:00.363" v="10" actId="14100"/>
          <ac:spMkLst>
            <pc:docMk/>
            <pc:sldMk cId="3483654635" sldId="2147483227"/>
            <ac:spMk id="9" creationId="{98FE1F8B-1523-1777-0F1A-ABAB18D82F37}"/>
          </ac:spMkLst>
        </pc:spChg>
        <pc:spChg chg="mod">
          <ac:chgData name="Sharma, Apeksha" userId="63f9922c-6845-4f43-a384-142785b0b593" providerId="ADAL" clId="{E4E53947-F968-4653-8E6C-14418E4A086E}" dt="2026-09-07T13:43:23.794" v="61" actId="3064"/>
          <ac:spMkLst>
            <pc:docMk/>
            <pc:sldMk cId="3483654635" sldId="2147483227"/>
            <ac:spMk id="17" creationId="{195E14B1-837D-4CC9-7909-5EFA9284DA11}"/>
          </ac:spMkLst>
        </pc:spChg>
        <pc:spChg chg="del mod">
          <ac:chgData name="Sharma, Apeksha" userId="63f9922c-6845-4f43-a384-142785b0b593" providerId="ADAL" clId="{E4E53947-F968-4653-8E6C-14418E4A086E}" dt="2026-09-07T13:42:57.339" v="56" actId="21"/>
          <ac:spMkLst>
            <pc:docMk/>
            <pc:sldMk cId="3483654635" sldId="2147483227"/>
            <ac:spMk id="21" creationId="{9062F789-A8FB-C494-FC66-8C7234D608AD}"/>
          </ac:spMkLst>
        </pc:spChg>
        <pc:spChg chg="mod">
          <ac:chgData name="Sharma, Apeksha" userId="63f9922c-6845-4f43-a384-142785b0b593" providerId="ADAL" clId="{E4E53947-F968-4653-8E6C-14418E4A086E}" dt="2026-09-07T13:45:02.081" v="83" actId="113"/>
          <ac:spMkLst>
            <pc:docMk/>
            <pc:sldMk cId="3483654635" sldId="2147483227"/>
            <ac:spMk id="43" creationId="{A83A01FC-2062-3940-AE3D-2426703ACEE2}"/>
          </ac:spMkLst>
        </pc:spChg>
        <pc:spChg chg="mod">
          <ac:chgData name="Sharma, Apeksha" userId="63f9922c-6845-4f43-a384-142785b0b593" providerId="ADAL" clId="{E4E53947-F968-4653-8E6C-14418E4A086E}" dt="2026-09-07T13:53:30.723" v="142" actId="20577"/>
          <ac:spMkLst>
            <pc:docMk/>
            <pc:sldMk cId="3483654635" sldId="2147483227"/>
            <ac:spMk id="53" creationId="{2EF1DDEE-A547-CB9B-9B68-FE12C939F8A3}"/>
          </ac:spMkLst>
        </pc:spChg>
        <pc:spChg chg="mod">
          <ac:chgData name="Sharma, Apeksha" userId="63f9922c-6845-4f43-a384-142785b0b593" providerId="ADAL" clId="{E4E53947-F968-4653-8E6C-14418E4A086E}" dt="2026-09-07T14:02:48.780" v="275" actId="113"/>
          <ac:spMkLst>
            <pc:docMk/>
            <pc:sldMk cId="3483654635" sldId="2147483227"/>
            <ac:spMk id="63" creationId="{E99B84A2-95B8-6BE4-33A4-7F54CE286D6F}"/>
          </ac:spMkLst>
        </pc:spChg>
        <pc:spChg chg="mod">
          <ac:chgData name="Sharma, Apeksha" userId="63f9922c-6845-4f43-a384-142785b0b593" providerId="ADAL" clId="{E4E53947-F968-4653-8E6C-14418E4A086E}" dt="2026-09-07T13:48:10.371" v="106" actId="14100"/>
          <ac:spMkLst>
            <pc:docMk/>
            <pc:sldMk cId="3483654635" sldId="2147483227"/>
            <ac:spMk id="546" creationId="{98AFE535-2650-B257-C60E-46E92B16484C}"/>
          </ac:spMkLst>
        </pc:spChg>
        <pc:spChg chg="mod">
          <ac:chgData name="Sharma, Apeksha" userId="63f9922c-6845-4f43-a384-142785b0b593" providerId="ADAL" clId="{E4E53947-F968-4653-8E6C-14418E4A086E}" dt="2026-09-07T13:53:56.527" v="145" actId="3064"/>
          <ac:spMkLst>
            <pc:docMk/>
            <pc:sldMk cId="3483654635" sldId="2147483227"/>
            <ac:spMk id="556" creationId="{D48725B2-59F9-9CB9-AF0C-6A997A3D1465}"/>
          </ac:spMkLst>
        </pc:spChg>
        <pc:spChg chg="mod">
          <ac:chgData name="Sharma, Apeksha" userId="63f9922c-6845-4f43-a384-142785b0b593" providerId="ADAL" clId="{E4E53947-F968-4653-8E6C-14418E4A086E}" dt="2026-09-07T14:11:04.663" v="302" actId="113"/>
          <ac:spMkLst>
            <pc:docMk/>
            <pc:sldMk cId="3483654635" sldId="2147483227"/>
            <ac:spMk id="566" creationId="{2AE0B9CC-5CBA-86A7-477C-A848FBB2F54F}"/>
          </ac:spMkLst>
        </pc:spChg>
        <pc:spChg chg="mod">
          <ac:chgData name="Sharma, Apeksha" userId="63f9922c-6845-4f43-a384-142785b0b593" providerId="ADAL" clId="{E4E53947-F968-4653-8E6C-14418E4A086E}" dt="2026-09-07T13:50:45.701" v="129" actId="113"/>
          <ac:spMkLst>
            <pc:docMk/>
            <pc:sldMk cId="3483654635" sldId="2147483227"/>
            <ac:spMk id="576" creationId="{61C192D1-B390-CF5F-729F-19229F2D978A}"/>
          </ac:spMkLst>
        </pc:spChg>
        <pc:spChg chg="mod">
          <ac:chgData name="Sharma, Apeksha" userId="63f9922c-6845-4f43-a384-142785b0b593" providerId="ADAL" clId="{E4E53947-F968-4653-8E6C-14418E4A086E}" dt="2026-09-07T13:56:22.254" v="149" actId="3064"/>
          <ac:spMkLst>
            <pc:docMk/>
            <pc:sldMk cId="3483654635" sldId="2147483227"/>
            <ac:spMk id="586" creationId="{C0851D81-960F-60F4-469A-7862387F5B21}"/>
          </ac:spMkLst>
        </pc:spChg>
        <pc:spChg chg="mod">
          <ac:chgData name="Sharma, Apeksha" userId="63f9922c-6845-4f43-a384-142785b0b593" providerId="ADAL" clId="{E4E53947-F968-4653-8E6C-14418E4A086E}" dt="2026-09-07T14:11:11.644" v="303" actId="113"/>
          <ac:spMkLst>
            <pc:docMk/>
            <pc:sldMk cId="3483654635" sldId="2147483227"/>
            <ac:spMk id="596" creationId="{D0656F8B-AA03-E9EA-7AA1-7A24C5AA7F87}"/>
          </ac:spMkLst>
        </pc:spChg>
        <pc:spChg chg="mod">
          <ac:chgData name="Sharma, Apeksha" userId="63f9922c-6845-4f43-a384-142785b0b593" providerId="ADAL" clId="{E4E53947-F968-4653-8E6C-14418E4A086E}" dt="2026-09-07T13:50:39.714" v="128" actId="113"/>
          <ac:spMkLst>
            <pc:docMk/>
            <pc:sldMk cId="3483654635" sldId="2147483227"/>
            <ac:spMk id="606" creationId="{B8E5D489-7E0D-7F9A-EE7A-6B6BB1B58FD0}"/>
          </ac:spMkLst>
        </pc:spChg>
        <pc:spChg chg="mod">
          <ac:chgData name="Sharma, Apeksha" userId="63f9922c-6845-4f43-a384-142785b0b593" providerId="ADAL" clId="{E4E53947-F968-4653-8E6C-14418E4A086E}" dt="2026-09-07T13:58:49.961" v="223" actId="113"/>
          <ac:spMkLst>
            <pc:docMk/>
            <pc:sldMk cId="3483654635" sldId="2147483227"/>
            <ac:spMk id="616" creationId="{6520F577-6320-7A31-50F8-21588FF010AE}"/>
          </ac:spMkLst>
        </pc:spChg>
        <pc:spChg chg="mod">
          <ac:chgData name="Sharma, Apeksha" userId="63f9922c-6845-4f43-a384-142785b0b593" providerId="ADAL" clId="{E4E53947-F968-4653-8E6C-14418E4A086E}" dt="2026-09-07T14:11:41.052" v="305" actId="113"/>
          <ac:spMkLst>
            <pc:docMk/>
            <pc:sldMk cId="3483654635" sldId="2147483227"/>
            <ac:spMk id="626" creationId="{5CFC8501-030D-0C45-C9C4-BCE45003C852}"/>
          </ac:spMkLst>
        </pc:spChg>
      </pc:sldChg>
      <pc:sldChg chg="modSp mod">
        <pc:chgData name="Sharma, Apeksha" userId="63f9922c-6845-4f43-a384-142785b0b593" providerId="ADAL" clId="{E4E53947-F968-4653-8E6C-14418E4A086E}" dt="2026-09-07T13:06:08.512" v="15" actId="113"/>
        <pc:sldMkLst>
          <pc:docMk/>
          <pc:sldMk cId="1595744004" sldId="2147483244"/>
        </pc:sldMkLst>
        <pc:spChg chg="mod">
          <ac:chgData name="Sharma, Apeksha" userId="63f9922c-6845-4f43-a384-142785b0b593" providerId="ADAL" clId="{E4E53947-F968-4653-8E6C-14418E4A086E}" dt="2026-09-07T13:06:08.512" v="15" actId="113"/>
          <ac:spMkLst>
            <pc:docMk/>
            <pc:sldMk cId="1595744004" sldId="2147483244"/>
            <ac:spMk id="24" creationId="{F264B9AD-68BD-6566-2EFF-452D50293F24}"/>
          </ac:spMkLst>
        </pc:spChg>
      </pc:sldChg>
      <pc:sldChg chg="modSp mod">
        <pc:chgData name="Sharma, Apeksha" userId="63f9922c-6845-4f43-a384-142785b0b593" providerId="ADAL" clId="{E4E53947-F968-4653-8E6C-14418E4A086E}" dt="2026-09-07T13:03:58.859" v="11" actId="2085"/>
        <pc:sldMkLst>
          <pc:docMk/>
          <pc:sldMk cId="3889819428" sldId="2147483245"/>
        </pc:sldMkLst>
        <pc:picChg chg="mod">
          <ac:chgData name="Sharma, Apeksha" userId="63f9922c-6845-4f43-a384-142785b0b593" providerId="ADAL" clId="{E4E53947-F968-4653-8E6C-14418E4A086E}" dt="2026-09-07T13:03:58.859" v="11" actId="2085"/>
          <ac:picMkLst>
            <pc:docMk/>
            <pc:sldMk cId="3889819428" sldId="2147483245"/>
            <ac:picMk id="88" creationId="{55406D93-B00E-458A-B1A8-1ED61F46B3D7}"/>
          </ac:picMkLst>
        </pc:picChg>
      </pc:sldChg>
      <pc:sldChg chg="addSp delSp new add del mod">
        <pc:chgData name="Sharma, Apeksha" userId="63f9922c-6845-4f43-a384-142785b0b593" providerId="ADAL" clId="{E4E53947-F968-4653-8E6C-14418E4A086E}" dt="2026-09-07T14:00:45.536" v="230" actId="47"/>
        <pc:sldMkLst>
          <pc:docMk/>
          <pc:sldMk cId="2922659382" sldId="2147483258"/>
        </pc:sldMkLst>
        <pc:spChg chg="add del">
          <ac:chgData name="Sharma, Apeksha" userId="63f9922c-6845-4f43-a384-142785b0b593" providerId="ADAL" clId="{E4E53947-F968-4653-8E6C-14418E4A086E}" dt="2026-09-07T14:00:42.051" v="228" actId="22"/>
          <ac:spMkLst>
            <pc:docMk/>
            <pc:sldMk cId="2922659382" sldId="2147483258"/>
            <ac:spMk id="6" creationId="{10203E90-0967-B71A-945F-D909DA4CAEFC}"/>
          </ac:spMkLst>
        </pc:spChg>
        <pc:spChg chg="add del">
          <ac:chgData name="Sharma, Apeksha" userId="63f9922c-6845-4f43-a384-142785b0b593" providerId="ADAL" clId="{E4E53947-F968-4653-8E6C-14418E4A086E}" dt="2026-09-07T14:00:42.051" v="228" actId="22"/>
          <ac:spMkLst>
            <pc:docMk/>
            <pc:sldMk cId="2922659382" sldId="2147483258"/>
            <ac:spMk id="8" creationId="{71CF1574-0FF1-A525-4832-3814A58C69E1}"/>
          </ac:spMkLst>
        </pc:spChg>
        <pc:spChg chg="add del">
          <ac:chgData name="Sharma, Apeksha" userId="63f9922c-6845-4f43-a384-142785b0b593" providerId="ADAL" clId="{E4E53947-F968-4653-8E6C-14418E4A086E}" dt="2026-09-07T14:00:42.051" v="228" actId="22"/>
          <ac:spMkLst>
            <pc:docMk/>
            <pc:sldMk cId="2922659382" sldId="2147483258"/>
            <ac:spMk id="10" creationId="{78616DA9-9CF1-1456-9C1C-B8A526A3883B}"/>
          </ac:spMkLst>
        </pc:spChg>
        <pc:spChg chg="add del">
          <ac:chgData name="Sharma, Apeksha" userId="63f9922c-6845-4f43-a384-142785b0b593" providerId="ADAL" clId="{E4E53947-F968-4653-8E6C-14418E4A086E}" dt="2026-09-07T14:00:42.051" v="228" actId="22"/>
          <ac:spMkLst>
            <pc:docMk/>
            <pc:sldMk cId="2922659382" sldId="2147483258"/>
            <ac:spMk id="12" creationId="{CBA1CBC1-608C-3D1D-A0C8-788D9D2DBCBE}"/>
          </ac:spMkLst>
        </pc:spChg>
        <pc:picChg chg="add">
          <ac:chgData name="Sharma, Apeksha" userId="63f9922c-6845-4f43-a384-142785b0b593" providerId="ADAL" clId="{E4E53947-F968-4653-8E6C-14418E4A086E}" dt="2026-09-07T14:00:42.097" v="229" actId="22"/>
          <ac:picMkLst>
            <pc:docMk/>
            <pc:sldMk cId="2922659382" sldId="2147483258"/>
            <ac:picMk id="14" creationId="{FB9345B9-7C01-78DC-11A5-730D036A1A12}"/>
          </ac:picMkLst>
        </pc:picChg>
      </pc:sldChg>
      <pc:sldMasterChg chg="addSldLayout delSldLayout modSldLayout">
        <pc:chgData name="Sharma, Apeksha" userId="63f9922c-6845-4f43-a384-142785b0b593" providerId="ADAL" clId="{E4E53947-F968-4653-8E6C-14418E4A086E}" dt="2026-09-07T14:00:45.536" v="230" actId="47"/>
        <pc:sldMasterMkLst>
          <pc:docMk/>
          <pc:sldMasterMk cId="1969136432" sldId="2147483661"/>
        </pc:sldMasterMkLst>
        <pc:sldLayoutChg chg="delSp mod">
          <pc:chgData name="Sharma, Apeksha" userId="63f9922c-6845-4f43-a384-142785b0b593" providerId="ADAL" clId="{E4E53947-F968-4653-8E6C-14418E4A086E}" dt="2026-09-07T09:19:32.495" v="1" actId="478"/>
          <pc:sldLayoutMkLst>
            <pc:docMk/>
            <pc:sldMasterMk cId="1969136432" sldId="2147483661"/>
            <pc:sldLayoutMk cId="27328038" sldId="2147483662"/>
          </pc:sldLayoutMkLst>
          <pc:spChg chg="del">
            <ac:chgData name="Sharma, Apeksha" userId="63f9922c-6845-4f43-a384-142785b0b593" providerId="ADAL" clId="{E4E53947-F968-4653-8E6C-14418E4A086E}" dt="2026-09-07T09:19:32.495" v="1" actId="478"/>
            <ac:spMkLst>
              <pc:docMk/>
              <pc:sldMasterMk cId="1969136432" sldId="2147483661"/>
              <pc:sldLayoutMk cId="27328038" sldId="2147483662"/>
              <ac:spMk id="5" creationId="{87E0D8BB-32E4-0044-8D81-8C6361A12A6B}"/>
            </ac:spMkLst>
          </pc:spChg>
        </pc:sldLayoutChg>
        <pc:sldLayoutChg chg="add del">
          <pc:chgData name="Sharma, Apeksha" userId="63f9922c-6845-4f43-a384-142785b0b593" providerId="ADAL" clId="{E4E53947-F968-4653-8E6C-14418E4A086E}" dt="2026-09-07T14:00:45.536" v="230" actId="47"/>
          <pc:sldLayoutMkLst>
            <pc:docMk/>
            <pc:sldMasterMk cId="1969136432" sldId="2147483661"/>
            <pc:sldLayoutMk cId="3119838740" sldId="2147483663"/>
          </pc:sldLayoutMkLst>
        </pc:sldLayoutChg>
      </pc:sldMasterChg>
    </pc:docChg>
  </pc:docChgLst>
  <pc:docChgLst>
    <pc:chgData name="Rathore, Chetna" userId="a8c00181-fe4e-4f7b-98a8-3641cdce7218" providerId="ADAL" clId="{1A001818-42BA-44F7-B265-7738A8D3A847}"/>
    <pc:docChg chg="undo custSel addSld delSld modSld sldOrd">
      <pc:chgData name="Rathore, Chetna" userId="a8c00181-fe4e-4f7b-98a8-3641cdce7218" providerId="ADAL" clId="{1A001818-42BA-44F7-B265-7738A8D3A847}" dt="2026-09-08T04:51:02.913" v="333" actId="47"/>
      <pc:docMkLst>
        <pc:docMk/>
      </pc:docMkLst>
      <pc:sldChg chg="modSp add del mod">
        <pc:chgData name="Rathore, Chetna" userId="a8c00181-fe4e-4f7b-98a8-3641cdce7218" providerId="ADAL" clId="{1A001818-42BA-44F7-B265-7738A8D3A847}" dt="2026-09-07T11:35:12.721" v="67" actId="47"/>
        <pc:sldMkLst>
          <pc:docMk/>
          <pc:sldMk cId="3641689514" sldId="256"/>
        </pc:sldMkLst>
        <pc:spChg chg="mod">
          <ac:chgData name="Rathore, Chetna" userId="a8c00181-fe4e-4f7b-98a8-3641cdce7218" providerId="ADAL" clId="{1A001818-42BA-44F7-B265-7738A8D3A847}" dt="2026-09-07T11:24:54.073" v="66" actId="20577"/>
          <ac:spMkLst>
            <pc:docMk/>
            <pc:sldMk cId="3641689514" sldId="256"/>
            <ac:spMk id="125" creationId="{25F28E77-0A7D-B562-DACE-6F151D786A8B}"/>
          </ac:spMkLst>
        </pc:spChg>
        <pc:spChg chg="mod">
          <ac:chgData name="Rathore, Chetna" userId="a8c00181-fe4e-4f7b-98a8-3641cdce7218" providerId="ADAL" clId="{1A001818-42BA-44F7-B265-7738A8D3A847}" dt="2026-09-07T10:51:53.412" v="41" actId="1076"/>
          <ac:spMkLst>
            <pc:docMk/>
            <pc:sldMk cId="3641689514" sldId="256"/>
            <ac:spMk id="137" creationId="{4C5D5D89-3CE8-9066-ADEE-C39AA7771B9A}"/>
          </ac:spMkLst>
        </pc:spChg>
      </pc:sldChg>
      <pc:sldChg chg="modSp add mod">
        <pc:chgData name="Rathore, Chetna" userId="a8c00181-fe4e-4f7b-98a8-3641cdce7218" providerId="ADAL" clId="{1A001818-42BA-44F7-B265-7738A8D3A847}" dt="2026-09-07T11:45:47.489" v="217" actId="207"/>
        <pc:sldMkLst>
          <pc:docMk/>
          <pc:sldMk cId="585942163" sldId="257"/>
        </pc:sldMkLst>
        <pc:spChg chg="mod">
          <ac:chgData name="Rathore, Chetna" userId="a8c00181-fe4e-4f7b-98a8-3641cdce7218" providerId="ADAL" clId="{1A001818-42BA-44F7-B265-7738A8D3A847}" dt="2026-09-07T11:41:55.373" v="197" actId="207"/>
          <ac:spMkLst>
            <pc:docMk/>
            <pc:sldMk cId="585942163" sldId="257"/>
            <ac:spMk id="5" creationId="{6DC8CD32-F7AB-E58F-6F7B-DEF90465DC65}"/>
          </ac:spMkLst>
        </pc:spChg>
        <pc:spChg chg="mod">
          <ac:chgData name="Rathore, Chetna" userId="a8c00181-fe4e-4f7b-98a8-3641cdce7218" providerId="ADAL" clId="{1A001818-42BA-44F7-B265-7738A8D3A847}" dt="2026-09-07T11:42:24.249" v="202" actId="2711"/>
          <ac:spMkLst>
            <pc:docMk/>
            <pc:sldMk cId="585942163" sldId="257"/>
            <ac:spMk id="7" creationId="{B51A9EB5-915E-06B4-4FFE-859F215AF6F7}"/>
          </ac:spMkLst>
        </pc:spChg>
        <pc:spChg chg="mod">
          <ac:chgData name="Rathore, Chetna" userId="a8c00181-fe4e-4f7b-98a8-3641cdce7218" providerId="ADAL" clId="{1A001818-42BA-44F7-B265-7738A8D3A847}" dt="2026-09-07T11:45:47.489" v="217" actId="207"/>
          <ac:spMkLst>
            <pc:docMk/>
            <pc:sldMk cId="585942163" sldId="257"/>
            <ac:spMk id="82" creationId="{67F4F445-D8EB-C485-0727-816F86D6491D}"/>
          </ac:spMkLst>
        </pc:spChg>
        <pc:spChg chg="mod">
          <ac:chgData name="Rathore, Chetna" userId="a8c00181-fe4e-4f7b-98a8-3641cdce7218" providerId="ADAL" clId="{1A001818-42BA-44F7-B265-7738A8D3A847}" dt="2026-09-07T11:42:24.249" v="202" actId="2711"/>
          <ac:spMkLst>
            <pc:docMk/>
            <pc:sldMk cId="585942163" sldId="257"/>
            <ac:spMk id="83" creationId="{824D304A-D60D-A8BE-E022-E907109875E7}"/>
          </ac:spMkLst>
        </pc:spChg>
        <pc:spChg chg="mod">
          <ac:chgData name="Rathore, Chetna" userId="a8c00181-fe4e-4f7b-98a8-3641cdce7218" providerId="ADAL" clId="{1A001818-42BA-44F7-B265-7738A8D3A847}" dt="2026-09-07T11:45:33.241" v="216" actId="207"/>
          <ac:spMkLst>
            <pc:docMk/>
            <pc:sldMk cId="585942163" sldId="257"/>
            <ac:spMk id="85" creationId="{3768C40F-5FBE-7A93-542A-8D167AC49222}"/>
          </ac:spMkLst>
        </pc:spChg>
        <pc:spChg chg="mod">
          <ac:chgData name="Rathore, Chetna" userId="a8c00181-fe4e-4f7b-98a8-3641cdce7218" providerId="ADAL" clId="{1A001818-42BA-44F7-B265-7738A8D3A847}" dt="2026-09-07T11:35:48.219" v="69" actId="14100"/>
          <ac:spMkLst>
            <pc:docMk/>
            <pc:sldMk cId="585942163" sldId="257"/>
            <ac:spMk id="89" creationId="{D4A75DA0-4D9F-F973-1347-591F8C89694E}"/>
          </ac:spMkLst>
        </pc:spChg>
        <pc:spChg chg="mod">
          <ac:chgData name="Rathore, Chetna" userId="a8c00181-fe4e-4f7b-98a8-3641cdce7218" providerId="ADAL" clId="{1A001818-42BA-44F7-B265-7738A8D3A847}" dt="2026-09-07T11:42:24.249" v="202" actId="2711"/>
          <ac:spMkLst>
            <pc:docMk/>
            <pc:sldMk cId="585942163" sldId="257"/>
            <ac:spMk id="95" creationId="{6E6D0FBE-AD0B-5860-CBD2-8E43A30DA913}"/>
          </ac:spMkLst>
        </pc:spChg>
        <pc:spChg chg="mod">
          <ac:chgData name="Rathore, Chetna" userId="a8c00181-fe4e-4f7b-98a8-3641cdce7218" providerId="ADAL" clId="{1A001818-42BA-44F7-B265-7738A8D3A847}" dt="2026-09-07T11:42:24.249" v="202" actId="2711"/>
          <ac:spMkLst>
            <pc:docMk/>
            <pc:sldMk cId="585942163" sldId="257"/>
            <ac:spMk id="98" creationId="{5573DB4F-F958-DFD0-889C-AB846759F9C3}"/>
          </ac:spMkLst>
        </pc:spChg>
        <pc:spChg chg="mod">
          <ac:chgData name="Rathore, Chetna" userId="a8c00181-fe4e-4f7b-98a8-3641cdce7218" providerId="ADAL" clId="{1A001818-42BA-44F7-B265-7738A8D3A847}" dt="2026-09-07T11:42:24.249" v="202" actId="2711"/>
          <ac:spMkLst>
            <pc:docMk/>
            <pc:sldMk cId="585942163" sldId="257"/>
            <ac:spMk id="101" creationId="{0B19BEBE-E6DC-29B9-DE29-FB728B8DFA9A}"/>
          </ac:spMkLst>
        </pc:spChg>
        <pc:spChg chg="mod">
          <ac:chgData name="Rathore, Chetna" userId="a8c00181-fe4e-4f7b-98a8-3641cdce7218" providerId="ADAL" clId="{1A001818-42BA-44F7-B265-7738A8D3A847}" dt="2026-09-07T11:42:24.249" v="202" actId="2711"/>
          <ac:spMkLst>
            <pc:docMk/>
            <pc:sldMk cId="585942163" sldId="257"/>
            <ac:spMk id="106" creationId="{91C45AAF-8D4C-08E3-7B05-2D2232E923A2}"/>
          </ac:spMkLst>
        </pc:spChg>
        <pc:spChg chg="mod">
          <ac:chgData name="Rathore, Chetna" userId="a8c00181-fe4e-4f7b-98a8-3641cdce7218" providerId="ADAL" clId="{1A001818-42BA-44F7-B265-7738A8D3A847}" dt="2026-09-07T11:36:05.766" v="78" actId="20577"/>
          <ac:spMkLst>
            <pc:docMk/>
            <pc:sldMk cId="585942163" sldId="257"/>
            <ac:spMk id="111" creationId="{7379D8A0-013A-4CA7-A384-9B23C613A762}"/>
          </ac:spMkLst>
        </pc:spChg>
        <pc:spChg chg="mod">
          <ac:chgData name="Rathore, Chetna" userId="a8c00181-fe4e-4f7b-98a8-3641cdce7218" providerId="ADAL" clId="{1A001818-42BA-44F7-B265-7738A8D3A847}" dt="2026-09-07T11:36:12.573" v="83" actId="20577"/>
          <ac:spMkLst>
            <pc:docMk/>
            <pc:sldMk cId="585942163" sldId="257"/>
            <ac:spMk id="114" creationId="{33DD019A-477D-4431-F710-45CA3EE45AF6}"/>
          </ac:spMkLst>
        </pc:spChg>
        <pc:spChg chg="mod">
          <ac:chgData name="Rathore, Chetna" userId="a8c00181-fe4e-4f7b-98a8-3641cdce7218" providerId="ADAL" clId="{1A001818-42BA-44F7-B265-7738A8D3A847}" dt="2026-09-07T11:42:24.249" v="202" actId="2711"/>
          <ac:spMkLst>
            <pc:docMk/>
            <pc:sldMk cId="585942163" sldId="257"/>
            <ac:spMk id="119" creationId="{0344FC92-A02E-E2E0-A458-A97D29214A58}"/>
          </ac:spMkLst>
        </pc:spChg>
        <pc:spChg chg="mod">
          <ac:chgData name="Rathore, Chetna" userId="a8c00181-fe4e-4f7b-98a8-3641cdce7218" providerId="ADAL" clId="{1A001818-42BA-44F7-B265-7738A8D3A847}" dt="2026-09-07T11:43:51.934" v="207" actId="1076"/>
          <ac:spMkLst>
            <pc:docMk/>
            <pc:sldMk cId="585942163" sldId="257"/>
            <ac:spMk id="120" creationId="{39CAC2D8-2D4E-59B4-2FEE-37CCA1D7C735}"/>
          </ac:spMkLst>
        </pc:spChg>
        <pc:spChg chg="mod">
          <ac:chgData name="Rathore, Chetna" userId="a8c00181-fe4e-4f7b-98a8-3641cdce7218" providerId="ADAL" clId="{1A001818-42BA-44F7-B265-7738A8D3A847}" dt="2026-09-07T11:43:48.695" v="206" actId="1076"/>
          <ac:spMkLst>
            <pc:docMk/>
            <pc:sldMk cId="585942163" sldId="257"/>
            <ac:spMk id="122" creationId="{2CAFDC7C-6E82-0098-46AB-18A7CA5B2674}"/>
          </ac:spMkLst>
        </pc:spChg>
        <pc:spChg chg="mod">
          <ac:chgData name="Rathore, Chetna" userId="a8c00181-fe4e-4f7b-98a8-3641cdce7218" providerId="ADAL" clId="{1A001818-42BA-44F7-B265-7738A8D3A847}" dt="2026-09-07T11:44:18.325" v="212" actId="1076"/>
          <ac:spMkLst>
            <pc:docMk/>
            <pc:sldMk cId="585942163" sldId="257"/>
            <ac:spMk id="124" creationId="{A77556A2-3AD5-99FC-C134-37AFC7723DCC}"/>
          </ac:spMkLst>
        </pc:spChg>
        <pc:spChg chg="mod">
          <ac:chgData name="Rathore, Chetna" userId="a8c00181-fe4e-4f7b-98a8-3641cdce7218" providerId="ADAL" clId="{1A001818-42BA-44F7-B265-7738A8D3A847}" dt="2026-09-07T11:42:24.249" v="202" actId="2711"/>
          <ac:spMkLst>
            <pc:docMk/>
            <pc:sldMk cId="585942163" sldId="257"/>
            <ac:spMk id="125" creationId="{34993957-3FDE-73CA-4E64-0D49285B8000}"/>
          </ac:spMkLst>
        </pc:spChg>
        <pc:spChg chg="mod">
          <ac:chgData name="Rathore, Chetna" userId="a8c00181-fe4e-4f7b-98a8-3641cdce7218" providerId="ADAL" clId="{1A001818-42BA-44F7-B265-7738A8D3A847}" dt="2026-09-07T11:44:13.433" v="211" actId="1076"/>
          <ac:spMkLst>
            <pc:docMk/>
            <pc:sldMk cId="585942163" sldId="257"/>
            <ac:spMk id="126" creationId="{955B3316-3240-4B98-A547-0DC41E75919C}"/>
          </ac:spMkLst>
        </pc:spChg>
        <pc:spChg chg="mod">
          <ac:chgData name="Rathore, Chetna" userId="a8c00181-fe4e-4f7b-98a8-3641cdce7218" providerId="ADAL" clId="{1A001818-42BA-44F7-B265-7738A8D3A847}" dt="2026-09-07T11:42:15.789" v="201" actId="207"/>
          <ac:spMkLst>
            <pc:docMk/>
            <pc:sldMk cId="585942163" sldId="257"/>
            <ac:spMk id="128" creationId="{0C8EB356-2CCF-FC3C-E099-A1CCEBDE598D}"/>
          </ac:spMkLst>
        </pc:spChg>
        <pc:spChg chg="mod">
          <ac:chgData name="Rathore, Chetna" userId="a8c00181-fe4e-4f7b-98a8-3641cdce7218" providerId="ADAL" clId="{1A001818-42BA-44F7-B265-7738A8D3A847}" dt="2026-09-07T11:44:23.941" v="213" actId="1076"/>
          <ac:spMkLst>
            <pc:docMk/>
            <pc:sldMk cId="585942163" sldId="257"/>
            <ac:spMk id="129" creationId="{1409AF94-8AA1-D179-EA9D-76B0A0A64D07}"/>
          </ac:spMkLst>
        </pc:spChg>
        <pc:spChg chg="mod">
          <ac:chgData name="Rathore, Chetna" userId="a8c00181-fe4e-4f7b-98a8-3641cdce7218" providerId="ADAL" clId="{1A001818-42BA-44F7-B265-7738A8D3A847}" dt="2026-09-07T11:43:30.770" v="204" actId="207"/>
          <ac:spMkLst>
            <pc:docMk/>
            <pc:sldMk cId="585942163" sldId="257"/>
            <ac:spMk id="131" creationId="{FA46BDDB-B841-CEAC-CEF0-260704D94896}"/>
          </ac:spMkLst>
        </pc:spChg>
        <pc:spChg chg="mod">
          <ac:chgData name="Rathore, Chetna" userId="a8c00181-fe4e-4f7b-98a8-3641cdce7218" providerId="ADAL" clId="{1A001818-42BA-44F7-B265-7738A8D3A847}" dt="2026-09-07T11:43:22.405" v="203" actId="207"/>
          <ac:spMkLst>
            <pc:docMk/>
            <pc:sldMk cId="585942163" sldId="257"/>
            <ac:spMk id="137" creationId="{0A4941A9-A17E-259E-B74E-9267D1DEB244}"/>
          </ac:spMkLst>
        </pc:spChg>
        <pc:spChg chg="mod">
          <ac:chgData name="Rathore, Chetna" userId="a8c00181-fe4e-4f7b-98a8-3641cdce7218" providerId="ADAL" clId="{1A001818-42BA-44F7-B265-7738A8D3A847}" dt="2026-09-07T11:43:22.405" v="203" actId="207"/>
          <ac:spMkLst>
            <pc:docMk/>
            <pc:sldMk cId="585942163" sldId="257"/>
            <ac:spMk id="139" creationId="{F67559B1-38B6-D588-20C4-30055ABA0648}"/>
          </ac:spMkLst>
        </pc:spChg>
        <pc:spChg chg="mod">
          <ac:chgData name="Rathore, Chetna" userId="a8c00181-fe4e-4f7b-98a8-3641cdce7218" providerId="ADAL" clId="{1A001818-42BA-44F7-B265-7738A8D3A847}" dt="2026-09-07T11:43:22.405" v="203" actId="207"/>
          <ac:spMkLst>
            <pc:docMk/>
            <pc:sldMk cId="585942163" sldId="257"/>
            <ac:spMk id="141" creationId="{5FCAFAAA-51C7-4E1E-B3F0-7C312611AAB5}"/>
          </ac:spMkLst>
        </pc:spChg>
        <pc:spChg chg="mod">
          <ac:chgData name="Rathore, Chetna" userId="a8c00181-fe4e-4f7b-98a8-3641cdce7218" providerId="ADAL" clId="{1A001818-42BA-44F7-B265-7738A8D3A847}" dt="2026-09-07T11:43:22.405" v="203" actId="207"/>
          <ac:spMkLst>
            <pc:docMk/>
            <pc:sldMk cId="585942163" sldId="257"/>
            <ac:spMk id="143" creationId="{92B88A53-74FC-D437-EE16-FE1D2C269624}"/>
          </ac:spMkLst>
        </pc:spChg>
        <pc:spChg chg="mod">
          <ac:chgData name="Rathore, Chetna" userId="a8c00181-fe4e-4f7b-98a8-3641cdce7218" providerId="ADAL" clId="{1A001818-42BA-44F7-B265-7738A8D3A847}" dt="2026-09-07T11:43:22.405" v="203" actId="207"/>
          <ac:spMkLst>
            <pc:docMk/>
            <pc:sldMk cId="585942163" sldId="257"/>
            <ac:spMk id="145" creationId="{47AE04FE-9F0A-762A-917E-25F2471801FD}"/>
          </ac:spMkLst>
        </pc:spChg>
        <pc:spChg chg="mod">
          <ac:chgData name="Rathore, Chetna" userId="a8c00181-fe4e-4f7b-98a8-3641cdce7218" providerId="ADAL" clId="{1A001818-42BA-44F7-B265-7738A8D3A847}" dt="2026-09-07T11:42:24.249" v="202" actId="2711"/>
          <ac:spMkLst>
            <pc:docMk/>
            <pc:sldMk cId="585942163" sldId="257"/>
            <ac:spMk id="156" creationId="{2554076F-BBF6-9D6D-A1FE-6F18AC85F8AE}"/>
          </ac:spMkLst>
        </pc:spChg>
        <pc:spChg chg="mod">
          <ac:chgData name="Rathore, Chetna" userId="a8c00181-fe4e-4f7b-98a8-3641cdce7218" providerId="ADAL" clId="{1A001818-42BA-44F7-B265-7738A8D3A847}" dt="2026-09-07T11:42:24.249" v="202" actId="2711"/>
          <ac:spMkLst>
            <pc:docMk/>
            <pc:sldMk cId="585942163" sldId="257"/>
            <ac:spMk id="159" creationId="{2C07437E-8E32-7ED8-3E84-6946055A8D22}"/>
          </ac:spMkLst>
        </pc:spChg>
      </pc:sldChg>
      <pc:sldChg chg="addSp modSp add mod">
        <pc:chgData name="Rathore, Chetna" userId="a8c00181-fe4e-4f7b-98a8-3641cdce7218" providerId="ADAL" clId="{1A001818-42BA-44F7-B265-7738A8D3A847}" dt="2026-09-08T04:44:34.638" v="234" actId="255"/>
        <pc:sldMkLst>
          <pc:docMk/>
          <pc:sldMk cId="660886477" sldId="2147482332"/>
        </pc:sldMkLst>
        <pc:spChg chg="add mod">
          <ac:chgData name="Rathore, Chetna" userId="a8c00181-fe4e-4f7b-98a8-3641cdce7218" providerId="ADAL" clId="{1A001818-42BA-44F7-B265-7738A8D3A847}" dt="2026-09-08T04:44:34.638" v="234" actId="255"/>
          <ac:spMkLst>
            <pc:docMk/>
            <pc:sldMk cId="660886477" sldId="2147482332"/>
            <ac:spMk id="200" creationId="{08563AE9-DF97-5753-0C57-89C2D32F207E}"/>
          </ac:spMkLst>
        </pc:spChg>
      </pc:sldChg>
      <pc:sldChg chg="del">
        <pc:chgData name="Rathore, Chetna" userId="a8c00181-fe4e-4f7b-98a8-3641cdce7218" providerId="ADAL" clId="{1A001818-42BA-44F7-B265-7738A8D3A847}" dt="2026-09-08T04:50:44.408" v="330" actId="47"/>
        <pc:sldMkLst>
          <pc:docMk/>
          <pc:sldMk cId="3359302351" sldId="2147483209"/>
        </pc:sldMkLst>
      </pc:sldChg>
      <pc:sldChg chg="del">
        <pc:chgData name="Rathore, Chetna" userId="a8c00181-fe4e-4f7b-98a8-3641cdce7218" providerId="ADAL" clId="{1A001818-42BA-44F7-B265-7738A8D3A847}" dt="2026-09-07T11:15:25.020" v="65" actId="47"/>
        <pc:sldMkLst>
          <pc:docMk/>
          <pc:sldMk cId="47589766" sldId="2147483210"/>
        </pc:sldMkLst>
      </pc:sldChg>
      <pc:sldChg chg="delSp modSp mod">
        <pc:chgData name="Rathore, Chetna" userId="a8c00181-fe4e-4f7b-98a8-3641cdce7218" providerId="ADAL" clId="{1A001818-42BA-44F7-B265-7738A8D3A847}" dt="2026-09-07T10:55:01.146" v="44" actId="478"/>
        <pc:sldMkLst>
          <pc:docMk/>
          <pc:sldMk cId="57316724" sldId="2147483226"/>
        </pc:sldMkLst>
        <pc:spChg chg="mod">
          <ac:chgData name="Rathore, Chetna" userId="a8c00181-fe4e-4f7b-98a8-3641cdce7218" providerId="ADAL" clId="{1A001818-42BA-44F7-B265-7738A8D3A847}" dt="2026-09-07T10:20:33.829" v="0" actId="6549"/>
          <ac:spMkLst>
            <pc:docMk/>
            <pc:sldMk cId="57316724" sldId="2147483226"/>
            <ac:spMk id="459" creationId="{23805A4D-A400-F0E2-FD39-04743EFAB722}"/>
          </ac:spMkLst>
        </pc:spChg>
        <pc:spChg chg="del">
          <ac:chgData name="Rathore, Chetna" userId="a8c00181-fe4e-4f7b-98a8-3641cdce7218" providerId="ADAL" clId="{1A001818-42BA-44F7-B265-7738A8D3A847}" dt="2026-09-07T10:54:56.126" v="42" actId="478"/>
          <ac:spMkLst>
            <pc:docMk/>
            <pc:sldMk cId="57316724" sldId="2147483226"/>
            <ac:spMk id="460" creationId="{1B6594CA-ADC1-2180-783E-04738C77C9E6}"/>
          </ac:spMkLst>
        </pc:spChg>
        <pc:spChg chg="del">
          <ac:chgData name="Rathore, Chetna" userId="a8c00181-fe4e-4f7b-98a8-3641cdce7218" providerId="ADAL" clId="{1A001818-42BA-44F7-B265-7738A8D3A847}" dt="2026-09-07T10:54:58.503" v="43" actId="478"/>
          <ac:spMkLst>
            <pc:docMk/>
            <pc:sldMk cId="57316724" sldId="2147483226"/>
            <ac:spMk id="461" creationId="{3846F9A7-C645-33CD-38BD-AC4159075D2B}"/>
          </ac:spMkLst>
        </pc:spChg>
        <pc:spChg chg="del mod">
          <ac:chgData name="Rathore, Chetna" userId="a8c00181-fe4e-4f7b-98a8-3641cdce7218" providerId="ADAL" clId="{1A001818-42BA-44F7-B265-7738A8D3A847}" dt="2026-09-07T10:55:01.146" v="44" actId="478"/>
          <ac:spMkLst>
            <pc:docMk/>
            <pc:sldMk cId="57316724" sldId="2147483226"/>
            <ac:spMk id="462" creationId="{0441D771-E9E6-8AB3-7296-141B66C4E2E7}"/>
          </ac:spMkLst>
        </pc:spChg>
        <pc:spChg chg="mod">
          <ac:chgData name="Rathore, Chetna" userId="a8c00181-fe4e-4f7b-98a8-3641cdce7218" providerId="ADAL" clId="{1A001818-42BA-44F7-B265-7738A8D3A847}" dt="2026-09-07T10:22:52.264" v="12" actId="20577"/>
          <ac:spMkLst>
            <pc:docMk/>
            <pc:sldMk cId="57316724" sldId="2147483226"/>
            <ac:spMk id="465" creationId="{203B1B65-8A3C-763E-4C67-E692D14053F7}"/>
          </ac:spMkLst>
        </pc:spChg>
      </pc:sldChg>
      <pc:sldChg chg="addSp delSp modSp mod">
        <pc:chgData name="Rathore, Chetna" userId="a8c00181-fe4e-4f7b-98a8-3641cdce7218" providerId="ADAL" clId="{1A001818-42BA-44F7-B265-7738A8D3A847}" dt="2026-09-07T11:59:13.092" v="226" actId="1076"/>
        <pc:sldMkLst>
          <pc:docMk/>
          <pc:sldMk cId="3483654635" sldId="2147483227"/>
        </pc:sldMkLst>
        <pc:spChg chg="mod">
          <ac:chgData name="Rathore, Chetna" userId="a8c00181-fe4e-4f7b-98a8-3641cdce7218" providerId="ADAL" clId="{1A001818-42BA-44F7-B265-7738A8D3A847}" dt="2026-09-07T11:59:13.092" v="226" actId="1076"/>
          <ac:spMkLst>
            <pc:docMk/>
            <pc:sldMk cId="3483654635" sldId="2147483227"/>
            <ac:spMk id="9" creationId="{98FE1F8B-1523-1777-0F1A-ABAB18D82F37}"/>
          </ac:spMkLst>
        </pc:spChg>
        <pc:spChg chg="del">
          <ac:chgData name="Rathore, Chetna" userId="a8c00181-fe4e-4f7b-98a8-3641cdce7218" providerId="ADAL" clId="{1A001818-42BA-44F7-B265-7738A8D3A847}" dt="2026-09-07T10:55:13.832" v="45" actId="478"/>
          <ac:spMkLst>
            <pc:docMk/>
            <pc:sldMk cId="3483654635" sldId="2147483227"/>
            <ac:spMk id="11" creationId="{8351D81C-F595-FAA9-3F76-41D3BB5DE7C8}"/>
          </ac:spMkLst>
        </pc:spChg>
        <pc:spChg chg="del">
          <ac:chgData name="Rathore, Chetna" userId="a8c00181-fe4e-4f7b-98a8-3641cdce7218" providerId="ADAL" clId="{1A001818-42BA-44F7-B265-7738A8D3A847}" dt="2026-09-07T10:55:16.208" v="46" actId="478"/>
          <ac:spMkLst>
            <pc:docMk/>
            <pc:sldMk cId="3483654635" sldId="2147483227"/>
            <ac:spMk id="13" creationId="{FCB0E12B-CE4C-39E7-7A4E-AC8E42C221CE}"/>
          </ac:spMkLst>
        </pc:spChg>
        <pc:spChg chg="del">
          <ac:chgData name="Rathore, Chetna" userId="a8c00181-fe4e-4f7b-98a8-3641cdce7218" providerId="ADAL" clId="{1A001818-42BA-44F7-B265-7738A8D3A847}" dt="2026-09-07T10:55:19.169" v="47" actId="478"/>
          <ac:spMkLst>
            <pc:docMk/>
            <pc:sldMk cId="3483654635" sldId="2147483227"/>
            <ac:spMk id="15" creationId="{C512833A-813D-24C4-74D6-B32EB798B478}"/>
          </ac:spMkLst>
        </pc:spChg>
        <pc:spChg chg="mod">
          <ac:chgData name="Rathore, Chetna" userId="a8c00181-fe4e-4f7b-98a8-3641cdce7218" providerId="ADAL" clId="{1A001818-42BA-44F7-B265-7738A8D3A847}" dt="2026-09-07T10:24:40.931" v="24" actId="6549"/>
          <ac:spMkLst>
            <pc:docMk/>
            <pc:sldMk cId="3483654635" sldId="2147483227"/>
            <ac:spMk id="43" creationId="{A83A01FC-2062-3940-AE3D-2426703ACEE2}"/>
          </ac:spMkLst>
        </pc:spChg>
        <pc:graphicFrameChg chg="add mod">
          <ac:chgData name="Rathore, Chetna" userId="a8c00181-fe4e-4f7b-98a8-3641cdce7218" providerId="ADAL" clId="{1A001818-42BA-44F7-B265-7738A8D3A847}" dt="2026-09-07T11:03:55.975" v="49"/>
          <ac:graphicFrameMkLst>
            <pc:docMk/>
            <pc:sldMk cId="3483654635" sldId="2147483227"/>
            <ac:graphicFrameMk id="3" creationId="{7DDB1830-CE38-177C-D056-4286CE05CF2E}"/>
          </ac:graphicFrameMkLst>
        </pc:graphicFrameChg>
      </pc:sldChg>
      <pc:sldChg chg="modSp mod">
        <pc:chgData name="Rathore, Chetna" userId="a8c00181-fe4e-4f7b-98a8-3641cdce7218" providerId="ADAL" clId="{1A001818-42BA-44F7-B265-7738A8D3A847}" dt="2026-09-07T10:46:29.181" v="39" actId="1036"/>
        <pc:sldMkLst>
          <pc:docMk/>
          <pc:sldMk cId="897108986" sldId="2147483228"/>
        </pc:sldMkLst>
        <pc:spChg chg="mod">
          <ac:chgData name="Rathore, Chetna" userId="a8c00181-fe4e-4f7b-98a8-3641cdce7218" providerId="ADAL" clId="{1A001818-42BA-44F7-B265-7738A8D3A847}" dt="2026-09-07T10:46:29.181" v="39" actId="1036"/>
          <ac:spMkLst>
            <pc:docMk/>
            <pc:sldMk cId="897108986" sldId="2147483228"/>
            <ac:spMk id="14" creationId="{953A6BC5-8083-5A9C-1972-40576196ED13}"/>
          </ac:spMkLst>
        </pc:spChg>
      </pc:sldChg>
      <pc:sldChg chg="addSp delSp modSp mod modNotesTx">
        <pc:chgData name="Rathore, Chetna" userId="a8c00181-fe4e-4f7b-98a8-3641cdce7218" providerId="ADAL" clId="{1A001818-42BA-44F7-B265-7738A8D3A847}" dt="2026-09-07T11:39:53.322" v="186" actId="6549"/>
        <pc:sldMkLst>
          <pc:docMk/>
          <pc:sldMk cId="4085769224" sldId="2147483229"/>
        </pc:sldMkLst>
        <pc:spChg chg="add del">
          <ac:chgData name="Rathore, Chetna" userId="a8c00181-fe4e-4f7b-98a8-3641cdce7218" providerId="ADAL" clId="{1A001818-42BA-44F7-B265-7738A8D3A847}" dt="2026-09-07T11:37:01.879" v="89" actId="478"/>
          <ac:spMkLst>
            <pc:docMk/>
            <pc:sldMk cId="4085769224" sldId="2147483229"/>
            <ac:spMk id="4" creationId="{ED581FF3-787D-AB5E-D049-24A3AE959E68}"/>
          </ac:spMkLst>
        </pc:spChg>
        <pc:spChg chg="mod">
          <ac:chgData name="Rathore, Chetna" userId="a8c00181-fe4e-4f7b-98a8-3641cdce7218" providerId="ADAL" clId="{1A001818-42BA-44F7-B265-7738A8D3A847}" dt="2026-09-07T11:39:53.322" v="186" actId="6549"/>
          <ac:spMkLst>
            <pc:docMk/>
            <pc:sldMk cId="4085769224" sldId="2147483229"/>
            <ac:spMk id="9" creationId="{A7BF1096-110D-B66A-2E87-8E78D5ECB79D}"/>
          </ac:spMkLst>
        </pc:spChg>
        <pc:spChg chg="del">
          <ac:chgData name="Rathore, Chetna" userId="a8c00181-fe4e-4f7b-98a8-3641cdce7218" providerId="ADAL" clId="{1A001818-42BA-44F7-B265-7738A8D3A847}" dt="2026-09-07T11:36:55.434" v="86" actId="478"/>
          <ac:spMkLst>
            <pc:docMk/>
            <pc:sldMk cId="4085769224" sldId="2147483229"/>
            <ac:spMk id="11" creationId="{699D5AFB-F43A-1201-94B8-1CD7589A14B4}"/>
          </ac:spMkLst>
        </pc:spChg>
        <pc:spChg chg="del">
          <ac:chgData name="Rathore, Chetna" userId="a8c00181-fe4e-4f7b-98a8-3641cdce7218" providerId="ADAL" clId="{1A001818-42BA-44F7-B265-7738A8D3A847}" dt="2026-09-07T11:36:58.030" v="87" actId="478"/>
          <ac:spMkLst>
            <pc:docMk/>
            <pc:sldMk cId="4085769224" sldId="2147483229"/>
            <ac:spMk id="13" creationId="{C839E43B-4BE9-28E4-8E96-FCDC8737AD0F}"/>
          </ac:spMkLst>
        </pc:spChg>
        <pc:spChg chg="del">
          <ac:chgData name="Rathore, Chetna" userId="a8c00181-fe4e-4f7b-98a8-3641cdce7218" providerId="ADAL" clId="{1A001818-42BA-44F7-B265-7738A8D3A847}" dt="2026-09-07T11:37:24.740" v="152" actId="478"/>
          <ac:spMkLst>
            <pc:docMk/>
            <pc:sldMk cId="4085769224" sldId="2147483229"/>
            <ac:spMk id="15" creationId="{06419174-E16D-C0FA-05CC-AEA8EE6334D0}"/>
          </ac:spMkLst>
        </pc:spChg>
        <pc:graphicFrameChg chg="add mod">
          <ac:chgData name="Rathore, Chetna" userId="a8c00181-fe4e-4f7b-98a8-3641cdce7218" providerId="ADAL" clId="{1A001818-42BA-44F7-B265-7738A8D3A847}" dt="2026-09-07T11:38:28.713" v="176"/>
          <ac:graphicFrameMkLst>
            <pc:docMk/>
            <pc:sldMk cId="4085769224" sldId="2147483229"/>
            <ac:graphicFrameMk id="3" creationId="{3553D61E-405A-75F3-B99E-58D9F530417B}"/>
          </ac:graphicFrameMkLst>
        </pc:graphicFrameChg>
      </pc:sldChg>
      <pc:sldChg chg="del">
        <pc:chgData name="Rathore, Chetna" userId="a8c00181-fe4e-4f7b-98a8-3641cdce7218" providerId="ADAL" clId="{1A001818-42BA-44F7-B265-7738A8D3A847}" dt="2026-09-07T11:05:34.114" v="54" actId="47"/>
        <pc:sldMkLst>
          <pc:docMk/>
          <pc:sldMk cId="2639184981" sldId="2147483231"/>
        </pc:sldMkLst>
      </pc:sldChg>
      <pc:sldChg chg="add del">
        <pc:chgData name="Rathore, Chetna" userId="a8c00181-fe4e-4f7b-98a8-3641cdce7218" providerId="ADAL" clId="{1A001818-42BA-44F7-B265-7738A8D3A847}" dt="2026-09-08T04:44:37.750" v="235" actId="47"/>
        <pc:sldMkLst>
          <pc:docMk/>
          <pc:sldMk cId="3609437933" sldId="2147483233"/>
        </pc:sldMkLst>
      </pc:sldChg>
      <pc:sldChg chg="modSp mod">
        <pc:chgData name="Rathore, Chetna" userId="a8c00181-fe4e-4f7b-98a8-3641cdce7218" providerId="ADAL" clId="{1A001818-42BA-44F7-B265-7738A8D3A847}" dt="2026-09-08T04:46:21.536" v="328" actId="14100"/>
        <pc:sldMkLst>
          <pc:docMk/>
          <pc:sldMk cId="1461815144" sldId="2147483236"/>
        </pc:sldMkLst>
        <pc:spChg chg="mod">
          <ac:chgData name="Rathore, Chetna" userId="a8c00181-fe4e-4f7b-98a8-3641cdce7218" providerId="ADAL" clId="{1A001818-42BA-44F7-B265-7738A8D3A847}" dt="2026-09-08T04:46:21.536" v="328" actId="14100"/>
          <ac:spMkLst>
            <pc:docMk/>
            <pc:sldMk cId="1461815144" sldId="2147483236"/>
            <ac:spMk id="212" creationId="{A80A2EA4-F234-528C-2597-E7033233C73C}"/>
          </ac:spMkLst>
        </pc:spChg>
        <pc:spChg chg="mod">
          <ac:chgData name="Rathore, Chetna" userId="a8c00181-fe4e-4f7b-98a8-3641cdce7218" providerId="ADAL" clId="{1A001818-42BA-44F7-B265-7738A8D3A847}" dt="2026-09-08T04:44:53.643" v="238" actId="20577"/>
          <ac:spMkLst>
            <pc:docMk/>
            <pc:sldMk cId="1461815144" sldId="2147483236"/>
            <ac:spMk id="215" creationId="{599EB46D-0647-892C-0CF9-244AF606FC27}"/>
          </ac:spMkLst>
        </pc:spChg>
        <pc:spChg chg="mod">
          <ac:chgData name="Rathore, Chetna" userId="a8c00181-fe4e-4f7b-98a8-3641cdce7218" providerId="ADAL" clId="{1A001818-42BA-44F7-B265-7738A8D3A847}" dt="2026-09-08T04:45:47.149" v="327" actId="20577"/>
          <ac:spMkLst>
            <pc:docMk/>
            <pc:sldMk cId="1461815144" sldId="2147483236"/>
            <ac:spMk id="271" creationId="{C975B531-5CCC-355A-7688-036DB3A1D955}"/>
          </ac:spMkLst>
        </pc:spChg>
      </pc:sldChg>
      <pc:sldChg chg="modSp mod">
        <pc:chgData name="Rathore, Chetna" userId="a8c00181-fe4e-4f7b-98a8-3641cdce7218" providerId="ADAL" clId="{1A001818-42BA-44F7-B265-7738A8D3A847}" dt="2026-09-07T11:50:07.461" v="220" actId="20577"/>
        <pc:sldMkLst>
          <pc:docMk/>
          <pc:sldMk cId="1595744004" sldId="2147483244"/>
        </pc:sldMkLst>
        <pc:graphicFrameChg chg="modGraphic">
          <ac:chgData name="Rathore, Chetna" userId="a8c00181-fe4e-4f7b-98a8-3641cdce7218" providerId="ADAL" clId="{1A001818-42BA-44F7-B265-7738A8D3A847}" dt="2026-09-07T11:50:07.461" v="220" actId="20577"/>
          <ac:graphicFrameMkLst>
            <pc:docMk/>
            <pc:sldMk cId="1595744004" sldId="2147483244"/>
            <ac:graphicFrameMk id="8" creationId="{BC479EE1-B8D5-CC4B-3D60-1B6C9595103E}"/>
          </ac:graphicFrameMkLst>
        </pc:graphicFrameChg>
      </pc:sldChg>
      <pc:sldChg chg="addSp delSp modSp mod ord">
        <pc:chgData name="Rathore, Chetna" userId="a8c00181-fe4e-4f7b-98a8-3641cdce7218" providerId="ADAL" clId="{1A001818-42BA-44F7-B265-7738A8D3A847}" dt="2026-09-08T04:17:32.910" v="229" actId="14100"/>
        <pc:sldMkLst>
          <pc:docMk/>
          <pc:sldMk cId="3889819428" sldId="2147483245"/>
        </pc:sldMkLst>
        <pc:spChg chg="mod">
          <ac:chgData name="Rathore, Chetna" userId="a8c00181-fe4e-4f7b-98a8-3641cdce7218" providerId="ADAL" clId="{1A001818-42BA-44F7-B265-7738A8D3A847}" dt="2026-09-07T11:41:15.515" v="189" actId="478"/>
          <ac:spMkLst>
            <pc:docMk/>
            <pc:sldMk cId="3889819428" sldId="2147483245"/>
            <ac:spMk id="25" creationId="{4B585144-E870-4318-F046-3A9573BFE902}"/>
          </ac:spMkLst>
        </pc:spChg>
        <pc:grpChg chg="del mod">
          <ac:chgData name="Rathore, Chetna" userId="a8c00181-fe4e-4f7b-98a8-3641cdce7218" providerId="ADAL" clId="{1A001818-42BA-44F7-B265-7738A8D3A847}" dt="2026-09-07T11:41:15.515" v="189" actId="478"/>
          <ac:grpSpMkLst>
            <pc:docMk/>
            <pc:sldMk cId="3889819428" sldId="2147483245"/>
            <ac:grpSpMk id="23" creationId="{AAF2FD88-73CE-F2FF-59A7-375F18A329A3}"/>
          </ac:grpSpMkLst>
        </pc:grpChg>
        <pc:picChg chg="del">
          <ac:chgData name="Rathore, Chetna" userId="a8c00181-fe4e-4f7b-98a8-3641cdce7218" providerId="ADAL" clId="{1A001818-42BA-44F7-B265-7738A8D3A847}" dt="2026-09-07T11:41:15.515" v="189" actId="478"/>
          <ac:picMkLst>
            <pc:docMk/>
            <pc:sldMk cId="3889819428" sldId="2147483245"/>
            <ac:picMk id="24" creationId="{B8320636-518D-3870-35A1-9F0707E94B30}"/>
          </ac:picMkLst>
        </pc:picChg>
        <pc:picChg chg="add mod">
          <ac:chgData name="Rathore, Chetna" userId="a8c00181-fe4e-4f7b-98a8-3641cdce7218" providerId="ADAL" clId="{1A001818-42BA-44F7-B265-7738A8D3A847}" dt="2026-09-08T04:17:32.910" v="229" actId="14100"/>
          <ac:picMkLst>
            <pc:docMk/>
            <pc:sldMk cId="3889819428" sldId="2147483245"/>
            <ac:picMk id="64" creationId="{6ED1BC69-44F0-3D1B-CF70-4B9802BD7DD6}"/>
          </ac:picMkLst>
        </pc:picChg>
      </pc:sldChg>
      <pc:sldChg chg="ord">
        <pc:chgData name="Rathore, Chetna" userId="a8c00181-fe4e-4f7b-98a8-3641cdce7218" providerId="ADAL" clId="{1A001818-42BA-44F7-B265-7738A8D3A847}" dt="2026-09-07T11:57:27.610" v="224"/>
        <pc:sldMkLst>
          <pc:docMk/>
          <pc:sldMk cId="148168795" sldId="2147483246"/>
        </pc:sldMkLst>
      </pc:sldChg>
      <pc:sldChg chg="del">
        <pc:chgData name="Rathore, Chetna" userId="a8c00181-fe4e-4f7b-98a8-3641cdce7218" providerId="ADAL" clId="{1A001818-42BA-44F7-B265-7738A8D3A847}" dt="2026-09-08T04:50:41.420" v="329" actId="47"/>
        <pc:sldMkLst>
          <pc:docMk/>
          <pc:sldMk cId="883686177" sldId="2147483247"/>
        </pc:sldMkLst>
      </pc:sldChg>
      <pc:sldChg chg="del">
        <pc:chgData name="Rathore, Chetna" userId="a8c00181-fe4e-4f7b-98a8-3641cdce7218" providerId="ADAL" clId="{1A001818-42BA-44F7-B265-7738A8D3A847}" dt="2026-09-08T04:51:02.138" v="332" actId="47"/>
        <pc:sldMkLst>
          <pc:docMk/>
          <pc:sldMk cId="2661277626" sldId="2147483248"/>
        </pc:sldMkLst>
      </pc:sldChg>
      <pc:sldChg chg="new del">
        <pc:chgData name="Rathore, Chetna" userId="a8c00181-fe4e-4f7b-98a8-3641cdce7218" providerId="ADAL" clId="{1A001818-42BA-44F7-B265-7738A8D3A847}" dt="2026-09-07T11:13:26.836" v="56" actId="680"/>
        <pc:sldMkLst>
          <pc:docMk/>
          <pc:sldMk cId="1655308307" sldId="2147483253"/>
        </pc:sldMkLst>
      </pc:sldChg>
      <pc:sldChg chg="addSp delSp modSp new mod ord setBg modClrScheme chgLayout">
        <pc:chgData name="Rathore, Chetna" userId="a8c00181-fe4e-4f7b-98a8-3641cdce7218" providerId="ADAL" clId="{1A001818-42BA-44F7-B265-7738A8D3A847}" dt="2026-09-07T11:50:32.032" v="222"/>
        <pc:sldMkLst>
          <pc:docMk/>
          <pc:sldMk cId="1671922756" sldId="2147483253"/>
        </pc:sldMkLst>
        <pc:spChg chg="del mod ord">
          <ac:chgData name="Rathore, Chetna" userId="a8c00181-fe4e-4f7b-98a8-3641cdce7218" providerId="ADAL" clId="{1A001818-42BA-44F7-B265-7738A8D3A847}" dt="2026-09-07T11:13:36.164" v="58" actId="700"/>
          <ac:spMkLst>
            <pc:docMk/>
            <pc:sldMk cId="1671922756" sldId="2147483253"/>
            <ac:spMk id="2" creationId="{1E7DFEDB-8DD4-151B-8AC4-F00E5C52F94B}"/>
          </ac:spMkLst>
        </pc:spChg>
        <pc:spChg chg="del">
          <ac:chgData name="Rathore, Chetna" userId="a8c00181-fe4e-4f7b-98a8-3641cdce7218" providerId="ADAL" clId="{1A001818-42BA-44F7-B265-7738A8D3A847}" dt="2026-09-07T11:13:36.164" v="58" actId="700"/>
          <ac:spMkLst>
            <pc:docMk/>
            <pc:sldMk cId="1671922756" sldId="2147483253"/>
            <ac:spMk id="3" creationId="{1E843778-0C14-133F-C384-BBF2A82FBB60}"/>
          </ac:spMkLst>
        </pc:spChg>
        <pc:spChg chg="del">
          <ac:chgData name="Rathore, Chetna" userId="a8c00181-fe4e-4f7b-98a8-3641cdce7218" providerId="ADAL" clId="{1A001818-42BA-44F7-B265-7738A8D3A847}" dt="2026-09-07T11:13:36.164" v="58" actId="700"/>
          <ac:spMkLst>
            <pc:docMk/>
            <pc:sldMk cId="1671922756" sldId="2147483253"/>
            <ac:spMk id="4" creationId="{29E90909-68AD-CBBF-3C59-93279C0AC1AB}"/>
          </ac:spMkLst>
        </pc:spChg>
        <pc:spChg chg="add del mod ord">
          <ac:chgData name="Rathore, Chetna" userId="a8c00181-fe4e-4f7b-98a8-3641cdce7218" providerId="ADAL" clId="{1A001818-42BA-44F7-B265-7738A8D3A847}" dt="2026-09-07T11:13:58.343" v="62" actId="26606"/>
          <ac:spMkLst>
            <pc:docMk/>
            <pc:sldMk cId="1671922756" sldId="2147483253"/>
            <ac:spMk id="5" creationId="{44F36C0B-99C2-A08E-392D-FA403F0CF287}"/>
          </ac:spMkLst>
        </pc:spChg>
        <pc:spChg chg="add del mod ord">
          <ac:chgData name="Rathore, Chetna" userId="a8c00181-fe4e-4f7b-98a8-3641cdce7218" providerId="ADAL" clId="{1A001818-42BA-44F7-B265-7738A8D3A847}" dt="2026-09-07T11:13:58.343" v="62" actId="26606"/>
          <ac:spMkLst>
            <pc:docMk/>
            <pc:sldMk cId="1671922756" sldId="2147483253"/>
            <ac:spMk id="6" creationId="{7292AD0C-BB93-F32A-CC8E-8462A9868A46}"/>
          </ac:spMkLst>
        </pc:spChg>
        <pc:spChg chg="add del">
          <ac:chgData name="Rathore, Chetna" userId="a8c00181-fe4e-4f7b-98a8-3641cdce7218" providerId="ADAL" clId="{1A001818-42BA-44F7-B265-7738A8D3A847}" dt="2026-09-07T11:13:52.152" v="61" actId="26606"/>
          <ac:spMkLst>
            <pc:docMk/>
            <pc:sldMk cId="1671922756" sldId="2147483253"/>
            <ac:spMk id="13" creationId="{42A4FC2C-047E-45A5-965D-8E1E3BF09BC6}"/>
          </ac:spMkLst>
        </pc:spChg>
        <pc:picChg chg="add mod">
          <ac:chgData name="Rathore, Chetna" userId="a8c00181-fe4e-4f7b-98a8-3641cdce7218" providerId="ADAL" clId="{1A001818-42BA-44F7-B265-7738A8D3A847}" dt="2026-09-07T11:14:16.480" v="64" actId="1076"/>
          <ac:picMkLst>
            <pc:docMk/>
            <pc:sldMk cId="1671922756" sldId="2147483253"/>
            <ac:picMk id="8" creationId="{749BB208-150C-FAAC-0B38-4A7A2C058436}"/>
          </ac:picMkLst>
        </pc:picChg>
      </pc:sldChg>
      <pc:sldChg chg="del">
        <pc:chgData name="Rathore, Chetna" userId="a8c00181-fe4e-4f7b-98a8-3641cdce7218" providerId="ADAL" clId="{1A001818-42BA-44F7-B265-7738A8D3A847}" dt="2026-09-08T04:51:02.913" v="333" actId="47"/>
        <pc:sldMkLst>
          <pc:docMk/>
          <pc:sldMk cId="4271752102" sldId="2147483257"/>
        </pc:sldMkLst>
      </pc:sldChg>
      <pc:sldChg chg="del">
        <pc:chgData name="Rathore, Chetna" userId="a8c00181-fe4e-4f7b-98a8-3641cdce7218" providerId="ADAL" clId="{1A001818-42BA-44F7-B265-7738A8D3A847}" dt="2026-09-08T04:51:01.511" v="331" actId="47"/>
        <pc:sldMkLst>
          <pc:docMk/>
          <pc:sldMk cId="2176753036" sldId="2147483258"/>
        </pc:sldMkLst>
      </pc:sldChg>
      <pc:sldMasterChg chg="delSldLayout">
        <pc:chgData name="Rathore, Chetna" userId="a8c00181-fe4e-4f7b-98a8-3641cdce7218" providerId="ADAL" clId="{1A001818-42BA-44F7-B265-7738A8D3A847}" dt="2026-09-07T11:35:12.721" v="67" actId="47"/>
        <pc:sldMasterMkLst>
          <pc:docMk/>
          <pc:sldMasterMk cId="1969136432" sldId="2147483661"/>
        </pc:sldMasterMkLst>
        <pc:sldLayoutChg chg="del">
          <pc:chgData name="Rathore, Chetna" userId="a8c00181-fe4e-4f7b-98a8-3641cdce7218" providerId="ADAL" clId="{1A001818-42BA-44F7-B265-7738A8D3A847}" dt="2026-09-07T11:35:12.721" v="67" actId="47"/>
          <pc:sldLayoutMkLst>
            <pc:docMk/>
            <pc:sldMasterMk cId="1969136432" sldId="2147483661"/>
            <pc:sldLayoutMk cId="2705335652" sldId="2147483698"/>
          </pc:sldLayoutMkLst>
        </pc:sldLayoutChg>
      </pc:sldMasterChg>
    </pc:docChg>
  </pc:docChgLst>
  <pc:docChgLst>
    <pc:chgData name="Dalmia, Shreya" userId="fb8bfd7e-19af-4cf2-9313-72af6a9413ee" providerId="ADAL" clId="{7B484397-1090-4BEB-A08D-17999412EFA0}"/>
    <pc:docChg chg="undo redo custSel addSld delSld modSld sldOrd delMainMaster modMainMaster">
      <pc:chgData name="Dalmia, Shreya" userId="fb8bfd7e-19af-4cf2-9313-72af6a9413ee" providerId="ADAL" clId="{7B484397-1090-4BEB-A08D-17999412EFA0}" dt="2026-09-08T04:47:59.606" v="13293" actId="20577"/>
      <pc:docMkLst>
        <pc:docMk/>
      </pc:docMkLst>
      <pc:sldChg chg="addSp modSp add del modTransition">
        <pc:chgData name="Dalmia, Shreya" userId="fb8bfd7e-19af-4cf2-9313-72af6a9413ee" providerId="ADAL" clId="{7B484397-1090-4BEB-A08D-17999412EFA0}" dt="2026-09-07T12:20:56.858" v="12231" actId="47"/>
        <pc:sldMkLst>
          <pc:docMk/>
          <pc:sldMk cId="2449242040" sldId="274"/>
        </pc:sldMkLst>
        <pc:spChg chg="add mod">
          <ac:chgData name="Dalmia, Shreya" userId="fb8bfd7e-19af-4cf2-9313-72af6a9413ee" providerId="ADAL" clId="{7B484397-1090-4BEB-A08D-17999412EFA0}" dt="2026-09-07T12:20:15.231" v="12222"/>
          <ac:spMkLst>
            <pc:docMk/>
            <pc:sldMk cId="2449242040" sldId="274"/>
            <ac:spMk id="10" creationId="{F488C06D-E1BD-FF9B-21DE-3584035687C4}"/>
          </ac:spMkLst>
        </pc:spChg>
        <pc:spChg chg="add mod">
          <ac:chgData name="Dalmia, Shreya" userId="fb8bfd7e-19af-4cf2-9313-72af6a9413ee" providerId="ADAL" clId="{7B484397-1090-4BEB-A08D-17999412EFA0}" dt="2026-09-07T12:20:15.261" v="12223"/>
          <ac:spMkLst>
            <pc:docMk/>
            <pc:sldMk cId="2449242040" sldId="274"/>
            <ac:spMk id="13" creationId="{FDD397D9-8B0F-1242-BB67-18F3303D1C39}"/>
          </ac:spMkLst>
        </pc:spChg>
      </pc:sldChg>
      <pc:sldChg chg="add del modTransition">
        <pc:chgData name="Dalmia, Shreya" userId="fb8bfd7e-19af-4cf2-9313-72af6a9413ee" providerId="ADAL" clId="{7B484397-1090-4BEB-A08D-17999412EFA0}" dt="2026-09-07T11:22:19.472" v="12176" actId="47"/>
        <pc:sldMkLst>
          <pc:docMk/>
          <pc:sldMk cId="1474961728" sldId="389"/>
        </pc:sldMkLst>
      </pc:sldChg>
      <pc:sldChg chg="modSp mod">
        <pc:chgData name="Dalmia, Shreya" userId="fb8bfd7e-19af-4cf2-9313-72af6a9413ee" providerId="ADAL" clId="{7B484397-1090-4BEB-A08D-17999412EFA0}" dt="2026-09-05T23:22:50.202" v="5428" actId="1036"/>
        <pc:sldMkLst>
          <pc:docMk/>
          <pc:sldMk cId="1116903824" sldId="2142533323"/>
        </pc:sldMkLst>
        <pc:spChg chg="mod">
          <ac:chgData name="Dalmia, Shreya" userId="fb8bfd7e-19af-4cf2-9313-72af6a9413ee" providerId="ADAL" clId="{7B484397-1090-4BEB-A08D-17999412EFA0}" dt="2026-09-05T23:22:08.647" v="5399"/>
          <ac:spMkLst>
            <pc:docMk/>
            <pc:sldMk cId="1116903824" sldId="2142533323"/>
            <ac:spMk id="2" creationId="{130CA213-15F3-EF5F-570A-1EBDA1BD0638}"/>
          </ac:spMkLst>
        </pc:spChg>
        <pc:spChg chg="mod">
          <ac:chgData name="Dalmia, Shreya" userId="fb8bfd7e-19af-4cf2-9313-72af6a9413ee" providerId="ADAL" clId="{7B484397-1090-4BEB-A08D-17999412EFA0}" dt="2026-09-05T23:22:50.202" v="5428" actId="1036"/>
          <ac:spMkLst>
            <pc:docMk/>
            <pc:sldMk cId="1116903824" sldId="2142533323"/>
            <ac:spMk id="4" creationId="{11D683ED-E024-E265-7E6B-89F1846D9E5A}"/>
          </ac:spMkLst>
        </pc:spChg>
        <pc:spChg chg="mod">
          <ac:chgData name="Dalmia, Shreya" userId="fb8bfd7e-19af-4cf2-9313-72af6a9413ee" providerId="ADAL" clId="{7B484397-1090-4BEB-A08D-17999412EFA0}" dt="2026-09-05T23:22:20.245" v="5403" actId="20577"/>
          <ac:spMkLst>
            <pc:docMk/>
            <pc:sldMk cId="1116903824" sldId="2142533323"/>
            <ac:spMk id="6" creationId="{829554AF-CCA0-C615-0A41-D817E6E28257}"/>
          </ac:spMkLst>
        </pc:spChg>
      </pc:sldChg>
      <pc:sldChg chg="addSp delSp modSp new mod ord modAnim">
        <pc:chgData name="Dalmia, Shreya" userId="fb8bfd7e-19af-4cf2-9313-72af6a9413ee" providerId="ADAL" clId="{7B484397-1090-4BEB-A08D-17999412EFA0}" dt="2026-09-08T04:43:46.350" v="13283" actId="6549"/>
        <pc:sldMkLst>
          <pc:docMk/>
          <pc:sldMk cId="2059494568" sldId="2147483202"/>
        </pc:sldMkLst>
        <pc:spChg chg="mod">
          <ac:chgData name="Dalmia, Shreya" userId="fb8bfd7e-19af-4cf2-9313-72af6a9413ee" providerId="ADAL" clId="{7B484397-1090-4BEB-A08D-17999412EFA0}" dt="2026-09-06T18:31:12.231" v="8358" actId="20577"/>
          <ac:spMkLst>
            <pc:docMk/>
            <pc:sldMk cId="2059494568" sldId="2147483202"/>
            <ac:spMk id="2" creationId="{A48FDE29-3F65-2C40-76F2-19F72BAEDCDC}"/>
          </ac:spMkLst>
        </pc:spChg>
        <pc:spChg chg="mod">
          <ac:chgData name="Dalmia, Shreya" userId="fb8bfd7e-19af-4cf2-9313-72af6a9413ee" providerId="ADAL" clId="{7B484397-1090-4BEB-A08D-17999412EFA0}" dt="2026-09-07T16:16:07.242" v="12911" actId="20577"/>
          <ac:spMkLst>
            <pc:docMk/>
            <pc:sldMk cId="2059494568" sldId="2147483202"/>
            <ac:spMk id="3" creationId="{E728895F-C451-4CAC-F0D5-0A7B51865CEB}"/>
          </ac:spMkLst>
        </pc:spChg>
        <pc:spChg chg="mod">
          <ac:chgData name="Dalmia, Shreya" userId="fb8bfd7e-19af-4cf2-9313-72af6a9413ee" providerId="ADAL" clId="{7B484397-1090-4BEB-A08D-17999412EFA0}" dt="2026-09-06T18:51:41.419" v="9459" actId="108"/>
          <ac:spMkLst>
            <pc:docMk/>
            <pc:sldMk cId="2059494568" sldId="2147483202"/>
            <ac:spMk id="162" creationId="{402C036F-7201-8486-DFBA-292F9F7FF6AB}"/>
          </ac:spMkLst>
        </pc:spChg>
        <pc:spChg chg="add mod">
          <ac:chgData name="Dalmia, Shreya" userId="fb8bfd7e-19af-4cf2-9313-72af6a9413ee" providerId="ADAL" clId="{7B484397-1090-4BEB-A08D-17999412EFA0}" dt="2026-09-08T04:43:46.350" v="13283" actId="6549"/>
          <ac:spMkLst>
            <pc:docMk/>
            <pc:sldMk cId="2059494568" sldId="2147483202"/>
            <ac:spMk id="163" creationId="{1AF8B5F4-CD04-D4C3-A72C-5A0D82B2217D}"/>
          </ac:spMkLst>
        </pc:spChg>
        <pc:spChg chg="mod">
          <ac:chgData name="Dalmia, Shreya" userId="fb8bfd7e-19af-4cf2-9313-72af6a9413ee" providerId="ADAL" clId="{7B484397-1090-4BEB-A08D-17999412EFA0}" dt="2026-09-07T16:14:35.273" v="12901" actId="20577"/>
          <ac:spMkLst>
            <pc:docMk/>
            <pc:sldMk cId="2059494568" sldId="2147483202"/>
            <ac:spMk id="164" creationId="{E4ECAF59-82AD-1ABF-D19B-BEC22910B3A4}"/>
          </ac:spMkLst>
        </pc:spChg>
        <pc:spChg chg="mod">
          <ac:chgData name="Dalmia, Shreya" userId="fb8bfd7e-19af-4cf2-9313-72af6a9413ee" providerId="ADAL" clId="{7B484397-1090-4BEB-A08D-17999412EFA0}" dt="2026-09-08T04:43:09.522" v="13281" actId="20577"/>
          <ac:spMkLst>
            <pc:docMk/>
            <pc:sldMk cId="2059494568" sldId="2147483202"/>
            <ac:spMk id="165" creationId="{632D173F-DF2A-7BD1-1004-021B5293F71F}"/>
          </ac:spMkLst>
        </pc:spChg>
        <pc:spChg chg="mod">
          <ac:chgData name="Dalmia, Shreya" userId="fb8bfd7e-19af-4cf2-9313-72af6a9413ee" providerId="ADAL" clId="{7B484397-1090-4BEB-A08D-17999412EFA0}" dt="2026-09-06T18:40:56.328" v="8703" actId="1035"/>
          <ac:spMkLst>
            <pc:docMk/>
            <pc:sldMk cId="2059494568" sldId="2147483202"/>
            <ac:spMk id="166" creationId="{16CFE06F-D027-0EF4-970F-3EC8AF48DD3D}"/>
          </ac:spMkLst>
        </pc:spChg>
        <pc:spChg chg="mod">
          <ac:chgData name="Dalmia, Shreya" userId="fb8bfd7e-19af-4cf2-9313-72af6a9413ee" providerId="ADAL" clId="{7B484397-1090-4BEB-A08D-17999412EFA0}" dt="2026-09-06T18:44:54.237" v="8922" actId="108"/>
          <ac:spMkLst>
            <pc:docMk/>
            <pc:sldMk cId="2059494568" sldId="2147483202"/>
            <ac:spMk id="167" creationId="{94B674EE-9EAD-8BAD-17FB-0275F9E80820}"/>
          </ac:spMkLst>
        </pc:spChg>
        <pc:spChg chg="add mod">
          <ac:chgData name="Dalmia, Shreya" userId="fb8bfd7e-19af-4cf2-9313-72af6a9413ee" providerId="ADAL" clId="{7B484397-1090-4BEB-A08D-17999412EFA0}" dt="2026-09-07T17:08:34.295" v="13209" actId="20577"/>
          <ac:spMkLst>
            <pc:docMk/>
            <pc:sldMk cId="2059494568" sldId="2147483202"/>
            <ac:spMk id="168" creationId="{32DBA26B-E3E3-7DA0-B4DE-7C63D37BF1EC}"/>
          </ac:spMkLst>
        </pc:spChg>
        <pc:spChg chg="mod">
          <ac:chgData name="Dalmia, Shreya" userId="fb8bfd7e-19af-4cf2-9313-72af6a9413ee" providerId="ADAL" clId="{7B484397-1090-4BEB-A08D-17999412EFA0}" dt="2026-09-06T18:45:30.549" v="8941" actId="207"/>
          <ac:spMkLst>
            <pc:docMk/>
            <pc:sldMk cId="2059494568" sldId="2147483202"/>
            <ac:spMk id="169" creationId="{FE515ADE-7BCC-15A2-7CAF-98ACE2E71D53}"/>
          </ac:spMkLst>
        </pc:spChg>
        <pc:spChg chg="mod">
          <ac:chgData name="Dalmia, Shreya" userId="fb8bfd7e-19af-4cf2-9313-72af6a9413ee" providerId="ADAL" clId="{7B484397-1090-4BEB-A08D-17999412EFA0}" dt="2026-09-06T18:44:41.428" v="8921" actId="207"/>
          <ac:spMkLst>
            <pc:docMk/>
            <pc:sldMk cId="2059494568" sldId="2147483202"/>
            <ac:spMk id="170" creationId="{51DD4085-D7E1-02A3-86DA-78EEA2F1A7EA}"/>
          </ac:spMkLst>
        </pc:spChg>
        <pc:spChg chg="mod">
          <ac:chgData name="Dalmia, Shreya" userId="fb8bfd7e-19af-4cf2-9313-72af6a9413ee" providerId="ADAL" clId="{7B484397-1090-4BEB-A08D-17999412EFA0}" dt="2026-09-06T18:33:26.721" v="8516" actId="1035"/>
          <ac:spMkLst>
            <pc:docMk/>
            <pc:sldMk cId="2059494568" sldId="2147483202"/>
            <ac:spMk id="196" creationId="{16D86535-2DE9-22C3-AC50-5166606406FA}"/>
          </ac:spMkLst>
        </pc:spChg>
        <pc:spChg chg="add mod">
          <ac:chgData name="Dalmia, Shreya" userId="fb8bfd7e-19af-4cf2-9313-72af6a9413ee" providerId="ADAL" clId="{7B484397-1090-4BEB-A08D-17999412EFA0}" dt="2026-09-06T18:33:26.721" v="8516" actId="1035"/>
          <ac:spMkLst>
            <pc:docMk/>
            <pc:sldMk cId="2059494568" sldId="2147483202"/>
            <ac:spMk id="197" creationId="{FC9E9246-92A0-0DC4-C169-6E137B3F2FCF}"/>
          </ac:spMkLst>
        </pc:spChg>
        <pc:spChg chg="add mod">
          <ac:chgData name="Dalmia, Shreya" userId="fb8bfd7e-19af-4cf2-9313-72af6a9413ee" providerId="ADAL" clId="{7B484397-1090-4BEB-A08D-17999412EFA0}" dt="2026-09-06T18:33:26.721" v="8516" actId="1035"/>
          <ac:spMkLst>
            <pc:docMk/>
            <pc:sldMk cId="2059494568" sldId="2147483202"/>
            <ac:spMk id="203" creationId="{0FA17BD8-2B8A-A12D-961F-AA2DE3E67391}"/>
          </ac:spMkLst>
        </pc:spChg>
        <pc:spChg chg="mod">
          <ac:chgData name="Dalmia, Shreya" userId="fb8bfd7e-19af-4cf2-9313-72af6a9413ee" providerId="ADAL" clId="{7B484397-1090-4BEB-A08D-17999412EFA0}" dt="2026-09-06T18:33:26.721" v="8516" actId="1035"/>
          <ac:spMkLst>
            <pc:docMk/>
            <pc:sldMk cId="2059494568" sldId="2147483202"/>
            <ac:spMk id="206" creationId="{18BCC0DC-DE06-8966-F2E6-6121D6DA2E80}"/>
          </ac:spMkLst>
        </pc:spChg>
        <pc:spChg chg="mod">
          <ac:chgData name="Dalmia, Shreya" userId="fb8bfd7e-19af-4cf2-9313-72af6a9413ee" providerId="ADAL" clId="{7B484397-1090-4BEB-A08D-17999412EFA0}" dt="2026-09-06T18:33:26.721" v="8516" actId="1035"/>
          <ac:spMkLst>
            <pc:docMk/>
            <pc:sldMk cId="2059494568" sldId="2147483202"/>
            <ac:spMk id="211" creationId="{AFFCEE2A-139F-974E-CA9E-B7FA754C8C17}"/>
          </ac:spMkLst>
        </pc:spChg>
        <pc:spChg chg="mod">
          <ac:chgData name="Dalmia, Shreya" userId="fb8bfd7e-19af-4cf2-9313-72af6a9413ee" providerId="ADAL" clId="{7B484397-1090-4BEB-A08D-17999412EFA0}" dt="2026-09-06T18:33:26.721" v="8516" actId="1035"/>
          <ac:spMkLst>
            <pc:docMk/>
            <pc:sldMk cId="2059494568" sldId="2147483202"/>
            <ac:spMk id="216" creationId="{279B3F46-5278-8800-53F9-4A1276B287DF}"/>
          </ac:spMkLst>
        </pc:spChg>
        <pc:spChg chg="add mod">
          <ac:chgData name="Dalmia, Shreya" userId="fb8bfd7e-19af-4cf2-9313-72af6a9413ee" providerId="ADAL" clId="{7B484397-1090-4BEB-A08D-17999412EFA0}" dt="2026-09-06T18:33:26.721" v="8516" actId="1035"/>
          <ac:spMkLst>
            <pc:docMk/>
            <pc:sldMk cId="2059494568" sldId="2147483202"/>
            <ac:spMk id="225" creationId="{2645473B-1A55-5A6C-3EF6-8981F5D4B772}"/>
          </ac:spMkLst>
        </pc:spChg>
        <pc:graphicFrameChg chg="add del mod modGraphic">
          <ac:chgData name="Dalmia, Shreya" userId="fb8bfd7e-19af-4cf2-9313-72af6a9413ee" providerId="ADAL" clId="{7B484397-1090-4BEB-A08D-17999412EFA0}" dt="2026-09-07T16:14:20.263" v="12873" actId="478"/>
          <ac:graphicFrameMkLst>
            <pc:docMk/>
            <pc:sldMk cId="2059494568" sldId="2147483202"/>
            <ac:graphicFrameMk id="6" creationId="{818409D7-2F35-4145-0768-34D96AFD3495}"/>
          </ac:graphicFrameMkLst>
        </pc:graphicFrameChg>
        <pc:graphicFrameChg chg="del mod">
          <ac:chgData name="Dalmia, Shreya" userId="fb8bfd7e-19af-4cf2-9313-72af6a9413ee" providerId="ADAL" clId="{7B484397-1090-4BEB-A08D-17999412EFA0}" dt="2026-09-07T12:22:01.818" v="12232" actId="478"/>
          <ac:graphicFrameMkLst>
            <pc:docMk/>
            <pc:sldMk cId="2059494568" sldId="2147483202"/>
            <ac:graphicFrameMk id="187" creationId="{D77AE5FB-CEA1-023F-1A3C-76411BE80FBD}"/>
          </ac:graphicFrameMkLst>
        </pc:graphicFrameChg>
        <pc:graphicFrameChg chg="add mod modGraphic">
          <ac:chgData name="Dalmia, Shreya" userId="fb8bfd7e-19af-4cf2-9313-72af6a9413ee" providerId="ADAL" clId="{7B484397-1090-4BEB-A08D-17999412EFA0}" dt="2026-09-06T18:44:27.520" v="8912" actId="1037"/>
          <ac:graphicFrameMkLst>
            <pc:docMk/>
            <pc:sldMk cId="2059494568" sldId="2147483202"/>
            <ac:graphicFrameMk id="236" creationId="{881FC0CF-6668-F518-9FD6-E801795D6BBC}"/>
          </ac:graphicFrameMkLst>
        </pc:graphicFrameChg>
        <pc:picChg chg="mod">
          <ac:chgData name="Dalmia, Shreya" userId="fb8bfd7e-19af-4cf2-9313-72af6a9413ee" providerId="ADAL" clId="{7B484397-1090-4BEB-A08D-17999412EFA0}" dt="2026-09-07T16:15:39.630" v="12906" actId="14100"/>
          <ac:picMkLst>
            <pc:docMk/>
            <pc:sldMk cId="2059494568" sldId="2147483202"/>
            <ac:picMk id="161" creationId="{0D72BA3B-C9D4-57BE-0EF5-2E86D298DB80}"/>
          </ac:picMkLst>
        </pc:picChg>
      </pc:sldChg>
      <pc:sldChg chg="add del">
        <pc:chgData name="Dalmia, Shreya" userId="fb8bfd7e-19af-4cf2-9313-72af6a9413ee" providerId="ADAL" clId="{7B484397-1090-4BEB-A08D-17999412EFA0}" dt="2026-09-07T17:03:40.851" v="13112"/>
        <pc:sldMkLst>
          <pc:docMk/>
          <pc:sldMk cId="1075426968" sldId="2147483203"/>
        </pc:sldMkLst>
      </pc:sldChg>
      <pc:sldChg chg="addSp delSp modSp add del mod delAnim modAnim">
        <pc:chgData name="Dalmia, Shreya" userId="fb8bfd7e-19af-4cf2-9313-72af6a9413ee" providerId="ADAL" clId="{7B484397-1090-4BEB-A08D-17999412EFA0}" dt="2026-09-07T17:03:36.212" v="13110" actId="2696"/>
        <pc:sldMkLst>
          <pc:docMk/>
          <pc:sldMk cId="2477058565" sldId="2147483203"/>
        </pc:sldMkLst>
      </pc:sldChg>
      <pc:sldChg chg="add">
        <pc:chgData name="Dalmia, Shreya" userId="fb8bfd7e-19af-4cf2-9313-72af6a9413ee" providerId="ADAL" clId="{7B484397-1090-4BEB-A08D-17999412EFA0}" dt="2026-09-07T17:03:40.884" v="13113"/>
        <pc:sldMkLst>
          <pc:docMk/>
          <pc:sldMk cId="2574690232" sldId="2147483203"/>
        </pc:sldMkLst>
      </pc:sldChg>
      <pc:sldChg chg="modSp add del mod">
        <pc:chgData name="Dalmia, Shreya" userId="fb8bfd7e-19af-4cf2-9313-72af6a9413ee" providerId="ADAL" clId="{7B484397-1090-4BEB-A08D-17999412EFA0}" dt="2026-09-07T13:05:15.844" v="12863" actId="47"/>
        <pc:sldMkLst>
          <pc:docMk/>
          <pc:sldMk cId="3576951099" sldId="2147483205"/>
        </pc:sldMkLst>
      </pc:sldChg>
      <pc:sldChg chg="addSp delSp modSp add mod ord delAnim modAnim">
        <pc:chgData name="Dalmia, Shreya" userId="fb8bfd7e-19af-4cf2-9313-72af6a9413ee" providerId="ADAL" clId="{7B484397-1090-4BEB-A08D-17999412EFA0}" dt="2026-09-07T16:50:34.810" v="13004"/>
        <pc:sldMkLst>
          <pc:docMk/>
          <pc:sldMk cId="3609292392" sldId="2147483206"/>
        </pc:sldMkLst>
        <pc:spChg chg="mod">
          <ac:chgData name="Dalmia, Shreya" userId="fb8bfd7e-19af-4cf2-9313-72af6a9413ee" providerId="ADAL" clId="{7B484397-1090-4BEB-A08D-17999412EFA0}" dt="2026-09-07T12:59:25.941" v="12660" actId="20577"/>
          <ac:spMkLst>
            <pc:docMk/>
            <pc:sldMk cId="3609292392" sldId="2147483206"/>
            <ac:spMk id="2" creationId="{CAA1468F-A56F-0ED7-3AA7-90A79F4A0641}"/>
          </ac:spMkLst>
        </pc:spChg>
        <pc:spChg chg="del mod">
          <ac:chgData name="Dalmia, Shreya" userId="fb8bfd7e-19af-4cf2-9313-72af6a9413ee" providerId="ADAL" clId="{7B484397-1090-4BEB-A08D-17999412EFA0}" dt="2026-09-07T12:59:28.548" v="12661" actId="478"/>
          <ac:spMkLst>
            <pc:docMk/>
            <pc:sldMk cId="3609292392" sldId="2147483206"/>
            <ac:spMk id="3" creationId="{E134EF1E-B592-7FC8-DEEE-9B7A8482A60E}"/>
          </ac:spMkLst>
        </pc:spChg>
        <pc:spChg chg="add del mod">
          <ac:chgData name="Dalmia, Shreya" userId="fb8bfd7e-19af-4cf2-9313-72af6a9413ee" providerId="ADAL" clId="{7B484397-1090-4BEB-A08D-17999412EFA0}" dt="2026-09-07T12:59:29.827" v="12662" actId="478"/>
          <ac:spMkLst>
            <pc:docMk/>
            <pc:sldMk cId="3609292392" sldId="2147483206"/>
            <ac:spMk id="7" creationId="{5AE03DE6-5B65-851D-37FF-999BBE71CAB2}"/>
          </ac:spMkLst>
        </pc:spChg>
        <pc:spChg chg="add mod">
          <ac:chgData name="Dalmia, Shreya" userId="fb8bfd7e-19af-4cf2-9313-72af6a9413ee" providerId="ADAL" clId="{7B484397-1090-4BEB-A08D-17999412EFA0}" dt="2026-09-07T12:59:45.068" v="12665" actId="1076"/>
          <ac:spMkLst>
            <pc:docMk/>
            <pc:sldMk cId="3609292392" sldId="2147483206"/>
            <ac:spMk id="12" creationId="{30331010-60F3-4E05-B974-ADA951370BA6}"/>
          </ac:spMkLst>
        </pc:spChg>
        <pc:spChg chg="add mod">
          <ac:chgData name="Dalmia, Shreya" userId="fb8bfd7e-19af-4cf2-9313-72af6a9413ee" providerId="ADAL" clId="{7B484397-1090-4BEB-A08D-17999412EFA0}" dt="2026-09-07T12:59:45.068" v="12665" actId="1076"/>
          <ac:spMkLst>
            <pc:docMk/>
            <pc:sldMk cId="3609292392" sldId="2147483206"/>
            <ac:spMk id="16" creationId="{689E66B0-E853-F5A0-688C-0AA50BDFCECA}"/>
          </ac:spMkLst>
        </pc:spChg>
        <pc:spChg chg="add mod">
          <ac:chgData name="Dalmia, Shreya" userId="fb8bfd7e-19af-4cf2-9313-72af6a9413ee" providerId="ADAL" clId="{7B484397-1090-4BEB-A08D-17999412EFA0}" dt="2026-09-07T12:59:45.068" v="12665" actId="1076"/>
          <ac:spMkLst>
            <pc:docMk/>
            <pc:sldMk cId="3609292392" sldId="2147483206"/>
            <ac:spMk id="18" creationId="{6A4DBACA-73C7-C019-7105-24B246CFF30A}"/>
          </ac:spMkLst>
        </pc:spChg>
        <pc:spChg chg="add mod">
          <ac:chgData name="Dalmia, Shreya" userId="fb8bfd7e-19af-4cf2-9313-72af6a9413ee" providerId="ADAL" clId="{7B484397-1090-4BEB-A08D-17999412EFA0}" dt="2026-09-07T12:59:45.068" v="12665" actId="1076"/>
          <ac:spMkLst>
            <pc:docMk/>
            <pc:sldMk cId="3609292392" sldId="2147483206"/>
            <ac:spMk id="21" creationId="{A12A6109-10A1-7671-3F9C-0CEC01D3BE5D}"/>
          </ac:spMkLst>
        </pc:spChg>
        <pc:spChg chg="add mod">
          <ac:chgData name="Dalmia, Shreya" userId="fb8bfd7e-19af-4cf2-9313-72af6a9413ee" providerId="ADAL" clId="{7B484397-1090-4BEB-A08D-17999412EFA0}" dt="2026-09-07T12:59:45.068" v="12665" actId="1076"/>
          <ac:spMkLst>
            <pc:docMk/>
            <pc:sldMk cId="3609292392" sldId="2147483206"/>
            <ac:spMk id="23" creationId="{D995A4AC-1D76-403D-24AD-DAE119189F7B}"/>
          </ac:spMkLst>
        </pc:spChg>
        <pc:spChg chg="add mod">
          <ac:chgData name="Dalmia, Shreya" userId="fb8bfd7e-19af-4cf2-9313-72af6a9413ee" providerId="ADAL" clId="{7B484397-1090-4BEB-A08D-17999412EFA0}" dt="2026-09-07T12:59:45.068" v="12665" actId="1076"/>
          <ac:spMkLst>
            <pc:docMk/>
            <pc:sldMk cId="3609292392" sldId="2147483206"/>
            <ac:spMk id="25" creationId="{8472266C-D06B-3340-4C7E-D16684830AB2}"/>
          </ac:spMkLst>
        </pc:spChg>
        <pc:spChg chg="add mod">
          <ac:chgData name="Dalmia, Shreya" userId="fb8bfd7e-19af-4cf2-9313-72af6a9413ee" providerId="ADAL" clId="{7B484397-1090-4BEB-A08D-17999412EFA0}" dt="2026-09-07T16:49:52.310" v="13003" actId="20577"/>
          <ac:spMkLst>
            <pc:docMk/>
            <pc:sldMk cId="3609292392" sldId="2147483206"/>
            <ac:spMk id="26" creationId="{DAB2EA32-C0DE-E897-F7D4-2FB0AE8CAF1F}"/>
          </ac:spMkLst>
        </pc:spChg>
        <pc:spChg chg="add del mod">
          <ac:chgData name="Dalmia, Shreya" userId="fb8bfd7e-19af-4cf2-9313-72af6a9413ee" providerId="ADAL" clId="{7B484397-1090-4BEB-A08D-17999412EFA0}" dt="2026-09-07T12:59:35.642" v="12663" actId="478"/>
          <ac:spMkLst>
            <pc:docMk/>
            <pc:sldMk cId="3609292392" sldId="2147483206"/>
            <ac:spMk id="27" creationId="{D48BF4F6-F665-1790-3D29-C5657F8C8520}"/>
          </ac:spMkLst>
        </pc:spChg>
        <pc:graphicFrameChg chg="add mod">
          <ac:chgData name="Dalmia, Shreya" userId="fb8bfd7e-19af-4cf2-9313-72af6a9413ee" providerId="ADAL" clId="{7B484397-1090-4BEB-A08D-17999412EFA0}" dt="2026-09-06T20:37:17.732" v="12040" actId="207"/>
          <ac:graphicFrameMkLst>
            <pc:docMk/>
            <pc:sldMk cId="3609292392" sldId="2147483206"/>
            <ac:graphicFrameMk id="6" creationId="{59F1E724-DBEC-C5A6-DB1A-3CCA01F64F85}"/>
          </ac:graphicFrameMkLst>
        </pc:graphicFrameChg>
        <pc:graphicFrameChg chg="add mod modGraphic">
          <ac:chgData name="Dalmia, Shreya" userId="fb8bfd7e-19af-4cf2-9313-72af6a9413ee" providerId="ADAL" clId="{7B484397-1090-4BEB-A08D-17999412EFA0}" dt="2026-09-07T12:59:45.068" v="12665" actId="1076"/>
          <ac:graphicFrameMkLst>
            <pc:docMk/>
            <pc:sldMk cId="3609292392" sldId="2147483206"/>
            <ac:graphicFrameMk id="15" creationId="{D59AD2CF-64C4-DE06-46B2-B8CD2081B0FC}"/>
          </ac:graphicFrameMkLst>
        </pc:graphicFrameChg>
        <pc:picChg chg="add mod modCrop">
          <ac:chgData name="Dalmia, Shreya" userId="fb8bfd7e-19af-4cf2-9313-72af6a9413ee" providerId="ADAL" clId="{7B484397-1090-4BEB-A08D-17999412EFA0}" dt="2026-09-07T12:59:45.068" v="12665" actId="1076"/>
          <ac:picMkLst>
            <pc:docMk/>
            <pc:sldMk cId="3609292392" sldId="2147483206"/>
            <ac:picMk id="19" creationId="{704DAA54-EC53-7E9A-17FB-0E5970722639}"/>
          </ac:picMkLst>
        </pc:picChg>
        <pc:picChg chg="add mod modCrop">
          <ac:chgData name="Dalmia, Shreya" userId="fb8bfd7e-19af-4cf2-9313-72af6a9413ee" providerId="ADAL" clId="{7B484397-1090-4BEB-A08D-17999412EFA0}" dt="2026-09-07T12:59:45.068" v="12665" actId="1076"/>
          <ac:picMkLst>
            <pc:docMk/>
            <pc:sldMk cId="3609292392" sldId="2147483206"/>
            <ac:picMk id="22" creationId="{B2047EB7-3293-C738-59F5-D1AAB6B8A8EE}"/>
          </ac:picMkLst>
        </pc:picChg>
        <pc:cxnChg chg="add mod">
          <ac:chgData name="Dalmia, Shreya" userId="fb8bfd7e-19af-4cf2-9313-72af6a9413ee" providerId="ADAL" clId="{7B484397-1090-4BEB-A08D-17999412EFA0}" dt="2026-09-05T21:47:47.853" v="1488" actId="693"/>
          <ac:cxnSpMkLst>
            <pc:docMk/>
            <pc:sldMk cId="3609292392" sldId="2147483206"/>
            <ac:cxnSpMk id="14" creationId="{8F0756B8-4291-43F5-A439-71E00C5C9F29}"/>
          </ac:cxnSpMkLst>
        </pc:cxnChg>
      </pc:sldChg>
      <pc:sldChg chg="modSp add mod">
        <pc:chgData name="Dalmia, Shreya" userId="fb8bfd7e-19af-4cf2-9313-72af6a9413ee" providerId="ADAL" clId="{7B484397-1090-4BEB-A08D-17999412EFA0}" dt="2026-09-07T16:55:53.387" v="13103" actId="113"/>
        <pc:sldMkLst>
          <pc:docMk/>
          <pc:sldMk cId="1239333512" sldId="2147483207"/>
        </pc:sldMkLst>
        <pc:spChg chg="mod">
          <ac:chgData name="Dalmia, Shreya" userId="fb8bfd7e-19af-4cf2-9313-72af6a9413ee" providerId="ADAL" clId="{7B484397-1090-4BEB-A08D-17999412EFA0}" dt="2026-09-07T16:55:53.387" v="13103" actId="113"/>
          <ac:spMkLst>
            <pc:docMk/>
            <pc:sldMk cId="1239333512" sldId="2147483207"/>
            <ac:spMk id="38" creationId="{A8C9A805-FFEB-605F-0C86-BDDA27D317CC}"/>
          </ac:spMkLst>
        </pc:spChg>
      </pc:sldChg>
      <pc:sldChg chg="addSp delSp modSp add del mod modAnim">
        <pc:chgData name="Dalmia, Shreya" userId="fb8bfd7e-19af-4cf2-9313-72af6a9413ee" providerId="ADAL" clId="{7B484397-1090-4BEB-A08D-17999412EFA0}" dt="2026-09-07T13:05:18.384" v="12864" actId="2696"/>
        <pc:sldMkLst>
          <pc:docMk/>
          <pc:sldMk cId="2086347822" sldId="2147483207"/>
        </pc:sldMkLst>
      </pc:sldChg>
      <pc:sldChg chg="add del">
        <pc:chgData name="Dalmia, Shreya" userId="fb8bfd7e-19af-4cf2-9313-72af6a9413ee" providerId="ADAL" clId="{7B484397-1090-4BEB-A08D-17999412EFA0}" dt="2026-09-07T13:05:22.403" v="12866"/>
        <pc:sldMkLst>
          <pc:docMk/>
          <pc:sldMk cId="2398761960" sldId="2147483207"/>
        </pc:sldMkLst>
      </pc:sldChg>
      <pc:sldChg chg="add">
        <pc:chgData name="Dalmia, Shreya" userId="fb8bfd7e-19af-4cf2-9313-72af6a9413ee" providerId="ADAL" clId="{7B484397-1090-4BEB-A08D-17999412EFA0}" dt="2026-09-07T17:03:40.884" v="13113"/>
        <pc:sldMkLst>
          <pc:docMk/>
          <pc:sldMk cId="3337362786" sldId="2147483208"/>
        </pc:sldMkLst>
      </pc:sldChg>
      <pc:sldChg chg="add del">
        <pc:chgData name="Dalmia, Shreya" userId="fb8bfd7e-19af-4cf2-9313-72af6a9413ee" providerId="ADAL" clId="{7B484397-1090-4BEB-A08D-17999412EFA0}" dt="2026-09-07T17:03:40.851" v="13112"/>
        <pc:sldMkLst>
          <pc:docMk/>
          <pc:sldMk cId="4248876535" sldId="2147483208"/>
        </pc:sldMkLst>
      </pc:sldChg>
      <pc:sldChg chg="addSp delSp modSp add del mod modAnim">
        <pc:chgData name="Dalmia, Shreya" userId="fb8bfd7e-19af-4cf2-9313-72af6a9413ee" providerId="ADAL" clId="{7B484397-1090-4BEB-A08D-17999412EFA0}" dt="2026-09-07T17:03:36.212" v="13110" actId="2696"/>
        <pc:sldMkLst>
          <pc:docMk/>
          <pc:sldMk cId="4271752102" sldId="2147483208"/>
        </pc:sldMkLst>
      </pc:sldChg>
      <pc:sldChg chg="addSp delSp modSp add modAnim">
        <pc:chgData name="Dalmia, Shreya" userId="fb8bfd7e-19af-4cf2-9313-72af6a9413ee" providerId="ADAL" clId="{7B484397-1090-4BEB-A08D-17999412EFA0}" dt="2026-09-07T17:03:30.085" v="13109"/>
        <pc:sldMkLst>
          <pc:docMk/>
          <pc:sldMk cId="3359302351" sldId="2147483209"/>
        </pc:sldMkLst>
        <pc:spChg chg="mod">
          <ac:chgData name="Dalmia, Shreya" userId="fb8bfd7e-19af-4cf2-9313-72af6a9413ee" providerId="ADAL" clId="{7B484397-1090-4BEB-A08D-17999412EFA0}" dt="2026-09-07T17:03:24.963" v="13108"/>
          <ac:spMkLst>
            <pc:docMk/>
            <pc:sldMk cId="3359302351" sldId="2147483209"/>
            <ac:spMk id="2" creationId="{879BB701-1777-D372-68FC-A247AD429FA5}"/>
          </ac:spMkLst>
        </pc:spChg>
        <pc:spChg chg="mod">
          <ac:chgData name="Dalmia, Shreya" userId="fb8bfd7e-19af-4cf2-9313-72af6a9413ee" providerId="ADAL" clId="{7B484397-1090-4BEB-A08D-17999412EFA0}" dt="2026-09-07T17:03:30.085" v="13109"/>
          <ac:spMkLst>
            <pc:docMk/>
            <pc:sldMk cId="3359302351" sldId="2147483209"/>
            <ac:spMk id="3" creationId="{6CD30750-22B4-6889-B8B3-FD63A3236E48}"/>
          </ac:spMkLst>
        </pc:spChg>
        <pc:spChg chg="mod">
          <ac:chgData name="Dalmia, Shreya" userId="fb8bfd7e-19af-4cf2-9313-72af6a9413ee" providerId="ADAL" clId="{7B484397-1090-4BEB-A08D-17999412EFA0}" dt="2026-09-07T17:03:18.486" v="13107"/>
          <ac:spMkLst>
            <pc:docMk/>
            <pc:sldMk cId="3359302351" sldId="2147483209"/>
            <ac:spMk id="19" creationId="{FD560F57-134D-8904-76E9-70CA5D148BA4}"/>
          </ac:spMkLst>
        </pc:spChg>
        <pc:spChg chg="mod">
          <ac:chgData name="Dalmia, Shreya" userId="fb8bfd7e-19af-4cf2-9313-72af6a9413ee" providerId="ADAL" clId="{7B484397-1090-4BEB-A08D-17999412EFA0}" dt="2026-09-07T17:03:18.486" v="13107"/>
          <ac:spMkLst>
            <pc:docMk/>
            <pc:sldMk cId="3359302351" sldId="2147483209"/>
            <ac:spMk id="21" creationId="{49132951-56B4-98E2-AADB-C50B740E22F0}"/>
          </ac:spMkLst>
        </pc:spChg>
        <pc:spChg chg="mod">
          <ac:chgData name="Dalmia, Shreya" userId="fb8bfd7e-19af-4cf2-9313-72af6a9413ee" providerId="ADAL" clId="{7B484397-1090-4BEB-A08D-17999412EFA0}" dt="2026-09-07T17:03:18.486" v="13107"/>
          <ac:spMkLst>
            <pc:docMk/>
            <pc:sldMk cId="3359302351" sldId="2147483209"/>
            <ac:spMk id="24" creationId="{63D20442-7343-AF6E-A642-26830E001291}"/>
          </ac:spMkLst>
        </pc:spChg>
        <pc:spChg chg="mod">
          <ac:chgData name="Dalmia, Shreya" userId="fb8bfd7e-19af-4cf2-9313-72af6a9413ee" providerId="ADAL" clId="{7B484397-1090-4BEB-A08D-17999412EFA0}" dt="2026-09-07T17:03:18.486" v="13107"/>
          <ac:spMkLst>
            <pc:docMk/>
            <pc:sldMk cId="3359302351" sldId="2147483209"/>
            <ac:spMk id="27" creationId="{BCD762DF-EB14-10FF-1350-DB8D38CC7D12}"/>
          </ac:spMkLst>
        </pc:spChg>
        <pc:spChg chg="mod">
          <ac:chgData name="Dalmia, Shreya" userId="fb8bfd7e-19af-4cf2-9313-72af6a9413ee" providerId="ADAL" clId="{7B484397-1090-4BEB-A08D-17999412EFA0}" dt="2026-09-07T17:03:18.486" v="13107"/>
          <ac:spMkLst>
            <pc:docMk/>
            <pc:sldMk cId="3359302351" sldId="2147483209"/>
            <ac:spMk id="28" creationId="{170AA4ED-C6C1-765B-92B8-C56792309F8B}"/>
          </ac:spMkLst>
        </pc:spChg>
        <pc:spChg chg="mod">
          <ac:chgData name="Dalmia, Shreya" userId="fb8bfd7e-19af-4cf2-9313-72af6a9413ee" providerId="ADAL" clId="{7B484397-1090-4BEB-A08D-17999412EFA0}" dt="2026-09-07T17:03:18.486" v="13107"/>
          <ac:spMkLst>
            <pc:docMk/>
            <pc:sldMk cId="3359302351" sldId="2147483209"/>
            <ac:spMk id="31" creationId="{2FC82DE5-E6E9-ADF1-3A36-925A9CD74DF8}"/>
          </ac:spMkLst>
        </pc:spChg>
        <pc:spChg chg="mod">
          <ac:chgData name="Dalmia, Shreya" userId="fb8bfd7e-19af-4cf2-9313-72af6a9413ee" providerId="ADAL" clId="{7B484397-1090-4BEB-A08D-17999412EFA0}" dt="2026-09-07T17:03:18.486" v="13107"/>
          <ac:spMkLst>
            <pc:docMk/>
            <pc:sldMk cId="3359302351" sldId="2147483209"/>
            <ac:spMk id="33" creationId="{EFB18B6A-C49B-57BE-0594-23A8581E0DA3}"/>
          </ac:spMkLst>
        </pc:spChg>
        <pc:spChg chg="mod">
          <ac:chgData name="Dalmia, Shreya" userId="fb8bfd7e-19af-4cf2-9313-72af6a9413ee" providerId="ADAL" clId="{7B484397-1090-4BEB-A08D-17999412EFA0}" dt="2026-09-07T17:03:18.486" v="13107"/>
          <ac:spMkLst>
            <pc:docMk/>
            <pc:sldMk cId="3359302351" sldId="2147483209"/>
            <ac:spMk id="42" creationId="{E85FA46A-2B7B-F183-B272-457512F908D3}"/>
          </ac:spMkLst>
        </pc:spChg>
        <pc:spChg chg="mod">
          <ac:chgData name="Dalmia, Shreya" userId="fb8bfd7e-19af-4cf2-9313-72af6a9413ee" providerId="ADAL" clId="{7B484397-1090-4BEB-A08D-17999412EFA0}" dt="2026-09-07T17:03:18.486" v="13107"/>
          <ac:spMkLst>
            <pc:docMk/>
            <pc:sldMk cId="3359302351" sldId="2147483209"/>
            <ac:spMk id="43" creationId="{A40AC816-C90B-71B9-F3D7-F24BB7140411}"/>
          </ac:spMkLst>
        </pc:spChg>
        <pc:spChg chg="mod">
          <ac:chgData name="Dalmia, Shreya" userId="fb8bfd7e-19af-4cf2-9313-72af6a9413ee" providerId="ADAL" clId="{7B484397-1090-4BEB-A08D-17999412EFA0}" dt="2026-09-07T17:03:18.486" v="13107"/>
          <ac:spMkLst>
            <pc:docMk/>
            <pc:sldMk cId="3359302351" sldId="2147483209"/>
            <ac:spMk id="44" creationId="{DFAE3534-8414-507F-F95F-8417D28A43F5}"/>
          </ac:spMkLst>
        </pc:spChg>
        <pc:grpChg chg="del">
          <ac:chgData name="Dalmia, Shreya" userId="fb8bfd7e-19af-4cf2-9313-72af6a9413ee" providerId="ADAL" clId="{7B484397-1090-4BEB-A08D-17999412EFA0}" dt="2026-09-07T17:02:52.453" v="13106" actId="478"/>
          <ac:grpSpMkLst>
            <pc:docMk/>
            <pc:sldMk cId="3359302351" sldId="2147483209"/>
            <ac:grpSpMk id="178" creationId="{F6B5A7BE-4B47-07AD-E20E-33027C25B82F}"/>
          </ac:grpSpMkLst>
        </pc:grpChg>
        <pc:grpChg chg="del">
          <ac:chgData name="Dalmia, Shreya" userId="fb8bfd7e-19af-4cf2-9313-72af6a9413ee" providerId="ADAL" clId="{7B484397-1090-4BEB-A08D-17999412EFA0}" dt="2026-09-07T17:02:52.453" v="13106" actId="478"/>
          <ac:grpSpMkLst>
            <pc:docMk/>
            <pc:sldMk cId="3359302351" sldId="2147483209"/>
            <ac:grpSpMk id="179" creationId="{2D66C482-88F7-66FF-7408-E6B3A7076DA0}"/>
          </ac:grpSpMkLst>
        </pc:grpChg>
        <pc:grpChg chg="del">
          <ac:chgData name="Dalmia, Shreya" userId="fb8bfd7e-19af-4cf2-9313-72af6a9413ee" providerId="ADAL" clId="{7B484397-1090-4BEB-A08D-17999412EFA0}" dt="2026-09-07T17:02:52.453" v="13106" actId="478"/>
          <ac:grpSpMkLst>
            <pc:docMk/>
            <pc:sldMk cId="3359302351" sldId="2147483209"/>
            <ac:grpSpMk id="180" creationId="{07C8FB21-C8A0-CDC8-F0D6-D3DD445A228C}"/>
          </ac:grpSpMkLst>
        </pc:grpChg>
        <pc:grpChg chg="del">
          <ac:chgData name="Dalmia, Shreya" userId="fb8bfd7e-19af-4cf2-9313-72af6a9413ee" providerId="ADAL" clId="{7B484397-1090-4BEB-A08D-17999412EFA0}" dt="2026-09-07T17:02:52.453" v="13106" actId="478"/>
          <ac:grpSpMkLst>
            <pc:docMk/>
            <pc:sldMk cId="3359302351" sldId="2147483209"/>
            <ac:grpSpMk id="181" creationId="{64F5489C-4432-0DDA-47D4-C0A669CA720B}"/>
          </ac:grpSpMkLst>
        </pc:grpChg>
        <pc:grpChg chg="del">
          <ac:chgData name="Dalmia, Shreya" userId="fb8bfd7e-19af-4cf2-9313-72af6a9413ee" providerId="ADAL" clId="{7B484397-1090-4BEB-A08D-17999412EFA0}" dt="2026-09-07T17:02:52.453" v="13106" actId="478"/>
          <ac:grpSpMkLst>
            <pc:docMk/>
            <pc:sldMk cId="3359302351" sldId="2147483209"/>
            <ac:grpSpMk id="182" creationId="{471E7B01-3713-9BF3-C0D7-6F99AEB39C99}"/>
          </ac:grpSpMkLst>
        </pc:grpChg>
      </pc:sldChg>
      <pc:sldChg chg="addSp modSp add del mod ord">
        <pc:chgData name="Dalmia, Shreya" userId="fb8bfd7e-19af-4cf2-9313-72af6a9413ee" providerId="ADAL" clId="{7B484397-1090-4BEB-A08D-17999412EFA0}" dt="2026-09-07T16:56:08.424" v="13105"/>
        <pc:sldMkLst>
          <pc:docMk/>
          <pc:sldMk cId="2508961519" sldId="2147483224"/>
        </pc:sldMkLst>
        <pc:spChg chg="add mod">
          <ac:chgData name="Dalmia, Shreya" userId="fb8bfd7e-19af-4cf2-9313-72af6a9413ee" providerId="ADAL" clId="{7B484397-1090-4BEB-A08D-17999412EFA0}" dt="2026-09-07T12:20:10.189" v="12220" actId="122"/>
          <ac:spMkLst>
            <pc:docMk/>
            <pc:sldMk cId="2508961519" sldId="2147483224"/>
            <ac:spMk id="4" creationId="{EF48B435-D182-D5DA-A9FD-057F879100E2}"/>
          </ac:spMkLst>
        </pc:spChg>
      </pc:sldChg>
      <pc:sldChg chg="addSp delSp modSp add mod">
        <pc:chgData name="Dalmia, Shreya" userId="fb8bfd7e-19af-4cf2-9313-72af6a9413ee" providerId="ADAL" clId="{7B484397-1090-4BEB-A08D-17999412EFA0}" dt="2026-09-08T04:46:14.485" v="13284" actId="20577"/>
        <pc:sldMkLst>
          <pc:docMk/>
          <pc:sldMk cId="1787849920" sldId="2147483225"/>
        </pc:sldMkLst>
        <pc:spChg chg="mod">
          <ac:chgData name="Dalmia, Shreya" userId="fb8bfd7e-19af-4cf2-9313-72af6a9413ee" providerId="ADAL" clId="{7B484397-1090-4BEB-A08D-17999412EFA0}" dt="2026-09-06T10:04:16.979" v="6244" actId="20577"/>
          <ac:spMkLst>
            <pc:docMk/>
            <pc:sldMk cId="1787849920" sldId="2147483225"/>
            <ac:spMk id="2" creationId="{A9045A4C-6718-99DD-DAC9-9B4E5B6FA89B}"/>
          </ac:spMkLst>
        </pc:spChg>
        <pc:spChg chg="add del mod">
          <ac:chgData name="Dalmia, Shreya" userId="fb8bfd7e-19af-4cf2-9313-72af6a9413ee" providerId="ADAL" clId="{7B484397-1090-4BEB-A08D-17999412EFA0}" dt="2026-09-06T10:25:52.953" v="6772" actId="207"/>
          <ac:spMkLst>
            <pc:docMk/>
            <pc:sldMk cId="1787849920" sldId="2147483225"/>
            <ac:spMk id="264" creationId="{D24C3B76-50F3-B978-AFAC-8B9AC0DA84BA}"/>
          </ac:spMkLst>
        </pc:spChg>
        <pc:spChg chg="mod">
          <ac:chgData name="Dalmia, Shreya" userId="fb8bfd7e-19af-4cf2-9313-72af6a9413ee" providerId="ADAL" clId="{7B484397-1090-4BEB-A08D-17999412EFA0}" dt="2026-09-06T10:28:03.993" v="6944" actId="1076"/>
          <ac:spMkLst>
            <pc:docMk/>
            <pc:sldMk cId="1787849920" sldId="2147483225"/>
            <ac:spMk id="268" creationId="{DE2ED523-0EBD-B354-1393-A40B0FF5CB74}"/>
          </ac:spMkLst>
        </pc:spChg>
        <pc:spChg chg="mod">
          <ac:chgData name="Dalmia, Shreya" userId="fb8bfd7e-19af-4cf2-9313-72af6a9413ee" providerId="ADAL" clId="{7B484397-1090-4BEB-A08D-17999412EFA0}" dt="2026-09-08T04:46:14.485" v="13284" actId="20577"/>
          <ac:spMkLst>
            <pc:docMk/>
            <pc:sldMk cId="1787849920" sldId="2147483225"/>
            <ac:spMk id="269" creationId="{97ADF236-B00A-259D-9685-F7A57ED7217E}"/>
          </ac:spMkLst>
        </pc:spChg>
        <pc:spChg chg="mod">
          <ac:chgData name="Dalmia, Shreya" userId="fb8bfd7e-19af-4cf2-9313-72af6a9413ee" providerId="ADAL" clId="{7B484397-1090-4BEB-A08D-17999412EFA0}" dt="2026-09-06T17:50:04.490" v="7238" actId="14100"/>
          <ac:spMkLst>
            <pc:docMk/>
            <pc:sldMk cId="1787849920" sldId="2147483225"/>
            <ac:spMk id="270" creationId="{FAE81204-6BC7-5080-A7FF-FED2FDDD9AD2}"/>
          </ac:spMkLst>
        </pc:spChg>
        <pc:spChg chg="mod">
          <ac:chgData name="Dalmia, Shreya" userId="fb8bfd7e-19af-4cf2-9313-72af6a9413ee" providerId="ADAL" clId="{7B484397-1090-4BEB-A08D-17999412EFA0}" dt="2026-09-06T17:49:45.115" v="7236" actId="1038"/>
          <ac:spMkLst>
            <pc:docMk/>
            <pc:sldMk cId="1787849920" sldId="2147483225"/>
            <ac:spMk id="271" creationId="{D4B49A24-247E-1237-D811-15E80DF45847}"/>
          </ac:spMkLst>
        </pc:spChg>
        <pc:spChg chg="mod">
          <ac:chgData name="Dalmia, Shreya" userId="fb8bfd7e-19af-4cf2-9313-72af6a9413ee" providerId="ADAL" clId="{7B484397-1090-4BEB-A08D-17999412EFA0}" dt="2026-09-06T17:49:56.261" v="7237" actId="1076"/>
          <ac:spMkLst>
            <pc:docMk/>
            <pc:sldMk cId="1787849920" sldId="2147483225"/>
            <ac:spMk id="273" creationId="{3EE34CF4-24A9-0C86-7FAA-55DF095502AD}"/>
          </ac:spMkLst>
        </pc:spChg>
        <pc:spChg chg="mod">
          <ac:chgData name="Dalmia, Shreya" userId="fb8bfd7e-19af-4cf2-9313-72af6a9413ee" providerId="ADAL" clId="{7B484397-1090-4BEB-A08D-17999412EFA0}" dt="2026-09-06T20:41:33.038" v="12136" actId="1035"/>
          <ac:spMkLst>
            <pc:docMk/>
            <pc:sldMk cId="1787849920" sldId="2147483225"/>
            <ac:spMk id="274" creationId="{096C9A05-7BCD-8FC4-F1DC-7FC358BFADC0}"/>
          </ac:spMkLst>
        </pc:spChg>
        <pc:spChg chg="mod">
          <ac:chgData name="Dalmia, Shreya" userId="fb8bfd7e-19af-4cf2-9313-72af6a9413ee" providerId="ADAL" clId="{7B484397-1090-4BEB-A08D-17999412EFA0}" dt="2026-09-07T16:32:26.342" v="12918" actId="20577"/>
          <ac:spMkLst>
            <pc:docMk/>
            <pc:sldMk cId="1787849920" sldId="2147483225"/>
            <ac:spMk id="282" creationId="{4A2AF3B8-7D91-4B11-C92B-FCB42EB06F11}"/>
          </ac:spMkLst>
        </pc:spChg>
        <pc:spChg chg="mod">
          <ac:chgData name="Dalmia, Shreya" userId="fb8bfd7e-19af-4cf2-9313-72af6a9413ee" providerId="ADAL" clId="{7B484397-1090-4BEB-A08D-17999412EFA0}" dt="2026-09-07T16:33:03.275" v="12926" actId="20577"/>
          <ac:spMkLst>
            <pc:docMk/>
            <pc:sldMk cId="1787849920" sldId="2147483225"/>
            <ac:spMk id="283" creationId="{C6956E70-B5F1-2843-010D-828C61FF8257}"/>
          </ac:spMkLst>
        </pc:spChg>
        <pc:spChg chg="mod">
          <ac:chgData name="Dalmia, Shreya" userId="fb8bfd7e-19af-4cf2-9313-72af6a9413ee" providerId="ADAL" clId="{7B484397-1090-4BEB-A08D-17999412EFA0}" dt="2026-09-06T17:51:10.343" v="7251" actId="113"/>
          <ac:spMkLst>
            <pc:docMk/>
            <pc:sldMk cId="1787849920" sldId="2147483225"/>
            <ac:spMk id="284" creationId="{3241476B-DF44-B4C1-EA1D-D1A7AB9401BA}"/>
          </ac:spMkLst>
        </pc:spChg>
        <pc:spChg chg="mod">
          <ac:chgData name="Dalmia, Shreya" userId="fb8bfd7e-19af-4cf2-9313-72af6a9413ee" providerId="ADAL" clId="{7B484397-1090-4BEB-A08D-17999412EFA0}" dt="2026-09-06T10:27:56.027" v="6943" actId="555"/>
          <ac:spMkLst>
            <pc:docMk/>
            <pc:sldMk cId="1787849920" sldId="2147483225"/>
            <ac:spMk id="296" creationId="{C8B4B824-7DB2-5B19-2426-B2217DDF64BE}"/>
          </ac:spMkLst>
        </pc:spChg>
        <pc:spChg chg="mod">
          <ac:chgData name="Dalmia, Shreya" userId="fb8bfd7e-19af-4cf2-9313-72af6a9413ee" providerId="ADAL" clId="{7B484397-1090-4BEB-A08D-17999412EFA0}" dt="2026-09-06T10:04:10.619" v="6220" actId="1076"/>
          <ac:spMkLst>
            <pc:docMk/>
            <pc:sldMk cId="1787849920" sldId="2147483225"/>
            <ac:spMk id="297" creationId="{4E8643EB-3B91-1042-ADB4-735C6905715B}"/>
          </ac:spMkLst>
        </pc:spChg>
        <pc:spChg chg="mod">
          <ac:chgData name="Dalmia, Shreya" userId="fb8bfd7e-19af-4cf2-9313-72af6a9413ee" providerId="ADAL" clId="{7B484397-1090-4BEB-A08D-17999412EFA0}" dt="2026-09-06T20:41:33.038" v="12136" actId="1035"/>
          <ac:spMkLst>
            <pc:docMk/>
            <pc:sldMk cId="1787849920" sldId="2147483225"/>
            <ac:spMk id="298" creationId="{59EAA272-D0AF-BF0C-84A2-FC03B00B3FA3}"/>
          </ac:spMkLst>
        </pc:spChg>
        <pc:spChg chg="mod">
          <ac:chgData name="Dalmia, Shreya" userId="fb8bfd7e-19af-4cf2-9313-72af6a9413ee" providerId="ADAL" clId="{7B484397-1090-4BEB-A08D-17999412EFA0}" dt="2026-09-06T10:02:52.083" v="6203" actId="165"/>
          <ac:spMkLst>
            <pc:docMk/>
            <pc:sldMk cId="1787849920" sldId="2147483225"/>
            <ac:spMk id="312" creationId="{059D0305-9E44-8D11-4233-5B4F527BB79D}"/>
          </ac:spMkLst>
        </pc:spChg>
        <pc:spChg chg="mod">
          <ac:chgData name="Dalmia, Shreya" userId="fb8bfd7e-19af-4cf2-9313-72af6a9413ee" providerId="ADAL" clId="{7B484397-1090-4BEB-A08D-17999412EFA0}" dt="2026-09-06T10:04:51.770" v="6248" actId="255"/>
          <ac:spMkLst>
            <pc:docMk/>
            <pc:sldMk cId="1787849920" sldId="2147483225"/>
            <ac:spMk id="316" creationId="{133A8209-7501-9556-6517-E31E99A6D967}"/>
          </ac:spMkLst>
        </pc:spChg>
        <pc:spChg chg="mod">
          <ac:chgData name="Dalmia, Shreya" userId="fb8bfd7e-19af-4cf2-9313-72af6a9413ee" providerId="ADAL" clId="{7B484397-1090-4BEB-A08D-17999412EFA0}" dt="2026-09-06T10:04:51.770" v="6248" actId="255"/>
          <ac:spMkLst>
            <pc:docMk/>
            <pc:sldMk cId="1787849920" sldId="2147483225"/>
            <ac:spMk id="321" creationId="{4CB8EA7E-97E8-98F2-D495-8704316E0A20}"/>
          </ac:spMkLst>
        </pc:spChg>
        <pc:spChg chg="mod">
          <ac:chgData name="Dalmia, Shreya" userId="fb8bfd7e-19af-4cf2-9313-72af6a9413ee" providerId="ADAL" clId="{7B484397-1090-4BEB-A08D-17999412EFA0}" dt="2026-09-06T10:04:51.770" v="6248" actId="255"/>
          <ac:spMkLst>
            <pc:docMk/>
            <pc:sldMk cId="1787849920" sldId="2147483225"/>
            <ac:spMk id="323" creationId="{E082D80C-0DA5-44CC-C694-38F640F8127A}"/>
          </ac:spMkLst>
        </pc:spChg>
        <pc:spChg chg="mod">
          <ac:chgData name="Dalmia, Shreya" userId="fb8bfd7e-19af-4cf2-9313-72af6a9413ee" providerId="ADAL" clId="{7B484397-1090-4BEB-A08D-17999412EFA0}" dt="2026-09-06T10:12:52.785" v="6314" actId="12789"/>
          <ac:spMkLst>
            <pc:docMk/>
            <pc:sldMk cId="1787849920" sldId="2147483225"/>
            <ac:spMk id="324" creationId="{E7E22FC7-294C-31EC-6C6D-66D45ECF2F80}"/>
          </ac:spMkLst>
        </pc:spChg>
        <pc:spChg chg="mod">
          <ac:chgData name="Dalmia, Shreya" userId="fb8bfd7e-19af-4cf2-9313-72af6a9413ee" providerId="ADAL" clId="{7B484397-1090-4BEB-A08D-17999412EFA0}" dt="2026-09-06T10:11:32.566" v="6277" actId="165"/>
          <ac:spMkLst>
            <pc:docMk/>
            <pc:sldMk cId="1787849920" sldId="2147483225"/>
            <ac:spMk id="326" creationId="{DB41B130-2AFA-2484-EB02-818AA41AF456}"/>
          </ac:spMkLst>
        </pc:spChg>
        <pc:spChg chg="mod">
          <ac:chgData name="Dalmia, Shreya" userId="fb8bfd7e-19af-4cf2-9313-72af6a9413ee" providerId="ADAL" clId="{7B484397-1090-4BEB-A08D-17999412EFA0}" dt="2026-09-06T10:11:32.566" v="6277" actId="165"/>
          <ac:spMkLst>
            <pc:docMk/>
            <pc:sldMk cId="1787849920" sldId="2147483225"/>
            <ac:spMk id="329" creationId="{57A9EAB8-4DB6-6543-A1BE-5DBB2133DAAA}"/>
          </ac:spMkLst>
        </pc:spChg>
        <pc:spChg chg="mod topLvl">
          <ac:chgData name="Dalmia, Shreya" userId="fb8bfd7e-19af-4cf2-9313-72af6a9413ee" providerId="ADAL" clId="{7B484397-1090-4BEB-A08D-17999412EFA0}" dt="2026-09-06T10:12:26.617" v="6300" actId="3064"/>
          <ac:spMkLst>
            <pc:docMk/>
            <pc:sldMk cId="1787849920" sldId="2147483225"/>
            <ac:spMk id="330" creationId="{653CD609-C62D-F4C7-F0D1-A7B5A8F42DE1}"/>
          </ac:spMkLst>
        </pc:spChg>
        <pc:spChg chg="mod">
          <ac:chgData name="Dalmia, Shreya" userId="fb8bfd7e-19af-4cf2-9313-72af6a9413ee" providerId="ADAL" clId="{7B484397-1090-4BEB-A08D-17999412EFA0}" dt="2026-09-06T10:11:32.566" v="6277" actId="165"/>
          <ac:spMkLst>
            <pc:docMk/>
            <pc:sldMk cId="1787849920" sldId="2147483225"/>
            <ac:spMk id="332" creationId="{BA30AFBA-7C73-E992-0312-EF3F3A9715A5}"/>
          </ac:spMkLst>
        </pc:spChg>
        <pc:spChg chg="mod">
          <ac:chgData name="Dalmia, Shreya" userId="fb8bfd7e-19af-4cf2-9313-72af6a9413ee" providerId="ADAL" clId="{7B484397-1090-4BEB-A08D-17999412EFA0}" dt="2026-09-06T10:11:32.566" v="6277" actId="165"/>
          <ac:spMkLst>
            <pc:docMk/>
            <pc:sldMk cId="1787849920" sldId="2147483225"/>
            <ac:spMk id="334" creationId="{64F7033E-5070-CA80-62D8-B23EC58DC249}"/>
          </ac:spMkLst>
        </pc:spChg>
        <pc:spChg chg="mod topLvl">
          <ac:chgData name="Dalmia, Shreya" userId="fb8bfd7e-19af-4cf2-9313-72af6a9413ee" providerId="ADAL" clId="{7B484397-1090-4BEB-A08D-17999412EFA0}" dt="2026-09-06T10:12:57.625" v="6315" actId="12789"/>
          <ac:spMkLst>
            <pc:docMk/>
            <pc:sldMk cId="1787849920" sldId="2147483225"/>
            <ac:spMk id="336" creationId="{98BA84FE-7FAE-667A-B441-419156DE4DED}"/>
          </ac:spMkLst>
        </pc:spChg>
        <pc:spChg chg="mod">
          <ac:chgData name="Dalmia, Shreya" userId="fb8bfd7e-19af-4cf2-9313-72af6a9413ee" providerId="ADAL" clId="{7B484397-1090-4BEB-A08D-17999412EFA0}" dt="2026-09-06T10:11:32.566" v="6277" actId="165"/>
          <ac:spMkLst>
            <pc:docMk/>
            <pc:sldMk cId="1787849920" sldId="2147483225"/>
            <ac:spMk id="339" creationId="{BF40919E-CA07-1437-752D-42B06D1FB956}"/>
          </ac:spMkLst>
        </pc:spChg>
        <pc:spChg chg="mod">
          <ac:chgData name="Dalmia, Shreya" userId="fb8bfd7e-19af-4cf2-9313-72af6a9413ee" providerId="ADAL" clId="{7B484397-1090-4BEB-A08D-17999412EFA0}" dt="2026-09-06T20:41:33.038" v="12136" actId="1035"/>
          <ac:spMkLst>
            <pc:docMk/>
            <pc:sldMk cId="1787849920" sldId="2147483225"/>
            <ac:spMk id="340" creationId="{DF565333-F197-CA8E-3B28-FB9D4D223FDA}"/>
          </ac:spMkLst>
        </pc:spChg>
        <pc:spChg chg="mod">
          <ac:chgData name="Dalmia, Shreya" userId="fb8bfd7e-19af-4cf2-9313-72af6a9413ee" providerId="ADAL" clId="{7B484397-1090-4BEB-A08D-17999412EFA0}" dt="2026-09-06T10:11:32.566" v="6277" actId="165"/>
          <ac:spMkLst>
            <pc:docMk/>
            <pc:sldMk cId="1787849920" sldId="2147483225"/>
            <ac:spMk id="342" creationId="{CAFBF3D1-634B-C250-8CC5-B9336EAD5245}"/>
          </ac:spMkLst>
        </pc:spChg>
        <pc:spChg chg="mod">
          <ac:chgData name="Dalmia, Shreya" userId="fb8bfd7e-19af-4cf2-9313-72af6a9413ee" providerId="ADAL" clId="{7B484397-1090-4BEB-A08D-17999412EFA0}" dt="2026-09-06T10:11:32.566" v="6277" actId="165"/>
          <ac:spMkLst>
            <pc:docMk/>
            <pc:sldMk cId="1787849920" sldId="2147483225"/>
            <ac:spMk id="344" creationId="{2C0A5AEF-6C69-DA92-978B-43C9893793A0}"/>
          </ac:spMkLst>
        </pc:spChg>
        <pc:spChg chg="mod">
          <ac:chgData name="Dalmia, Shreya" userId="fb8bfd7e-19af-4cf2-9313-72af6a9413ee" providerId="ADAL" clId="{7B484397-1090-4BEB-A08D-17999412EFA0}" dt="2026-09-06T10:11:32.566" v="6277" actId="165"/>
          <ac:spMkLst>
            <pc:docMk/>
            <pc:sldMk cId="1787849920" sldId="2147483225"/>
            <ac:spMk id="345" creationId="{7F438614-0F85-1657-4720-776469656A60}"/>
          </ac:spMkLst>
        </pc:spChg>
        <pc:spChg chg="mod">
          <ac:chgData name="Dalmia, Shreya" userId="fb8bfd7e-19af-4cf2-9313-72af6a9413ee" providerId="ADAL" clId="{7B484397-1090-4BEB-A08D-17999412EFA0}" dt="2026-09-06T10:02:52.083" v="6203" actId="165"/>
          <ac:spMkLst>
            <pc:docMk/>
            <pc:sldMk cId="1787849920" sldId="2147483225"/>
            <ac:spMk id="391" creationId="{E3FE0219-203C-0D9D-BFFE-FB99EF9C1C24}"/>
          </ac:spMkLst>
        </pc:spChg>
        <pc:spChg chg="mod topLvl">
          <ac:chgData name="Dalmia, Shreya" userId="fb8bfd7e-19af-4cf2-9313-72af6a9413ee" providerId="ADAL" clId="{7B484397-1090-4BEB-A08D-17999412EFA0}" dt="2026-09-06T20:41:33.038" v="12136" actId="1035"/>
          <ac:spMkLst>
            <pc:docMk/>
            <pc:sldMk cId="1787849920" sldId="2147483225"/>
            <ac:spMk id="392" creationId="{D10A200E-407C-D018-3E45-96EBC6E40936}"/>
          </ac:spMkLst>
        </pc:spChg>
        <pc:spChg chg="mod topLvl">
          <ac:chgData name="Dalmia, Shreya" userId="fb8bfd7e-19af-4cf2-9313-72af6a9413ee" providerId="ADAL" clId="{7B484397-1090-4BEB-A08D-17999412EFA0}" dt="2026-09-06T20:41:33.038" v="12136" actId="1035"/>
          <ac:spMkLst>
            <pc:docMk/>
            <pc:sldMk cId="1787849920" sldId="2147483225"/>
            <ac:spMk id="393" creationId="{F6F1E1F9-4BF6-3241-B1F6-9D5A02AA84F1}"/>
          </ac:spMkLst>
        </pc:spChg>
        <pc:spChg chg="mod topLvl">
          <ac:chgData name="Dalmia, Shreya" userId="fb8bfd7e-19af-4cf2-9313-72af6a9413ee" providerId="ADAL" clId="{7B484397-1090-4BEB-A08D-17999412EFA0}" dt="2026-09-06T17:49:45.115" v="7236" actId="1038"/>
          <ac:spMkLst>
            <pc:docMk/>
            <pc:sldMk cId="1787849920" sldId="2147483225"/>
            <ac:spMk id="394" creationId="{456EB2DE-B631-C833-29A7-769F02C23F52}"/>
          </ac:spMkLst>
        </pc:spChg>
        <pc:spChg chg="mod topLvl">
          <ac:chgData name="Dalmia, Shreya" userId="fb8bfd7e-19af-4cf2-9313-72af6a9413ee" providerId="ADAL" clId="{7B484397-1090-4BEB-A08D-17999412EFA0}" dt="2026-09-06T17:49:45.115" v="7236" actId="1038"/>
          <ac:spMkLst>
            <pc:docMk/>
            <pc:sldMk cId="1787849920" sldId="2147483225"/>
            <ac:spMk id="395" creationId="{F3A6957F-A9F4-A020-19B9-9A4402B5AB70}"/>
          </ac:spMkLst>
        </pc:spChg>
        <pc:spChg chg="mod topLvl">
          <ac:chgData name="Dalmia, Shreya" userId="fb8bfd7e-19af-4cf2-9313-72af6a9413ee" providerId="ADAL" clId="{7B484397-1090-4BEB-A08D-17999412EFA0}" dt="2026-09-06T20:41:33.038" v="12136" actId="1035"/>
          <ac:spMkLst>
            <pc:docMk/>
            <pc:sldMk cId="1787849920" sldId="2147483225"/>
            <ac:spMk id="400" creationId="{948E11B4-D8C8-78E7-339B-93A106975404}"/>
          </ac:spMkLst>
        </pc:spChg>
        <pc:spChg chg="mod topLvl">
          <ac:chgData name="Dalmia, Shreya" userId="fb8bfd7e-19af-4cf2-9313-72af6a9413ee" providerId="ADAL" clId="{7B484397-1090-4BEB-A08D-17999412EFA0}" dt="2026-09-06T17:49:28.830" v="7211" actId="14100"/>
          <ac:spMkLst>
            <pc:docMk/>
            <pc:sldMk cId="1787849920" sldId="2147483225"/>
            <ac:spMk id="401" creationId="{99A86E6D-40FD-496B-EC96-403304E6CBF4}"/>
          </ac:spMkLst>
        </pc:spChg>
        <pc:spChg chg="mod">
          <ac:chgData name="Dalmia, Shreya" userId="fb8bfd7e-19af-4cf2-9313-72af6a9413ee" providerId="ADAL" clId="{7B484397-1090-4BEB-A08D-17999412EFA0}" dt="2026-09-06T10:04:51.770" v="6248" actId="255"/>
          <ac:spMkLst>
            <pc:docMk/>
            <pc:sldMk cId="1787849920" sldId="2147483225"/>
            <ac:spMk id="409" creationId="{CEB704A8-8743-AE52-0720-9045C0AD9890}"/>
          </ac:spMkLst>
        </pc:spChg>
        <pc:spChg chg="add mod">
          <ac:chgData name="Dalmia, Shreya" userId="fb8bfd7e-19af-4cf2-9313-72af6a9413ee" providerId="ADAL" clId="{7B484397-1090-4BEB-A08D-17999412EFA0}" dt="2026-09-07T10:03:49.564" v="12138" actId="20577"/>
          <ac:spMkLst>
            <pc:docMk/>
            <pc:sldMk cId="1787849920" sldId="2147483225"/>
            <ac:spMk id="418" creationId="{7A0349D1-8B3D-69A4-2E88-690521D34D8E}"/>
          </ac:spMkLst>
        </pc:spChg>
        <pc:grpChg chg="mod">
          <ac:chgData name="Dalmia, Shreya" userId="fb8bfd7e-19af-4cf2-9313-72af6a9413ee" providerId="ADAL" clId="{7B484397-1090-4BEB-A08D-17999412EFA0}" dt="2026-09-06T17:49:56.261" v="7237" actId="1076"/>
          <ac:grpSpMkLst>
            <pc:docMk/>
            <pc:sldMk cId="1787849920" sldId="2147483225"/>
            <ac:grpSpMk id="275" creationId="{536CBDC5-44EF-87B2-DFBC-5166A0E41DD3}"/>
          </ac:grpSpMkLst>
        </pc:grpChg>
        <pc:grpChg chg="mod">
          <ac:chgData name="Dalmia, Shreya" userId="fb8bfd7e-19af-4cf2-9313-72af6a9413ee" providerId="ADAL" clId="{7B484397-1090-4BEB-A08D-17999412EFA0}" dt="2026-09-06T10:28:03.993" v="6944" actId="1076"/>
          <ac:grpSpMkLst>
            <pc:docMk/>
            <pc:sldMk cId="1787849920" sldId="2147483225"/>
            <ac:grpSpMk id="280" creationId="{AB0FE66A-AF4A-45CD-94A8-ED6D90A80C56}"/>
          </ac:grpSpMkLst>
        </pc:grpChg>
        <pc:grpChg chg="mod">
          <ac:chgData name="Dalmia, Shreya" userId="fb8bfd7e-19af-4cf2-9313-72af6a9413ee" providerId="ADAL" clId="{7B484397-1090-4BEB-A08D-17999412EFA0}" dt="2026-09-06T17:49:45.115" v="7236" actId="1038"/>
          <ac:grpSpMkLst>
            <pc:docMk/>
            <pc:sldMk cId="1787849920" sldId="2147483225"/>
            <ac:grpSpMk id="308" creationId="{1B7EF8B0-0FBB-7A4F-1CD6-6E6C0B30EAAC}"/>
          </ac:grpSpMkLst>
        </pc:grpChg>
        <pc:grpChg chg="mod">
          <ac:chgData name="Dalmia, Shreya" userId="fb8bfd7e-19af-4cf2-9313-72af6a9413ee" providerId="ADAL" clId="{7B484397-1090-4BEB-A08D-17999412EFA0}" dt="2026-09-06T10:12:52.785" v="6314" actId="12789"/>
          <ac:grpSpMkLst>
            <pc:docMk/>
            <pc:sldMk cId="1787849920" sldId="2147483225"/>
            <ac:grpSpMk id="325" creationId="{8328F577-4E5B-9C6E-C4AC-0EA59C0A975F}"/>
          </ac:grpSpMkLst>
        </pc:grpChg>
        <pc:grpChg chg="mod">
          <ac:chgData name="Dalmia, Shreya" userId="fb8bfd7e-19af-4cf2-9313-72af6a9413ee" providerId="ADAL" clId="{7B484397-1090-4BEB-A08D-17999412EFA0}" dt="2026-09-06T10:13:03.901" v="6316" actId="465"/>
          <ac:grpSpMkLst>
            <pc:docMk/>
            <pc:sldMk cId="1787849920" sldId="2147483225"/>
            <ac:grpSpMk id="331" creationId="{3A798DEB-FC45-1AC6-3319-B47460AB60FA}"/>
          </ac:grpSpMkLst>
        </pc:grpChg>
        <pc:grpChg chg="mod">
          <ac:chgData name="Dalmia, Shreya" userId="fb8bfd7e-19af-4cf2-9313-72af6a9413ee" providerId="ADAL" clId="{7B484397-1090-4BEB-A08D-17999412EFA0}" dt="2026-09-06T10:12:57.625" v="6315" actId="12789"/>
          <ac:grpSpMkLst>
            <pc:docMk/>
            <pc:sldMk cId="1787849920" sldId="2147483225"/>
            <ac:grpSpMk id="337" creationId="{2D3394EA-CD4D-0850-41D3-A7E74313F20C}"/>
          </ac:grpSpMkLst>
        </pc:grpChg>
        <pc:grpChg chg="mod">
          <ac:chgData name="Dalmia, Shreya" userId="fb8bfd7e-19af-4cf2-9313-72af6a9413ee" providerId="ADAL" clId="{7B484397-1090-4BEB-A08D-17999412EFA0}" dt="2026-09-06T10:13:03.901" v="6316" actId="465"/>
          <ac:grpSpMkLst>
            <pc:docMk/>
            <pc:sldMk cId="1787849920" sldId="2147483225"/>
            <ac:grpSpMk id="341" creationId="{A87962C5-9244-0B52-FBE7-F0BD0E10C0DB}"/>
          </ac:grpSpMkLst>
        </pc:grpChg>
        <pc:cxnChg chg="mod">
          <ac:chgData name="Dalmia, Shreya" userId="fb8bfd7e-19af-4cf2-9313-72af6a9413ee" providerId="ADAL" clId="{7B484397-1090-4BEB-A08D-17999412EFA0}" dt="2026-09-06T17:49:45.115" v="7236" actId="1038"/>
          <ac:cxnSpMkLst>
            <pc:docMk/>
            <pc:sldMk cId="1787849920" sldId="2147483225"/>
            <ac:cxnSpMk id="272" creationId="{253C8AAE-9324-756A-178D-560DAE146943}"/>
          </ac:cxnSpMkLst>
        </pc:cxnChg>
        <pc:cxnChg chg="mod">
          <ac:chgData name="Dalmia, Shreya" userId="fb8bfd7e-19af-4cf2-9313-72af6a9413ee" providerId="ADAL" clId="{7B484397-1090-4BEB-A08D-17999412EFA0}" dt="2026-09-06T17:49:17.752" v="7210" actId="1076"/>
          <ac:cxnSpMkLst>
            <pc:docMk/>
            <pc:sldMk cId="1787849920" sldId="2147483225"/>
            <ac:cxnSpMk id="276" creationId="{8D30FA63-0DF0-BB8A-DA7F-C2331978B528}"/>
          </ac:cxnSpMkLst>
        </pc:cxnChg>
        <pc:cxnChg chg="mod">
          <ac:chgData name="Dalmia, Shreya" userId="fb8bfd7e-19af-4cf2-9313-72af6a9413ee" providerId="ADAL" clId="{7B484397-1090-4BEB-A08D-17999412EFA0}" dt="2026-09-06T17:52:44.141" v="7340" actId="14100"/>
          <ac:cxnSpMkLst>
            <pc:docMk/>
            <pc:sldMk cId="1787849920" sldId="2147483225"/>
            <ac:cxnSpMk id="396" creationId="{828D8FC5-788F-E511-0488-913D544A1898}"/>
          </ac:cxnSpMkLst>
        </pc:cxnChg>
        <pc:cxnChg chg="mod">
          <ac:chgData name="Dalmia, Shreya" userId="fb8bfd7e-19af-4cf2-9313-72af6a9413ee" providerId="ADAL" clId="{7B484397-1090-4BEB-A08D-17999412EFA0}" dt="2026-09-06T17:53:00.036" v="7385" actId="1038"/>
          <ac:cxnSpMkLst>
            <pc:docMk/>
            <pc:sldMk cId="1787849920" sldId="2147483225"/>
            <ac:cxnSpMk id="397" creationId="{69AFA909-EA99-064B-9730-BCADEA25D129}"/>
          </ac:cxnSpMkLst>
        </pc:cxnChg>
        <pc:cxnChg chg="mod">
          <ac:chgData name="Dalmia, Shreya" userId="fb8bfd7e-19af-4cf2-9313-72af6a9413ee" providerId="ADAL" clId="{7B484397-1090-4BEB-A08D-17999412EFA0}" dt="2026-09-06T17:52:44.141" v="7340" actId="14100"/>
          <ac:cxnSpMkLst>
            <pc:docMk/>
            <pc:sldMk cId="1787849920" sldId="2147483225"/>
            <ac:cxnSpMk id="398" creationId="{5C6CB47A-3091-F2A5-7EAF-AE84BDE20F18}"/>
          </ac:cxnSpMkLst>
        </pc:cxnChg>
        <pc:cxnChg chg="mod">
          <ac:chgData name="Dalmia, Shreya" userId="fb8bfd7e-19af-4cf2-9313-72af6a9413ee" providerId="ADAL" clId="{7B484397-1090-4BEB-A08D-17999412EFA0}" dt="2026-09-06T17:52:44.141" v="7340" actId="14100"/>
          <ac:cxnSpMkLst>
            <pc:docMk/>
            <pc:sldMk cId="1787849920" sldId="2147483225"/>
            <ac:cxnSpMk id="399" creationId="{88F33225-62D8-A35B-7FE1-A82661FAE9EE}"/>
          </ac:cxnSpMkLst>
        </pc:cxnChg>
        <pc:cxnChg chg="mod topLvl">
          <ac:chgData name="Dalmia, Shreya" userId="fb8bfd7e-19af-4cf2-9313-72af6a9413ee" providerId="ADAL" clId="{7B484397-1090-4BEB-A08D-17999412EFA0}" dt="2026-09-06T17:52:53.786" v="7360" actId="1038"/>
          <ac:cxnSpMkLst>
            <pc:docMk/>
            <pc:sldMk cId="1787849920" sldId="2147483225"/>
            <ac:cxnSpMk id="402" creationId="{99037858-DC50-7C8C-68E4-003E32C3F27F}"/>
          </ac:cxnSpMkLst>
        </pc:cxnChg>
        <pc:cxnChg chg="mod">
          <ac:chgData name="Dalmia, Shreya" userId="fb8bfd7e-19af-4cf2-9313-72af6a9413ee" providerId="ADAL" clId="{7B484397-1090-4BEB-A08D-17999412EFA0}" dt="2026-09-06T17:52:44.141" v="7340" actId="14100"/>
          <ac:cxnSpMkLst>
            <pc:docMk/>
            <pc:sldMk cId="1787849920" sldId="2147483225"/>
            <ac:cxnSpMk id="403" creationId="{E5F02047-EACE-1CCA-6397-9EBC3F4E1E3E}"/>
          </ac:cxnSpMkLst>
        </pc:cxnChg>
      </pc:sldChg>
      <pc:sldChg chg="addSp delSp modSp add mod">
        <pc:chgData name="Dalmia, Shreya" userId="fb8bfd7e-19af-4cf2-9313-72af6a9413ee" providerId="ADAL" clId="{7B484397-1090-4BEB-A08D-17999412EFA0}" dt="2026-09-08T04:47:59.606" v="13293" actId="20577"/>
        <pc:sldMkLst>
          <pc:docMk/>
          <pc:sldMk cId="57316724" sldId="2147483226"/>
        </pc:sldMkLst>
        <pc:spChg chg="mod">
          <ac:chgData name="Dalmia, Shreya" userId="fb8bfd7e-19af-4cf2-9313-72af6a9413ee" providerId="ADAL" clId="{7B484397-1090-4BEB-A08D-17999412EFA0}" dt="2026-09-07T17:06:28.294" v="13124" actId="20577"/>
          <ac:spMkLst>
            <pc:docMk/>
            <pc:sldMk cId="57316724" sldId="2147483226"/>
            <ac:spMk id="2" creationId="{14E214F8-D9AF-5755-A209-3E4A7D16A7B4}"/>
          </ac:spMkLst>
        </pc:spChg>
        <pc:spChg chg="add mod">
          <ac:chgData name="Dalmia, Shreya" userId="fb8bfd7e-19af-4cf2-9313-72af6a9413ee" providerId="ADAL" clId="{7B484397-1090-4BEB-A08D-17999412EFA0}" dt="2026-09-07T12:58:54.884" v="12609" actId="948"/>
          <ac:spMkLst>
            <pc:docMk/>
            <pc:sldMk cId="57316724" sldId="2147483226"/>
            <ac:spMk id="4" creationId="{48F636E8-9BBF-7F28-2366-68F47BE41044}"/>
          </ac:spMkLst>
        </pc:spChg>
        <pc:spChg chg="add del">
          <ac:chgData name="Dalmia, Shreya" userId="fb8bfd7e-19af-4cf2-9313-72af6a9413ee" providerId="ADAL" clId="{7B484397-1090-4BEB-A08D-17999412EFA0}" dt="2026-09-06T17:53:35.212" v="7392" actId="478"/>
          <ac:spMkLst>
            <pc:docMk/>
            <pc:sldMk cId="57316724" sldId="2147483226"/>
            <ac:spMk id="5" creationId="{C1F6B52F-22A8-4412-DC1A-8B70CF042DBE}"/>
          </ac:spMkLst>
        </pc:spChg>
        <pc:spChg chg="add del mod">
          <ac:chgData name="Dalmia, Shreya" userId="fb8bfd7e-19af-4cf2-9313-72af6a9413ee" providerId="ADAL" clId="{7B484397-1090-4BEB-A08D-17999412EFA0}" dt="2026-09-06T17:57:04.697" v="7538" actId="14100"/>
          <ac:spMkLst>
            <pc:docMk/>
            <pc:sldMk cId="57316724" sldId="2147483226"/>
            <ac:spMk id="457" creationId="{885ED182-F754-04B3-1CBD-7C4E1E0CF182}"/>
          </ac:spMkLst>
        </pc:spChg>
        <pc:spChg chg="mod">
          <ac:chgData name="Dalmia, Shreya" userId="fb8bfd7e-19af-4cf2-9313-72af6a9413ee" providerId="ADAL" clId="{7B484397-1090-4BEB-A08D-17999412EFA0}" dt="2026-09-07T12:54:38.100" v="12527" actId="122"/>
          <ac:spMkLst>
            <pc:docMk/>
            <pc:sldMk cId="57316724" sldId="2147483226"/>
            <ac:spMk id="458" creationId="{144AE7D5-E980-1325-2666-140FF2D9DA48}"/>
          </ac:spMkLst>
        </pc:spChg>
        <pc:spChg chg="add del mod">
          <ac:chgData name="Dalmia, Shreya" userId="fb8bfd7e-19af-4cf2-9313-72af6a9413ee" providerId="ADAL" clId="{7B484397-1090-4BEB-A08D-17999412EFA0}" dt="2026-09-07T12:34:30.802" v="12442" actId="478"/>
          <ac:spMkLst>
            <pc:docMk/>
            <pc:sldMk cId="57316724" sldId="2147483226"/>
            <ac:spMk id="459" creationId="{23805A4D-A400-F0E2-FD39-04743EFAB722}"/>
          </ac:spMkLst>
        </pc:spChg>
        <pc:spChg chg="mod">
          <ac:chgData name="Dalmia, Shreya" userId="fb8bfd7e-19af-4cf2-9313-72af6a9413ee" providerId="ADAL" clId="{7B484397-1090-4BEB-A08D-17999412EFA0}" dt="2026-09-06T17:57:11.864" v="7539" actId="1076"/>
          <ac:spMkLst>
            <pc:docMk/>
            <pc:sldMk cId="57316724" sldId="2147483226"/>
            <ac:spMk id="463" creationId="{B352CC30-C289-0A26-A8A6-41BCFC0ABE43}"/>
          </ac:spMkLst>
        </pc:spChg>
        <pc:spChg chg="mod">
          <ac:chgData name="Dalmia, Shreya" userId="fb8bfd7e-19af-4cf2-9313-72af6a9413ee" providerId="ADAL" clId="{7B484397-1090-4BEB-A08D-17999412EFA0}" dt="2026-09-06T17:57:11.864" v="7539" actId="1076"/>
          <ac:spMkLst>
            <pc:docMk/>
            <pc:sldMk cId="57316724" sldId="2147483226"/>
            <ac:spMk id="464" creationId="{4FC96349-00FC-7052-705B-2AB35E02409B}"/>
          </ac:spMkLst>
        </pc:spChg>
        <pc:spChg chg="add del mod">
          <ac:chgData name="Dalmia, Shreya" userId="fb8bfd7e-19af-4cf2-9313-72af6a9413ee" providerId="ADAL" clId="{7B484397-1090-4BEB-A08D-17999412EFA0}" dt="2026-09-08T04:47:59.606" v="13293" actId="20577"/>
          <ac:spMkLst>
            <pc:docMk/>
            <pc:sldMk cId="57316724" sldId="2147483226"/>
            <ac:spMk id="465" creationId="{203B1B65-8A3C-763E-4C67-E692D14053F7}"/>
          </ac:spMkLst>
        </pc:spChg>
        <pc:spChg chg="add mod">
          <ac:chgData name="Dalmia, Shreya" userId="fb8bfd7e-19af-4cf2-9313-72af6a9413ee" providerId="ADAL" clId="{7B484397-1090-4BEB-A08D-17999412EFA0}" dt="2026-09-06T17:57:44.433" v="7561" actId="1035"/>
          <ac:spMkLst>
            <pc:docMk/>
            <pc:sldMk cId="57316724" sldId="2147483226"/>
            <ac:spMk id="466" creationId="{81602890-8332-9E32-657F-2B6B2AC19DE8}"/>
          </ac:spMkLst>
        </pc:spChg>
        <pc:spChg chg="mod">
          <ac:chgData name="Dalmia, Shreya" userId="fb8bfd7e-19af-4cf2-9313-72af6a9413ee" providerId="ADAL" clId="{7B484397-1090-4BEB-A08D-17999412EFA0}" dt="2026-09-06T17:55:27.954" v="7451" actId="20577"/>
          <ac:spMkLst>
            <pc:docMk/>
            <pc:sldMk cId="57316724" sldId="2147483226"/>
            <ac:spMk id="467" creationId="{DEB39028-A0FC-398C-BA14-3273500374D1}"/>
          </ac:spMkLst>
        </pc:spChg>
        <pc:spChg chg="mod">
          <ac:chgData name="Dalmia, Shreya" userId="fb8bfd7e-19af-4cf2-9313-72af6a9413ee" providerId="ADAL" clId="{7B484397-1090-4BEB-A08D-17999412EFA0}" dt="2026-09-06T17:55:32.025" v="7457" actId="20577"/>
          <ac:spMkLst>
            <pc:docMk/>
            <pc:sldMk cId="57316724" sldId="2147483226"/>
            <ac:spMk id="469" creationId="{A4B39295-E609-596B-1073-D826E57562A7}"/>
          </ac:spMkLst>
        </pc:spChg>
        <pc:spChg chg="mod">
          <ac:chgData name="Dalmia, Shreya" userId="fb8bfd7e-19af-4cf2-9313-72af6a9413ee" providerId="ADAL" clId="{7B484397-1090-4BEB-A08D-17999412EFA0}" dt="2026-09-06T17:55:34.539" v="7458" actId="20577"/>
          <ac:spMkLst>
            <pc:docMk/>
            <pc:sldMk cId="57316724" sldId="2147483226"/>
            <ac:spMk id="471" creationId="{2FCF6DE1-FE91-1FDB-C400-1792D728F31D}"/>
          </ac:spMkLst>
        </pc:spChg>
        <pc:spChg chg="mod">
          <ac:chgData name="Dalmia, Shreya" userId="fb8bfd7e-19af-4cf2-9313-72af6a9413ee" providerId="ADAL" clId="{7B484397-1090-4BEB-A08D-17999412EFA0}" dt="2026-09-07T13:00:50.104" v="12749" actId="20577"/>
          <ac:spMkLst>
            <pc:docMk/>
            <pc:sldMk cId="57316724" sldId="2147483226"/>
            <ac:spMk id="476" creationId="{5587F5CD-8271-855E-C813-4B681725F2FB}"/>
          </ac:spMkLst>
        </pc:spChg>
        <pc:spChg chg="add mod">
          <ac:chgData name="Dalmia, Shreya" userId="fb8bfd7e-19af-4cf2-9313-72af6a9413ee" providerId="ADAL" clId="{7B484397-1090-4BEB-A08D-17999412EFA0}" dt="2026-09-06T17:57:44.433" v="7561" actId="1035"/>
          <ac:spMkLst>
            <pc:docMk/>
            <pc:sldMk cId="57316724" sldId="2147483226"/>
            <ac:spMk id="480" creationId="{A2A6ACA9-3668-8F80-DF6F-92674B00DA40}"/>
          </ac:spMkLst>
        </pc:spChg>
        <pc:spChg chg="mod">
          <ac:chgData name="Dalmia, Shreya" userId="fb8bfd7e-19af-4cf2-9313-72af6a9413ee" providerId="ADAL" clId="{7B484397-1090-4BEB-A08D-17999412EFA0}" dt="2026-09-07T13:01:50.863" v="12819"/>
          <ac:spMkLst>
            <pc:docMk/>
            <pc:sldMk cId="57316724" sldId="2147483226"/>
            <ac:spMk id="481" creationId="{406F56EB-0785-E1AB-2AF8-0546B3F968EF}"/>
          </ac:spMkLst>
        </pc:spChg>
        <pc:spChg chg="add mod">
          <ac:chgData name="Dalmia, Shreya" userId="fb8bfd7e-19af-4cf2-9313-72af6a9413ee" providerId="ADAL" clId="{7B484397-1090-4BEB-A08D-17999412EFA0}" dt="2026-09-06T17:57:44.433" v="7561" actId="1035"/>
          <ac:spMkLst>
            <pc:docMk/>
            <pc:sldMk cId="57316724" sldId="2147483226"/>
            <ac:spMk id="483" creationId="{FE87450B-4D36-56A1-593C-00695829C2A6}"/>
          </ac:spMkLst>
        </pc:spChg>
        <pc:spChg chg="mod">
          <ac:chgData name="Dalmia, Shreya" userId="fb8bfd7e-19af-4cf2-9313-72af6a9413ee" providerId="ADAL" clId="{7B484397-1090-4BEB-A08D-17999412EFA0}" dt="2026-09-07T13:03:12.164" v="12854" actId="20577"/>
          <ac:spMkLst>
            <pc:docMk/>
            <pc:sldMk cId="57316724" sldId="2147483226"/>
            <ac:spMk id="486" creationId="{64D6F3D9-76AA-D6A4-A918-753DF83F86EC}"/>
          </ac:spMkLst>
        </pc:spChg>
        <pc:spChg chg="mod">
          <ac:chgData name="Dalmia, Shreya" userId="fb8bfd7e-19af-4cf2-9313-72af6a9413ee" providerId="ADAL" clId="{7B484397-1090-4BEB-A08D-17999412EFA0}" dt="2026-09-07T13:01:30.626" v="12816" actId="20577"/>
          <ac:spMkLst>
            <pc:docMk/>
            <pc:sldMk cId="57316724" sldId="2147483226"/>
            <ac:spMk id="491" creationId="{A647FD61-E526-ACB0-656E-F36B4739D610}"/>
          </ac:spMkLst>
        </pc:spChg>
        <pc:spChg chg="mod">
          <ac:chgData name="Dalmia, Shreya" userId="fb8bfd7e-19af-4cf2-9313-72af6a9413ee" providerId="ADAL" clId="{7B484397-1090-4BEB-A08D-17999412EFA0}" dt="2026-09-07T13:01:55.388" v="12820"/>
          <ac:spMkLst>
            <pc:docMk/>
            <pc:sldMk cId="57316724" sldId="2147483226"/>
            <ac:spMk id="496" creationId="{3DC26D8C-DB32-B025-BC51-4AFD86E7ADE8}"/>
          </ac:spMkLst>
        </pc:spChg>
        <pc:spChg chg="add mod">
          <ac:chgData name="Dalmia, Shreya" userId="fb8bfd7e-19af-4cf2-9313-72af6a9413ee" providerId="ADAL" clId="{7B484397-1090-4BEB-A08D-17999412EFA0}" dt="2026-09-06T17:57:44.433" v="7561" actId="1035"/>
          <ac:spMkLst>
            <pc:docMk/>
            <pc:sldMk cId="57316724" sldId="2147483226"/>
            <ac:spMk id="497" creationId="{0970DE0F-893B-C3DF-69CF-8C349ECE74B1}"/>
          </ac:spMkLst>
        </pc:spChg>
        <pc:spChg chg="mod">
          <ac:chgData name="Dalmia, Shreya" userId="fb8bfd7e-19af-4cf2-9313-72af6a9413ee" providerId="ADAL" clId="{7B484397-1090-4BEB-A08D-17999412EFA0}" dt="2026-09-07T11:36:41.018" v="12193" actId="207"/>
          <ac:spMkLst>
            <pc:docMk/>
            <pc:sldMk cId="57316724" sldId="2147483226"/>
            <ac:spMk id="501" creationId="{8292BC09-E03B-5E0E-B6F3-772F550CC46F}"/>
          </ac:spMkLst>
        </pc:spChg>
        <pc:spChg chg="add mod">
          <ac:chgData name="Dalmia, Shreya" userId="fb8bfd7e-19af-4cf2-9313-72af6a9413ee" providerId="ADAL" clId="{7B484397-1090-4BEB-A08D-17999412EFA0}" dt="2026-09-06T17:57:44.433" v="7561" actId="1035"/>
          <ac:spMkLst>
            <pc:docMk/>
            <pc:sldMk cId="57316724" sldId="2147483226"/>
            <ac:spMk id="505" creationId="{7501BBD8-97D8-5F5F-303F-5057DCDF4758}"/>
          </ac:spMkLst>
        </pc:spChg>
        <pc:spChg chg="mod">
          <ac:chgData name="Dalmia, Shreya" userId="fb8bfd7e-19af-4cf2-9313-72af6a9413ee" providerId="ADAL" clId="{7B484397-1090-4BEB-A08D-17999412EFA0}" dt="2026-09-07T11:36:41.018" v="12193" actId="207"/>
          <ac:spMkLst>
            <pc:docMk/>
            <pc:sldMk cId="57316724" sldId="2147483226"/>
            <ac:spMk id="506" creationId="{D8FF63E3-529F-ED14-8A85-A753E87F8AEE}"/>
          </ac:spMkLst>
        </pc:spChg>
        <pc:spChg chg="mod">
          <ac:chgData name="Dalmia, Shreya" userId="fb8bfd7e-19af-4cf2-9313-72af6a9413ee" providerId="ADAL" clId="{7B484397-1090-4BEB-A08D-17999412EFA0}" dt="2026-09-07T13:02:08.071" v="12822" actId="20577"/>
          <ac:spMkLst>
            <pc:docMk/>
            <pc:sldMk cId="57316724" sldId="2147483226"/>
            <ac:spMk id="511" creationId="{8AC93BE8-4ACC-BD17-4D5E-4678BF41CC5B}"/>
          </ac:spMkLst>
        </pc:spChg>
        <pc:spChg chg="add mod">
          <ac:chgData name="Dalmia, Shreya" userId="fb8bfd7e-19af-4cf2-9313-72af6a9413ee" providerId="ADAL" clId="{7B484397-1090-4BEB-A08D-17999412EFA0}" dt="2026-09-07T11:36:41.018" v="12193" actId="207"/>
          <ac:spMkLst>
            <pc:docMk/>
            <pc:sldMk cId="57316724" sldId="2147483226"/>
            <ac:spMk id="516" creationId="{8953FE47-C7C1-7E09-6EE5-281AB1A98865}"/>
          </ac:spMkLst>
        </pc:spChg>
        <pc:spChg chg="del">
          <ac:chgData name="Dalmia, Shreya" userId="fb8bfd7e-19af-4cf2-9313-72af6a9413ee" providerId="ADAL" clId="{7B484397-1090-4BEB-A08D-17999412EFA0}" dt="2026-09-07T13:01:36.395" v="12818" actId="478"/>
          <ac:spMkLst>
            <pc:docMk/>
            <pc:sldMk cId="57316724" sldId="2147483226"/>
            <ac:spMk id="517" creationId="{4E672696-58F2-47C7-2844-58D3C67AF200}"/>
          </ac:spMkLst>
        </pc:spChg>
        <pc:spChg chg="del">
          <ac:chgData name="Dalmia, Shreya" userId="fb8bfd7e-19af-4cf2-9313-72af6a9413ee" providerId="ADAL" clId="{7B484397-1090-4BEB-A08D-17999412EFA0}" dt="2026-09-07T13:01:34.833" v="12817" actId="478"/>
          <ac:spMkLst>
            <pc:docMk/>
            <pc:sldMk cId="57316724" sldId="2147483226"/>
            <ac:spMk id="518" creationId="{23175922-5028-8EDC-2A8A-E6D4603C5428}"/>
          </ac:spMkLst>
        </pc:spChg>
        <pc:spChg chg="del">
          <ac:chgData name="Dalmia, Shreya" userId="fb8bfd7e-19af-4cf2-9313-72af6a9413ee" providerId="ADAL" clId="{7B484397-1090-4BEB-A08D-17999412EFA0}" dt="2026-09-07T13:01:34.833" v="12817" actId="478"/>
          <ac:spMkLst>
            <pc:docMk/>
            <pc:sldMk cId="57316724" sldId="2147483226"/>
            <ac:spMk id="519" creationId="{4143A253-CE85-EC45-A027-11468E8138A5}"/>
          </ac:spMkLst>
        </pc:spChg>
        <pc:spChg chg="del mod">
          <ac:chgData name="Dalmia, Shreya" userId="fb8bfd7e-19af-4cf2-9313-72af6a9413ee" providerId="ADAL" clId="{7B484397-1090-4BEB-A08D-17999412EFA0}" dt="2026-09-07T13:01:34.833" v="12817" actId="478"/>
          <ac:spMkLst>
            <pc:docMk/>
            <pc:sldMk cId="57316724" sldId="2147483226"/>
            <ac:spMk id="521" creationId="{3DBC5E04-99FC-F9AE-E2C1-9349C415A5A2}"/>
          </ac:spMkLst>
        </pc:spChg>
        <pc:spChg chg="add del mod">
          <ac:chgData name="Dalmia, Shreya" userId="fb8bfd7e-19af-4cf2-9313-72af6a9413ee" providerId="ADAL" clId="{7B484397-1090-4BEB-A08D-17999412EFA0}" dt="2026-09-07T13:02:14.819" v="12823" actId="478"/>
          <ac:spMkLst>
            <pc:docMk/>
            <pc:sldMk cId="57316724" sldId="2147483226"/>
            <ac:spMk id="522" creationId="{93F3DA96-F0F9-1C89-617F-8ECE043D404E}"/>
          </ac:spMkLst>
        </pc:spChg>
        <pc:spChg chg="del">
          <ac:chgData name="Dalmia, Shreya" userId="fb8bfd7e-19af-4cf2-9313-72af6a9413ee" providerId="ADAL" clId="{7B484397-1090-4BEB-A08D-17999412EFA0}" dt="2026-09-07T13:02:14.819" v="12823" actId="478"/>
          <ac:spMkLst>
            <pc:docMk/>
            <pc:sldMk cId="57316724" sldId="2147483226"/>
            <ac:spMk id="523" creationId="{21B5F851-4EAE-2C8C-296B-E3E481A1014C}"/>
          </ac:spMkLst>
        </pc:spChg>
        <pc:spChg chg="del">
          <ac:chgData name="Dalmia, Shreya" userId="fb8bfd7e-19af-4cf2-9313-72af6a9413ee" providerId="ADAL" clId="{7B484397-1090-4BEB-A08D-17999412EFA0}" dt="2026-09-07T13:02:14.819" v="12823" actId="478"/>
          <ac:spMkLst>
            <pc:docMk/>
            <pc:sldMk cId="57316724" sldId="2147483226"/>
            <ac:spMk id="524" creationId="{23D93198-EB26-98BF-8A00-8974D14B8B28}"/>
          </ac:spMkLst>
        </pc:spChg>
        <pc:spChg chg="del">
          <ac:chgData name="Dalmia, Shreya" userId="fb8bfd7e-19af-4cf2-9313-72af6a9413ee" providerId="ADAL" clId="{7B484397-1090-4BEB-A08D-17999412EFA0}" dt="2026-09-07T13:02:14.819" v="12823" actId="478"/>
          <ac:spMkLst>
            <pc:docMk/>
            <pc:sldMk cId="57316724" sldId="2147483226"/>
            <ac:spMk id="525" creationId="{2508B55A-71FF-7A48-57FB-9EA94F2612D3}"/>
          </ac:spMkLst>
        </pc:spChg>
        <pc:spChg chg="del">
          <ac:chgData name="Dalmia, Shreya" userId="fb8bfd7e-19af-4cf2-9313-72af6a9413ee" providerId="ADAL" clId="{7B484397-1090-4BEB-A08D-17999412EFA0}" dt="2026-09-07T13:02:14.819" v="12823" actId="478"/>
          <ac:spMkLst>
            <pc:docMk/>
            <pc:sldMk cId="57316724" sldId="2147483226"/>
            <ac:spMk id="526" creationId="{3152AE3B-7539-4A94-51C3-24975A7A7E11}"/>
          </ac:spMkLst>
        </pc:spChg>
        <pc:spChg chg="add mod">
          <ac:chgData name="Dalmia, Shreya" userId="fb8bfd7e-19af-4cf2-9313-72af6a9413ee" providerId="ADAL" clId="{7B484397-1090-4BEB-A08D-17999412EFA0}" dt="2026-09-06T17:57:44.433" v="7561" actId="1035"/>
          <ac:spMkLst>
            <pc:docMk/>
            <pc:sldMk cId="57316724" sldId="2147483226"/>
            <ac:spMk id="527" creationId="{B33D05CD-43CC-C8D6-3D06-A8272CD7F7E2}"/>
          </ac:spMkLst>
        </pc:spChg>
        <pc:spChg chg="mod">
          <ac:chgData name="Dalmia, Shreya" userId="fb8bfd7e-19af-4cf2-9313-72af6a9413ee" providerId="ADAL" clId="{7B484397-1090-4BEB-A08D-17999412EFA0}" dt="2026-09-07T11:36:41.018" v="12193" actId="207"/>
          <ac:spMkLst>
            <pc:docMk/>
            <pc:sldMk cId="57316724" sldId="2147483226"/>
            <ac:spMk id="531" creationId="{E77F077A-877E-B86E-D97C-E7F35D51E041}"/>
          </ac:spMkLst>
        </pc:spChg>
        <pc:spChg chg="mod">
          <ac:chgData name="Dalmia, Shreya" userId="fb8bfd7e-19af-4cf2-9313-72af6a9413ee" providerId="ADAL" clId="{7B484397-1090-4BEB-A08D-17999412EFA0}" dt="2026-09-06T18:02:06.606" v="7638" actId="1035"/>
          <ac:spMkLst>
            <pc:docMk/>
            <pc:sldMk cId="57316724" sldId="2147483226"/>
            <ac:spMk id="535" creationId="{8E027EA9-7C2E-49DA-C269-FA783AA2DC6F}"/>
          </ac:spMkLst>
        </pc:spChg>
        <pc:graphicFrameChg chg="add mod modGraphic">
          <ac:chgData name="Dalmia, Shreya" userId="fb8bfd7e-19af-4cf2-9313-72af6a9413ee" providerId="ADAL" clId="{7B484397-1090-4BEB-A08D-17999412EFA0}" dt="2026-09-07T13:03:05.902" v="12853" actId="1038"/>
          <ac:graphicFrameMkLst>
            <pc:docMk/>
            <pc:sldMk cId="57316724" sldId="2147483226"/>
            <ac:graphicFrameMk id="7" creationId="{D32E7D38-38F7-8A84-4BC8-CC286419BC4F}"/>
          </ac:graphicFrameMkLst>
        </pc:graphicFrameChg>
        <pc:graphicFrameChg chg="add mod modGraphic">
          <ac:chgData name="Dalmia, Shreya" userId="fb8bfd7e-19af-4cf2-9313-72af6a9413ee" providerId="ADAL" clId="{7B484397-1090-4BEB-A08D-17999412EFA0}" dt="2026-09-07T13:03:05.902" v="12853" actId="1038"/>
          <ac:graphicFrameMkLst>
            <pc:docMk/>
            <pc:sldMk cId="57316724" sldId="2147483226"/>
            <ac:graphicFrameMk id="9" creationId="{8E90817A-8AA3-3F81-1A11-971A4943DA8F}"/>
          </ac:graphicFrameMkLst>
        </pc:graphicFrameChg>
      </pc:sldChg>
      <pc:sldChg chg="addSp delSp modSp add mod">
        <pc:chgData name="Dalmia, Shreya" userId="fb8bfd7e-19af-4cf2-9313-72af6a9413ee" providerId="ADAL" clId="{7B484397-1090-4BEB-A08D-17999412EFA0}" dt="2026-09-06T18:05:17.915" v="7714" actId="20577"/>
        <pc:sldMkLst>
          <pc:docMk/>
          <pc:sldMk cId="3483654635" sldId="2147483227"/>
        </pc:sldMkLst>
        <pc:spChg chg="mod">
          <ac:chgData name="Dalmia, Shreya" userId="fb8bfd7e-19af-4cf2-9313-72af6a9413ee" providerId="ADAL" clId="{7B484397-1090-4BEB-A08D-17999412EFA0}" dt="2026-09-06T18:02:49.434" v="7661" actId="20577"/>
          <ac:spMkLst>
            <pc:docMk/>
            <pc:sldMk cId="3483654635" sldId="2147483227"/>
            <ac:spMk id="2" creationId="{700C4DEB-AC65-2C0D-FDA5-F9346F7ADCFE}"/>
          </ac:spMkLst>
        </pc:spChg>
        <pc:spChg chg="mod">
          <ac:chgData name="Dalmia, Shreya" userId="fb8bfd7e-19af-4cf2-9313-72af6a9413ee" providerId="ADAL" clId="{7B484397-1090-4BEB-A08D-17999412EFA0}" dt="2026-09-06T17:59:46.624" v="7594" actId="6549"/>
          <ac:spMkLst>
            <pc:docMk/>
            <pc:sldMk cId="3483654635" sldId="2147483227"/>
            <ac:spMk id="9" creationId="{98FE1F8B-1523-1777-0F1A-ABAB18D82F37}"/>
          </ac:spMkLst>
        </pc:spChg>
        <pc:spChg chg="mod">
          <ac:chgData name="Dalmia, Shreya" userId="fb8bfd7e-19af-4cf2-9313-72af6a9413ee" providerId="ADAL" clId="{7B484397-1090-4BEB-A08D-17999412EFA0}" dt="2026-09-06T18:00:36.965" v="7607"/>
          <ac:spMkLst>
            <pc:docMk/>
            <pc:sldMk cId="3483654635" sldId="2147483227"/>
            <ac:spMk id="43" creationId="{A83A01FC-2062-3940-AE3D-2426703ACEE2}"/>
          </ac:spMkLst>
        </pc:spChg>
        <pc:spChg chg="mod">
          <ac:chgData name="Dalmia, Shreya" userId="fb8bfd7e-19af-4cf2-9313-72af6a9413ee" providerId="ADAL" clId="{7B484397-1090-4BEB-A08D-17999412EFA0}" dt="2026-09-06T18:01:04.603" v="7611"/>
          <ac:spMkLst>
            <pc:docMk/>
            <pc:sldMk cId="3483654635" sldId="2147483227"/>
            <ac:spMk id="53" creationId="{2EF1DDEE-A547-CB9B-9B68-FE12C939F8A3}"/>
          </ac:spMkLst>
        </pc:spChg>
        <pc:spChg chg="mod">
          <ac:chgData name="Dalmia, Shreya" userId="fb8bfd7e-19af-4cf2-9313-72af6a9413ee" providerId="ADAL" clId="{7B484397-1090-4BEB-A08D-17999412EFA0}" dt="2026-09-06T18:01:34.584" v="7617"/>
          <ac:spMkLst>
            <pc:docMk/>
            <pc:sldMk cId="3483654635" sldId="2147483227"/>
            <ac:spMk id="63" creationId="{E99B84A2-95B8-6BE4-33A4-7F54CE286D6F}"/>
          </ac:spMkLst>
        </pc:spChg>
        <pc:spChg chg="mod">
          <ac:chgData name="Dalmia, Shreya" userId="fb8bfd7e-19af-4cf2-9313-72af6a9413ee" providerId="ADAL" clId="{7B484397-1090-4BEB-A08D-17999412EFA0}" dt="2026-09-06T18:00:46.490" v="7608"/>
          <ac:spMkLst>
            <pc:docMk/>
            <pc:sldMk cId="3483654635" sldId="2147483227"/>
            <ac:spMk id="546" creationId="{98AFE535-2650-B257-C60E-46E92B16484C}"/>
          </ac:spMkLst>
        </pc:spChg>
        <pc:spChg chg="mod">
          <ac:chgData name="Dalmia, Shreya" userId="fb8bfd7e-19af-4cf2-9313-72af6a9413ee" providerId="ADAL" clId="{7B484397-1090-4BEB-A08D-17999412EFA0}" dt="2026-09-06T18:01:10.229" v="7612"/>
          <ac:spMkLst>
            <pc:docMk/>
            <pc:sldMk cId="3483654635" sldId="2147483227"/>
            <ac:spMk id="556" creationId="{D48725B2-59F9-9CB9-AF0C-6A997A3D1465}"/>
          </ac:spMkLst>
        </pc:spChg>
        <pc:spChg chg="add">
          <ac:chgData name="Dalmia, Shreya" userId="fb8bfd7e-19af-4cf2-9313-72af6a9413ee" providerId="ADAL" clId="{7B484397-1090-4BEB-A08D-17999412EFA0}" dt="2026-09-06T17:59:27.136" v="7586" actId="22"/>
          <ac:spMkLst>
            <pc:docMk/>
            <pc:sldMk cId="3483654635" sldId="2147483227"/>
            <ac:spMk id="558" creationId="{4338174A-2969-18F0-233E-2CEEE684179D}"/>
          </ac:spMkLst>
        </pc:spChg>
        <pc:spChg chg="mod">
          <ac:chgData name="Dalmia, Shreya" userId="fb8bfd7e-19af-4cf2-9313-72af6a9413ee" providerId="ADAL" clId="{7B484397-1090-4BEB-A08D-17999412EFA0}" dt="2026-09-06T18:01:40.335" v="7618"/>
          <ac:spMkLst>
            <pc:docMk/>
            <pc:sldMk cId="3483654635" sldId="2147483227"/>
            <ac:spMk id="566" creationId="{2AE0B9CC-5CBA-86A7-477C-A848FBB2F54F}"/>
          </ac:spMkLst>
        </pc:spChg>
        <pc:spChg chg="mod">
          <ac:chgData name="Dalmia, Shreya" userId="fb8bfd7e-19af-4cf2-9313-72af6a9413ee" providerId="ADAL" clId="{7B484397-1090-4BEB-A08D-17999412EFA0}" dt="2026-09-06T18:00:52.799" v="7609"/>
          <ac:spMkLst>
            <pc:docMk/>
            <pc:sldMk cId="3483654635" sldId="2147483227"/>
            <ac:spMk id="576" creationId="{61C192D1-B390-CF5F-729F-19229F2D978A}"/>
          </ac:spMkLst>
        </pc:spChg>
        <pc:spChg chg="add mod">
          <ac:chgData name="Dalmia, Shreya" userId="fb8bfd7e-19af-4cf2-9313-72af6a9413ee" providerId="ADAL" clId="{7B484397-1090-4BEB-A08D-17999412EFA0}" dt="2026-09-06T18:01:16.129" v="7613"/>
          <ac:spMkLst>
            <pc:docMk/>
            <pc:sldMk cId="3483654635" sldId="2147483227"/>
            <ac:spMk id="586" creationId="{C0851D81-960F-60F4-469A-7862387F5B21}"/>
          </ac:spMkLst>
        </pc:spChg>
        <pc:spChg chg="add">
          <ac:chgData name="Dalmia, Shreya" userId="fb8bfd7e-19af-4cf2-9313-72af6a9413ee" providerId="ADAL" clId="{7B484397-1090-4BEB-A08D-17999412EFA0}" dt="2026-09-06T17:59:27.136" v="7586" actId="22"/>
          <ac:spMkLst>
            <pc:docMk/>
            <pc:sldMk cId="3483654635" sldId="2147483227"/>
            <ac:spMk id="592" creationId="{5A6EEAE6-81A6-27AA-CFB5-EA182E173215}"/>
          </ac:spMkLst>
        </pc:spChg>
        <pc:spChg chg="add mod">
          <ac:chgData name="Dalmia, Shreya" userId="fb8bfd7e-19af-4cf2-9313-72af6a9413ee" providerId="ADAL" clId="{7B484397-1090-4BEB-A08D-17999412EFA0}" dt="2026-09-06T18:01:46.168" v="7619"/>
          <ac:spMkLst>
            <pc:docMk/>
            <pc:sldMk cId="3483654635" sldId="2147483227"/>
            <ac:spMk id="596" creationId="{D0656F8B-AA03-E9EA-7AA1-7A24C5AA7F87}"/>
          </ac:spMkLst>
        </pc:spChg>
        <pc:spChg chg="mod">
          <ac:chgData name="Dalmia, Shreya" userId="fb8bfd7e-19af-4cf2-9313-72af6a9413ee" providerId="ADAL" clId="{7B484397-1090-4BEB-A08D-17999412EFA0}" dt="2026-09-06T18:00:58.799" v="7610"/>
          <ac:spMkLst>
            <pc:docMk/>
            <pc:sldMk cId="3483654635" sldId="2147483227"/>
            <ac:spMk id="606" creationId="{B8E5D489-7E0D-7F9A-EE7A-6B6BB1B58FD0}"/>
          </ac:spMkLst>
        </pc:spChg>
        <pc:spChg chg="mod">
          <ac:chgData name="Dalmia, Shreya" userId="fb8bfd7e-19af-4cf2-9313-72af6a9413ee" providerId="ADAL" clId="{7B484397-1090-4BEB-A08D-17999412EFA0}" dt="2026-09-06T18:01:26.550" v="7616" actId="20577"/>
          <ac:spMkLst>
            <pc:docMk/>
            <pc:sldMk cId="3483654635" sldId="2147483227"/>
            <ac:spMk id="616" creationId="{6520F577-6320-7A31-50F8-21588FF010AE}"/>
          </ac:spMkLst>
        </pc:spChg>
        <pc:spChg chg="add mod">
          <ac:chgData name="Dalmia, Shreya" userId="fb8bfd7e-19af-4cf2-9313-72af6a9413ee" providerId="ADAL" clId="{7B484397-1090-4BEB-A08D-17999412EFA0}" dt="2026-09-06T18:01:51.939" v="7620"/>
          <ac:spMkLst>
            <pc:docMk/>
            <pc:sldMk cId="3483654635" sldId="2147483227"/>
            <ac:spMk id="626" creationId="{5CFC8501-030D-0C45-C9C4-BCE45003C852}"/>
          </ac:spMkLst>
        </pc:spChg>
        <pc:spChg chg="add">
          <ac:chgData name="Dalmia, Shreya" userId="fb8bfd7e-19af-4cf2-9313-72af6a9413ee" providerId="ADAL" clId="{7B484397-1090-4BEB-A08D-17999412EFA0}" dt="2026-09-06T17:59:27.136" v="7586" actId="22"/>
          <ac:spMkLst>
            <pc:docMk/>
            <pc:sldMk cId="3483654635" sldId="2147483227"/>
            <ac:spMk id="628" creationId="{D4613AFC-850C-183B-8FD9-3CB99AD28345}"/>
          </ac:spMkLst>
        </pc:spChg>
        <pc:spChg chg="add mod">
          <ac:chgData name="Dalmia, Shreya" userId="fb8bfd7e-19af-4cf2-9313-72af6a9413ee" providerId="ADAL" clId="{7B484397-1090-4BEB-A08D-17999412EFA0}" dt="2026-09-06T18:02:22.866" v="7653" actId="1036"/>
          <ac:spMkLst>
            <pc:docMk/>
            <pc:sldMk cId="3483654635" sldId="2147483227"/>
            <ac:spMk id="656" creationId="{5C7891BC-2D4A-3484-C54D-8891B314B9C9}"/>
          </ac:spMkLst>
        </pc:spChg>
        <pc:spChg chg="add mod">
          <ac:chgData name="Dalmia, Shreya" userId="fb8bfd7e-19af-4cf2-9313-72af6a9413ee" providerId="ADAL" clId="{7B484397-1090-4BEB-A08D-17999412EFA0}" dt="2026-09-06T18:02:22.866" v="7653" actId="1036"/>
          <ac:spMkLst>
            <pc:docMk/>
            <pc:sldMk cId="3483654635" sldId="2147483227"/>
            <ac:spMk id="658" creationId="{09902324-6239-75C7-F9C9-6BBA69AC434E}"/>
          </ac:spMkLst>
        </pc:spChg>
        <pc:spChg chg="add mod">
          <ac:chgData name="Dalmia, Shreya" userId="fb8bfd7e-19af-4cf2-9313-72af6a9413ee" providerId="ADAL" clId="{7B484397-1090-4BEB-A08D-17999412EFA0}" dt="2026-09-06T18:02:22.866" v="7653" actId="1036"/>
          <ac:spMkLst>
            <pc:docMk/>
            <pc:sldMk cId="3483654635" sldId="2147483227"/>
            <ac:spMk id="660" creationId="{A666377E-80E5-7519-2636-3FD3E8A09E07}"/>
          </ac:spMkLst>
        </pc:spChg>
        <pc:spChg chg="add mod">
          <ac:chgData name="Dalmia, Shreya" userId="fb8bfd7e-19af-4cf2-9313-72af6a9413ee" providerId="ADAL" clId="{7B484397-1090-4BEB-A08D-17999412EFA0}" dt="2026-09-06T18:02:22.866" v="7653" actId="1036"/>
          <ac:spMkLst>
            <pc:docMk/>
            <pc:sldMk cId="3483654635" sldId="2147483227"/>
            <ac:spMk id="662" creationId="{202D7FFC-4458-3F46-DC01-4A3EFE0F90C3}"/>
          </ac:spMkLst>
        </pc:spChg>
        <pc:spChg chg="add mod">
          <ac:chgData name="Dalmia, Shreya" userId="fb8bfd7e-19af-4cf2-9313-72af6a9413ee" providerId="ADAL" clId="{7B484397-1090-4BEB-A08D-17999412EFA0}" dt="2026-09-06T18:02:22.866" v="7653" actId="1036"/>
          <ac:spMkLst>
            <pc:docMk/>
            <pc:sldMk cId="3483654635" sldId="2147483227"/>
            <ac:spMk id="664" creationId="{88EA4667-1CB2-C6E6-BE1D-A58DD9BEEA5B}"/>
          </ac:spMkLst>
        </pc:spChg>
        <pc:spChg chg="add mod">
          <ac:chgData name="Dalmia, Shreya" userId="fb8bfd7e-19af-4cf2-9313-72af6a9413ee" providerId="ADAL" clId="{7B484397-1090-4BEB-A08D-17999412EFA0}" dt="2026-09-06T18:02:22.866" v="7653" actId="1036"/>
          <ac:spMkLst>
            <pc:docMk/>
            <pc:sldMk cId="3483654635" sldId="2147483227"/>
            <ac:spMk id="666" creationId="{D878AA19-6069-95E8-AA48-8EC7235CD4DF}"/>
          </ac:spMkLst>
        </pc:spChg>
        <pc:spChg chg="add mod">
          <ac:chgData name="Dalmia, Shreya" userId="fb8bfd7e-19af-4cf2-9313-72af6a9413ee" providerId="ADAL" clId="{7B484397-1090-4BEB-A08D-17999412EFA0}" dt="2026-09-06T18:02:22.866" v="7653" actId="1036"/>
          <ac:spMkLst>
            <pc:docMk/>
            <pc:sldMk cId="3483654635" sldId="2147483227"/>
            <ac:spMk id="668" creationId="{CA46A172-1B2C-48C7-D78E-13F80F4845B9}"/>
          </ac:spMkLst>
        </pc:spChg>
        <pc:spChg chg="add mod">
          <ac:chgData name="Dalmia, Shreya" userId="fb8bfd7e-19af-4cf2-9313-72af6a9413ee" providerId="ADAL" clId="{7B484397-1090-4BEB-A08D-17999412EFA0}" dt="2026-09-06T18:02:22.866" v="7653" actId="1036"/>
          <ac:spMkLst>
            <pc:docMk/>
            <pc:sldMk cId="3483654635" sldId="2147483227"/>
            <ac:spMk id="670" creationId="{8BA7A652-DE42-E712-B597-63124A3FA99F}"/>
          </ac:spMkLst>
        </pc:spChg>
      </pc:sldChg>
      <pc:sldChg chg="addSp delSp modSp add mod">
        <pc:chgData name="Dalmia, Shreya" userId="fb8bfd7e-19af-4cf2-9313-72af6a9413ee" providerId="ADAL" clId="{7B484397-1090-4BEB-A08D-17999412EFA0}" dt="2026-09-06T18:03:04.243" v="7668"/>
        <pc:sldMkLst>
          <pc:docMk/>
          <pc:sldMk cId="897108986" sldId="2147483228"/>
        </pc:sldMkLst>
        <pc:spChg chg="mod">
          <ac:chgData name="Dalmia, Shreya" userId="fb8bfd7e-19af-4cf2-9313-72af6a9413ee" providerId="ADAL" clId="{7B484397-1090-4BEB-A08D-17999412EFA0}" dt="2026-09-06T18:02:54.213" v="7667" actId="20577"/>
          <ac:spMkLst>
            <pc:docMk/>
            <pc:sldMk cId="897108986" sldId="2147483228"/>
            <ac:spMk id="2" creationId="{18D90392-1655-23D6-B6ED-606A64375D9F}"/>
          </ac:spMkLst>
        </pc:spChg>
        <pc:spChg chg="mod">
          <ac:chgData name="Dalmia, Shreya" userId="fb8bfd7e-19af-4cf2-9313-72af6a9413ee" providerId="ADAL" clId="{7B484397-1090-4BEB-A08D-17999412EFA0}" dt="2026-09-06T18:03:04.243" v="7668"/>
          <ac:spMkLst>
            <pc:docMk/>
            <pc:sldMk cId="897108986" sldId="2147483228"/>
            <ac:spMk id="18" creationId="{A56E39B7-A1D8-D9E1-2BEF-17D6E2F9815A}"/>
          </ac:spMkLst>
        </pc:spChg>
        <pc:spChg chg="mod">
          <ac:chgData name="Dalmia, Shreya" userId="fb8bfd7e-19af-4cf2-9313-72af6a9413ee" providerId="ADAL" clId="{7B484397-1090-4BEB-A08D-17999412EFA0}" dt="2026-09-06T18:03:04.243" v="7668"/>
          <ac:spMkLst>
            <pc:docMk/>
            <pc:sldMk cId="897108986" sldId="2147483228"/>
            <ac:spMk id="20" creationId="{DAB4D8FF-CE56-1EFB-FD25-CE019C1A55E6}"/>
          </ac:spMkLst>
        </pc:spChg>
        <pc:spChg chg="mod">
          <ac:chgData name="Dalmia, Shreya" userId="fb8bfd7e-19af-4cf2-9313-72af6a9413ee" providerId="ADAL" clId="{7B484397-1090-4BEB-A08D-17999412EFA0}" dt="2026-09-06T18:03:04.243" v="7668"/>
          <ac:spMkLst>
            <pc:docMk/>
            <pc:sldMk cId="897108986" sldId="2147483228"/>
            <ac:spMk id="38" creationId="{D55994CB-5B0E-2BD5-2E0D-198378610D4E}"/>
          </ac:spMkLst>
        </pc:spChg>
        <pc:spChg chg="mod">
          <ac:chgData name="Dalmia, Shreya" userId="fb8bfd7e-19af-4cf2-9313-72af6a9413ee" providerId="ADAL" clId="{7B484397-1090-4BEB-A08D-17999412EFA0}" dt="2026-09-06T18:03:04.243" v="7668"/>
          <ac:spMkLst>
            <pc:docMk/>
            <pc:sldMk cId="897108986" sldId="2147483228"/>
            <ac:spMk id="50" creationId="{9A93ACEB-B0EA-806A-92CA-581E38B84A2A}"/>
          </ac:spMkLst>
        </pc:spChg>
        <pc:spChg chg="mod">
          <ac:chgData name="Dalmia, Shreya" userId="fb8bfd7e-19af-4cf2-9313-72af6a9413ee" providerId="ADAL" clId="{7B484397-1090-4BEB-A08D-17999412EFA0}" dt="2026-09-06T18:03:04.243" v="7668"/>
          <ac:spMkLst>
            <pc:docMk/>
            <pc:sldMk cId="897108986" sldId="2147483228"/>
            <ac:spMk id="56" creationId="{54D2F144-C920-BFDC-17A7-1B526E1D18EC}"/>
          </ac:spMkLst>
        </pc:spChg>
        <pc:spChg chg="mod">
          <ac:chgData name="Dalmia, Shreya" userId="fb8bfd7e-19af-4cf2-9313-72af6a9413ee" providerId="ADAL" clId="{7B484397-1090-4BEB-A08D-17999412EFA0}" dt="2026-09-06T18:03:04.243" v="7668"/>
          <ac:spMkLst>
            <pc:docMk/>
            <pc:sldMk cId="897108986" sldId="2147483228"/>
            <ac:spMk id="58" creationId="{EA85564F-2FC2-0EE2-8AF2-1CAEC540A769}"/>
          </ac:spMkLst>
        </pc:spChg>
        <pc:spChg chg="mod">
          <ac:chgData name="Dalmia, Shreya" userId="fb8bfd7e-19af-4cf2-9313-72af6a9413ee" providerId="ADAL" clId="{7B484397-1090-4BEB-A08D-17999412EFA0}" dt="2026-09-06T18:03:04.243" v="7668"/>
          <ac:spMkLst>
            <pc:docMk/>
            <pc:sldMk cId="897108986" sldId="2147483228"/>
            <ac:spMk id="60" creationId="{00817391-C824-8BB3-832C-69FE887A5AA8}"/>
          </ac:spMkLst>
        </pc:spChg>
        <pc:spChg chg="mod">
          <ac:chgData name="Dalmia, Shreya" userId="fb8bfd7e-19af-4cf2-9313-72af6a9413ee" providerId="ADAL" clId="{7B484397-1090-4BEB-A08D-17999412EFA0}" dt="2026-09-06T18:03:04.243" v="7668"/>
          <ac:spMkLst>
            <pc:docMk/>
            <pc:sldMk cId="897108986" sldId="2147483228"/>
            <ac:spMk id="62" creationId="{6BFC48AE-E7D6-ECEA-4205-9BB07B668353}"/>
          </ac:spMkLst>
        </pc:spChg>
        <pc:spChg chg="mod">
          <ac:chgData name="Dalmia, Shreya" userId="fb8bfd7e-19af-4cf2-9313-72af6a9413ee" providerId="ADAL" clId="{7B484397-1090-4BEB-A08D-17999412EFA0}" dt="2026-09-06T18:03:04.243" v="7668"/>
          <ac:spMkLst>
            <pc:docMk/>
            <pc:sldMk cId="897108986" sldId="2147483228"/>
            <ac:spMk id="459" creationId="{5C9C2C58-B506-6B2C-60C3-9E33A65D550F}"/>
          </ac:spMkLst>
        </pc:spChg>
        <pc:spChg chg="mod">
          <ac:chgData name="Dalmia, Shreya" userId="fb8bfd7e-19af-4cf2-9313-72af6a9413ee" providerId="ADAL" clId="{7B484397-1090-4BEB-A08D-17999412EFA0}" dt="2026-09-06T18:03:04.243" v="7668"/>
          <ac:spMkLst>
            <pc:docMk/>
            <pc:sldMk cId="897108986" sldId="2147483228"/>
            <ac:spMk id="461" creationId="{6510804E-EC4E-9EEC-6DC5-953C952437D4}"/>
          </ac:spMkLst>
        </pc:spChg>
      </pc:sldChg>
      <pc:sldChg chg="modSp add mod">
        <pc:chgData name="Dalmia, Shreya" userId="fb8bfd7e-19af-4cf2-9313-72af6a9413ee" providerId="ADAL" clId="{7B484397-1090-4BEB-A08D-17999412EFA0}" dt="2026-09-06T18:08:50.949" v="7753" actId="20577"/>
        <pc:sldMkLst>
          <pc:docMk/>
          <pc:sldMk cId="4085769224" sldId="2147483229"/>
        </pc:sldMkLst>
        <pc:spChg chg="mod">
          <ac:chgData name="Dalmia, Shreya" userId="fb8bfd7e-19af-4cf2-9313-72af6a9413ee" providerId="ADAL" clId="{7B484397-1090-4BEB-A08D-17999412EFA0}" dt="2026-09-06T18:08:50.949" v="7753" actId="20577"/>
          <ac:spMkLst>
            <pc:docMk/>
            <pc:sldMk cId="4085769224" sldId="2147483229"/>
            <ac:spMk id="2" creationId="{2D038D18-2DCA-11FA-DE81-1D93725F1C93}"/>
          </ac:spMkLst>
        </pc:spChg>
        <pc:spChg chg="mod">
          <ac:chgData name="Dalmia, Shreya" userId="fb8bfd7e-19af-4cf2-9313-72af6a9413ee" providerId="ADAL" clId="{7B484397-1090-4BEB-A08D-17999412EFA0}" dt="2026-09-06T18:04:31.689" v="7696" actId="6549"/>
          <ac:spMkLst>
            <pc:docMk/>
            <pc:sldMk cId="4085769224" sldId="2147483229"/>
            <ac:spMk id="9" creationId="{A7BF1096-110D-B66A-2E87-8E78D5ECB79D}"/>
          </ac:spMkLst>
        </pc:spChg>
        <pc:spChg chg="mod">
          <ac:chgData name="Dalmia, Shreya" userId="fb8bfd7e-19af-4cf2-9313-72af6a9413ee" providerId="ADAL" clId="{7B484397-1090-4BEB-A08D-17999412EFA0}" dt="2026-09-06T18:05:32.566" v="7715" actId="20577"/>
          <ac:spMkLst>
            <pc:docMk/>
            <pc:sldMk cId="4085769224" sldId="2147483229"/>
            <ac:spMk id="21" creationId="{B9F9A618-9A71-9161-28EE-02339964D361}"/>
          </ac:spMkLst>
        </pc:spChg>
        <pc:spChg chg="mod">
          <ac:chgData name="Dalmia, Shreya" userId="fb8bfd7e-19af-4cf2-9313-72af6a9413ee" providerId="ADAL" clId="{7B484397-1090-4BEB-A08D-17999412EFA0}" dt="2026-09-06T18:06:18.833" v="7732"/>
          <ac:spMkLst>
            <pc:docMk/>
            <pc:sldMk cId="4085769224" sldId="2147483229"/>
            <ac:spMk id="43" creationId="{4CAB8F3B-7B24-0DD1-D074-ADDA43018FA6}"/>
          </ac:spMkLst>
        </pc:spChg>
        <pc:spChg chg="mod">
          <ac:chgData name="Dalmia, Shreya" userId="fb8bfd7e-19af-4cf2-9313-72af6a9413ee" providerId="ADAL" clId="{7B484397-1090-4BEB-A08D-17999412EFA0}" dt="2026-09-06T18:06:40.491" v="7736"/>
          <ac:spMkLst>
            <pc:docMk/>
            <pc:sldMk cId="4085769224" sldId="2147483229"/>
            <ac:spMk id="53" creationId="{812823F5-642E-889A-7B2C-B7388EF99125}"/>
          </ac:spMkLst>
        </pc:spChg>
        <pc:spChg chg="mod">
          <ac:chgData name="Dalmia, Shreya" userId="fb8bfd7e-19af-4cf2-9313-72af6a9413ee" providerId="ADAL" clId="{7B484397-1090-4BEB-A08D-17999412EFA0}" dt="2026-09-06T18:07:01.643" v="7740"/>
          <ac:spMkLst>
            <pc:docMk/>
            <pc:sldMk cId="4085769224" sldId="2147483229"/>
            <ac:spMk id="63" creationId="{40456B28-C73C-1561-3B76-07D1C91D0CED}"/>
          </ac:spMkLst>
        </pc:spChg>
        <pc:spChg chg="mod">
          <ac:chgData name="Dalmia, Shreya" userId="fb8bfd7e-19af-4cf2-9313-72af6a9413ee" providerId="ADAL" clId="{7B484397-1090-4BEB-A08D-17999412EFA0}" dt="2026-09-06T18:06:24.247" v="7733"/>
          <ac:spMkLst>
            <pc:docMk/>
            <pc:sldMk cId="4085769224" sldId="2147483229"/>
            <ac:spMk id="546" creationId="{F22EB5BB-6F07-D23A-D6BD-5D50969D6640}"/>
          </ac:spMkLst>
        </pc:spChg>
        <pc:spChg chg="mod">
          <ac:chgData name="Dalmia, Shreya" userId="fb8bfd7e-19af-4cf2-9313-72af6a9413ee" providerId="ADAL" clId="{7B484397-1090-4BEB-A08D-17999412EFA0}" dt="2026-09-06T18:06:45.330" v="7737"/>
          <ac:spMkLst>
            <pc:docMk/>
            <pc:sldMk cId="4085769224" sldId="2147483229"/>
            <ac:spMk id="556" creationId="{DB3AFAC4-3580-C280-389E-1E24732E6E2B}"/>
          </ac:spMkLst>
        </pc:spChg>
        <pc:spChg chg="mod">
          <ac:chgData name="Dalmia, Shreya" userId="fb8bfd7e-19af-4cf2-9313-72af6a9413ee" providerId="ADAL" clId="{7B484397-1090-4BEB-A08D-17999412EFA0}" dt="2026-09-06T18:07:06.721" v="7741"/>
          <ac:spMkLst>
            <pc:docMk/>
            <pc:sldMk cId="4085769224" sldId="2147483229"/>
            <ac:spMk id="566" creationId="{583A6358-4E29-0F61-1924-6ABD8B1BFD51}"/>
          </ac:spMkLst>
        </pc:spChg>
        <pc:spChg chg="mod">
          <ac:chgData name="Dalmia, Shreya" userId="fb8bfd7e-19af-4cf2-9313-72af6a9413ee" providerId="ADAL" clId="{7B484397-1090-4BEB-A08D-17999412EFA0}" dt="2026-09-06T18:06:29.864" v="7734"/>
          <ac:spMkLst>
            <pc:docMk/>
            <pc:sldMk cId="4085769224" sldId="2147483229"/>
            <ac:spMk id="576" creationId="{95E50608-5DF9-3248-7129-1C6C49A65104}"/>
          </ac:spMkLst>
        </pc:spChg>
        <pc:spChg chg="mod">
          <ac:chgData name="Dalmia, Shreya" userId="fb8bfd7e-19af-4cf2-9313-72af6a9413ee" providerId="ADAL" clId="{7B484397-1090-4BEB-A08D-17999412EFA0}" dt="2026-09-06T18:06:50.456" v="7738"/>
          <ac:spMkLst>
            <pc:docMk/>
            <pc:sldMk cId="4085769224" sldId="2147483229"/>
            <ac:spMk id="586" creationId="{7A305203-AF5D-AD62-887A-AE134221D237}"/>
          </ac:spMkLst>
        </pc:spChg>
        <pc:spChg chg="mod">
          <ac:chgData name="Dalmia, Shreya" userId="fb8bfd7e-19af-4cf2-9313-72af6a9413ee" providerId="ADAL" clId="{7B484397-1090-4BEB-A08D-17999412EFA0}" dt="2026-09-06T18:07:11.930" v="7742"/>
          <ac:spMkLst>
            <pc:docMk/>
            <pc:sldMk cId="4085769224" sldId="2147483229"/>
            <ac:spMk id="596" creationId="{1366818E-FB74-F536-B5DF-62CF4F046694}"/>
          </ac:spMkLst>
        </pc:spChg>
        <pc:spChg chg="mod">
          <ac:chgData name="Dalmia, Shreya" userId="fb8bfd7e-19af-4cf2-9313-72af6a9413ee" providerId="ADAL" clId="{7B484397-1090-4BEB-A08D-17999412EFA0}" dt="2026-09-06T18:06:35.157" v="7735"/>
          <ac:spMkLst>
            <pc:docMk/>
            <pc:sldMk cId="4085769224" sldId="2147483229"/>
            <ac:spMk id="606" creationId="{EAEBBFB9-B06A-13E8-73E8-4C41ED62EE2C}"/>
          </ac:spMkLst>
        </pc:spChg>
        <pc:spChg chg="mod">
          <ac:chgData name="Dalmia, Shreya" userId="fb8bfd7e-19af-4cf2-9313-72af6a9413ee" providerId="ADAL" clId="{7B484397-1090-4BEB-A08D-17999412EFA0}" dt="2026-09-06T18:06:55.729" v="7739"/>
          <ac:spMkLst>
            <pc:docMk/>
            <pc:sldMk cId="4085769224" sldId="2147483229"/>
            <ac:spMk id="616" creationId="{68042390-8E92-C757-1310-D1D7E6C2D70D}"/>
          </ac:spMkLst>
        </pc:spChg>
        <pc:spChg chg="mod">
          <ac:chgData name="Dalmia, Shreya" userId="fb8bfd7e-19af-4cf2-9313-72af6a9413ee" providerId="ADAL" clId="{7B484397-1090-4BEB-A08D-17999412EFA0}" dt="2026-09-06T18:07:16.949" v="7743"/>
          <ac:spMkLst>
            <pc:docMk/>
            <pc:sldMk cId="4085769224" sldId="2147483229"/>
            <ac:spMk id="626" creationId="{F85890B2-5176-8893-2C5A-737AB2C75A4C}"/>
          </ac:spMkLst>
        </pc:spChg>
        <pc:spChg chg="mod">
          <ac:chgData name="Dalmia, Shreya" userId="fb8bfd7e-19af-4cf2-9313-72af6a9413ee" providerId="ADAL" clId="{7B484397-1090-4BEB-A08D-17999412EFA0}" dt="2026-09-06T18:05:59.163" v="7720" actId="20577"/>
          <ac:spMkLst>
            <pc:docMk/>
            <pc:sldMk cId="4085769224" sldId="2147483229"/>
            <ac:spMk id="660" creationId="{4AD8F4CF-4C19-D5F5-24BD-15419CA00AC5}"/>
          </ac:spMkLst>
        </pc:spChg>
        <pc:spChg chg="mod">
          <ac:chgData name="Dalmia, Shreya" userId="fb8bfd7e-19af-4cf2-9313-72af6a9413ee" providerId="ADAL" clId="{7B484397-1090-4BEB-A08D-17999412EFA0}" dt="2026-09-06T18:05:56.918" v="7717"/>
          <ac:spMkLst>
            <pc:docMk/>
            <pc:sldMk cId="4085769224" sldId="2147483229"/>
            <ac:spMk id="662" creationId="{D125BF23-0708-B4E0-EAD2-370B512665EC}"/>
          </ac:spMkLst>
        </pc:spChg>
        <pc:spChg chg="mod">
          <ac:chgData name="Dalmia, Shreya" userId="fb8bfd7e-19af-4cf2-9313-72af6a9413ee" providerId="ADAL" clId="{7B484397-1090-4BEB-A08D-17999412EFA0}" dt="2026-09-06T18:06:12.916" v="7731" actId="6549"/>
          <ac:spMkLst>
            <pc:docMk/>
            <pc:sldMk cId="4085769224" sldId="2147483229"/>
            <ac:spMk id="668" creationId="{67389A6C-785A-C688-ADAB-46BDE56F0EBA}"/>
          </ac:spMkLst>
        </pc:spChg>
        <pc:spChg chg="mod">
          <ac:chgData name="Dalmia, Shreya" userId="fb8bfd7e-19af-4cf2-9313-72af6a9413ee" providerId="ADAL" clId="{7B484397-1090-4BEB-A08D-17999412EFA0}" dt="2026-09-06T18:06:06.315" v="7722"/>
          <ac:spMkLst>
            <pc:docMk/>
            <pc:sldMk cId="4085769224" sldId="2147483229"/>
            <ac:spMk id="670" creationId="{594BD9B1-078F-7513-E121-D4B2C9F69875}"/>
          </ac:spMkLst>
        </pc:spChg>
      </pc:sldChg>
      <pc:sldChg chg="addSp delSp modSp add mod">
        <pc:chgData name="Dalmia, Shreya" userId="fb8bfd7e-19af-4cf2-9313-72af6a9413ee" providerId="ADAL" clId="{7B484397-1090-4BEB-A08D-17999412EFA0}" dt="2026-09-06T18:08:58.352" v="7756" actId="20577"/>
        <pc:sldMkLst>
          <pc:docMk/>
          <pc:sldMk cId="1547090639" sldId="2147483230"/>
        </pc:sldMkLst>
        <pc:spChg chg="mod">
          <ac:chgData name="Dalmia, Shreya" userId="fb8bfd7e-19af-4cf2-9313-72af6a9413ee" providerId="ADAL" clId="{7B484397-1090-4BEB-A08D-17999412EFA0}" dt="2026-09-06T18:08:58.352" v="7756" actId="20577"/>
          <ac:spMkLst>
            <pc:docMk/>
            <pc:sldMk cId="1547090639" sldId="2147483230"/>
            <ac:spMk id="2" creationId="{40FD23C3-50CE-EF1F-C7C4-5A70BA06CB07}"/>
          </ac:spMkLst>
        </pc:spChg>
        <pc:spChg chg="mod">
          <ac:chgData name="Dalmia, Shreya" userId="fb8bfd7e-19af-4cf2-9313-72af6a9413ee" providerId="ADAL" clId="{7B484397-1090-4BEB-A08D-17999412EFA0}" dt="2026-09-06T18:08:24.629" v="7746"/>
          <ac:spMkLst>
            <pc:docMk/>
            <pc:sldMk cId="1547090639" sldId="2147483230"/>
            <ac:spMk id="12" creationId="{B127770C-FBFC-134C-AF2C-1F17E95AB025}"/>
          </ac:spMkLst>
        </pc:spChg>
        <pc:spChg chg="mod">
          <ac:chgData name="Dalmia, Shreya" userId="fb8bfd7e-19af-4cf2-9313-72af6a9413ee" providerId="ADAL" clId="{7B484397-1090-4BEB-A08D-17999412EFA0}" dt="2026-09-06T18:08:24.629" v="7746"/>
          <ac:spMkLst>
            <pc:docMk/>
            <pc:sldMk cId="1547090639" sldId="2147483230"/>
            <ac:spMk id="16" creationId="{6FE6A7A2-CA8C-3417-8E16-08536DEB7496}"/>
          </ac:spMkLst>
        </pc:spChg>
        <pc:spChg chg="mod">
          <ac:chgData name="Dalmia, Shreya" userId="fb8bfd7e-19af-4cf2-9313-72af6a9413ee" providerId="ADAL" clId="{7B484397-1090-4BEB-A08D-17999412EFA0}" dt="2026-09-06T18:08:24.629" v="7746"/>
          <ac:spMkLst>
            <pc:docMk/>
            <pc:sldMk cId="1547090639" sldId="2147483230"/>
            <ac:spMk id="22" creationId="{DEBE92CD-638F-0176-A340-456088A970B3}"/>
          </ac:spMkLst>
        </pc:spChg>
        <pc:spChg chg="mod">
          <ac:chgData name="Dalmia, Shreya" userId="fb8bfd7e-19af-4cf2-9313-72af6a9413ee" providerId="ADAL" clId="{7B484397-1090-4BEB-A08D-17999412EFA0}" dt="2026-09-06T18:08:24.629" v="7746"/>
          <ac:spMkLst>
            <pc:docMk/>
            <pc:sldMk cId="1547090639" sldId="2147483230"/>
            <ac:spMk id="50" creationId="{8FFA78A4-E10B-2E4A-C912-C2FA043779C8}"/>
          </ac:spMkLst>
        </pc:spChg>
        <pc:spChg chg="mod">
          <ac:chgData name="Dalmia, Shreya" userId="fb8bfd7e-19af-4cf2-9313-72af6a9413ee" providerId="ADAL" clId="{7B484397-1090-4BEB-A08D-17999412EFA0}" dt="2026-09-06T18:08:24.629" v="7746"/>
          <ac:spMkLst>
            <pc:docMk/>
            <pc:sldMk cId="1547090639" sldId="2147483230"/>
            <ac:spMk id="54" creationId="{80AF3A46-87DE-CA00-686F-BC65CCEA98CA}"/>
          </ac:spMkLst>
        </pc:spChg>
        <pc:spChg chg="mod">
          <ac:chgData name="Dalmia, Shreya" userId="fb8bfd7e-19af-4cf2-9313-72af6a9413ee" providerId="ADAL" clId="{7B484397-1090-4BEB-A08D-17999412EFA0}" dt="2026-09-06T18:08:24.629" v="7746"/>
          <ac:spMkLst>
            <pc:docMk/>
            <pc:sldMk cId="1547090639" sldId="2147483230"/>
            <ac:spMk id="56" creationId="{6F19E5FB-FF97-EA40-EF47-18EC0C67C008}"/>
          </ac:spMkLst>
        </pc:spChg>
        <pc:spChg chg="mod">
          <ac:chgData name="Dalmia, Shreya" userId="fb8bfd7e-19af-4cf2-9313-72af6a9413ee" providerId="ADAL" clId="{7B484397-1090-4BEB-A08D-17999412EFA0}" dt="2026-09-06T18:08:24.629" v="7746"/>
          <ac:spMkLst>
            <pc:docMk/>
            <pc:sldMk cId="1547090639" sldId="2147483230"/>
            <ac:spMk id="62" creationId="{E1BF442A-BE99-5517-4883-7D943F7E635B}"/>
          </ac:spMkLst>
        </pc:spChg>
        <pc:spChg chg="mod">
          <ac:chgData name="Dalmia, Shreya" userId="fb8bfd7e-19af-4cf2-9313-72af6a9413ee" providerId="ADAL" clId="{7B484397-1090-4BEB-A08D-17999412EFA0}" dt="2026-09-06T18:08:24.629" v="7746"/>
          <ac:spMkLst>
            <pc:docMk/>
            <pc:sldMk cId="1547090639" sldId="2147483230"/>
            <ac:spMk id="452" creationId="{E53CDB7A-7010-31BA-DE64-38BB4E2B83D2}"/>
          </ac:spMkLst>
        </pc:spChg>
        <pc:spChg chg="mod">
          <ac:chgData name="Dalmia, Shreya" userId="fb8bfd7e-19af-4cf2-9313-72af6a9413ee" providerId="ADAL" clId="{7B484397-1090-4BEB-A08D-17999412EFA0}" dt="2026-09-06T18:08:24.629" v="7746"/>
          <ac:spMkLst>
            <pc:docMk/>
            <pc:sldMk cId="1547090639" sldId="2147483230"/>
            <ac:spMk id="458" creationId="{9D34542D-4D18-916F-6E22-399E22E9820F}"/>
          </ac:spMkLst>
        </pc:spChg>
        <pc:spChg chg="mod">
          <ac:chgData name="Dalmia, Shreya" userId="fb8bfd7e-19af-4cf2-9313-72af6a9413ee" providerId="ADAL" clId="{7B484397-1090-4BEB-A08D-17999412EFA0}" dt="2026-09-06T18:08:24.629" v="7746"/>
          <ac:spMkLst>
            <pc:docMk/>
            <pc:sldMk cId="1547090639" sldId="2147483230"/>
            <ac:spMk id="461" creationId="{3FD15A46-751E-9C4B-0A38-2118903F8FB7}"/>
          </ac:spMkLst>
        </pc:spChg>
      </pc:sldChg>
      <pc:sldChg chg="addSp delSp modSp add mod">
        <pc:chgData name="Dalmia, Shreya" userId="fb8bfd7e-19af-4cf2-9313-72af6a9413ee" providerId="ADAL" clId="{7B484397-1090-4BEB-A08D-17999412EFA0}" dt="2026-09-06T18:16:39.411" v="7919" actId="167"/>
        <pc:sldMkLst>
          <pc:docMk/>
          <pc:sldMk cId="766172332" sldId="2147483232"/>
        </pc:sldMkLst>
        <pc:spChg chg="mod">
          <ac:chgData name="Dalmia, Shreya" userId="fb8bfd7e-19af-4cf2-9313-72af6a9413ee" providerId="ADAL" clId="{7B484397-1090-4BEB-A08D-17999412EFA0}" dt="2026-09-06T18:11:31.030" v="7866" actId="242"/>
          <ac:spMkLst>
            <pc:docMk/>
            <pc:sldMk cId="766172332" sldId="2147483232"/>
            <ac:spMk id="2" creationId="{5A6C3D2E-1724-4BF5-47EB-399006FAA4DC}"/>
          </ac:spMkLst>
        </pc:spChg>
        <pc:spChg chg="mod">
          <ac:chgData name="Dalmia, Shreya" userId="fb8bfd7e-19af-4cf2-9313-72af6a9413ee" providerId="ADAL" clId="{7B484397-1090-4BEB-A08D-17999412EFA0}" dt="2026-09-06T18:13:22.266" v="7907" actId="1035"/>
          <ac:spMkLst>
            <pc:docMk/>
            <pc:sldMk cId="766172332" sldId="2147483232"/>
            <ac:spMk id="5" creationId="{9345410E-BF87-EF4B-D7FC-700D09E0D994}"/>
          </ac:spMkLst>
        </pc:spChg>
        <pc:spChg chg="add">
          <ac:chgData name="Dalmia, Shreya" userId="fb8bfd7e-19af-4cf2-9313-72af6a9413ee" providerId="ADAL" clId="{7B484397-1090-4BEB-A08D-17999412EFA0}" dt="2026-09-06T18:11:42.911" v="7867" actId="22"/>
          <ac:spMkLst>
            <pc:docMk/>
            <pc:sldMk cId="766172332" sldId="2147483232"/>
            <ac:spMk id="6" creationId="{E408E5FE-E205-38E4-C87E-7BC4D1C860B6}"/>
          </ac:spMkLst>
        </pc:spChg>
        <pc:spChg chg="mod topLvl">
          <ac:chgData name="Dalmia, Shreya" userId="fb8bfd7e-19af-4cf2-9313-72af6a9413ee" providerId="ADAL" clId="{7B484397-1090-4BEB-A08D-17999412EFA0}" dt="2026-09-06T18:13:22.266" v="7907" actId="1035"/>
          <ac:spMkLst>
            <pc:docMk/>
            <pc:sldMk cId="766172332" sldId="2147483232"/>
            <ac:spMk id="11" creationId="{87DF6A0C-EBE3-F09D-0DD5-E12D3C5B6310}"/>
          </ac:spMkLst>
        </pc:spChg>
        <pc:spChg chg="mod topLvl">
          <ac:chgData name="Dalmia, Shreya" userId="fb8bfd7e-19af-4cf2-9313-72af6a9413ee" providerId="ADAL" clId="{7B484397-1090-4BEB-A08D-17999412EFA0}" dt="2026-09-06T18:12:00.916" v="7870" actId="165"/>
          <ac:spMkLst>
            <pc:docMk/>
            <pc:sldMk cId="766172332" sldId="2147483232"/>
            <ac:spMk id="13" creationId="{B15F8CCC-AAE7-DA91-0077-702B6361C151}"/>
          </ac:spMkLst>
        </pc:spChg>
        <pc:spChg chg="mod topLvl">
          <ac:chgData name="Dalmia, Shreya" userId="fb8bfd7e-19af-4cf2-9313-72af6a9413ee" providerId="ADAL" clId="{7B484397-1090-4BEB-A08D-17999412EFA0}" dt="2026-09-06T18:13:22.266" v="7907" actId="1035"/>
          <ac:spMkLst>
            <pc:docMk/>
            <pc:sldMk cId="766172332" sldId="2147483232"/>
            <ac:spMk id="20" creationId="{CAB79B77-79B8-3459-9C02-64865E39F55B}"/>
          </ac:spMkLst>
        </pc:spChg>
        <pc:spChg chg="mod topLvl">
          <ac:chgData name="Dalmia, Shreya" userId="fb8bfd7e-19af-4cf2-9313-72af6a9413ee" providerId="ADAL" clId="{7B484397-1090-4BEB-A08D-17999412EFA0}" dt="2026-09-06T18:13:22.266" v="7907" actId="1035"/>
          <ac:spMkLst>
            <pc:docMk/>
            <pc:sldMk cId="766172332" sldId="2147483232"/>
            <ac:spMk id="32" creationId="{6AAFA490-5D8F-0B57-C841-D5552A9F60FC}"/>
          </ac:spMkLst>
        </pc:spChg>
        <pc:spChg chg="mod topLvl">
          <ac:chgData name="Dalmia, Shreya" userId="fb8bfd7e-19af-4cf2-9313-72af6a9413ee" providerId="ADAL" clId="{7B484397-1090-4BEB-A08D-17999412EFA0}" dt="2026-09-06T18:13:22.266" v="7907" actId="1035"/>
          <ac:spMkLst>
            <pc:docMk/>
            <pc:sldMk cId="766172332" sldId="2147483232"/>
            <ac:spMk id="33" creationId="{61D21094-7417-B93D-9FB7-0A30C2ED65A4}"/>
          </ac:spMkLst>
        </pc:spChg>
        <pc:spChg chg="mod topLvl">
          <ac:chgData name="Dalmia, Shreya" userId="fb8bfd7e-19af-4cf2-9313-72af6a9413ee" providerId="ADAL" clId="{7B484397-1090-4BEB-A08D-17999412EFA0}" dt="2026-09-06T18:13:22.266" v="7907" actId="1035"/>
          <ac:spMkLst>
            <pc:docMk/>
            <pc:sldMk cId="766172332" sldId="2147483232"/>
            <ac:spMk id="34" creationId="{3E880CC1-53CF-0021-3F1E-2432CC6CF9F9}"/>
          </ac:spMkLst>
        </pc:spChg>
        <pc:spChg chg="mod topLvl">
          <ac:chgData name="Dalmia, Shreya" userId="fb8bfd7e-19af-4cf2-9313-72af6a9413ee" providerId="ADAL" clId="{7B484397-1090-4BEB-A08D-17999412EFA0}" dt="2026-09-06T18:13:22.266" v="7907" actId="1035"/>
          <ac:spMkLst>
            <pc:docMk/>
            <pc:sldMk cId="766172332" sldId="2147483232"/>
            <ac:spMk id="37" creationId="{A2225E8F-761B-A6B8-9448-3F5D42D3E086}"/>
          </ac:spMkLst>
        </pc:spChg>
        <pc:spChg chg="mod topLvl">
          <ac:chgData name="Dalmia, Shreya" userId="fb8bfd7e-19af-4cf2-9313-72af6a9413ee" providerId="ADAL" clId="{7B484397-1090-4BEB-A08D-17999412EFA0}" dt="2026-09-06T18:13:22.266" v="7907" actId="1035"/>
          <ac:spMkLst>
            <pc:docMk/>
            <pc:sldMk cId="766172332" sldId="2147483232"/>
            <ac:spMk id="38" creationId="{120429BE-D6D3-8120-4921-22649A73E042}"/>
          </ac:spMkLst>
        </pc:spChg>
        <pc:spChg chg="mod topLvl">
          <ac:chgData name="Dalmia, Shreya" userId="fb8bfd7e-19af-4cf2-9313-72af6a9413ee" providerId="ADAL" clId="{7B484397-1090-4BEB-A08D-17999412EFA0}" dt="2026-09-06T18:13:22.266" v="7907" actId="1035"/>
          <ac:spMkLst>
            <pc:docMk/>
            <pc:sldMk cId="766172332" sldId="2147483232"/>
            <ac:spMk id="40" creationId="{98D7EBDE-EA99-1A20-919B-BB8769B4D75B}"/>
          </ac:spMkLst>
        </pc:spChg>
        <pc:spChg chg="mod topLvl">
          <ac:chgData name="Dalmia, Shreya" userId="fb8bfd7e-19af-4cf2-9313-72af6a9413ee" providerId="ADAL" clId="{7B484397-1090-4BEB-A08D-17999412EFA0}" dt="2026-09-06T18:13:22.266" v="7907" actId="1035"/>
          <ac:spMkLst>
            <pc:docMk/>
            <pc:sldMk cId="766172332" sldId="2147483232"/>
            <ac:spMk id="42" creationId="{EB266F1E-E962-1F9A-BC03-CAA6356A3035}"/>
          </ac:spMkLst>
        </pc:spChg>
        <pc:spChg chg="add mod ord">
          <ac:chgData name="Dalmia, Shreya" userId="fb8bfd7e-19af-4cf2-9313-72af6a9413ee" providerId="ADAL" clId="{7B484397-1090-4BEB-A08D-17999412EFA0}" dt="2026-09-06T18:16:39.411" v="7919" actId="167"/>
          <ac:spMkLst>
            <pc:docMk/>
            <pc:sldMk cId="766172332" sldId="2147483232"/>
            <ac:spMk id="44" creationId="{F507B58C-A654-2FF9-B5EB-0B1ECFD76BDC}"/>
          </ac:spMkLst>
        </pc:spChg>
        <pc:picChg chg="mod">
          <ac:chgData name="Dalmia, Shreya" userId="fb8bfd7e-19af-4cf2-9313-72af6a9413ee" providerId="ADAL" clId="{7B484397-1090-4BEB-A08D-17999412EFA0}" dt="2026-09-06T18:13:39.972" v="7915" actId="14100"/>
          <ac:picMkLst>
            <pc:docMk/>
            <pc:sldMk cId="766172332" sldId="2147483232"/>
            <ac:picMk id="8" creationId="{2094954F-9086-DD42-9FC2-F11080D6640F}"/>
          </ac:picMkLst>
        </pc:picChg>
      </pc:sldChg>
      <pc:sldChg chg="delSp modSp add mod">
        <pc:chgData name="Dalmia, Shreya" userId="fb8bfd7e-19af-4cf2-9313-72af6a9413ee" providerId="ADAL" clId="{7B484397-1090-4BEB-A08D-17999412EFA0}" dt="2026-09-06T18:17:04.712" v="7940" actId="478"/>
        <pc:sldMkLst>
          <pc:docMk/>
          <pc:sldMk cId="3609437933" sldId="2147483233"/>
        </pc:sldMkLst>
        <pc:spChg chg="mod">
          <ac:chgData name="Dalmia, Shreya" userId="fb8bfd7e-19af-4cf2-9313-72af6a9413ee" providerId="ADAL" clId="{7B484397-1090-4BEB-A08D-17999412EFA0}" dt="2026-09-06T18:17:00.721" v="7939" actId="20577"/>
          <ac:spMkLst>
            <pc:docMk/>
            <pc:sldMk cId="3609437933" sldId="2147483233"/>
            <ac:spMk id="2" creationId="{BD11C56D-CA1F-4861-7446-F67FC3C1B8BA}"/>
          </ac:spMkLst>
        </pc:spChg>
      </pc:sldChg>
      <pc:sldChg chg="addSp delSp modSp add mod">
        <pc:chgData name="Dalmia, Shreya" userId="fb8bfd7e-19af-4cf2-9313-72af6a9413ee" providerId="ADAL" clId="{7B484397-1090-4BEB-A08D-17999412EFA0}" dt="2026-09-06T20:40:05.413" v="12090"/>
        <pc:sldMkLst>
          <pc:docMk/>
          <pc:sldMk cId="2959754955" sldId="2147483234"/>
        </pc:sldMkLst>
        <pc:spChg chg="mod">
          <ac:chgData name="Dalmia, Shreya" userId="fb8bfd7e-19af-4cf2-9313-72af6a9413ee" providerId="ADAL" clId="{7B484397-1090-4BEB-A08D-17999412EFA0}" dt="2026-09-06T18:21:52.676" v="8098" actId="207"/>
          <ac:spMkLst>
            <pc:docMk/>
            <pc:sldMk cId="2959754955" sldId="2147483234"/>
            <ac:spMk id="196" creationId="{1562092A-E769-3712-907C-F65193AAE822}"/>
          </ac:spMkLst>
        </pc:spChg>
        <pc:spChg chg="mod">
          <ac:chgData name="Dalmia, Shreya" userId="fb8bfd7e-19af-4cf2-9313-72af6a9413ee" providerId="ADAL" clId="{7B484397-1090-4BEB-A08D-17999412EFA0}" dt="2026-09-06T18:21:18.401" v="8088"/>
          <ac:spMkLst>
            <pc:docMk/>
            <pc:sldMk cId="2959754955" sldId="2147483234"/>
            <ac:spMk id="198" creationId="{92D7D2F1-2413-977B-7862-6E296D11F6EF}"/>
          </ac:spMkLst>
        </pc:spChg>
        <pc:spChg chg="mod">
          <ac:chgData name="Dalmia, Shreya" userId="fb8bfd7e-19af-4cf2-9313-72af6a9413ee" providerId="ADAL" clId="{7B484397-1090-4BEB-A08D-17999412EFA0}" dt="2026-09-06T18:21:30.848" v="8096" actId="1036"/>
          <ac:spMkLst>
            <pc:docMk/>
            <pc:sldMk cId="2959754955" sldId="2147483234"/>
            <ac:spMk id="200" creationId="{740F86AB-1BB0-4D35-1668-B7659B16C603}"/>
          </ac:spMkLst>
        </pc:spChg>
        <pc:spChg chg="mod">
          <ac:chgData name="Dalmia, Shreya" userId="fb8bfd7e-19af-4cf2-9313-72af6a9413ee" providerId="ADAL" clId="{7B484397-1090-4BEB-A08D-17999412EFA0}" dt="2026-09-06T18:21:18.401" v="8088"/>
          <ac:spMkLst>
            <pc:docMk/>
            <pc:sldMk cId="2959754955" sldId="2147483234"/>
            <ac:spMk id="204" creationId="{0A8FAC77-9663-EA02-C8B5-31B1373C9966}"/>
          </ac:spMkLst>
        </pc:spChg>
        <pc:spChg chg="mod">
          <ac:chgData name="Dalmia, Shreya" userId="fb8bfd7e-19af-4cf2-9313-72af6a9413ee" providerId="ADAL" clId="{7B484397-1090-4BEB-A08D-17999412EFA0}" dt="2026-09-06T18:21:18.401" v="8088"/>
          <ac:spMkLst>
            <pc:docMk/>
            <pc:sldMk cId="2959754955" sldId="2147483234"/>
            <ac:spMk id="208" creationId="{4A5EC653-2308-DD75-BF57-2FFB5D3817B0}"/>
          </ac:spMkLst>
        </pc:spChg>
        <pc:spChg chg="mod">
          <ac:chgData name="Dalmia, Shreya" userId="fb8bfd7e-19af-4cf2-9313-72af6a9413ee" providerId="ADAL" clId="{7B484397-1090-4BEB-A08D-17999412EFA0}" dt="2026-09-06T18:21:18.401" v="8088"/>
          <ac:spMkLst>
            <pc:docMk/>
            <pc:sldMk cId="2959754955" sldId="2147483234"/>
            <ac:spMk id="210" creationId="{E74BBA8F-1595-BA82-BB85-CE229E064920}"/>
          </ac:spMkLst>
        </pc:spChg>
        <pc:spChg chg="mod">
          <ac:chgData name="Dalmia, Shreya" userId="fb8bfd7e-19af-4cf2-9313-72af6a9413ee" providerId="ADAL" clId="{7B484397-1090-4BEB-A08D-17999412EFA0}" dt="2026-09-06T18:21:18.401" v="8088"/>
          <ac:spMkLst>
            <pc:docMk/>
            <pc:sldMk cId="2959754955" sldId="2147483234"/>
            <ac:spMk id="214" creationId="{9DB6DC2A-B5C0-D548-00F0-60587383FC86}"/>
          </ac:spMkLst>
        </pc:spChg>
        <pc:spChg chg="mod">
          <ac:chgData name="Dalmia, Shreya" userId="fb8bfd7e-19af-4cf2-9313-72af6a9413ee" providerId="ADAL" clId="{7B484397-1090-4BEB-A08D-17999412EFA0}" dt="2026-09-06T18:21:18.401" v="8088"/>
          <ac:spMkLst>
            <pc:docMk/>
            <pc:sldMk cId="2959754955" sldId="2147483234"/>
            <ac:spMk id="220" creationId="{5EE72B89-4F07-10E2-950B-FDE7E9C74888}"/>
          </ac:spMkLst>
        </pc:spChg>
        <pc:spChg chg="mod">
          <ac:chgData name="Dalmia, Shreya" userId="fb8bfd7e-19af-4cf2-9313-72af6a9413ee" providerId="ADAL" clId="{7B484397-1090-4BEB-A08D-17999412EFA0}" dt="2026-09-06T18:21:18.401" v="8088"/>
          <ac:spMkLst>
            <pc:docMk/>
            <pc:sldMk cId="2959754955" sldId="2147483234"/>
            <ac:spMk id="225" creationId="{F8CC53FA-CC91-1F5A-E9F5-5DBEFF31FBCE}"/>
          </ac:spMkLst>
        </pc:spChg>
        <pc:spChg chg="mod">
          <ac:chgData name="Dalmia, Shreya" userId="fb8bfd7e-19af-4cf2-9313-72af6a9413ee" providerId="ADAL" clId="{7B484397-1090-4BEB-A08D-17999412EFA0}" dt="2026-09-06T18:21:18.401" v="8088"/>
          <ac:spMkLst>
            <pc:docMk/>
            <pc:sldMk cId="2959754955" sldId="2147483234"/>
            <ac:spMk id="226" creationId="{9F144764-8A74-2CB1-59AB-CBB58E51E4AC}"/>
          </ac:spMkLst>
        </pc:spChg>
        <pc:spChg chg="mod">
          <ac:chgData name="Dalmia, Shreya" userId="fb8bfd7e-19af-4cf2-9313-72af6a9413ee" providerId="ADAL" clId="{7B484397-1090-4BEB-A08D-17999412EFA0}" dt="2026-09-06T18:21:18.401" v="8088"/>
          <ac:spMkLst>
            <pc:docMk/>
            <pc:sldMk cId="2959754955" sldId="2147483234"/>
            <ac:spMk id="238" creationId="{AD4E90FA-AC37-4904-2A81-DE3C37F428E0}"/>
          </ac:spMkLst>
        </pc:spChg>
        <pc:spChg chg="add mod">
          <ac:chgData name="Dalmia, Shreya" userId="fb8bfd7e-19af-4cf2-9313-72af6a9413ee" providerId="ADAL" clId="{7B484397-1090-4BEB-A08D-17999412EFA0}" dt="2026-09-06T20:40:05.413" v="12090"/>
          <ac:spMkLst>
            <pc:docMk/>
            <pc:sldMk cId="2959754955" sldId="2147483234"/>
            <ac:spMk id="240" creationId="{524223B7-951D-AE74-7B41-366D2D4C2A58}"/>
          </ac:spMkLst>
        </pc:spChg>
      </pc:sldChg>
      <pc:sldChg chg="addSp delSp modSp add mod">
        <pc:chgData name="Dalmia, Shreya" userId="fb8bfd7e-19af-4cf2-9313-72af6a9413ee" providerId="ADAL" clId="{7B484397-1090-4BEB-A08D-17999412EFA0}" dt="2026-09-06T20:40:07.211" v="12091"/>
        <pc:sldMkLst>
          <pc:docMk/>
          <pc:sldMk cId="36901264" sldId="2147483235"/>
        </pc:sldMkLst>
        <pc:spChg chg="mod">
          <ac:chgData name="Dalmia, Shreya" userId="fb8bfd7e-19af-4cf2-9313-72af6a9413ee" providerId="ADAL" clId="{7B484397-1090-4BEB-A08D-17999412EFA0}" dt="2026-09-06T18:22:11.169" v="8103"/>
          <ac:spMkLst>
            <pc:docMk/>
            <pc:sldMk cId="36901264" sldId="2147483235"/>
            <ac:spMk id="50" creationId="{109AE88F-53FA-8E86-A7C4-4A4A794AB7A1}"/>
          </ac:spMkLst>
        </pc:spChg>
        <pc:spChg chg="mod">
          <ac:chgData name="Dalmia, Shreya" userId="fb8bfd7e-19af-4cf2-9313-72af6a9413ee" providerId="ADAL" clId="{7B484397-1090-4BEB-A08D-17999412EFA0}" dt="2026-09-06T18:22:11.169" v="8103"/>
          <ac:spMkLst>
            <pc:docMk/>
            <pc:sldMk cId="36901264" sldId="2147483235"/>
            <ac:spMk id="51" creationId="{F4C90EF2-E169-749D-BF43-89869E691387}"/>
          </ac:spMkLst>
        </pc:spChg>
        <pc:spChg chg="mod">
          <ac:chgData name="Dalmia, Shreya" userId="fb8bfd7e-19af-4cf2-9313-72af6a9413ee" providerId="ADAL" clId="{7B484397-1090-4BEB-A08D-17999412EFA0}" dt="2026-09-06T18:22:11.169" v="8103"/>
          <ac:spMkLst>
            <pc:docMk/>
            <pc:sldMk cId="36901264" sldId="2147483235"/>
            <ac:spMk id="52" creationId="{85881BDB-69F7-4AC3-DEF1-B4D21C149468}"/>
          </ac:spMkLst>
        </pc:spChg>
        <pc:spChg chg="mod">
          <ac:chgData name="Dalmia, Shreya" userId="fb8bfd7e-19af-4cf2-9313-72af6a9413ee" providerId="ADAL" clId="{7B484397-1090-4BEB-A08D-17999412EFA0}" dt="2026-09-06T18:22:11.169" v="8103"/>
          <ac:spMkLst>
            <pc:docMk/>
            <pc:sldMk cId="36901264" sldId="2147483235"/>
            <ac:spMk id="61" creationId="{315EDBD2-B3E6-75CE-0746-B9E7AA31D70B}"/>
          </ac:spMkLst>
        </pc:spChg>
        <pc:spChg chg="mod">
          <ac:chgData name="Dalmia, Shreya" userId="fb8bfd7e-19af-4cf2-9313-72af6a9413ee" providerId="ADAL" clId="{7B484397-1090-4BEB-A08D-17999412EFA0}" dt="2026-09-06T18:22:11.169" v="8103"/>
          <ac:spMkLst>
            <pc:docMk/>
            <pc:sldMk cId="36901264" sldId="2147483235"/>
            <ac:spMk id="62" creationId="{B604F027-82DA-A666-7939-8C9D5EA93999}"/>
          </ac:spMkLst>
        </pc:spChg>
        <pc:spChg chg="mod">
          <ac:chgData name="Dalmia, Shreya" userId="fb8bfd7e-19af-4cf2-9313-72af6a9413ee" providerId="ADAL" clId="{7B484397-1090-4BEB-A08D-17999412EFA0}" dt="2026-09-06T18:22:11.169" v="8103"/>
          <ac:spMkLst>
            <pc:docMk/>
            <pc:sldMk cId="36901264" sldId="2147483235"/>
            <ac:spMk id="243" creationId="{61D3D566-6A54-FB49-1AF4-5777ED071F45}"/>
          </ac:spMkLst>
        </pc:spChg>
        <pc:spChg chg="mod">
          <ac:chgData name="Dalmia, Shreya" userId="fb8bfd7e-19af-4cf2-9313-72af6a9413ee" providerId="ADAL" clId="{7B484397-1090-4BEB-A08D-17999412EFA0}" dt="2026-09-06T18:22:11.169" v="8103"/>
          <ac:spMkLst>
            <pc:docMk/>
            <pc:sldMk cId="36901264" sldId="2147483235"/>
            <ac:spMk id="247" creationId="{5BE82634-54EA-D4EF-A1C4-6C605F1BF8E7}"/>
          </ac:spMkLst>
        </pc:spChg>
        <pc:spChg chg="mod">
          <ac:chgData name="Dalmia, Shreya" userId="fb8bfd7e-19af-4cf2-9313-72af6a9413ee" providerId="ADAL" clId="{7B484397-1090-4BEB-A08D-17999412EFA0}" dt="2026-09-06T18:22:11.169" v="8103"/>
          <ac:spMkLst>
            <pc:docMk/>
            <pc:sldMk cId="36901264" sldId="2147483235"/>
            <ac:spMk id="259" creationId="{385649F7-D80E-CDBC-FF6D-D415E4D527CD}"/>
          </ac:spMkLst>
        </pc:spChg>
        <pc:spChg chg="mod">
          <ac:chgData name="Dalmia, Shreya" userId="fb8bfd7e-19af-4cf2-9313-72af6a9413ee" providerId="ADAL" clId="{7B484397-1090-4BEB-A08D-17999412EFA0}" dt="2026-09-06T18:22:11.169" v="8103"/>
          <ac:spMkLst>
            <pc:docMk/>
            <pc:sldMk cId="36901264" sldId="2147483235"/>
            <ac:spMk id="262" creationId="{71551B93-C571-D608-D132-5B5390E1BC36}"/>
          </ac:spMkLst>
        </pc:spChg>
        <pc:spChg chg="mod">
          <ac:chgData name="Dalmia, Shreya" userId="fb8bfd7e-19af-4cf2-9313-72af6a9413ee" providerId="ADAL" clId="{7B484397-1090-4BEB-A08D-17999412EFA0}" dt="2026-09-06T18:22:11.169" v="8103"/>
          <ac:spMkLst>
            <pc:docMk/>
            <pc:sldMk cId="36901264" sldId="2147483235"/>
            <ac:spMk id="263" creationId="{67908743-57B7-87B9-BDD4-EFC4536E271D}"/>
          </ac:spMkLst>
        </pc:spChg>
        <pc:spChg chg="mod">
          <ac:chgData name="Dalmia, Shreya" userId="fb8bfd7e-19af-4cf2-9313-72af6a9413ee" providerId="ADAL" clId="{7B484397-1090-4BEB-A08D-17999412EFA0}" dt="2026-09-06T18:22:14.056" v="8104" actId="207"/>
          <ac:spMkLst>
            <pc:docMk/>
            <pc:sldMk cId="36901264" sldId="2147483235"/>
            <ac:spMk id="270" creationId="{37DB595F-012D-5FF4-51E8-3E0DF42894BA}"/>
          </ac:spMkLst>
        </pc:spChg>
        <pc:spChg chg="add mod">
          <ac:chgData name="Dalmia, Shreya" userId="fb8bfd7e-19af-4cf2-9313-72af6a9413ee" providerId="ADAL" clId="{7B484397-1090-4BEB-A08D-17999412EFA0}" dt="2026-09-06T20:40:07.211" v="12091"/>
          <ac:spMkLst>
            <pc:docMk/>
            <pc:sldMk cId="36901264" sldId="2147483235"/>
            <ac:spMk id="271" creationId="{2329B583-7AEF-59CC-A3D0-690AF7A55CA7}"/>
          </ac:spMkLst>
        </pc:spChg>
      </pc:sldChg>
      <pc:sldChg chg="addSp delSp modSp add mod">
        <pc:chgData name="Dalmia, Shreya" userId="fb8bfd7e-19af-4cf2-9313-72af6a9413ee" providerId="ADAL" clId="{7B484397-1090-4BEB-A08D-17999412EFA0}" dt="2026-09-06T20:40:08.786" v="12092"/>
        <pc:sldMkLst>
          <pc:docMk/>
          <pc:sldMk cId="1461815144" sldId="2147483236"/>
        </pc:sldMkLst>
        <pc:spChg chg="mod">
          <ac:chgData name="Dalmia, Shreya" userId="fb8bfd7e-19af-4cf2-9313-72af6a9413ee" providerId="ADAL" clId="{7B484397-1090-4BEB-A08D-17999412EFA0}" dt="2026-09-06T18:22:35.251" v="8109" actId="207"/>
          <ac:spMkLst>
            <pc:docMk/>
            <pc:sldMk cId="1461815144" sldId="2147483236"/>
            <ac:spMk id="209" creationId="{836D72B2-D516-22FA-6D1A-44197732E1A9}"/>
          </ac:spMkLst>
        </pc:spChg>
        <pc:spChg chg="mod">
          <ac:chgData name="Dalmia, Shreya" userId="fb8bfd7e-19af-4cf2-9313-72af6a9413ee" providerId="ADAL" clId="{7B484397-1090-4BEB-A08D-17999412EFA0}" dt="2026-09-06T18:22:35.251" v="8109" actId="207"/>
          <ac:spMkLst>
            <pc:docMk/>
            <pc:sldMk cId="1461815144" sldId="2147483236"/>
            <ac:spMk id="210" creationId="{8E802105-294F-52FF-E9DA-B11F73450C2F}"/>
          </ac:spMkLst>
        </pc:spChg>
        <pc:spChg chg="mod">
          <ac:chgData name="Dalmia, Shreya" userId="fb8bfd7e-19af-4cf2-9313-72af6a9413ee" providerId="ADAL" clId="{7B484397-1090-4BEB-A08D-17999412EFA0}" dt="2026-09-06T18:22:31.286" v="8108"/>
          <ac:spMkLst>
            <pc:docMk/>
            <pc:sldMk cId="1461815144" sldId="2147483236"/>
            <ac:spMk id="218" creationId="{5C213A47-8ECA-F6A6-43DA-B3CC6F69473F}"/>
          </ac:spMkLst>
        </pc:spChg>
        <pc:spChg chg="mod">
          <ac:chgData name="Dalmia, Shreya" userId="fb8bfd7e-19af-4cf2-9313-72af6a9413ee" providerId="ADAL" clId="{7B484397-1090-4BEB-A08D-17999412EFA0}" dt="2026-09-06T18:22:31.286" v="8108"/>
          <ac:spMkLst>
            <pc:docMk/>
            <pc:sldMk cId="1461815144" sldId="2147483236"/>
            <ac:spMk id="219" creationId="{E552BB76-F3FE-5D51-4582-14BD2553C914}"/>
          </ac:spMkLst>
        </pc:spChg>
        <pc:spChg chg="mod">
          <ac:chgData name="Dalmia, Shreya" userId="fb8bfd7e-19af-4cf2-9313-72af6a9413ee" providerId="ADAL" clId="{7B484397-1090-4BEB-A08D-17999412EFA0}" dt="2026-09-06T18:22:31.286" v="8108"/>
          <ac:spMkLst>
            <pc:docMk/>
            <pc:sldMk cId="1461815144" sldId="2147483236"/>
            <ac:spMk id="230" creationId="{29856271-2133-C30B-8C69-F90B0C227632}"/>
          </ac:spMkLst>
        </pc:spChg>
        <pc:spChg chg="mod">
          <ac:chgData name="Dalmia, Shreya" userId="fb8bfd7e-19af-4cf2-9313-72af6a9413ee" providerId="ADAL" clId="{7B484397-1090-4BEB-A08D-17999412EFA0}" dt="2026-09-06T18:22:31.286" v="8108"/>
          <ac:spMkLst>
            <pc:docMk/>
            <pc:sldMk cId="1461815144" sldId="2147483236"/>
            <ac:spMk id="238" creationId="{49C058E8-BD63-F14A-08BD-E09D62FBA85A}"/>
          </ac:spMkLst>
        </pc:spChg>
        <pc:spChg chg="mod">
          <ac:chgData name="Dalmia, Shreya" userId="fb8bfd7e-19af-4cf2-9313-72af6a9413ee" providerId="ADAL" clId="{7B484397-1090-4BEB-A08D-17999412EFA0}" dt="2026-09-06T18:22:31.286" v="8108"/>
          <ac:spMkLst>
            <pc:docMk/>
            <pc:sldMk cId="1461815144" sldId="2147483236"/>
            <ac:spMk id="272" creationId="{AB8408E8-A640-E38A-3860-8E7BA6262AEC}"/>
          </ac:spMkLst>
        </pc:spChg>
        <pc:spChg chg="mod">
          <ac:chgData name="Dalmia, Shreya" userId="fb8bfd7e-19af-4cf2-9313-72af6a9413ee" providerId="ADAL" clId="{7B484397-1090-4BEB-A08D-17999412EFA0}" dt="2026-09-06T18:22:31.286" v="8108"/>
          <ac:spMkLst>
            <pc:docMk/>
            <pc:sldMk cId="1461815144" sldId="2147483236"/>
            <ac:spMk id="283" creationId="{6067AEBC-12D7-3E73-EA2C-3CF683408329}"/>
          </ac:spMkLst>
        </pc:spChg>
        <pc:spChg chg="mod">
          <ac:chgData name="Dalmia, Shreya" userId="fb8bfd7e-19af-4cf2-9313-72af6a9413ee" providerId="ADAL" clId="{7B484397-1090-4BEB-A08D-17999412EFA0}" dt="2026-09-06T18:22:31.286" v="8108"/>
          <ac:spMkLst>
            <pc:docMk/>
            <pc:sldMk cId="1461815144" sldId="2147483236"/>
            <ac:spMk id="290" creationId="{C0051468-0687-BD3E-3A70-DD903185E9A1}"/>
          </ac:spMkLst>
        </pc:spChg>
        <pc:spChg chg="mod">
          <ac:chgData name="Dalmia, Shreya" userId="fb8bfd7e-19af-4cf2-9313-72af6a9413ee" providerId="ADAL" clId="{7B484397-1090-4BEB-A08D-17999412EFA0}" dt="2026-09-06T18:22:31.286" v="8108"/>
          <ac:spMkLst>
            <pc:docMk/>
            <pc:sldMk cId="1461815144" sldId="2147483236"/>
            <ac:spMk id="294" creationId="{8F8BC81D-EDC6-5D96-A37C-1B1B5F8553A3}"/>
          </ac:spMkLst>
        </pc:spChg>
        <pc:spChg chg="mod">
          <ac:chgData name="Dalmia, Shreya" userId="fb8bfd7e-19af-4cf2-9313-72af6a9413ee" providerId="ADAL" clId="{7B484397-1090-4BEB-A08D-17999412EFA0}" dt="2026-09-06T18:22:31.286" v="8108"/>
          <ac:spMkLst>
            <pc:docMk/>
            <pc:sldMk cId="1461815144" sldId="2147483236"/>
            <ac:spMk id="298" creationId="{D3F3C9A0-3502-551E-9CED-0DF21DBE0DA8}"/>
          </ac:spMkLst>
        </pc:spChg>
        <pc:spChg chg="mod">
          <ac:chgData name="Dalmia, Shreya" userId="fb8bfd7e-19af-4cf2-9313-72af6a9413ee" providerId="ADAL" clId="{7B484397-1090-4BEB-A08D-17999412EFA0}" dt="2026-09-06T18:22:31.286" v="8108"/>
          <ac:spMkLst>
            <pc:docMk/>
            <pc:sldMk cId="1461815144" sldId="2147483236"/>
            <ac:spMk id="300" creationId="{A647EFC9-4EA5-81CD-8492-72E3B7180397}"/>
          </ac:spMkLst>
        </pc:spChg>
        <pc:spChg chg="add mod">
          <ac:chgData name="Dalmia, Shreya" userId="fb8bfd7e-19af-4cf2-9313-72af6a9413ee" providerId="ADAL" clId="{7B484397-1090-4BEB-A08D-17999412EFA0}" dt="2026-09-06T20:40:08.786" v="12092"/>
          <ac:spMkLst>
            <pc:docMk/>
            <pc:sldMk cId="1461815144" sldId="2147483236"/>
            <ac:spMk id="303" creationId="{63ECBFA8-2C4D-2262-F68B-DA658A23B4F1}"/>
          </ac:spMkLst>
        </pc:spChg>
      </pc:sldChg>
      <pc:sldChg chg="addSp delSp modSp add mod">
        <pc:chgData name="Dalmia, Shreya" userId="fb8bfd7e-19af-4cf2-9313-72af6a9413ee" providerId="ADAL" clId="{7B484397-1090-4BEB-A08D-17999412EFA0}" dt="2026-09-06T18:25:09.882" v="8161" actId="20577"/>
        <pc:sldMkLst>
          <pc:docMk/>
          <pc:sldMk cId="3629488471" sldId="2147483238"/>
        </pc:sldMkLst>
        <pc:spChg chg="mod">
          <ac:chgData name="Dalmia, Shreya" userId="fb8bfd7e-19af-4cf2-9313-72af6a9413ee" providerId="ADAL" clId="{7B484397-1090-4BEB-A08D-17999412EFA0}" dt="2026-09-06T18:24:18.346" v="8144" actId="20577"/>
          <ac:spMkLst>
            <pc:docMk/>
            <pc:sldMk cId="3629488471" sldId="2147483238"/>
            <ac:spMk id="2" creationId="{D2E718D5-2647-9CC4-61FE-67C831795D6D}"/>
          </ac:spMkLst>
        </pc:spChg>
        <pc:graphicFrameChg chg="add mod modGraphic">
          <ac:chgData name="Dalmia, Shreya" userId="fb8bfd7e-19af-4cf2-9313-72af6a9413ee" providerId="ADAL" clId="{7B484397-1090-4BEB-A08D-17999412EFA0}" dt="2026-09-06T18:25:09.882" v="8161" actId="20577"/>
          <ac:graphicFrameMkLst>
            <pc:docMk/>
            <pc:sldMk cId="3629488471" sldId="2147483238"/>
            <ac:graphicFrameMk id="6" creationId="{BB016869-567D-FFC6-F613-16F973D0E21C}"/>
          </ac:graphicFrameMkLst>
        </pc:graphicFrameChg>
      </pc:sldChg>
      <pc:sldChg chg="addSp delSp modSp add mod">
        <pc:chgData name="Dalmia, Shreya" userId="fb8bfd7e-19af-4cf2-9313-72af6a9413ee" providerId="ADAL" clId="{7B484397-1090-4BEB-A08D-17999412EFA0}" dt="2026-09-06T18:25:57.558" v="8228" actId="1036"/>
        <pc:sldMkLst>
          <pc:docMk/>
          <pc:sldMk cId="1079899510" sldId="2147483239"/>
        </pc:sldMkLst>
        <pc:spChg chg="mod">
          <ac:chgData name="Dalmia, Shreya" userId="fb8bfd7e-19af-4cf2-9313-72af6a9413ee" providerId="ADAL" clId="{7B484397-1090-4BEB-A08D-17999412EFA0}" dt="2026-09-06T18:25:45.983" v="8212" actId="20577"/>
          <ac:spMkLst>
            <pc:docMk/>
            <pc:sldMk cId="1079899510" sldId="2147483239"/>
            <ac:spMk id="2" creationId="{9E9D7F7A-14EB-FE78-A651-3F46C0F29648}"/>
          </ac:spMkLst>
        </pc:spChg>
        <pc:spChg chg="add mod">
          <ac:chgData name="Dalmia, Shreya" userId="fb8bfd7e-19af-4cf2-9313-72af6a9413ee" providerId="ADAL" clId="{7B484397-1090-4BEB-A08D-17999412EFA0}" dt="2026-09-06T18:25:57.558" v="8228" actId="1036"/>
          <ac:spMkLst>
            <pc:docMk/>
            <pc:sldMk cId="1079899510" sldId="2147483239"/>
            <ac:spMk id="27" creationId="{F74110BF-69C0-AEB6-18EB-B694E399AD5D}"/>
          </ac:spMkLst>
        </pc:spChg>
        <pc:spChg chg="add mod">
          <ac:chgData name="Dalmia, Shreya" userId="fb8bfd7e-19af-4cf2-9313-72af6a9413ee" providerId="ADAL" clId="{7B484397-1090-4BEB-A08D-17999412EFA0}" dt="2026-09-06T18:25:57.558" v="8228" actId="1036"/>
          <ac:spMkLst>
            <pc:docMk/>
            <pc:sldMk cId="1079899510" sldId="2147483239"/>
            <ac:spMk id="29" creationId="{0A71FE65-F35B-722A-4D9C-38E01BE878CF}"/>
          </ac:spMkLst>
        </pc:spChg>
        <pc:spChg chg="add mod">
          <ac:chgData name="Dalmia, Shreya" userId="fb8bfd7e-19af-4cf2-9313-72af6a9413ee" providerId="ADAL" clId="{7B484397-1090-4BEB-A08D-17999412EFA0}" dt="2026-09-06T18:25:57.558" v="8228" actId="1036"/>
          <ac:spMkLst>
            <pc:docMk/>
            <pc:sldMk cId="1079899510" sldId="2147483239"/>
            <ac:spMk id="30" creationId="{670D3719-CDF0-5401-B883-61CD79CC5271}"/>
          </ac:spMkLst>
        </pc:spChg>
        <pc:spChg chg="add mod">
          <ac:chgData name="Dalmia, Shreya" userId="fb8bfd7e-19af-4cf2-9313-72af6a9413ee" providerId="ADAL" clId="{7B484397-1090-4BEB-A08D-17999412EFA0}" dt="2026-09-06T18:25:57.558" v="8228" actId="1036"/>
          <ac:spMkLst>
            <pc:docMk/>
            <pc:sldMk cId="1079899510" sldId="2147483239"/>
            <ac:spMk id="31" creationId="{23F5A0F5-63BA-31C8-22AD-4C421742859F}"/>
          </ac:spMkLst>
        </pc:spChg>
        <pc:spChg chg="add mod">
          <ac:chgData name="Dalmia, Shreya" userId="fb8bfd7e-19af-4cf2-9313-72af6a9413ee" providerId="ADAL" clId="{7B484397-1090-4BEB-A08D-17999412EFA0}" dt="2026-09-06T18:25:57.558" v="8228" actId="1036"/>
          <ac:spMkLst>
            <pc:docMk/>
            <pc:sldMk cId="1079899510" sldId="2147483239"/>
            <ac:spMk id="33" creationId="{37CF1FFC-3B9D-0C58-9CDB-9FFEC9663390}"/>
          </ac:spMkLst>
        </pc:spChg>
        <pc:spChg chg="add mod">
          <ac:chgData name="Dalmia, Shreya" userId="fb8bfd7e-19af-4cf2-9313-72af6a9413ee" providerId="ADAL" clId="{7B484397-1090-4BEB-A08D-17999412EFA0}" dt="2026-09-06T18:25:57.558" v="8228" actId="1036"/>
          <ac:spMkLst>
            <pc:docMk/>
            <pc:sldMk cId="1079899510" sldId="2147483239"/>
            <ac:spMk id="35" creationId="{C386E00C-B8A5-196B-8BFA-F38829B36C62}"/>
          </ac:spMkLst>
        </pc:spChg>
        <pc:spChg chg="add mod">
          <ac:chgData name="Dalmia, Shreya" userId="fb8bfd7e-19af-4cf2-9313-72af6a9413ee" providerId="ADAL" clId="{7B484397-1090-4BEB-A08D-17999412EFA0}" dt="2026-09-06T18:25:57.558" v="8228" actId="1036"/>
          <ac:spMkLst>
            <pc:docMk/>
            <pc:sldMk cId="1079899510" sldId="2147483239"/>
            <ac:spMk id="37" creationId="{C4E1F55A-38D1-480E-47AA-CE0056865D9F}"/>
          </ac:spMkLst>
        </pc:spChg>
        <pc:spChg chg="add mod">
          <ac:chgData name="Dalmia, Shreya" userId="fb8bfd7e-19af-4cf2-9313-72af6a9413ee" providerId="ADAL" clId="{7B484397-1090-4BEB-A08D-17999412EFA0}" dt="2026-09-06T18:25:57.558" v="8228" actId="1036"/>
          <ac:spMkLst>
            <pc:docMk/>
            <pc:sldMk cId="1079899510" sldId="2147483239"/>
            <ac:spMk id="39" creationId="{8C95CA33-072E-7FB0-E680-1D2A0D20838E}"/>
          </ac:spMkLst>
        </pc:spChg>
        <pc:spChg chg="add mod">
          <ac:chgData name="Dalmia, Shreya" userId="fb8bfd7e-19af-4cf2-9313-72af6a9413ee" providerId="ADAL" clId="{7B484397-1090-4BEB-A08D-17999412EFA0}" dt="2026-09-06T18:25:57.558" v="8228" actId="1036"/>
          <ac:spMkLst>
            <pc:docMk/>
            <pc:sldMk cId="1079899510" sldId="2147483239"/>
            <ac:spMk id="40" creationId="{FE3D52F9-516D-407F-DB8E-7201BD5399EC}"/>
          </ac:spMkLst>
        </pc:spChg>
        <pc:spChg chg="add mod">
          <ac:chgData name="Dalmia, Shreya" userId="fb8bfd7e-19af-4cf2-9313-72af6a9413ee" providerId="ADAL" clId="{7B484397-1090-4BEB-A08D-17999412EFA0}" dt="2026-09-06T18:25:57.558" v="8228" actId="1036"/>
          <ac:spMkLst>
            <pc:docMk/>
            <pc:sldMk cId="1079899510" sldId="2147483239"/>
            <ac:spMk id="41" creationId="{176ED7E4-46FA-13C3-A0B9-9B818F316668}"/>
          </ac:spMkLst>
        </pc:spChg>
      </pc:sldChg>
      <pc:sldChg chg="addSp delSp modSp add mod">
        <pc:chgData name="Dalmia, Shreya" userId="fb8bfd7e-19af-4cf2-9313-72af6a9413ee" providerId="ADAL" clId="{7B484397-1090-4BEB-A08D-17999412EFA0}" dt="2026-09-06T20:40:17.044" v="12094"/>
        <pc:sldMkLst>
          <pc:docMk/>
          <pc:sldMk cId="3408948450" sldId="2147483240"/>
        </pc:sldMkLst>
        <pc:spChg chg="mod">
          <ac:chgData name="Dalmia, Shreya" userId="fb8bfd7e-19af-4cf2-9313-72af6a9413ee" providerId="ADAL" clId="{7B484397-1090-4BEB-A08D-17999412EFA0}" dt="2026-09-06T18:26:04.725" v="8232" actId="20577"/>
          <ac:spMkLst>
            <pc:docMk/>
            <pc:sldMk cId="3408948450" sldId="2147483240"/>
            <ac:spMk id="2" creationId="{F512A871-774B-2EC2-CCB5-22CD1018D857}"/>
          </ac:spMkLst>
        </pc:spChg>
        <pc:spChg chg="add mod">
          <ac:chgData name="Dalmia, Shreya" userId="fb8bfd7e-19af-4cf2-9313-72af6a9413ee" providerId="ADAL" clId="{7B484397-1090-4BEB-A08D-17999412EFA0}" dt="2026-09-06T18:26:15.660" v="8250" actId="1036"/>
          <ac:spMkLst>
            <pc:docMk/>
            <pc:sldMk cId="3408948450" sldId="2147483240"/>
            <ac:spMk id="23" creationId="{6D65B1D8-9D68-AB33-CD20-A904B840B09C}"/>
          </ac:spMkLst>
        </pc:spChg>
        <pc:spChg chg="add mod">
          <ac:chgData name="Dalmia, Shreya" userId="fb8bfd7e-19af-4cf2-9313-72af6a9413ee" providerId="ADAL" clId="{7B484397-1090-4BEB-A08D-17999412EFA0}" dt="2026-09-06T18:26:15.660" v="8250" actId="1036"/>
          <ac:spMkLst>
            <pc:docMk/>
            <pc:sldMk cId="3408948450" sldId="2147483240"/>
            <ac:spMk id="43" creationId="{0328DC8C-D291-7E34-A905-6A20F90282D3}"/>
          </ac:spMkLst>
        </pc:spChg>
        <pc:spChg chg="add mod">
          <ac:chgData name="Dalmia, Shreya" userId="fb8bfd7e-19af-4cf2-9313-72af6a9413ee" providerId="ADAL" clId="{7B484397-1090-4BEB-A08D-17999412EFA0}" dt="2026-09-06T18:26:15.660" v="8250" actId="1036"/>
          <ac:spMkLst>
            <pc:docMk/>
            <pc:sldMk cId="3408948450" sldId="2147483240"/>
            <ac:spMk id="44" creationId="{81DCC42E-BC8B-1855-9118-FFF941A05D0E}"/>
          </ac:spMkLst>
        </pc:spChg>
        <pc:spChg chg="add mod">
          <ac:chgData name="Dalmia, Shreya" userId="fb8bfd7e-19af-4cf2-9313-72af6a9413ee" providerId="ADAL" clId="{7B484397-1090-4BEB-A08D-17999412EFA0}" dt="2026-09-06T18:26:15.660" v="8250" actId="1036"/>
          <ac:spMkLst>
            <pc:docMk/>
            <pc:sldMk cId="3408948450" sldId="2147483240"/>
            <ac:spMk id="46" creationId="{368102F1-4769-5D75-3385-34CFBA602C07}"/>
          </ac:spMkLst>
        </pc:spChg>
        <pc:spChg chg="add mod">
          <ac:chgData name="Dalmia, Shreya" userId="fb8bfd7e-19af-4cf2-9313-72af6a9413ee" providerId="ADAL" clId="{7B484397-1090-4BEB-A08D-17999412EFA0}" dt="2026-09-06T18:26:15.660" v="8250" actId="1036"/>
          <ac:spMkLst>
            <pc:docMk/>
            <pc:sldMk cId="3408948450" sldId="2147483240"/>
            <ac:spMk id="48" creationId="{5C8DF416-615D-43BE-C238-D02A84A6A9EE}"/>
          </ac:spMkLst>
        </pc:spChg>
        <pc:spChg chg="add mod">
          <ac:chgData name="Dalmia, Shreya" userId="fb8bfd7e-19af-4cf2-9313-72af6a9413ee" providerId="ADAL" clId="{7B484397-1090-4BEB-A08D-17999412EFA0}" dt="2026-09-06T18:26:15.660" v="8250" actId="1036"/>
          <ac:spMkLst>
            <pc:docMk/>
            <pc:sldMk cId="3408948450" sldId="2147483240"/>
            <ac:spMk id="49" creationId="{2B647BC3-0DCA-6481-9B2D-38D42BC5E123}"/>
          </ac:spMkLst>
        </pc:spChg>
        <pc:spChg chg="add mod">
          <ac:chgData name="Dalmia, Shreya" userId="fb8bfd7e-19af-4cf2-9313-72af6a9413ee" providerId="ADAL" clId="{7B484397-1090-4BEB-A08D-17999412EFA0}" dt="2026-09-06T18:26:20.159" v="8251" actId="14100"/>
          <ac:spMkLst>
            <pc:docMk/>
            <pc:sldMk cId="3408948450" sldId="2147483240"/>
            <ac:spMk id="52" creationId="{2646EEA1-CFCA-C21A-AD6B-B9CF63E389EA}"/>
          </ac:spMkLst>
        </pc:spChg>
        <pc:spChg chg="add mod">
          <ac:chgData name="Dalmia, Shreya" userId="fb8bfd7e-19af-4cf2-9313-72af6a9413ee" providerId="ADAL" clId="{7B484397-1090-4BEB-A08D-17999412EFA0}" dt="2026-09-06T18:26:15.660" v="8250" actId="1036"/>
          <ac:spMkLst>
            <pc:docMk/>
            <pc:sldMk cId="3408948450" sldId="2147483240"/>
            <ac:spMk id="54" creationId="{435758CB-939E-69D4-082E-AC3D66F90864}"/>
          </ac:spMkLst>
        </pc:spChg>
        <pc:spChg chg="add mod">
          <ac:chgData name="Dalmia, Shreya" userId="fb8bfd7e-19af-4cf2-9313-72af6a9413ee" providerId="ADAL" clId="{7B484397-1090-4BEB-A08D-17999412EFA0}" dt="2026-09-06T18:26:15.660" v="8250" actId="1036"/>
          <ac:spMkLst>
            <pc:docMk/>
            <pc:sldMk cId="3408948450" sldId="2147483240"/>
            <ac:spMk id="56" creationId="{BD37ABFC-3BD0-BF31-A0C2-F483B4AE1D36}"/>
          </ac:spMkLst>
        </pc:spChg>
        <pc:spChg chg="add mod">
          <ac:chgData name="Dalmia, Shreya" userId="fb8bfd7e-19af-4cf2-9313-72af6a9413ee" providerId="ADAL" clId="{7B484397-1090-4BEB-A08D-17999412EFA0}" dt="2026-09-06T18:26:15.660" v="8250" actId="1036"/>
          <ac:spMkLst>
            <pc:docMk/>
            <pc:sldMk cId="3408948450" sldId="2147483240"/>
            <ac:spMk id="60" creationId="{4FA4E64E-5B4B-2FF1-188C-99CDC3903D1F}"/>
          </ac:spMkLst>
        </pc:spChg>
        <pc:spChg chg="add mod">
          <ac:chgData name="Dalmia, Shreya" userId="fb8bfd7e-19af-4cf2-9313-72af6a9413ee" providerId="ADAL" clId="{7B484397-1090-4BEB-A08D-17999412EFA0}" dt="2026-09-06T20:40:17.044" v="12094"/>
          <ac:spMkLst>
            <pc:docMk/>
            <pc:sldMk cId="3408948450" sldId="2147483240"/>
            <ac:spMk id="61" creationId="{E295ABFE-6970-E24B-7A33-1D5368554116}"/>
          </ac:spMkLst>
        </pc:spChg>
      </pc:sldChg>
      <pc:sldChg chg="addSp delSp modSp add mod">
        <pc:chgData name="Dalmia, Shreya" userId="fb8bfd7e-19af-4cf2-9313-72af6a9413ee" providerId="ADAL" clId="{7B484397-1090-4BEB-A08D-17999412EFA0}" dt="2026-09-06T20:40:19.178" v="12095"/>
        <pc:sldMkLst>
          <pc:docMk/>
          <pc:sldMk cId="3612421893" sldId="2147483241"/>
        </pc:sldMkLst>
        <pc:spChg chg="mod">
          <ac:chgData name="Dalmia, Shreya" userId="fb8bfd7e-19af-4cf2-9313-72af6a9413ee" providerId="ADAL" clId="{7B484397-1090-4BEB-A08D-17999412EFA0}" dt="2026-09-06T18:26:25.150" v="8254" actId="20577"/>
          <ac:spMkLst>
            <pc:docMk/>
            <pc:sldMk cId="3612421893" sldId="2147483241"/>
            <ac:spMk id="2" creationId="{AF6A2333-F1C5-D780-F032-1F982E7725A7}"/>
          </ac:spMkLst>
        </pc:spChg>
        <pc:spChg chg="add mod">
          <ac:chgData name="Dalmia, Shreya" userId="fb8bfd7e-19af-4cf2-9313-72af6a9413ee" providerId="ADAL" clId="{7B484397-1090-4BEB-A08D-17999412EFA0}" dt="2026-09-06T18:26:41.478" v="8275" actId="1036"/>
          <ac:spMkLst>
            <pc:docMk/>
            <pc:sldMk cId="3612421893" sldId="2147483241"/>
            <ac:spMk id="22" creationId="{A4C7B650-C000-68E0-86AE-45BD7D7DC342}"/>
          </ac:spMkLst>
        </pc:spChg>
        <pc:spChg chg="add mod">
          <ac:chgData name="Dalmia, Shreya" userId="fb8bfd7e-19af-4cf2-9313-72af6a9413ee" providerId="ADAL" clId="{7B484397-1090-4BEB-A08D-17999412EFA0}" dt="2026-09-06T18:26:41.478" v="8275" actId="1036"/>
          <ac:spMkLst>
            <pc:docMk/>
            <pc:sldMk cId="3612421893" sldId="2147483241"/>
            <ac:spMk id="24" creationId="{E4863185-F98F-6523-93E6-38BE1E6B5D1C}"/>
          </ac:spMkLst>
        </pc:spChg>
        <pc:spChg chg="add mod">
          <ac:chgData name="Dalmia, Shreya" userId="fb8bfd7e-19af-4cf2-9313-72af6a9413ee" providerId="ADAL" clId="{7B484397-1090-4BEB-A08D-17999412EFA0}" dt="2026-09-06T18:26:41.478" v="8275" actId="1036"/>
          <ac:spMkLst>
            <pc:docMk/>
            <pc:sldMk cId="3612421893" sldId="2147483241"/>
            <ac:spMk id="26" creationId="{D430F54F-7EF1-7B44-4C06-C043F299A789}"/>
          </ac:spMkLst>
        </pc:spChg>
        <pc:spChg chg="add mod">
          <ac:chgData name="Dalmia, Shreya" userId="fb8bfd7e-19af-4cf2-9313-72af6a9413ee" providerId="ADAL" clId="{7B484397-1090-4BEB-A08D-17999412EFA0}" dt="2026-09-06T18:26:41.478" v="8275" actId="1036"/>
          <ac:spMkLst>
            <pc:docMk/>
            <pc:sldMk cId="3612421893" sldId="2147483241"/>
            <ac:spMk id="27" creationId="{6FF41AEE-0E13-BDB2-1F45-5C3636872561}"/>
          </ac:spMkLst>
        </pc:spChg>
        <pc:spChg chg="add mod">
          <ac:chgData name="Dalmia, Shreya" userId="fb8bfd7e-19af-4cf2-9313-72af6a9413ee" providerId="ADAL" clId="{7B484397-1090-4BEB-A08D-17999412EFA0}" dt="2026-09-06T18:26:41.478" v="8275" actId="1036"/>
          <ac:spMkLst>
            <pc:docMk/>
            <pc:sldMk cId="3612421893" sldId="2147483241"/>
            <ac:spMk id="28" creationId="{0A3F2A46-0156-F483-5236-E5F424279B4E}"/>
          </ac:spMkLst>
        </pc:spChg>
        <pc:spChg chg="mod">
          <ac:chgData name="Dalmia, Shreya" userId="fb8bfd7e-19af-4cf2-9313-72af6a9413ee" providerId="ADAL" clId="{7B484397-1090-4BEB-A08D-17999412EFA0}" dt="2026-09-06T18:26:45.493" v="8276" actId="14100"/>
          <ac:spMkLst>
            <pc:docMk/>
            <pc:sldMk cId="3612421893" sldId="2147483241"/>
            <ac:spMk id="33" creationId="{433A6FD8-3037-4BE8-49C0-424751E7F25E}"/>
          </ac:spMkLst>
        </pc:spChg>
        <pc:spChg chg="add mod">
          <ac:chgData name="Dalmia, Shreya" userId="fb8bfd7e-19af-4cf2-9313-72af6a9413ee" providerId="ADAL" clId="{7B484397-1090-4BEB-A08D-17999412EFA0}" dt="2026-09-06T18:26:41.478" v="8275" actId="1036"/>
          <ac:spMkLst>
            <pc:docMk/>
            <pc:sldMk cId="3612421893" sldId="2147483241"/>
            <ac:spMk id="34" creationId="{4F62B744-6F5F-A592-7759-A8BB8BD1859B}"/>
          </ac:spMkLst>
        </pc:spChg>
        <pc:spChg chg="add mod">
          <ac:chgData name="Dalmia, Shreya" userId="fb8bfd7e-19af-4cf2-9313-72af6a9413ee" providerId="ADAL" clId="{7B484397-1090-4BEB-A08D-17999412EFA0}" dt="2026-09-06T18:26:41.478" v="8275" actId="1036"/>
          <ac:spMkLst>
            <pc:docMk/>
            <pc:sldMk cId="3612421893" sldId="2147483241"/>
            <ac:spMk id="36" creationId="{4344B65E-4AFD-E4F4-C0DE-2678AC8DC263}"/>
          </ac:spMkLst>
        </pc:spChg>
        <pc:spChg chg="add mod">
          <ac:chgData name="Dalmia, Shreya" userId="fb8bfd7e-19af-4cf2-9313-72af6a9413ee" providerId="ADAL" clId="{7B484397-1090-4BEB-A08D-17999412EFA0}" dt="2026-09-06T18:26:41.478" v="8275" actId="1036"/>
          <ac:spMkLst>
            <pc:docMk/>
            <pc:sldMk cId="3612421893" sldId="2147483241"/>
            <ac:spMk id="38" creationId="{F9D3041D-185C-D6A2-D17F-278EC6748AC0}"/>
          </ac:spMkLst>
        </pc:spChg>
        <pc:spChg chg="add mod">
          <ac:chgData name="Dalmia, Shreya" userId="fb8bfd7e-19af-4cf2-9313-72af6a9413ee" providerId="ADAL" clId="{7B484397-1090-4BEB-A08D-17999412EFA0}" dt="2026-09-06T18:26:41.478" v="8275" actId="1036"/>
          <ac:spMkLst>
            <pc:docMk/>
            <pc:sldMk cId="3612421893" sldId="2147483241"/>
            <ac:spMk id="40" creationId="{50A07FCF-60EE-1147-D66E-464FBBE493B2}"/>
          </ac:spMkLst>
        </pc:spChg>
        <pc:spChg chg="add mod">
          <ac:chgData name="Dalmia, Shreya" userId="fb8bfd7e-19af-4cf2-9313-72af6a9413ee" providerId="ADAL" clId="{7B484397-1090-4BEB-A08D-17999412EFA0}" dt="2026-09-06T18:26:41.478" v="8275" actId="1036"/>
          <ac:spMkLst>
            <pc:docMk/>
            <pc:sldMk cId="3612421893" sldId="2147483241"/>
            <ac:spMk id="41" creationId="{809CFE93-9CA2-9B08-8436-1AB0B596B805}"/>
          </ac:spMkLst>
        </pc:spChg>
        <pc:spChg chg="add mod">
          <ac:chgData name="Dalmia, Shreya" userId="fb8bfd7e-19af-4cf2-9313-72af6a9413ee" providerId="ADAL" clId="{7B484397-1090-4BEB-A08D-17999412EFA0}" dt="2026-09-06T20:40:19.178" v="12095"/>
          <ac:spMkLst>
            <pc:docMk/>
            <pc:sldMk cId="3612421893" sldId="2147483241"/>
            <ac:spMk id="42" creationId="{FFBACA9F-E23F-8994-D68C-02DF99D2E124}"/>
          </ac:spMkLst>
        </pc:spChg>
      </pc:sldChg>
      <pc:sldChg chg="addSp delSp modSp add mod">
        <pc:chgData name="Dalmia, Shreya" userId="fb8bfd7e-19af-4cf2-9313-72af6a9413ee" providerId="ADAL" clId="{7B484397-1090-4BEB-A08D-17999412EFA0}" dt="2026-09-06T20:40:20.797" v="12096"/>
        <pc:sldMkLst>
          <pc:docMk/>
          <pc:sldMk cId="2289220202" sldId="2147483242"/>
        </pc:sldMkLst>
        <pc:spChg chg="mod">
          <ac:chgData name="Dalmia, Shreya" userId="fb8bfd7e-19af-4cf2-9313-72af6a9413ee" providerId="ADAL" clId="{7B484397-1090-4BEB-A08D-17999412EFA0}" dt="2026-09-06T18:27:04.883" v="8291" actId="20577"/>
          <ac:spMkLst>
            <pc:docMk/>
            <pc:sldMk cId="2289220202" sldId="2147483242"/>
            <ac:spMk id="2" creationId="{944166CB-C6C5-68C6-5E8C-35341ABB078E}"/>
          </ac:spMkLst>
        </pc:spChg>
        <pc:spChg chg="add mod">
          <ac:chgData name="Dalmia, Shreya" userId="fb8bfd7e-19af-4cf2-9313-72af6a9413ee" providerId="ADAL" clId="{7B484397-1090-4BEB-A08D-17999412EFA0}" dt="2026-09-06T18:27:02.432" v="8289" actId="1036"/>
          <ac:spMkLst>
            <pc:docMk/>
            <pc:sldMk cId="2289220202" sldId="2147483242"/>
            <ac:spMk id="42" creationId="{8E0BDC9C-2640-F9F2-53F5-0CAB47344ADA}"/>
          </ac:spMkLst>
        </pc:spChg>
        <pc:spChg chg="mod">
          <ac:chgData name="Dalmia, Shreya" userId="fb8bfd7e-19af-4cf2-9313-72af6a9413ee" providerId="ADAL" clId="{7B484397-1090-4BEB-A08D-17999412EFA0}" dt="2026-09-06T18:27:02.432" v="8289" actId="1036"/>
          <ac:spMkLst>
            <pc:docMk/>
            <pc:sldMk cId="2289220202" sldId="2147483242"/>
            <ac:spMk id="43" creationId="{93C6890F-15B7-A95A-727F-3EEF3E70EBB3}"/>
          </ac:spMkLst>
        </pc:spChg>
        <pc:spChg chg="mod">
          <ac:chgData name="Dalmia, Shreya" userId="fb8bfd7e-19af-4cf2-9313-72af6a9413ee" providerId="ADAL" clId="{7B484397-1090-4BEB-A08D-17999412EFA0}" dt="2026-09-06T18:27:02.432" v="8289" actId="1036"/>
          <ac:spMkLst>
            <pc:docMk/>
            <pc:sldMk cId="2289220202" sldId="2147483242"/>
            <ac:spMk id="44" creationId="{29787583-43E5-A114-57FC-DD75E5E00E62}"/>
          </ac:spMkLst>
        </pc:spChg>
        <pc:spChg chg="mod">
          <ac:chgData name="Dalmia, Shreya" userId="fb8bfd7e-19af-4cf2-9313-72af6a9413ee" providerId="ADAL" clId="{7B484397-1090-4BEB-A08D-17999412EFA0}" dt="2026-09-06T18:27:00.123" v="8280"/>
          <ac:spMkLst>
            <pc:docMk/>
            <pc:sldMk cId="2289220202" sldId="2147483242"/>
            <ac:spMk id="48" creationId="{5471625B-172C-4D5C-B59A-86A593668436}"/>
          </ac:spMkLst>
        </pc:spChg>
        <pc:spChg chg="mod">
          <ac:chgData name="Dalmia, Shreya" userId="fb8bfd7e-19af-4cf2-9313-72af6a9413ee" providerId="ADAL" clId="{7B484397-1090-4BEB-A08D-17999412EFA0}" dt="2026-09-06T18:27:00.123" v="8280"/>
          <ac:spMkLst>
            <pc:docMk/>
            <pc:sldMk cId="2289220202" sldId="2147483242"/>
            <ac:spMk id="50" creationId="{5D349F33-6EDE-9CEE-7788-83E2B1B6557C}"/>
          </ac:spMkLst>
        </pc:spChg>
        <pc:spChg chg="mod">
          <ac:chgData name="Dalmia, Shreya" userId="fb8bfd7e-19af-4cf2-9313-72af6a9413ee" providerId="ADAL" clId="{7B484397-1090-4BEB-A08D-17999412EFA0}" dt="2026-09-06T18:27:00.123" v="8280"/>
          <ac:spMkLst>
            <pc:docMk/>
            <pc:sldMk cId="2289220202" sldId="2147483242"/>
            <ac:spMk id="51" creationId="{5249233F-2E96-F748-FC2B-D609557D10AF}"/>
          </ac:spMkLst>
        </pc:spChg>
        <pc:spChg chg="mod">
          <ac:chgData name="Dalmia, Shreya" userId="fb8bfd7e-19af-4cf2-9313-72af6a9413ee" providerId="ADAL" clId="{7B484397-1090-4BEB-A08D-17999412EFA0}" dt="2026-09-06T18:27:00.123" v="8280"/>
          <ac:spMkLst>
            <pc:docMk/>
            <pc:sldMk cId="2289220202" sldId="2147483242"/>
            <ac:spMk id="53" creationId="{9D020ABE-EEBA-4D9B-800E-A7B9E63A135F}"/>
          </ac:spMkLst>
        </pc:spChg>
        <pc:spChg chg="mod">
          <ac:chgData name="Dalmia, Shreya" userId="fb8bfd7e-19af-4cf2-9313-72af6a9413ee" providerId="ADAL" clId="{7B484397-1090-4BEB-A08D-17999412EFA0}" dt="2026-09-06T18:27:00.123" v="8280"/>
          <ac:spMkLst>
            <pc:docMk/>
            <pc:sldMk cId="2289220202" sldId="2147483242"/>
            <ac:spMk id="54" creationId="{451938DB-16C6-8330-0FB1-87798DDD35B1}"/>
          </ac:spMkLst>
        </pc:spChg>
        <pc:spChg chg="mod">
          <ac:chgData name="Dalmia, Shreya" userId="fb8bfd7e-19af-4cf2-9313-72af6a9413ee" providerId="ADAL" clId="{7B484397-1090-4BEB-A08D-17999412EFA0}" dt="2026-09-06T18:27:00.123" v="8280"/>
          <ac:spMkLst>
            <pc:docMk/>
            <pc:sldMk cId="2289220202" sldId="2147483242"/>
            <ac:spMk id="56" creationId="{1BE9DAF6-896B-5068-D068-114488F5989B}"/>
          </ac:spMkLst>
        </pc:spChg>
        <pc:spChg chg="mod">
          <ac:chgData name="Dalmia, Shreya" userId="fb8bfd7e-19af-4cf2-9313-72af6a9413ee" providerId="ADAL" clId="{7B484397-1090-4BEB-A08D-17999412EFA0}" dt="2026-09-06T18:27:00.123" v="8280"/>
          <ac:spMkLst>
            <pc:docMk/>
            <pc:sldMk cId="2289220202" sldId="2147483242"/>
            <ac:spMk id="57" creationId="{6C32995B-F125-DCF0-7818-E460872C0FC8}"/>
          </ac:spMkLst>
        </pc:spChg>
        <pc:spChg chg="mod">
          <ac:chgData name="Dalmia, Shreya" userId="fb8bfd7e-19af-4cf2-9313-72af6a9413ee" providerId="ADAL" clId="{7B484397-1090-4BEB-A08D-17999412EFA0}" dt="2026-09-06T18:27:00.123" v="8280"/>
          <ac:spMkLst>
            <pc:docMk/>
            <pc:sldMk cId="2289220202" sldId="2147483242"/>
            <ac:spMk id="58" creationId="{C3B17707-9B32-C252-C4AF-5C28CDA15CF4}"/>
          </ac:spMkLst>
        </pc:spChg>
        <pc:spChg chg="mod">
          <ac:chgData name="Dalmia, Shreya" userId="fb8bfd7e-19af-4cf2-9313-72af6a9413ee" providerId="ADAL" clId="{7B484397-1090-4BEB-A08D-17999412EFA0}" dt="2026-09-06T18:27:02.432" v="8289" actId="1036"/>
          <ac:spMkLst>
            <pc:docMk/>
            <pc:sldMk cId="2289220202" sldId="2147483242"/>
            <ac:spMk id="60" creationId="{8701D79F-C6DF-3C0C-DAE1-B0A18E189A72}"/>
          </ac:spMkLst>
        </pc:spChg>
        <pc:spChg chg="add mod">
          <ac:chgData name="Dalmia, Shreya" userId="fb8bfd7e-19af-4cf2-9313-72af6a9413ee" providerId="ADAL" clId="{7B484397-1090-4BEB-A08D-17999412EFA0}" dt="2026-09-06T18:27:02.432" v="8289" actId="1036"/>
          <ac:spMkLst>
            <pc:docMk/>
            <pc:sldMk cId="2289220202" sldId="2147483242"/>
            <ac:spMk id="61" creationId="{F583CC80-7D31-CFFC-589C-921EFCB3C0C6}"/>
          </ac:spMkLst>
        </pc:spChg>
        <pc:spChg chg="add mod">
          <ac:chgData name="Dalmia, Shreya" userId="fb8bfd7e-19af-4cf2-9313-72af6a9413ee" providerId="ADAL" clId="{7B484397-1090-4BEB-A08D-17999412EFA0}" dt="2026-09-06T20:40:20.797" v="12096"/>
          <ac:spMkLst>
            <pc:docMk/>
            <pc:sldMk cId="2289220202" sldId="2147483242"/>
            <ac:spMk id="62" creationId="{CBDD2641-322C-9E34-A16A-2C0494CB0F3C}"/>
          </ac:spMkLst>
        </pc:spChg>
        <pc:grpChg chg="mod">
          <ac:chgData name="Dalmia, Shreya" userId="fb8bfd7e-19af-4cf2-9313-72af6a9413ee" providerId="ADAL" clId="{7B484397-1090-4BEB-A08D-17999412EFA0}" dt="2026-09-06T18:27:02.432" v="8289" actId="1036"/>
          <ac:grpSpMkLst>
            <pc:docMk/>
            <pc:sldMk cId="2289220202" sldId="2147483242"/>
            <ac:grpSpMk id="45" creationId="{106A8DEA-C404-A7D5-37B9-1F2147DA99BA}"/>
          </ac:grpSpMkLst>
        </pc:grpChg>
      </pc:sldChg>
      <pc:sldChg chg="addSp delSp modSp add mod ord">
        <pc:chgData name="Dalmia, Shreya" userId="fb8bfd7e-19af-4cf2-9313-72af6a9413ee" providerId="ADAL" clId="{7B484397-1090-4BEB-A08D-17999412EFA0}" dt="2026-09-07T12:20:19.855" v="12224"/>
        <pc:sldMkLst>
          <pc:docMk/>
          <pc:sldMk cId="4221328921" sldId="2147483243"/>
        </pc:sldMkLst>
        <pc:spChg chg="mod">
          <ac:chgData name="Dalmia, Shreya" userId="fb8bfd7e-19af-4cf2-9313-72af6a9413ee" providerId="ADAL" clId="{7B484397-1090-4BEB-A08D-17999412EFA0}" dt="2026-09-06T18:28:20.678" v="8328" actId="20577"/>
          <ac:spMkLst>
            <pc:docMk/>
            <pc:sldMk cId="4221328921" sldId="2147483243"/>
            <ac:spMk id="2" creationId="{9F800B65-0D4E-CA7C-4E4D-5A0B335E297B}"/>
          </ac:spMkLst>
        </pc:spChg>
        <pc:spChg chg="add mod">
          <ac:chgData name="Dalmia, Shreya" userId="fb8bfd7e-19af-4cf2-9313-72af6a9413ee" providerId="ADAL" clId="{7B484397-1090-4BEB-A08D-17999412EFA0}" dt="2026-09-07T12:20:19.855" v="12224"/>
          <ac:spMkLst>
            <pc:docMk/>
            <pc:sldMk cId="4221328921" sldId="2147483243"/>
            <ac:spMk id="3" creationId="{974C580A-C782-5DA4-5EF3-70E77ABFD860}"/>
          </ac:spMkLst>
        </pc:spChg>
        <pc:spChg chg="mod">
          <ac:chgData name="Dalmia, Shreya" userId="fb8bfd7e-19af-4cf2-9313-72af6a9413ee" providerId="ADAL" clId="{7B484397-1090-4BEB-A08D-17999412EFA0}" dt="2026-09-06T18:28:30.848" v="8331" actId="1037"/>
          <ac:spMkLst>
            <pc:docMk/>
            <pc:sldMk cId="4221328921" sldId="2147483243"/>
            <ac:spMk id="133" creationId="{A2C2C45B-87DA-1361-1564-CBCE0020E832}"/>
          </ac:spMkLst>
        </pc:spChg>
        <pc:spChg chg="mod">
          <ac:chgData name="Dalmia, Shreya" userId="fb8bfd7e-19af-4cf2-9313-72af6a9413ee" providerId="ADAL" clId="{7B484397-1090-4BEB-A08D-17999412EFA0}" dt="2026-09-06T18:29:16.286" v="8334" actId="207"/>
          <ac:spMkLst>
            <pc:docMk/>
            <pc:sldMk cId="4221328921" sldId="2147483243"/>
            <ac:spMk id="135" creationId="{5E49A47C-1AC7-26A5-7083-94C554886451}"/>
          </ac:spMkLst>
        </pc:spChg>
        <pc:spChg chg="mod topLvl">
          <ac:chgData name="Dalmia, Shreya" userId="fb8bfd7e-19af-4cf2-9313-72af6a9413ee" providerId="ADAL" clId="{7B484397-1090-4BEB-A08D-17999412EFA0}" dt="2026-09-06T18:28:52.736" v="8333" actId="165"/>
          <ac:spMkLst>
            <pc:docMk/>
            <pc:sldMk cId="4221328921" sldId="2147483243"/>
            <ac:spMk id="139" creationId="{C5DC8F15-ED02-6B2C-9944-5D6D98118D7D}"/>
          </ac:spMkLst>
        </pc:spChg>
        <pc:spChg chg="mod topLvl">
          <ac:chgData name="Dalmia, Shreya" userId="fb8bfd7e-19af-4cf2-9313-72af6a9413ee" providerId="ADAL" clId="{7B484397-1090-4BEB-A08D-17999412EFA0}" dt="2026-09-06T18:29:16.286" v="8334" actId="207"/>
          <ac:spMkLst>
            <pc:docMk/>
            <pc:sldMk cId="4221328921" sldId="2147483243"/>
            <ac:spMk id="142" creationId="{A1281559-1B7C-A52A-36F9-FA0C1961B461}"/>
          </ac:spMkLst>
        </pc:spChg>
        <pc:spChg chg="mod">
          <ac:chgData name="Dalmia, Shreya" userId="fb8bfd7e-19af-4cf2-9313-72af6a9413ee" providerId="ADAL" clId="{7B484397-1090-4BEB-A08D-17999412EFA0}" dt="2026-09-06T18:29:26.790" v="8335" actId="207"/>
          <ac:spMkLst>
            <pc:docMk/>
            <pc:sldMk cId="4221328921" sldId="2147483243"/>
            <ac:spMk id="145" creationId="{224625A8-2BCC-2DEF-18D9-69AEF9510C85}"/>
          </ac:spMkLst>
        </pc:spChg>
        <pc:spChg chg="mod">
          <ac:chgData name="Dalmia, Shreya" userId="fb8bfd7e-19af-4cf2-9313-72af6a9413ee" providerId="ADAL" clId="{7B484397-1090-4BEB-A08D-17999412EFA0}" dt="2026-09-06T18:28:52.736" v="8333" actId="165"/>
          <ac:spMkLst>
            <pc:docMk/>
            <pc:sldMk cId="4221328921" sldId="2147483243"/>
            <ac:spMk id="152" creationId="{C2DDB154-4EBC-CD01-E4BE-977212F2B060}"/>
          </ac:spMkLst>
        </pc:spChg>
        <pc:spChg chg="mod">
          <ac:chgData name="Dalmia, Shreya" userId="fb8bfd7e-19af-4cf2-9313-72af6a9413ee" providerId="ADAL" clId="{7B484397-1090-4BEB-A08D-17999412EFA0}" dt="2026-09-06T18:28:52.736" v="8333" actId="165"/>
          <ac:spMkLst>
            <pc:docMk/>
            <pc:sldMk cId="4221328921" sldId="2147483243"/>
            <ac:spMk id="154" creationId="{32962790-343A-0D77-27FC-9D2F1D06EA1C}"/>
          </ac:spMkLst>
        </pc:spChg>
        <pc:spChg chg="mod">
          <ac:chgData name="Dalmia, Shreya" userId="fb8bfd7e-19af-4cf2-9313-72af6a9413ee" providerId="ADAL" clId="{7B484397-1090-4BEB-A08D-17999412EFA0}" dt="2026-09-06T18:28:52.736" v="8333" actId="165"/>
          <ac:spMkLst>
            <pc:docMk/>
            <pc:sldMk cId="4221328921" sldId="2147483243"/>
            <ac:spMk id="156" creationId="{112ADCF9-99E3-560F-15D4-FE7C67420107}"/>
          </ac:spMkLst>
        </pc:spChg>
        <pc:spChg chg="mod">
          <ac:chgData name="Dalmia, Shreya" userId="fb8bfd7e-19af-4cf2-9313-72af6a9413ee" providerId="ADAL" clId="{7B484397-1090-4BEB-A08D-17999412EFA0}" dt="2026-09-06T18:29:16.286" v="8334" actId="207"/>
          <ac:spMkLst>
            <pc:docMk/>
            <pc:sldMk cId="4221328921" sldId="2147483243"/>
            <ac:spMk id="163" creationId="{1FE51216-3D48-C03C-AB09-E5CE39B7DA5B}"/>
          </ac:spMkLst>
        </pc:spChg>
        <pc:spChg chg="mod topLvl">
          <ac:chgData name="Dalmia, Shreya" userId="fb8bfd7e-19af-4cf2-9313-72af6a9413ee" providerId="ADAL" clId="{7B484397-1090-4BEB-A08D-17999412EFA0}" dt="2026-09-06T18:28:52.736" v="8333" actId="165"/>
          <ac:spMkLst>
            <pc:docMk/>
            <pc:sldMk cId="4221328921" sldId="2147483243"/>
            <ac:spMk id="165" creationId="{6D8B32AE-A872-4F9D-0D1A-022644FD275B}"/>
          </ac:spMkLst>
        </pc:spChg>
        <pc:spChg chg="mod">
          <ac:chgData name="Dalmia, Shreya" userId="fb8bfd7e-19af-4cf2-9313-72af6a9413ee" providerId="ADAL" clId="{7B484397-1090-4BEB-A08D-17999412EFA0}" dt="2026-09-06T18:29:33.562" v="8336" actId="207"/>
          <ac:spMkLst>
            <pc:docMk/>
            <pc:sldMk cId="4221328921" sldId="2147483243"/>
            <ac:spMk id="168" creationId="{7B5CC69E-23F0-98D0-E559-AF9C9E4D059E}"/>
          </ac:spMkLst>
        </pc:spChg>
        <pc:spChg chg="mod">
          <ac:chgData name="Dalmia, Shreya" userId="fb8bfd7e-19af-4cf2-9313-72af6a9413ee" providerId="ADAL" clId="{7B484397-1090-4BEB-A08D-17999412EFA0}" dt="2026-09-06T18:28:52.736" v="8333" actId="165"/>
          <ac:spMkLst>
            <pc:docMk/>
            <pc:sldMk cId="4221328921" sldId="2147483243"/>
            <ac:spMk id="170" creationId="{07093D44-85B2-08A7-D8BF-9F30987A994C}"/>
          </ac:spMkLst>
        </pc:spChg>
        <pc:spChg chg="mod">
          <ac:chgData name="Dalmia, Shreya" userId="fb8bfd7e-19af-4cf2-9313-72af6a9413ee" providerId="ADAL" clId="{7B484397-1090-4BEB-A08D-17999412EFA0}" dt="2026-09-06T18:29:33.562" v="8336" actId="207"/>
          <ac:spMkLst>
            <pc:docMk/>
            <pc:sldMk cId="4221328921" sldId="2147483243"/>
            <ac:spMk id="177" creationId="{D1EB4222-8C96-21CA-4782-2AFD68F90325}"/>
          </ac:spMkLst>
        </pc:spChg>
        <pc:spChg chg="mod">
          <ac:chgData name="Dalmia, Shreya" userId="fb8bfd7e-19af-4cf2-9313-72af6a9413ee" providerId="ADAL" clId="{7B484397-1090-4BEB-A08D-17999412EFA0}" dt="2026-09-06T18:29:16.286" v="8334" actId="207"/>
          <ac:spMkLst>
            <pc:docMk/>
            <pc:sldMk cId="4221328921" sldId="2147483243"/>
            <ac:spMk id="181" creationId="{8FA05083-FE0A-6987-21D5-C21BFAE332A0}"/>
          </ac:spMkLst>
        </pc:spChg>
        <pc:spChg chg="mod topLvl">
          <ac:chgData name="Dalmia, Shreya" userId="fb8bfd7e-19af-4cf2-9313-72af6a9413ee" providerId="ADAL" clId="{7B484397-1090-4BEB-A08D-17999412EFA0}" dt="2026-09-06T18:28:52.736" v="8333" actId="165"/>
          <ac:spMkLst>
            <pc:docMk/>
            <pc:sldMk cId="4221328921" sldId="2147483243"/>
            <ac:spMk id="186" creationId="{D5D1D614-9B70-ECA3-7FF4-00706ED3A547}"/>
          </ac:spMkLst>
        </pc:spChg>
        <pc:spChg chg="mod">
          <ac:chgData name="Dalmia, Shreya" userId="fb8bfd7e-19af-4cf2-9313-72af6a9413ee" providerId="ADAL" clId="{7B484397-1090-4BEB-A08D-17999412EFA0}" dt="2026-09-06T18:29:33.562" v="8336" actId="207"/>
          <ac:spMkLst>
            <pc:docMk/>
            <pc:sldMk cId="4221328921" sldId="2147483243"/>
            <ac:spMk id="192" creationId="{9876B3E8-C68F-482E-9B5C-5D4931F543BF}"/>
          </ac:spMkLst>
        </pc:spChg>
        <pc:spChg chg="mod">
          <ac:chgData name="Dalmia, Shreya" userId="fb8bfd7e-19af-4cf2-9313-72af6a9413ee" providerId="ADAL" clId="{7B484397-1090-4BEB-A08D-17999412EFA0}" dt="2026-09-06T18:29:16.286" v="8334" actId="207"/>
          <ac:spMkLst>
            <pc:docMk/>
            <pc:sldMk cId="4221328921" sldId="2147483243"/>
            <ac:spMk id="200" creationId="{9682C4BA-1C3B-615B-1198-D0CF8C7D26D7}"/>
          </ac:spMkLst>
        </pc:spChg>
        <pc:spChg chg="mod topLvl">
          <ac:chgData name="Dalmia, Shreya" userId="fb8bfd7e-19af-4cf2-9313-72af6a9413ee" providerId="ADAL" clId="{7B484397-1090-4BEB-A08D-17999412EFA0}" dt="2026-09-06T18:28:52.736" v="8333" actId="165"/>
          <ac:spMkLst>
            <pc:docMk/>
            <pc:sldMk cId="4221328921" sldId="2147483243"/>
            <ac:spMk id="202" creationId="{5F5C27B2-0FC5-9959-1DF3-D574AD6F44D0}"/>
          </ac:spMkLst>
        </pc:spChg>
        <pc:spChg chg="mod topLvl">
          <ac:chgData name="Dalmia, Shreya" userId="fb8bfd7e-19af-4cf2-9313-72af6a9413ee" providerId="ADAL" clId="{7B484397-1090-4BEB-A08D-17999412EFA0}" dt="2026-09-06T18:28:52.736" v="8333" actId="165"/>
          <ac:spMkLst>
            <pc:docMk/>
            <pc:sldMk cId="4221328921" sldId="2147483243"/>
            <ac:spMk id="205" creationId="{F4F0C1B0-CB82-87D7-2137-DADA9D1ACE5F}"/>
          </ac:spMkLst>
        </pc:spChg>
        <pc:spChg chg="mod">
          <ac:chgData name="Dalmia, Shreya" userId="fb8bfd7e-19af-4cf2-9313-72af6a9413ee" providerId="ADAL" clId="{7B484397-1090-4BEB-A08D-17999412EFA0}" dt="2026-09-06T18:29:33.562" v="8336" actId="207"/>
          <ac:spMkLst>
            <pc:docMk/>
            <pc:sldMk cId="4221328921" sldId="2147483243"/>
            <ac:spMk id="210" creationId="{779F3A48-DDFC-117B-127B-40D768678D6D}"/>
          </ac:spMkLst>
        </pc:spChg>
        <pc:spChg chg="mod">
          <ac:chgData name="Dalmia, Shreya" userId="fb8bfd7e-19af-4cf2-9313-72af6a9413ee" providerId="ADAL" clId="{7B484397-1090-4BEB-A08D-17999412EFA0}" dt="2026-09-06T18:29:16.286" v="8334" actId="207"/>
          <ac:spMkLst>
            <pc:docMk/>
            <pc:sldMk cId="4221328921" sldId="2147483243"/>
            <ac:spMk id="214" creationId="{CF6E6D8A-C1BD-EE79-83AB-8F8DBF152935}"/>
          </ac:spMkLst>
        </pc:spChg>
        <pc:spChg chg="mod">
          <ac:chgData name="Dalmia, Shreya" userId="fb8bfd7e-19af-4cf2-9313-72af6a9413ee" providerId="ADAL" clId="{7B484397-1090-4BEB-A08D-17999412EFA0}" dt="2026-09-06T18:29:16.286" v="8334" actId="207"/>
          <ac:spMkLst>
            <pc:docMk/>
            <pc:sldMk cId="4221328921" sldId="2147483243"/>
            <ac:spMk id="220" creationId="{0FC0DE28-CAFE-4445-3E57-B8999D6B9E2C}"/>
          </ac:spMkLst>
        </pc:spChg>
        <pc:spChg chg="mod">
          <ac:chgData name="Dalmia, Shreya" userId="fb8bfd7e-19af-4cf2-9313-72af6a9413ee" providerId="ADAL" clId="{7B484397-1090-4BEB-A08D-17999412EFA0}" dt="2026-09-06T18:28:30.848" v="8331" actId="1037"/>
          <ac:spMkLst>
            <pc:docMk/>
            <pc:sldMk cId="4221328921" sldId="2147483243"/>
            <ac:spMk id="228" creationId="{0EDE14D0-6B76-D72D-D265-C0788825DE3F}"/>
          </ac:spMkLst>
        </pc:spChg>
        <pc:spChg chg="mod">
          <ac:chgData name="Dalmia, Shreya" userId="fb8bfd7e-19af-4cf2-9313-72af6a9413ee" providerId="ADAL" clId="{7B484397-1090-4BEB-A08D-17999412EFA0}" dt="2026-09-06T18:28:30.848" v="8331" actId="1037"/>
          <ac:spMkLst>
            <pc:docMk/>
            <pc:sldMk cId="4221328921" sldId="2147483243"/>
            <ac:spMk id="231" creationId="{49B55E79-3DCE-A975-B504-670BB1CAFF79}"/>
          </ac:spMkLst>
        </pc:spChg>
        <pc:spChg chg="mod">
          <ac:chgData name="Dalmia, Shreya" userId="fb8bfd7e-19af-4cf2-9313-72af6a9413ee" providerId="ADAL" clId="{7B484397-1090-4BEB-A08D-17999412EFA0}" dt="2026-09-06T18:28:30.848" v="8331" actId="1037"/>
          <ac:spMkLst>
            <pc:docMk/>
            <pc:sldMk cId="4221328921" sldId="2147483243"/>
            <ac:spMk id="233" creationId="{4DE88D9C-A574-4BC5-55E3-EFE8D29C7712}"/>
          </ac:spMkLst>
        </pc:spChg>
        <pc:spChg chg="mod">
          <ac:chgData name="Dalmia, Shreya" userId="fb8bfd7e-19af-4cf2-9313-72af6a9413ee" providerId="ADAL" clId="{7B484397-1090-4BEB-A08D-17999412EFA0}" dt="2026-09-06T18:28:30.848" v="8331" actId="1037"/>
          <ac:spMkLst>
            <pc:docMk/>
            <pc:sldMk cId="4221328921" sldId="2147483243"/>
            <ac:spMk id="236" creationId="{3481B6F7-82AF-11B6-9CFF-7383CECDC90B}"/>
          </ac:spMkLst>
        </pc:spChg>
        <pc:spChg chg="mod">
          <ac:chgData name="Dalmia, Shreya" userId="fb8bfd7e-19af-4cf2-9313-72af6a9413ee" providerId="ADAL" clId="{7B484397-1090-4BEB-A08D-17999412EFA0}" dt="2026-09-06T18:28:30.848" v="8331" actId="1037"/>
          <ac:spMkLst>
            <pc:docMk/>
            <pc:sldMk cId="4221328921" sldId="2147483243"/>
            <ac:spMk id="237" creationId="{71D3AABB-CEBE-11AD-F873-B3372094990A}"/>
          </ac:spMkLst>
        </pc:spChg>
        <pc:spChg chg="mod">
          <ac:chgData name="Dalmia, Shreya" userId="fb8bfd7e-19af-4cf2-9313-72af6a9413ee" providerId="ADAL" clId="{7B484397-1090-4BEB-A08D-17999412EFA0}" dt="2026-09-06T18:28:30.848" v="8331" actId="1037"/>
          <ac:spMkLst>
            <pc:docMk/>
            <pc:sldMk cId="4221328921" sldId="2147483243"/>
            <ac:spMk id="238" creationId="{781806B5-23F7-8A5F-C107-62E80B25CC0E}"/>
          </ac:spMkLst>
        </pc:spChg>
        <pc:spChg chg="add mod">
          <ac:chgData name="Dalmia, Shreya" userId="fb8bfd7e-19af-4cf2-9313-72af6a9413ee" providerId="ADAL" clId="{7B484397-1090-4BEB-A08D-17999412EFA0}" dt="2026-09-06T18:28:30.848" v="8331" actId="1037"/>
          <ac:spMkLst>
            <pc:docMk/>
            <pc:sldMk cId="4221328921" sldId="2147483243"/>
            <ac:spMk id="240" creationId="{330CCD7B-3660-1514-71A7-CDE2AC000E44}"/>
          </ac:spMkLst>
        </pc:spChg>
        <pc:spChg chg="mod">
          <ac:chgData name="Dalmia, Shreya" userId="fb8bfd7e-19af-4cf2-9313-72af6a9413ee" providerId="ADAL" clId="{7B484397-1090-4BEB-A08D-17999412EFA0}" dt="2026-09-06T18:28:30.848" v="8331" actId="1037"/>
          <ac:spMkLst>
            <pc:docMk/>
            <pc:sldMk cId="4221328921" sldId="2147483243"/>
            <ac:spMk id="241" creationId="{CD07AD4D-1C91-4D67-9850-341CE168F832}"/>
          </ac:spMkLst>
        </pc:spChg>
        <pc:spChg chg="mod">
          <ac:chgData name="Dalmia, Shreya" userId="fb8bfd7e-19af-4cf2-9313-72af6a9413ee" providerId="ADAL" clId="{7B484397-1090-4BEB-A08D-17999412EFA0}" dt="2026-09-06T18:28:40.672" v="8332" actId="207"/>
          <ac:spMkLst>
            <pc:docMk/>
            <pc:sldMk cId="4221328921" sldId="2147483243"/>
            <ac:spMk id="242" creationId="{1FA15690-6026-B3AB-68F8-81428435E1E7}"/>
          </ac:spMkLst>
        </pc:spChg>
      </pc:sldChg>
      <pc:sldChg chg="addSp delSp modSp add del mod">
        <pc:chgData name="Dalmia, Shreya" userId="fb8bfd7e-19af-4cf2-9313-72af6a9413ee" providerId="ADAL" clId="{7B484397-1090-4BEB-A08D-17999412EFA0}" dt="2026-09-07T11:34:33.676" v="12191" actId="3064"/>
        <pc:sldMkLst>
          <pc:docMk/>
          <pc:sldMk cId="1595744004" sldId="2147483244"/>
        </pc:sldMkLst>
        <pc:spChg chg="mod">
          <ac:chgData name="Dalmia, Shreya" userId="fb8bfd7e-19af-4cf2-9313-72af6a9413ee" providerId="ADAL" clId="{7B484397-1090-4BEB-A08D-17999412EFA0}" dt="2026-09-06T20:06:20.116" v="11176" actId="20577"/>
          <ac:spMkLst>
            <pc:docMk/>
            <pc:sldMk cId="1595744004" sldId="2147483244"/>
            <ac:spMk id="3" creationId="{55BF047D-132A-2F5E-01AD-C357BBFE873C}"/>
          </ac:spMkLst>
        </pc:spChg>
        <pc:spChg chg="add mod">
          <ac:chgData name="Dalmia, Shreya" userId="fb8bfd7e-19af-4cf2-9313-72af6a9413ee" providerId="ADAL" clId="{7B484397-1090-4BEB-A08D-17999412EFA0}" dt="2026-09-06T20:08:57.822" v="11226" actId="1076"/>
          <ac:spMkLst>
            <pc:docMk/>
            <pc:sldMk cId="1595744004" sldId="2147483244"/>
            <ac:spMk id="10" creationId="{E08D9182-8EBC-CAB6-6EE4-03B4D48B7E54}"/>
          </ac:spMkLst>
        </pc:spChg>
        <pc:spChg chg="add mod">
          <ac:chgData name="Dalmia, Shreya" userId="fb8bfd7e-19af-4cf2-9313-72af6a9413ee" providerId="ADAL" clId="{7B484397-1090-4BEB-A08D-17999412EFA0}" dt="2026-09-06T19:56:30.106" v="10915" actId="1076"/>
          <ac:spMkLst>
            <pc:docMk/>
            <pc:sldMk cId="1595744004" sldId="2147483244"/>
            <ac:spMk id="12" creationId="{2A0991AA-AA7D-A8FE-91FC-74FFCB731BEF}"/>
          </ac:spMkLst>
        </pc:spChg>
        <pc:spChg chg="add mod">
          <ac:chgData name="Dalmia, Shreya" userId="fb8bfd7e-19af-4cf2-9313-72af6a9413ee" providerId="ADAL" clId="{7B484397-1090-4BEB-A08D-17999412EFA0}" dt="2026-09-06T19:56:30.106" v="10915" actId="1076"/>
          <ac:spMkLst>
            <pc:docMk/>
            <pc:sldMk cId="1595744004" sldId="2147483244"/>
            <ac:spMk id="16" creationId="{F0EBA4B6-7345-7E8E-FCFB-494079B0F1CC}"/>
          </ac:spMkLst>
        </pc:spChg>
        <pc:spChg chg="add mod">
          <ac:chgData name="Dalmia, Shreya" userId="fb8bfd7e-19af-4cf2-9313-72af6a9413ee" providerId="ADAL" clId="{7B484397-1090-4BEB-A08D-17999412EFA0}" dt="2026-09-06T19:56:30.106" v="10915" actId="1076"/>
          <ac:spMkLst>
            <pc:docMk/>
            <pc:sldMk cId="1595744004" sldId="2147483244"/>
            <ac:spMk id="20" creationId="{C9510366-F93C-D431-71CB-FC1159F4A5DE}"/>
          </ac:spMkLst>
        </pc:spChg>
        <pc:spChg chg="add mod">
          <ac:chgData name="Dalmia, Shreya" userId="fb8bfd7e-19af-4cf2-9313-72af6a9413ee" providerId="ADAL" clId="{7B484397-1090-4BEB-A08D-17999412EFA0}" dt="2026-09-06T19:56:30.106" v="10915" actId="1076"/>
          <ac:spMkLst>
            <pc:docMk/>
            <pc:sldMk cId="1595744004" sldId="2147483244"/>
            <ac:spMk id="24" creationId="{F264B9AD-68BD-6566-2EFF-452D50293F24}"/>
          </ac:spMkLst>
        </pc:spChg>
        <pc:spChg chg="add mod">
          <ac:chgData name="Dalmia, Shreya" userId="fb8bfd7e-19af-4cf2-9313-72af6a9413ee" providerId="ADAL" clId="{7B484397-1090-4BEB-A08D-17999412EFA0}" dt="2026-09-06T19:56:30.106" v="10915" actId="1076"/>
          <ac:spMkLst>
            <pc:docMk/>
            <pc:sldMk cId="1595744004" sldId="2147483244"/>
            <ac:spMk id="28" creationId="{AA4D48B1-1533-2A18-685A-EB5800089EE4}"/>
          </ac:spMkLst>
        </pc:spChg>
        <pc:spChg chg="add mod">
          <ac:chgData name="Dalmia, Shreya" userId="fb8bfd7e-19af-4cf2-9313-72af6a9413ee" providerId="ADAL" clId="{7B484397-1090-4BEB-A08D-17999412EFA0}" dt="2026-09-06T20:04:25.681" v="11028" actId="20577"/>
          <ac:spMkLst>
            <pc:docMk/>
            <pc:sldMk cId="1595744004" sldId="2147483244"/>
            <ac:spMk id="32" creationId="{8FE13F3D-EFDA-1E61-A403-F37D7AEED582}"/>
          </ac:spMkLst>
        </pc:spChg>
        <pc:spChg chg="add mod">
          <ac:chgData name="Dalmia, Shreya" userId="fb8bfd7e-19af-4cf2-9313-72af6a9413ee" providerId="ADAL" clId="{7B484397-1090-4BEB-A08D-17999412EFA0}" dt="2026-09-06T20:09:36.153" v="11236" actId="1076"/>
          <ac:spMkLst>
            <pc:docMk/>
            <pc:sldMk cId="1595744004" sldId="2147483244"/>
            <ac:spMk id="35" creationId="{7BCC1269-5A4C-81AD-D100-86BE7A02786E}"/>
          </ac:spMkLst>
        </pc:spChg>
        <pc:spChg chg="add mod">
          <ac:chgData name="Dalmia, Shreya" userId="fb8bfd7e-19af-4cf2-9313-72af6a9413ee" providerId="ADAL" clId="{7B484397-1090-4BEB-A08D-17999412EFA0}" dt="2026-09-06T20:07:30.688" v="11214" actId="207"/>
          <ac:spMkLst>
            <pc:docMk/>
            <pc:sldMk cId="1595744004" sldId="2147483244"/>
            <ac:spMk id="40" creationId="{49B196DB-EB50-53D7-8705-247A5EFBA674}"/>
          </ac:spMkLst>
        </pc:spChg>
        <pc:spChg chg="add mod">
          <ac:chgData name="Dalmia, Shreya" userId="fb8bfd7e-19af-4cf2-9313-72af6a9413ee" providerId="ADAL" clId="{7B484397-1090-4BEB-A08D-17999412EFA0}" dt="2026-09-06T20:07:27.749" v="11213" actId="207"/>
          <ac:spMkLst>
            <pc:docMk/>
            <pc:sldMk cId="1595744004" sldId="2147483244"/>
            <ac:spMk id="42" creationId="{DE6ECE40-8464-6B92-2C83-7291CEB7CC50}"/>
          </ac:spMkLst>
        </pc:spChg>
        <pc:spChg chg="add mod">
          <ac:chgData name="Dalmia, Shreya" userId="fb8bfd7e-19af-4cf2-9313-72af6a9413ee" providerId="ADAL" clId="{7B484397-1090-4BEB-A08D-17999412EFA0}" dt="2026-09-06T20:05:01.353" v="11047" actId="20577"/>
          <ac:spMkLst>
            <pc:docMk/>
            <pc:sldMk cId="1595744004" sldId="2147483244"/>
            <ac:spMk id="44" creationId="{BE5F1437-37F0-E1C2-CA10-29093FBEA5E8}"/>
          </ac:spMkLst>
        </pc:spChg>
        <pc:spChg chg="add mod ord">
          <ac:chgData name="Dalmia, Shreya" userId="fb8bfd7e-19af-4cf2-9313-72af6a9413ee" providerId="ADAL" clId="{7B484397-1090-4BEB-A08D-17999412EFA0}" dt="2026-09-06T20:08:26.973" v="11220" actId="167"/>
          <ac:spMkLst>
            <pc:docMk/>
            <pc:sldMk cId="1595744004" sldId="2147483244"/>
            <ac:spMk id="46" creationId="{1554D974-95FD-DD6A-C6EF-4CD4B774716B}"/>
          </ac:spMkLst>
        </pc:spChg>
        <pc:spChg chg="add mod ord">
          <ac:chgData name="Dalmia, Shreya" userId="fb8bfd7e-19af-4cf2-9313-72af6a9413ee" providerId="ADAL" clId="{7B484397-1090-4BEB-A08D-17999412EFA0}" dt="2026-09-06T20:09:29.014" v="11234" actId="167"/>
          <ac:spMkLst>
            <pc:docMk/>
            <pc:sldMk cId="1595744004" sldId="2147483244"/>
            <ac:spMk id="47" creationId="{33A326E5-A63B-713B-455E-69023F1B5C24}"/>
          </ac:spMkLst>
        </pc:spChg>
        <pc:spChg chg="add mod">
          <ac:chgData name="Dalmia, Shreya" userId="fb8bfd7e-19af-4cf2-9313-72af6a9413ee" providerId="ADAL" clId="{7B484397-1090-4BEB-A08D-17999412EFA0}" dt="2026-09-06T20:10:40.346" v="11238" actId="14100"/>
          <ac:spMkLst>
            <pc:docMk/>
            <pc:sldMk cId="1595744004" sldId="2147483244"/>
            <ac:spMk id="48" creationId="{9D1529A6-E01E-8809-48E4-012FA7238795}"/>
          </ac:spMkLst>
        </pc:spChg>
        <pc:spChg chg="add mod">
          <ac:chgData name="Dalmia, Shreya" userId="fb8bfd7e-19af-4cf2-9313-72af6a9413ee" providerId="ADAL" clId="{7B484397-1090-4BEB-A08D-17999412EFA0}" dt="2026-09-06T20:12:24.222" v="11258" actId="20577"/>
          <ac:spMkLst>
            <pc:docMk/>
            <pc:sldMk cId="1595744004" sldId="2147483244"/>
            <ac:spMk id="49" creationId="{4A3F8AFE-8056-92DD-A235-8E32D4C62B14}"/>
          </ac:spMkLst>
        </pc:spChg>
        <pc:spChg chg="add mod">
          <ac:chgData name="Dalmia, Shreya" userId="fb8bfd7e-19af-4cf2-9313-72af6a9413ee" providerId="ADAL" clId="{7B484397-1090-4BEB-A08D-17999412EFA0}" dt="2026-09-06T20:19:17.637" v="11562" actId="1037"/>
          <ac:spMkLst>
            <pc:docMk/>
            <pc:sldMk cId="1595744004" sldId="2147483244"/>
            <ac:spMk id="54" creationId="{B9C5DE6D-681F-7431-C4ED-151EC8C608D0}"/>
          </ac:spMkLst>
        </pc:spChg>
        <pc:spChg chg="add mod">
          <ac:chgData name="Dalmia, Shreya" userId="fb8bfd7e-19af-4cf2-9313-72af6a9413ee" providerId="ADAL" clId="{7B484397-1090-4BEB-A08D-17999412EFA0}" dt="2026-09-06T20:19:17.637" v="11562" actId="1037"/>
          <ac:spMkLst>
            <pc:docMk/>
            <pc:sldMk cId="1595744004" sldId="2147483244"/>
            <ac:spMk id="55" creationId="{80676DD3-D118-05B7-CAA9-80DC22E128D6}"/>
          </ac:spMkLst>
        </pc:spChg>
        <pc:spChg chg="mod">
          <ac:chgData name="Dalmia, Shreya" userId="fb8bfd7e-19af-4cf2-9313-72af6a9413ee" providerId="ADAL" clId="{7B484397-1090-4BEB-A08D-17999412EFA0}" dt="2026-09-06T20:16:21.746" v="11306" actId="207"/>
          <ac:spMkLst>
            <pc:docMk/>
            <pc:sldMk cId="1595744004" sldId="2147483244"/>
            <ac:spMk id="158" creationId="{645F5F36-45F9-2B36-9F45-7F63A3C5F863}"/>
          </ac:spMkLst>
        </pc:spChg>
        <pc:spChg chg="mod">
          <ac:chgData name="Dalmia, Shreya" userId="fb8bfd7e-19af-4cf2-9313-72af6a9413ee" providerId="ADAL" clId="{7B484397-1090-4BEB-A08D-17999412EFA0}" dt="2026-09-06T20:16:21.746" v="11306" actId="207"/>
          <ac:spMkLst>
            <pc:docMk/>
            <pc:sldMk cId="1595744004" sldId="2147483244"/>
            <ac:spMk id="159" creationId="{07A44123-FA21-40B7-738A-6D2EA4F38E5A}"/>
          </ac:spMkLst>
        </pc:spChg>
        <pc:spChg chg="mod">
          <ac:chgData name="Dalmia, Shreya" userId="fb8bfd7e-19af-4cf2-9313-72af6a9413ee" providerId="ADAL" clId="{7B484397-1090-4BEB-A08D-17999412EFA0}" dt="2026-09-06T20:16:21.746" v="11306" actId="207"/>
          <ac:spMkLst>
            <pc:docMk/>
            <pc:sldMk cId="1595744004" sldId="2147483244"/>
            <ac:spMk id="160" creationId="{961A39EE-3DC5-796F-08C2-086A267FC92C}"/>
          </ac:spMkLst>
        </pc:spChg>
        <pc:spChg chg="mod">
          <ac:chgData name="Dalmia, Shreya" userId="fb8bfd7e-19af-4cf2-9313-72af6a9413ee" providerId="ADAL" clId="{7B484397-1090-4BEB-A08D-17999412EFA0}" dt="2026-09-06T20:16:21.746" v="11306" actId="207"/>
          <ac:spMkLst>
            <pc:docMk/>
            <pc:sldMk cId="1595744004" sldId="2147483244"/>
            <ac:spMk id="162" creationId="{4B04A11F-F45D-B164-C1AB-2F52BC756356}"/>
          </ac:spMkLst>
        </pc:spChg>
        <pc:spChg chg="mod">
          <ac:chgData name="Dalmia, Shreya" userId="fb8bfd7e-19af-4cf2-9313-72af6a9413ee" providerId="ADAL" clId="{7B484397-1090-4BEB-A08D-17999412EFA0}" dt="2026-09-06T20:16:21.746" v="11306" actId="207"/>
          <ac:spMkLst>
            <pc:docMk/>
            <pc:sldMk cId="1595744004" sldId="2147483244"/>
            <ac:spMk id="163" creationId="{A6A77B02-0C72-9921-44EE-C69AE0711671}"/>
          </ac:spMkLst>
        </pc:spChg>
        <pc:spChg chg="mod">
          <ac:chgData name="Dalmia, Shreya" userId="fb8bfd7e-19af-4cf2-9313-72af6a9413ee" providerId="ADAL" clId="{7B484397-1090-4BEB-A08D-17999412EFA0}" dt="2026-09-06T20:16:21.746" v="11306" actId="207"/>
          <ac:spMkLst>
            <pc:docMk/>
            <pc:sldMk cId="1595744004" sldId="2147483244"/>
            <ac:spMk id="164" creationId="{357C743D-F384-A515-647B-29878D0762DC}"/>
          </ac:spMkLst>
        </pc:spChg>
        <pc:spChg chg="mod">
          <ac:chgData name="Dalmia, Shreya" userId="fb8bfd7e-19af-4cf2-9313-72af6a9413ee" providerId="ADAL" clId="{7B484397-1090-4BEB-A08D-17999412EFA0}" dt="2026-09-06T20:16:21.746" v="11306" actId="207"/>
          <ac:spMkLst>
            <pc:docMk/>
            <pc:sldMk cId="1595744004" sldId="2147483244"/>
            <ac:spMk id="165" creationId="{8E957CAE-F58A-F439-8BFE-115279F704E2}"/>
          </ac:spMkLst>
        </pc:spChg>
        <pc:spChg chg="mod">
          <ac:chgData name="Dalmia, Shreya" userId="fb8bfd7e-19af-4cf2-9313-72af6a9413ee" providerId="ADAL" clId="{7B484397-1090-4BEB-A08D-17999412EFA0}" dt="2026-09-06T20:16:21.746" v="11306" actId="207"/>
          <ac:spMkLst>
            <pc:docMk/>
            <pc:sldMk cId="1595744004" sldId="2147483244"/>
            <ac:spMk id="166" creationId="{AAAE5509-7212-B115-C93B-0F1C52D270BD}"/>
          </ac:spMkLst>
        </pc:spChg>
        <pc:spChg chg="mod">
          <ac:chgData name="Dalmia, Shreya" userId="fb8bfd7e-19af-4cf2-9313-72af6a9413ee" providerId="ADAL" clId="{7B484397-1090-4BEB-A08D-17999412EFA0}" dt="2026-09-06T20:16:21.746" v="11306" actId="207"/>
          <ac:spMkLst>
            <pc:docMk/>
            <pc:sldMk cId="1595744004" sldId="2147483244"/>
            <ac:spMk id="167" creationId="{6ECCB4FF-7006-DA71-9AE6-654877FB0CC5}"/>
          </ac:spMkLst>
        </pc:spChg>
        <pc:spChg chg="mod">
          <ac:chgData name="Dalmia, Shreya" userId="fb8bfd7e-19af-4cf2-9313-72af6a9413ee" providerId="ADAL" clId="{7B484397-1090-4BEB-A08D-17999412EFA0}" dt="2026-09-06T20:16:21.746" v="11306" actId="207"/>
          <ac:spMkLst>
            <pc:docMk/>
            <pc:sldMk cId="1595744004" sldId="2147483244"/>
            <ac:spMk id="168" creationId="{3F832BB7-5D29-1513-3EAF-B4BC163E4E23}"/>
          </ac:spMkLst>
        </pc:spChg>
        <pc:spChg chg="add mod">
          <ac:chgData name="Dalmia, Shreya" userId="fb8bfd7e-19af-4cf2-9313-72af6a9413ee" providerId="ADAL" clId="{7B484397-1090-4BEB-A08D-17999412EFA0}" dt="2026-09-06T20:17:30.778" v="11400" actId="1038"/>
          <ac:spMkLst>
            <pc:docMk/>
            <pc:sldMk cId="1595744004" sldId="2147483244"/>
            <ac:spMk id="169" creationId="{0A3B749C-4661-2123-CAC5-05DD525A26A4}"/>
          </ac:spMkLst>
        </pc:spChg>
        <pc:spChg chg="add mod">
          <ac:chgData name="Dalmia, Shreya" userId="fb8bfd7e-19af-4cf2-9313-72af6a9413ee" providerId="ADAL" clId="{7B484397-1090-4BEB-A08D-17999412EFA0}" dt="2026-09-06T20:18:37.130" v="11484" actId="20577"/>
          <ac:spMkLst>
            <pc:docMk/>
            <pc:sldMk cId="1595744004" sldId="2147483244"/>
            <ac:spMk id="170" creationId="{6A4991FC-0421-6A17-BE4A-28756F93DC58}"/>
          </ac:spMkLst>
        </pc:spChg>
        <pc:spChg chg="add mod">
          <ac:chgData name="Dalmia, Shreya" userId="fb8bfd7e-19af-4cf2-9313-72af6a9413ee" providerId="ADAL" clId="{7B484397-1090-4BEB-A08D-17999412EFA0}" dt="2026-09-06T20:19:11.132" v="11558" actId="20577"/>
          <ac:spMkLst>
            <pc:docMk/>
            <pc:sldMk cId="1595744004" sldId="2147483244"/>
            <ac:spMk id="171" creationId="{0D97A2A5-3A71-A0DE-9077-9A0B3D6EC26A}"/>
          </ac:spMkLst>
        </pc:spChg>
        <pc:grpChg chg="mod">
          <ac:chgData name="Dalmia, Shreya" userId="fb8bfd7e-19af-4cf2-9313-72af6a9413ee" providerId="ADAL" clId="{7B484397-1090-4BEB-A08D-17999412EFA0}" dt="2026-09-06T20:19:17.637" v="11562" actId="1037"/>
          <ac:grpSpMkLst>
            <pc:docMk/>
            <pc:sldMk cId="1595744004" sldId="2147483244"/>
            <ac:grpSpMk id="157" creationId="{C7FCF85A-C59C-F9C1-1969-7E8812170BF9}"/>
          </ac:grpSpMkLst>
        </pc:grpChg>
        <pc:graphicFrameChg chg="add mod ord modGraphic">
          <ac:chgData name="Dalmia, Shreya" userId="fb8bfd7e-19af-4cf2-9313-72af6a9413ee" providerId="ADAL" clId="{7B484397-1090-4BEB-A08D-17999412EFA0}" dt="2026-09-07T11:34:33.676" v="12191" actId="3064"/>
          <ac:graphicFrameMkLst>
            <pc:docMk/>
            <pc:sldMk cId="1595744004" sldId="2147483244"/>
            <ac:graphicFrameMk id="8" creationId="{BC479EE1-B8D5-CC4B-3D60-1B6C9595103E}"/>
          </ac:graphicFrameMkLst>
        </pc:graphicFrameChg>
        <pc:picChg chg="mod">
          <ac:chgData name="Dalmia, Shreya" userId="fb8bfd7e-19af-4cf2-9313-72af6a9413ee" providerId="ADAL" clId="{7B484397-1090-4BEB-A08D-17999412EFA0}" dt="2026-09-06T19:56:30.106" v="10915" actId="1076"/>
          <ac:picMkLst>
            <pc:docMk/>
            <pc:sldMk cId="1595744004" sldId="2147483244"/>
            <ac:picMk id="14" creationId="{A33CB7A1-9942-B566-1D1C-B548E0144C58}"/>
          </ac:picMkLst>
        </pc:picChg>
        <pc:picChg chg="mod">
          <ac:chgData name="Dalmia, Shreya" userId="fb8bfd7e-19af-4cf2-9313-72af6a9413ee" providerId="ADAL" clId="{7B484397-1090-4BEB-A08D-17999412EFA0}" dt="2026-09-06T19:56:30.106" v="10915" actId="1076"/>
          <ac:picMkLst>
            <pc:docMk/>
            <pc:sldMk cId="1595744004" sldId="2147483244"/>
            <ac:picMk id="22" creationId="{2ECD900A-786A-C5FB-0C84-B35EBD287087}"/>
          </ac:picMkLst>
        </pc:picChg>
        <pc:picChg chg="mod">
          <ac:chgData name="Dalmia, Shreya" userId="fb8bfd7e-19af-4cf2-9313-72af6a9413ee" providerId="ADAL" clId="{7B484397-1090-4BEB-A08D-17999412EFA0}" dt="2026-09-06T19:56:30.106" v="10915" actId="1076"/>
          <ac:picMkLst>
            <pc:docMk/>
            <pc:sldMk cId="1595744004" sldId="2147483244"/>
            <ac:picMk id="30" creationId="{6A6594C7-F5C1-B165-E731-D92381569E49}"/>
          </ac:picMkLst>
        </pc:picChg>
        <pc:picChg chg="add mod">
          <ac:chgData name="Dalmia, Shreya" userId="fb8bfd7e-19af-4cf2-9313-72af6a9413ee" providerId="ADAL" clId="{7B484397-1090-4BEB-A08D-17999412EFA0}" dt="2026-09-06T20:06:45.049" v="11179" actId="1076"/>
          <ac:picMkLst>
            <pc:docMk/>
            <pc:sldMk cId="1595744004" sldId="2147483244"/>
            <ac:picMk id="39" creationId="{7DE98C97-E753-619C-73FC-2F099E4B8933}"/>
          </ac:picMkLst>
        </pc:picChg>
        <pc:picChg chg="add mod modCrop">
          <ac:chgData name="Dalmia, Shreya" userId="fb8bfd7e-19af-4cf2-9313-72af6a9413ee" providerId="ADAL" clId="{7B484397-1090-4BEB-A08D-17999412EFA0}" dt="2026-09-06T20:06:50.453" v="11180" actId="1076"/>
          <ac:picMkLst>
            <pc:docMk/>
            <pc:sldMk cId="1595744004" sldId="2147483244"/>
            <ac:picMk id="41" creationId="{A617E536-2B2C-A403-BEF3-36C16EAA4BA2}"/>
          </ac:picMkLst>
        </pc:picChg>
      </pc:sldChg>
      <pc:sldChg chg="addSp delSp modSp new mod">
        <pc:chgData name="Dalmia, Shreya" userId="fb8bfd7e-19af-4cf2-9313-72af6a9413ee" providerId="ADAL" clId="{7B484397-1090-4BEB-A08D-17999412EFA0}" dt="2026-09-07T11:22:16.983" v="12175" actId="2085"/>
        <pc:sldMkLst>
          <pc:docMk/>
          <pc:sldMk cId="3889819428" sldId="2147483245"/>
        </pc:sldMkLst>
        <pc:spChg chg="mod">
          <ac:chgData name="Dalmia, Shreya" userId="fb8bfd7e-19af-4cf2-9313-72af6a9413ee" providerId="ADAL" clId="{7B484397-1090-4BEB-A08D-17999412EFA0}" dt="2026-09-07T11:21:13.644" v="12145"/>
          <ac:spMkLst>
            <pc:docMk/>
            <pc:sldMk cId="3889819428" sldId="2147483245"/>
            <ac:spMk id="4" creationId="{DD80BE31-ABC3-D060-5C2C-CDAEB2DF8054}"/>
          </ac:spMkLst>
        </pc:spChg>
        <pc:spChg chg="mod">
          <ac:chgData name="Dalmia, Shreya" userId="fb8bfd7e-19af-4cf2-9313-72af6a9413ee" providerId="ADAL" clId="{7B484397-1090-4BEB-A08D-17999412EFA0}" dt="2026-09-07T11:21:13.644" v="12145"/>
          <ac:spMkLst>
            <pc:docMk/>
            <pc:sldMk cId="3889819428" sldId="2147483245"/>
            <ac:spMk id="7" creationId="{E611CE61-B197-9448-9699-83E6BC960861}"/>
          </ac:spMkLst>
        </pc:spChg>
        <pc:spChg chg="mod">
          <ac:chgData name="Dalmia, Shreya" userId="fb8bfd7e-19af-4cf2-9313-72af6a9413ee" providerId="ADAL" clId="{7B484397-1090-4BEB-A08D-17999412EFA0}" dt="2026-09-07T11:21:13.644" v="12145"/>
          <ac:spMkLst>
            <pc:docMk/>
            <pc:sldMk cId="3889819428" sldId="2147483245"/>
            <ac:spMk id="10" creationId="{79A2C8C6-34E9-F21A-63D5-D7B52A9C5D88}"/>
          </ac:spMkLst>
        </pc:spChg>
        <pc:spChg chg="mod">
          <ac:chgData name="Dalmia, Shreya" userId="fb8bfd7e-19af-4cf2-9313-72af6a9413ee" providerId="ADAL" clId="{7B484397-1090-4BEB-A08D-17999412EFA0}" dt="2026-09-07T11:21:13.644" v="12145"/>
          <ac:spMkLst>
            <pc:docMk/>
            <pc:sldMk cId="3889819428" sldId="2147483245"/>
            <ac:spMk id="13" creationId="{C5D7F31B-A74C-0DB6-C269-2884EB4F06F5}"/>
          </ac:spMkLst>
        </pc:spChg>
        <pc:spChg chg="mod">
          <ac:chgData name="Dalmia, Shreya" userId="fb8bfd7e-19af-4cf2-9313-72af6a9413ee" providerId="ADAL" clId="{7B484397-1090-4BEB-A08D-17999412EFA0}" dt="2026-09-07T11:21:13.644" v="12145"/>
          <ac:spMkLst>
            <pc:docMk/>
            <pc:sldMk cId="3889819428" sldId="2147483245"/>
            <ac:spMk id="16" creationId="{B7468184-4874-670B-4A28-25072651B2F7}"/>
          </ac:spMkLst>
        </pc:spChg>
        <pc:spChg chg="mod">
          <ac:chgData name="Dalmia, Shreya" userId="fb8bfd7e-19af-4cf2-9313-72af6a9413ee" providerId="ADAL" clId="{7B484397-1090-4BEB-A08D-17999412EFA0}" dt="2026-09-07T11:21:13.644" v="12145"/>
          <ac:spMkLst>
            <pc:docMk/>
            <pc:sldMk cId="3889819428" sldId="2147483245"/>
            <ac:spMk id="19" creationId="{CDDFB085-37B9-D4C3-6F3B-82D592B045D6}"/>
          </ac:spMkLst>
        </pc:spChg>
        <pc:spChg chg="mod">
          <ac:chgData name="Dalmia, Shreya" userId="fb8bfd7e-19af-4cf2-9313-72af6a9413ee" providerId="ADAL" clId="{7B484397-1090-4BEB-A08D-17999412EFA0}" dt="2026-09-07T11:21:20.589" v="12148" actId="207"/>
          <ac:spMkLst>
            <pc:docMk/>
            <pc:sldMk cId="3889819428" sldId="2147483245"/>
            <ac:spMk id="22" creationId="{D44972B8-D8CD-0DC1-95C4-C0F96B9F2FBF}"/>
          </ac:spMkLst>
        </pc:spChg>
        <pc:spChg chg="mod">
          <ac:chgData name="Dalmia, Shreya" userId="fb8bfd7e-19af-4cf2-9313-72af6a9413ee" providerId="ADAL" clId="{7B484397-1090-4BEB-A08D-17999412EFA0}" dt="2026-09-07T11:21:33.781" v="12151" actId="207"/>
          <ac:spMkLst>
            <pc:docMk/>
            <pc:sldMk cId="3889819428" sldId="2147483245"/>
            <ac:spMk id="25" creationId="{4B585144-E870-4318-F046-3A9573BFE902}"/>
          </ac:spMkLst>
        </pc:spChg>
        <pc:spChg chg="add del mod">
          <ac:chgData name="Dalmia, Shreya" userId="fb8bfd7e-19af-4cf2-9313-72af6a9413ee" providerId="ADAL" clId="{7B484397-1090-4BEB-A08D-17999412EFA0}" dt="2026-09-07T11:20:51.453" v="12143" actId="478"/>
          <ac:spMkLst>
            <pc:docMk/>
            <pc:sldMk cId="3889819428" sldId="2147483245"/>
            <ac:spMk id="27" creationId="{801AB18F-C3DD-7CB7-46D5-F294B52DF625}"/>
          </ac:spMkLst>
        </pc:spChg>
        <pc:spChg chg="del mod">
          <ac:chgData name="Dalmia, Shreya" userId="fb8bfd7e-19af-4cf2-9313-72af6a9413ee" providerId="ADAL" clId="{7B484397-1090-4BEB-A08D-17999412EFA0}" dt="2026-09-07T11:20:53.506" v="12144" actId="478"/>
          <ac:spMkLst>
            <pc:docMk/>
            <pc:sldMk cId="3889819428" sldId="2147483245"/>
            <ac:spMk id="30" creationId="{BE753694-5090-0CA8-C69F-F2B4CCEFE40F}"/>
          </ac:spMkLst>
        </pc:spChg>
        <pc:spChg chg="mod">
          <ac:chgData name="Dalmia, Shreya" userId="fb8bfd7e-19af-4cf2-9313-72af6a9413ee" providerId="ADAL" clId="{7B484397-1090-4BEB-A08D-17999412EFA0}" dt="2026-09-07T11:21:23.328" v="12149" actId="207"/>
          <ac:spMkLst>
            <pc:docMk/>
            <pc:sldMk cId="3889819428" sldId="2147483245"/>
            <ac:spMk id="32" creationId="{83CE665D-3B8E-E9E4-9632-E596FCF7979C}"/>
          </ac:spMkLst>
        </pc:spChg>
        <pc:spChg chg="del mod topLvl">
          <ac:chgData name="Dalmia, Shreya" userId="fb8bfd7e-19af-4cf2-9313-72af6a9413ee" providerId="ADAL" clId="{7B484397-1090-4BEB-A08D-17999412EFA0}" dt="2026-09-07T11:20:53.506" v="12144" actId="478"/>
          <ac:spMkLst>
            <pc:docMk/>
            <pc:sldMk cId="3889819428" sldId="2147483245"/>
            <ac:spMk id="34" creationId="{089BD5ED-1C9F-9DBF-C37C-A5FC4F25BA47}"/>
          </ac:spMkLst>
        </pc:spChg>
        <pc:spChg chg="del mod">
          <ac:chgData name="Dalmia, Shreya" userId="fb8bfd7e-19af-4cf2-9313-72af6a9413ee" providerId="ADAL" clId="{7B484397-1090-4BEB-A08D-17999412EFA0}" dt="2026-09-07T11:20:53.506" v="12144" actId="478"/>
          <ac:spMkLst>
            <pc:docMk/>
            <pc:sldMk cId="3889819428" sldId="2147483245"/>
            <ac:spMk id="38" creationId="{149422D7-C555-CA6C-7F49-3E6BFAF7E739}"/>
          </ac:spMkLst>
        </pc:spChg>
        <pc:spChg chg="del mod topLvl">
          <ac:chgData name="Dalmia, Shreya" userId="fb8bfd7e-19af-4cf2-9313-72af6a9413ee" providerId="ADAL" clId="{7B484397-1090-4BEB-A08D-17999412EFA0}" dt="2026-09-07T11:20:53.506" v="12144" actId="478"/>
          <ac:spMkLst>
            <pc:docMk/>
            <pc:sldMk cId="3889819428" sldId="2147483245"/>
            <ac:spMk id="42" creationId="{B47EE717-85CF-2946-68AD-E97EB6610C15}"/>
          </ac:spMkLst>
        </pc:spChg>
        <pc:spChg chg="mod">
          <ac:chgData name="Dalmia, Shreya" userId="fb8bfd7e-19af-4cf2-9313-72af6a9413ee" providerId="ADAL" clId="{7B484397-1090-4BEB-A08D-17999412EFA0}" dt="2026-09-07T11:21:18.308" v="12147" actId="207"/>
          <ac:spMkLst>
            <pc:docMk/>
            <pc:sldMk cId="3889819428" sldId="2147483245"/>
            <ac:spMk id="44" creationId="{A0D3B529-7A87-FC63-6352-26C3D673D90F}"/>
          </ac:spMkLst>
        </pc:spChg>
        <pc:spChg chg="del mod">
          <ac:chgData name="Dalmia, Shreya" userId="fb8bfd7e-19af-4cf2-9313-72af6a9413ee" providerId="ADAL" clId="{7B484397-1090-4BEB-A08D-17999412EFA0}" dt="2026-09-07T11:20:53.506" v="12144" actId="478"/>
          <ac:spMkLst>
            <pc:docMk/>
            <pc:sldMk cId="3889819428" sldId="2147483245"/>
            <ac:spMk id="46" creationId="{55DF1989-4D51-C341-C23C-7AE6CEDC9F1A}"/>
          </ac:spMkLst>
        </pc:spChg>
        <pc:spChg chg="del mod">
          <ac:chgData name="Dalmia, Shreya" userId="fb8bfd7e-19af-4cf2-9313-72af6a9413ee" providerId="ADAL" clId="{7B484397-1090-4BEB-A08D-17999412EFA0}" dt="2026-09-07T11:20:53.506" v="12144" actId="478"/>
          <ac:spMkLst>
            <pc:docMk/>
            <pc:sldMk cId="3889819428" sldId="2147483245"/>
            <ac:spMk id="50" creationId="{ED9F8918-1B25-2834-3E88-9D40AF2D81D5}"/>
          </ac:spMkLst>
        </pc:spChg>
        <pc:spChg chg="mod">
          <ac:chgData name="Dalmia, Shreya" userId="fb8bfd7e-19af-4cf2-9313-72af6a9413ee" providerId="ADAL" clId="{7B484397-1090-4BEB-A08D-17999412EFA0}" dt="2026-09-07T11:21:30.665" v="12150" actId="207"/>
          <ac:spMkLst>
            <pc:docMk/>
            <pc:sldMk cId="3889819428" sldId="2147483245"/>
            <ac:spMk id="53" creationId="{EEBEC463-7D5A-C4F1-DBE7-4F2088EF646F}"/>
          </ac:spMkLst>
        </pc:spChg>
        <pc:spChg chg="mod">
          <ac:chgData name="Dalmia, Shreya" userId="fb8bfd7e-19af-4cf2-9313-72af6a9413ee" providerId="ADAL" clId="{7B484397-1090-4BEB-A08D-17999412EFA0}" dt="2026-09-07T11:21:54.102" v="12167" actId="207"/>
          <ac:spMkLst>
            <pc:docMk/>
            <pc:sldMk cId="3889819428" sldId="2147483245"/>
            <ac:spMk id="63" creationId="{BA1F487A-3F9A-CFE0-BC4D-9B345356FA9D}"/>
          </ac:spMkLst>
        </pc:spChg>
        <pc:spChg chg="add mod">
          <ac:chgData name="Dalmia, Shreya" userId="fb8bfd7e-19af-4cf2-9313-72af6a9413ee" providerId="ADAL" clId="{7B484397-1090-4BEB-A08D-17999412EFA0}" dt="2026-09-07T11:21:55.780" v="12169" actId="20577"/>
          <ac:spMkLst>
            <pc:docMk/>
            <pc:sldMk cId="3889819428" sldId="2147483245"/>
            <ac:spMk id="65" creationId="{43A1171A-845F-15A8-0A46-CAA41E4B97D8}"/>
          </ac:spMkLst>
        </pc:spChg>
        <pc:grpChg chg="add del mod">
          <ac:chgData name="Dalmia, Shreya" userId="fb8bfd7e-19af-4cf2-9313-72af6a9413ee" providerId="ADAL" clId="{7B484397-1090-4BEB-A08D-17999412EFA0}" dt="2026-09-07T11:20:53.506" v="12144" actId="478"/>
          <ac:grpSpMkLst>
            <pc:docMk/>
            <pc:sldMk cId="3889819428" sldId="2147483245"/>
            <ac:grpSpMk id="57" creationId="{ED922E80-1BF4-1480-06F2-804656506F0C}"/>
          </ac:grpSpMkLst>
        </pc:grpChg>
        <pc:grpChg chg="add del mod">
          <ac:chgData name="Dalmia, Shreya" userId="fb8bfd7e-19af-4cf2-9313-72af6a9413ee" providerId="ADAL" clId="{7B484397-1090-4BEB-A08D-17999412EFA0}" dt="2026-09-07T11:20:53.506" v="12144" actId="478"/>
          <ac:grpSpMkLst>
            <pc:docMk/>
            <pc:sldMk cId="3889819428" sldId="2147483245"/>
            <ac:grpSpMk id="59" creationId="{45912ED3-AAF6-2E2A-603A-36D3D893AFE3}"/>
          </ac:grpSpMkLst>
        </pc:grpChg>
        <pc:grpChg chg="add del mod">
          <ac:chgData name="Dalmia, Shreya" userId="fb8bfd7e-19af-4cf2-9313-72af6a9413ee" providerId="ADAL" clId="{7B484397-1090-4BEB-A08D-17999412EFA0}" dt="2026-09-07T11:20:53.506" v="12144" actId="478"/>
          <ac:grpSpMkLst>
            <pc:docMk/>
            <pc:sldMk cId="3889819428" sldId="2147483245"/>
            <ac:grpSpMk id="60" creationId="{A0B1CF25-52BB-35B4-D7E4-F4500BA042CE}"/>
          </ac:grpSpMkLst>
        </pc:grpChg>
        <pc:grpChg chg="add del mod">
          <ac:chgData name="Dalmia, Shreya" userId="fb8bfd7e-19af-4cf2-9313-72af6a9413ee" providerId="ADAL" clId="{7B484397-1090-4BEB-A08D-17999412EFA0}" dt="2026-09-07T11:20:53.506" v="12144" actId="478"/>
          <ac:grpSpMkLst>
            <pc:docMk/>
            <pc:sldMk cId="3889819428" sldId="2147483245"/>
            <ac:grpSpMk id="61" creationId="{26496BD6-DC86-842A-2B56-19CA01E19171}"/>
          </ac:grpSpMkLst>
        </pc:grpChg>
        <pc:picChg chg="mod">
          <ac:chgData name="Dalmia, Shreya" userId="fb8bfd7e-19af-4cf2-9313-72af6a9413ee" providerId="ADAL" clId="{7B484397-1090-4BEB-A08D-17999412EFA0}" dt="2026-09-07T11:21:13.644" v="12145"/>
          <ac:picMkLst>
            <pc:docMk/>
            <pc:sldMk cId="3889819428" sldId="2147483245"/>
            <ac:picMk id="3" creationId="{A96E2702-67EB-691D-A50F-EEF7750CB3E4}"/>
          </ac:picMkLst>
        </pc:picChg>
        <pc:picChg chg="mod">
          <ac:chgData name="Dalmia, Shreya" userId="fb8bfd7e-19af-4cf2-9313-72af6a9413ee" providerId="ADAL" clId="{7B484397-1090-4BEB-A08D-17999412EFA0}" dt="2026-09-07T11:21:13.644" v="12145"/>
          <ac:picMkLst>
            <pc:docMk/>
            <pc:sldMk cId="3889819428" sldId="2147483245"/>
            <ac:picMk id="9" creationId="{F035AF65-AD34-CA71-FB0B-067EB2D54D67}"/>
          </ac:picMkLst>
        </pc:picChg>
        <pc:picChg chg="mod">
          <ac:chgData name="Dalmia, Shreya" userId="fb8bfd7e-19af-4cf2-9313-72af6a9413ee" providerId="ADAL" clId="{7B484397-1090-4BEB-A08D-17999412EFA0}" dt="2026-09-07T11:21:13.644" v="12145"/>
          <ac:picMkLst>
            <pc:docMk/>
            <pc:sldMk cId="3889819428" sldId="2147483245"/>
            <ac:picMk id="15" creationId="{0658FBD2-38EA-7D94-2DA4-AD0C56265342}"/>
          </ac:picMkLst>
        </pc:picChg>
        <pc:picChg chg="mod">
          <ac:chgData name="Dalmia, Shreya" userId="fb8bfd7e-19af-4cf2-9313-72af6a9413ee" providerId="ADAL" clId="{7B484397-1090-4BEB-A08D-17999412EFA0}" dt="2026-09-07T11:21:13.644" v="12145"/>
          <ac:picMkLst>
            <pc:docMk/>
            <pc:sldMk cId="3889819428" sldId="2147483245"/>
            <ac:picMk id="18" creationId="{735D2E38-1FE2-A737-2AF1-7B2BE9203648}"/>
          </ac:picMkLst>
        </pc:picChg>
        <pc:picChg chg="mod">
          <ac:chgData name="Dalmia, Shreya" userId="fb8bfd7e-19af-4cf2-9313-72af6a9413ee" providerId="ADAL" clId="{7B484397-1090-4BEB-A08D-17999412EFA0}" dt="2026-09-07T11:22:08.484" v="12171" actId="2085"/>
          <ac:picMkLst>
            <pc:docMk/>
            <pc:sldMk cId="3889819428" sldId="2147483245"/>
            <ac:picMk id="21" creationId="{54FAF287-C970-DDEA-6538-34F1AB44A9A6}"/>
          </ac:picMkLst>
        </pc:picChg>
        <pc:picChg chg="mod">
          <ac:chgData name="Dalmia, Shreya" userId="fb8bfd7e-19af-4cf2-9313-72af6a9413ee" providerId="ADAL" clId="{7B484397-1090-4BEB-A08D-17999412EFA0}" dt="2026-09-07T11:22:14.715" v="12174" actId="2085"/>
          <ac:picMkLst>
            <pc:docMk/>
            <pc:sldMk cId="3889819428" sldId="2147483245"/>
            <ac:picMk id="24" creationId="{B8320636-518D-3870-35A1-9F0707E94B30}"/>
          </ac:picMkLst>
        </pc:picChg>
        <pc:picChg chg="mod">
          <ac:chgData name="Dalmia, Shreya" userId="fb8bfd7e-19af-4cf2-9313-72af6a9413ee" providerId="ADAL" clId="{7B484397-1090-4BEB-A08D-17999412EFA0}" dt="2026-09-07T11:22:10.792" v="12172" actId="2085"/>
          <ac:picMkLst>
            <pc:docMk/>
            <pc:sldMk cId="3889819428" sldId="2147483245"/>
            <ac:picMk id="28" creationId="{50D993C8-92C6-0A30-53BC-82E3D1E0FE9A}"/>
          </ac:picMkLst>
        </pc:picChg>
        <pc:picChg chg="mod">
          <ac:chgData name="Dalmia, Shreya" userId="fb8bfd7e-19af-4cf2-9313-72af6a9413ee" providerId="ADAL" clId="{7B484397-1090-4BEB-A08D-17999412EFA0}" dt="2026-09-07T11:22:04.475" v="12170" actId="2085"/>
          <ac:picMkLst>
            <pc:docMk/>
            <pc:sldMk cId="3889819428" sldId="2147483245"/>
            <ac:picMk id="40" creationId="{0A87B77B-DA24-9900-0448-BFA9F96D8E7F}"/>
          </ac:picMkLst>
        </pc:picChg>
        <pc:picChg chg="mod">
          <ac:chgData name="Dalmia, Shreya" userId="fb8bfd7e-19af-4cf2-9313-72af6a9413ee" providerId="ADAL" clId="{7B484397-1090-4BEB-A08D-17999412EFA0}" dt="2026-09-07T11:22:12.724" v="12173" actId="2085"/>
          <ac:picMkLst>
            <pc:docMk/>
            <pc:sldMk cId="3889819428" sldId="2147483245"/>
            <ac:picMk id="52" creationId="{3AF97D1C-5C71-F158-7AED-E3D2D885BF1D}"/>
          </ac:picMkLst>
        </pc:picChg>
        <pc:picChg chg="add mod ord modCrop">
          <ac:chgData name="Dalmia, Shreya" userId="fb8bfd7e-19af-4cf2-9313-72af6a9413ee" providerId="ADAL" clId="{7B484397-1090-4BEB-A08D-17999412EFA0}" dt="2026-09-06T20:33:01.935" v="11901" actId="29295"/>
          <ac:picMkLst>
            <pc:docMk/>
            <pc:sldMk cId="3889819428" sldId="2147483245"/>
            <ac:picMk id="55" creationId="{C0CCDFAE-06F4-9D35-2E0E-9EE16060B3CC}"/>
          </ac:picMkLst>
        </pc:picChg>
        <pc:picChg chg="mod">
          <ac:chgData name="Dalmia, Shreya" userId="fb8bfd7e-19af-4cf2-9313-72af6a9413ee" providerId="ADAL" clId="{7B484397-1090-4BEB-A08D-17999412EFA0}" dt="2026-09-07T11:22:16.983" v="12175" actId="2085"/>
          <ac:picMkLst>
            <pc:docMk/>
            <pc:sldMk cId="3889819428" sldId="2147483245"/>
            <ac:picMk id="62" creationId="{87FD97F0-BC3E-A56E-9D3B-E9B6F547D60F}"/>
          </ac:picMkLst>
        </pc:picChg>
      </pc:sldChg>
      <pc:sldChg chg="addSp modSp new mod ord">
        <pc:chgData name="Dalmia, Shreya" userId="fb8bfd7e-19af-4cf2-9313-72af6a9413ee" providerId="ADAL" clId="{7B484397-1090-4BEB-A08D-17999412EFA0}" dt="2026-09-07T12:02:33.035" v="12214"/>
        <pc:sldMkLst>
          <pc:docMk/>
          <pc:sldMk cId="148168795" sldId="2147483246"/>
        </pc:sldMkLst>
        <pc:spChg chg="add mod">
          <ac:chgData name="Dalmia, Shreya" userId="fb8bfd7e-19af-4cf2-9313-72af6a9413ee" providerId="ADAL" clId="{7B484397-1090-4BEB-A08D-17999412EFA0}" dt="2026-09-06T20:26:49.664" v="11790" actId="207"/>
          <ac:spMkLst>
            <pc:docMk/>
            <pc:sldMk cId="148168795" sldId="2147483246"/>
            <ac:spMk id="4" creationId="{8A29FF47-0F4B-9AEC-44D5-45E4703D5CF0}"/>
          </ac:spMkLst>
        </pc:spChg>
        <pc:picChg chg="add mod">
          <ac:chgData name="Dalmia, Shreya" userId="fb8bfd7e-19af-4cf2-9313-72af6a9413ee" providerId="ADAL" clId="{7B484397-1090-4BEB-A08D-17999412EFA0}" dt="2026-09-06T20:24:45.308" v="11716"/>
          <ac:picMkLst>
            <pc:docMk/>
            <pc:sldMk cId="148168795" sldId="2147483246"/>
            <ac:picMk id="3" creationId="{A766EDF2-6178-F692-BFCC-444634606FD0}"/>
          </ac:picMkLst>
        </pc:picChg>
      </pc:sldChg>
      <pc:sldChg chg="modSp add mod">
        <pc:chgData name="Dalmia, Shreya" userId="fb8bfd7e-19af-4cf2-9313-72af6a9413ee" providerId="ADAL" clId="{7B484397-1090-4BEB-A08D-17999412EFA0}" dt="2026-09-06T20:29:13.817" v="11833" actId="2711"/>
        <pc:sldMkLst>
          <pc:docMk/>
          <pc:sldMk cId="883686177" sldId="2147483247"/>
        </pc:sldMkLst>
        <pc:spChg chg="mod">
          <ac:chgData name="Dalmia, Shreya" userId="fb8bfd7e-19af-4cf2-9313-72af6a9413ee" providerId="ADAL" clId="{7B484397-1090-4BEB-A08D-17999412EFA0}" dt="2026-09-06T20:29:13.817" v="11833" actId="2711"/>
          <ac:spMkLst>
            <pc:docMk/>
            <pc:sldMk cId="883686177" sldId="2147483247"/>
            <ac:spMk id="4" creationId="{4E5BBFF2-7AF1-5989-8244-368D458582A2}"/>
          </ac:spMkLst>
        </pc:spChg>
      </pc:sldChg>
      <pc:sldChg chg="modSp add del mod">
        <pc:chgData name="Dalmia, Shreya" userId="fb8bfd7e-19af-4cf2-9313-72af6a9413ee" providerId="ADAL" clId="{7B484397-1090-4BEB-A08D-17999412EFA0}" dt="2026-09-07T17:04:11.104" v="13118" actId="207"/>
        <pc:sldMkLst>
          <pc:docMk/>
          <pc:sldMk cId="2661277626" sldId="2147483248"/>
        </pc:sldMkLst>
        <pc:spChg chg="mod">
          <ac:chgData name="Dalmia, Shreya" userId="fb8bfd7e-19af-4cf2-9313-72af6a9413ee" providerId="ADAL" clId="{7B484397-1090-4BEB-A08D-17999412EFA0}" dt="2026-09-07T17:04:11.104" v="13118" actId="207"/>
          <ac:spMkLst>
            <pc:docMk/>
            <pc:sldMk cId="2661277626" sldId="2147483248"/>
            <ac:spMk id="3" creationId="{82B39194-91DC-6D15-8948-5C17F01A7AD2}"/>
          </ac:spMkLst>
        </pc:spChg>
      </pc:sldChg>
      <pc:sldChg chg="modSp add del mod">
        <pc:chgData name="Dalmia, Shreya" userId="fb8bfd7e-19af-4cf2-9313-72af6a9413ee" providerId="ADAL" clId="{7B484397-1090-4BEB-A08D-17999412EFA0}" dt="2026-09-07T13:03:33.517" v="12856" actId="47"/>
        <pc:sldMkLst>
          <pc:docMk/>
          <pc:sldMk cId="2693865581" sldId="2147483248"/>
        </pc:sldMkLst>
      </pc:sldChg>
      <pc:sldChg chg="modSp add mod">
        <pc:chgData name="Dalmia, Shreya" userId="fb8bfd7e-19af-4cf2-9313-72af6a9413ee" providerId="ADAL" clId="{7B484397-1090-4BEB-A08D-17999412EFA0}" dt="2026-09-07T13:03:36.831" v="12858" actId="20577"/>
        <pc:sldMkLst>
          <pc:docMk/>
          <pc:sldMk cId="3260905056" sldId="2147483249"/>
        </pc:sldMkLst>
        <pc:spChg chg="mod">
          <ac:chgData name="Dalmia, Shreya" userId="fb8bfd7e-19af-4cf2-9313-72af6a9413ee" providerId="ADAL" clId="{7B484397-1090-4BEB-A08D-17999412EFA0}" dt="2026-09-07T13:03:36.831" v="12858" actId="20577"/>
          <ac:spMkLst>
            <pc:docMk/>
            <pc:sldMk cId="3260905056" sldId="2147483249"/>
            <ac:spMk id="4" creationId="{CF40F728-1130-7732-DAD2-AECEED2528D4}"/>
          </ac:spMkLst>
        </pc:spChg>
      </pc:sldChg>
      <pc:sldChg chg="modSp add mod">
        <pc:chgData name="Dalmia, Shreya" userId="fb8bfd7e-19af-4cf2-9313-72af6a9413ee" providerId="ADAL" clId="{7B484397-1090-4BEB-A08D-17999412EFA0}" dt="2026-09-07T13:03:43.288" v="12860" actId="20577"/>
        <pc:sldMkLst>
          <pc:docMk/>
          <pc:sldMk cId="1821777012" sldId="2147483250"/>
        </pc:sldMkLst>
        <pc:spChg chg="mod">
          <ac:chgData name="Dalmia, Shreya" userId="fb8bfd7e-19af-4cf2-9313-72af6a9413ee" providerId="ADAL" clId="{7B484397-1090-4BEB-A08D-17999412EFA0}" dt="2026-09-07T13:03:43.288" v="12860" actId="20577"/>
          <ac:spMkLst>
            <pc:docMk/>
            <pc:sldMk cId="1821777012" sldId="2147483250"/>
            <ac:spMk id="4" creationId="{53B9601C-8823-FDBA-B3AD-A70C763F2997}"/>
          </ac:spMkLst>
        </pc:spChg>
      </pc:sldChg>
      <pc:sldChg chg="modSp add mod">
        <pc:chgData name="Dalmia, Shreya" userId="fb8bfd7e-19af-4cf2-9313-72af6a9413ee" providerId="ADAL" clId="{7B484397-1090-4BEB-A08D-17999412EFA0}" dt="2026-09-07T13:03:48.314" v="12862" actId="20577"/>
        <pc:sldMkLst>
          <pc:docMk/>
          <pc:sldMk cId="1157904784" sldId="2147483251"/>
        </pc:sldMkLst>
        <pc:spChg chg="mod">
          <ac:chgData name="Dalmia, Shreya" userId="fb8bfd7e-19af-4cf2-9313-72af6a9413ee" providerId="ADAL" clId="{7B484397-1090-4BEB-A08D-17999412EFA0}" dt="2026-09-07T13:03:48.314" v="12862" actId="20577"/>
          <ac:spMkLst>
            <pc:docMk/>
            <pc:sldMk cId="1157904784" sldId="2147483251"/>
            <ac:spMk id="4" creationId="{88249E9B-8201-F5A0-35B1-5F3F4ADDED9C}"/>
          </ac:spMkLst>
        </pc:spChg>
      </pc:sldChg>
      <pc:sldChg chg="addSp delSp modSp mod">
        <pc:chgData name="Dalmia, Shreya" userId="fb8bfd7e-19af-4cf2-9313-72af6a9413ee" providerId="ADAL" clId="{7B484397-1090-4BEB-A08D-17999412EFA0}" dt="2026-09-07T16:55:02.135" v="13100"/>
        <pc:sldMkLst>
          <pc:docMk/>
          <pc:sldMk cId="1671922756" sldId="2147483253"/>
        </pc:sldMkLst>
        <pc:spChg chg="add mod">
          <ac:chgData name="Dalmia, Shreya" userId="fb8bfd7e-19af-4cf2-9313-72af6a9413ee" providerId="ADAL" clId="{7B484397-1090-4BEB-A08D-17999412EFA0}" dt="2026-09-07T16:54:44.160" v="13096" actId="20577"/>
          <ac:spMkLst>
            <pc:docMk/>
            <pc:sldMk cId="1671922756" sldId="2147483253"/>
            <ac:spMk id="4" creationId="{374E81B6-1353-5D05-050F-2B84A9C3A24F}"/>
          </ac:spMkLst>
        </pc:spChg>
        <pc:spChg chg="add mod">
          <ac:chgData name="Dalmia, Shreya" userId="fb8bfd7e-19af-4cf2-9313-72af6a9413ee" providerId="ADAL" clId="{7B484397-1090-4BEB-A08D-17999412EFA0}" dt="2026-09-07T16:55:02.135" v="13100"/>
          <ac:spMkLst>
            <pc:docMk/>
            <pc:sldMk cId="1671922756" sldId="2147483253"/>
            <ac:spMk id="5" creationId="{C5B0A934-9B03-3155-A5B9-C8303D7E43D2}"/>
          </ac:spMkLst>
        </pc:spChg>
        <pc:picChg chg="add mod">
          <ac:chgData name="Dalmia, Shreya" userId="fb8bfd7e-19af-4cf2-9313-72af6a9413ee" providerId="ADAL" clId="{7B484397-1090-4BEB-A08D-17999412EFA0}" dt="2026-09-07T16:54:57.313" v="13099" actId="12788"/>
          <ac:picMkLst>
            <pc:docMk/>
            <pc:sldMk cId="1671922756" sldId="2147483253"/>
            <ac:picMk id="3" creationId="{BB96C8FE-775F-36C5-B88D-FC551EB7A9A3}"/>
          </ac:picMkLst>
        </pc:picChg>
        <pc:picChg chg="del">
          <ac:chgData name="Dalmia, Shreya" userId="fb8bfd7e-19af-4cf2-9313-72af6a9413ee" providerId="ADAL" clId="{7B484397-1090-4BEB-A08D-17999412EFA0}" dt="2026-09-07T16:53:20.511" v="13021" actId="478"/>
          <ac:picMkLst>
            <pc:docMk/>
            <pc:sldMk cId="1671922756" sldId="2147483253"/>
            <ac:picMk id="8" creationId="{749BB208-150C-FAAC-0B38-4A7A2C058436}"/>
          </ac:picMkLst>
        </pc:picChg>
      </pc:sldChg>
      <pc:sldChg chg="delSp modSp add mod">
        <pc:chgData name="Dalmia, Shreya" userId="fb8bfd7e-19af-4cf2-9313-72af6a9413ee" providerId="ADAL" clId="{7B484397-1090-4BEB-A08D-17999412EFA0}" dt="2026-09-07T17:04:49.323" v="13123" actId="478"/>
        <pc:sldMkLst>
          <pc:docMk/>
          <pc:sldMk cId="2419716207" sldId="2147483254"/>
        </pc:sldMkLst>
        <pc:spChg chg="mod">
          <ac:chgData name="Dalmia, Shreya" userId="fb8bfd7e-19af-4cf2-9313-72af6a9413ee" providerId="ADAL" clId="{7B484397-1090-4BEB-A08D-17999412EFA0}" dt="2026-09-07T17:04:36.151" v="13120"/>
          <ac:spMkLst>
            <pc:docMk/>
            <pc:sldMk cId="2419716207" sldId="2147483254"/>
            <ac:spMk id="38" creationId="{981D558F-7AEB-B855-D94A-3EEEC2123B38}"/>
          </ac:spMkLst>
        </pc:spChg>
        <pc:spChg chg="mod">
          <ac:chgData name="Dalmia, Shreya" userId="fb8bfd7e-19af-4cf2-9313-72af6a9413ee" providerId="ADAL" clId="{7B484397-1090-4BEB-A08D-17999412EFA0}" dt="2026-09-07T17:04:39.550" v="13121"/>
          <ac:spMkLst>
            <pc:docMk/>
            <pc:sldMk cId="2419716207" sldId="2147483254"/>
            <ac:spMk id="42" creationId="{613498AD-CFC8-D7D4-F4EC-ED5E6D243549}"/>
          </ac:spMkLst>
        </pc:spChg>
        <pc:spChg chg="mod">
          <ac:chgData name="Dalmia, Shreya" userId="fb8bfd7e-19af-4cf2-9313-72af6a9413ee" providerId="ADAL" clId="{7B484397-1090-4BEB-A08D-17999412EFA0}" dt="2026-09-07T17:04:47.103" v="13122"/>
          <ac:spMkLst>
            <pc:docMk/>
            <pc:sldMk cId="2419716207" sldId="2147483254"/>
            <ac:spMk id="46" creationId="{074ED9F9-5533-2A2E-48F1-20C9EB0BD799}"/>
          </ac:spMkLst>
        </pc:spChg>
        <pc:spChg chg="del">
          <ac:chgData name="Dalmia, Shreya" userId="fb8bfd7e-19af-4cf2-9313-72af6a9413ee" providerId="ADAL" clId="{7B484397-1090-4BEB-A08D-17999412EFA0}" dt="2026-09-07T17:04:49.323" v="13123" actId="478"/>
          <ac:spMkLst>
            <pc:docMk/>
            <pc:sldMk cId="2419716207" sldId="2147483254"/>
            <ac:spMk id="50" creationId="{530EDAC7-5249-FE3B-EE52-04CCA895F900}"/>
          </ac:spMkLst>
        </pc:spChg>
        <pc:grpChg chg="del">
          <ac:chgData name="Dalmia, Shreya" userId="fb8bfd7e-19af-4cf2-9313-72af6a9413ee" providerId="ADAL" clId="{7B484397-1090-4BEB-A08D-17999412EFA0}" dt="2026-09-07T17:04:49.323" v="13123" actId="478"/>
          <ac:grpSpMkLst>
            <pc:docMk/>
            <pc:sldMk cId="2419716207" sldId="2147483254"/>
            <ac:grpSpMk id="61" creationId="{3FBC4702-5CF2-CDD6-5B1E-2014E6C344C6}"/>
          </ac:grpSpMkLst>
        </pc:grpChg>
      </pc:sldChg>
      <pc:sldChg chg="delSp modSp add del mod">
        <pc:chgData name="Dalmia, Shreya" userId="fb8bfd7e-19af-4cf2-9313-72af6a9413ee" providerId="ADAL" clId="{7B484397-1090-4BEB-A08D-17999412EFA0}" dt="2026-09-07T13:03:28.553" v="12855" actId="47"/>
        <pc:sldMkLst>
          <pc:docMk/>
          <pc:sldMk cId="2619227747" sldId="2147483255"/>
        </pc:sldMkLst>
        <pc:spChg chg="mod">
          <ac:chgData name="Dalmia, Shreya" userId="fb8bfd7e-19af-4cf2-9313-72af6a9413ee" providerId="ADAL" clId="{7B484397-1090-4BEB-A08D-17999412EFA0}" dt="2026-09-07T11:41:07.687" v="12212" actId="20577"/>
          <ac:spMkLst>
            <pc:docMk/>
            <pc:sldMk cId="2619227747" sldId="2147483255"/>
            <ac:spMk id="2" creationId="{98A5AD88-5D50-CD0A-B613-F13265B63066}"/>
          </ac:spMkLst>
        </pc:spChg>
        <pc:spChg chg="del">
          <ac:chgData name="Dalmia, Shreya" userId="fb8bfd7e-19af-4cf2-9313-72af6a9413ee" providerId="ADAL" clId="{7B484397-1090-4BEB-A08D-17999412EFA0}" dt="2026-09-07T11:40:44.971" v="12198" actId="478"/>
          <ac:spMkLst>
            <pc:docMk/>
            <pc:sldMk cId="2619227747" sldId="2147483255"/>
            <ac:spMk id="457" creationId="{40BFE21F-18BF-221B-D8FC-AC62975AED86}"/>
          </ac:spMkLst>
        </pc:spChg>
        <pc:spChg chg="del">
          <ac:chgData name="Dalmia, Shreya" userId="fb8bfd7e-19af-4cf2-9313-72af6a9413ee" providerId="ADAL" clId="{7B484397-1090-4BEB-A08D-17999412EFA0}" dt="2026-09-07T11:40:44.971" v="12198" actId="478"/>
          <ac:spMkLst>
            <pc:docMk/>
            <pc:sldMk cId="2619227747" sldId="2147483255"/>
            <ac:spMk id="466" creationId="{3800DAE8-1D51-2AC2-DA8F-A85B54643517}"/>
          </ac:spMkLst>
        </pc:spChg>
        <pc:spChg chg="del">
          <ac:chgData name="Dalmia, Shreya" userId="fb8bfd7e-19af-4cf2-9313-72af6a9413ee" providerId="ADAL" clId="{7B484397-1090-4BEB-A08D-17999412EFA0}" dt="2026-09-07T11:40:44.971" v="12198" actId="478"/>
          <ac:spMkLst>
            <pc:docMk/>
            <pc:sldMk cId="2619227747" sldId="2147483255"/>
            <ac:spMk id="483" creationId="{77FFE240-7F54-33F2-1BDD-82FAFB6EE4A6}"/>
          </ac:spMkLst>
        </pc:spChg>
        <pc:spChg chg="del">
          <ac:chgData name="Dalmia, Shreya" userId="fb8bfd7e-19af-4cf2-9313-72af6a9413ee" providerId="ADAL" clId="{7B484397-1090-4BEB-A08D-17999412EFA0}" dt="2026-09-07T11:40:44.971" v="12198" actId="478"/>
          <ac:spMkLst>
            <pc:docMk/>
            <pc:sldMk cId="2619227747" sldId="2147483255"/>
            <ac:spMk id="486" creationId="{CD5DF9E7-0742-23C3-2FF8-BC75F72D2FFC}"/>
          </ac:spMkLst>
        </pc:spChg>
        <pc:spChg chg="del">
          <ac:chgData name="Dalmia, Shreya" userId="fb8bfd7e-19af-4cf2-9313-72af6a9413ee" providerId="ADAL" clId="{7B484397-1090-4BEB-A08D-17999412EFA0}" dt="2026-09-07T11:40:44.971" v="12198" actId="478"/>
          <ac:spMkLst>
            <pc:docMk/>
            <pc:sldMk cId="2619227747" sldId="2147483255"/>
            <ac:spMk id="489" creationId="{2DE7F7BC-31CA-2FA7-2CE6-4DAFF73AB581}"/>
          </ac:spMkLst>
        </pc:spChg>
        <pc:spChg chg="del">
          <ac:chgData name="Dalmia, Shreya" userId="fb8bfd7e-19af-4cf2-9313-72af6a9413ee" providerId="ADAL" clId="{7B484397-1090-4BEB-A08D-17999412EFA0}" dt="2026-09-07T11:40:44.971" v="12198" actId="478"/>
          <ac:spMkLst>
            <pc:docMk/>
            <pc:sldMk cId="2619227747" sldId="2147483255"/>
            <ac:spMk id="496" creationId="{517334EE-4E5D-A00A-DD7E-3CCB249E74A3}"/>
          </ac:spMkLst>
        </pc:spChg>
        <pc:spChg chg="del">
          <ac:chgData name="Dalmia, Shreya" userId="fb8bfd7e-19af-4cf2-9313-72af6a9413ee" providerId="ADAL" clId="{7B484397-1090-4BEB-A08D-17999412EFA0}" dt="2026-09-07T11:40:44.971" v="12198" actId="478"/>
          <ac:spMkLst>
            <pc:docMk/>
            <pc:sldMk cId="2619227747" sldId="2147483255"/>
            <ac:spMk id="498" creationId="{5AEA013B-67F6-D0A2-B531-E9639FBFF348}"/>
          </ac:spMkLst>
        </pc:spChg>
        <pc:spChg chg="del">
          <ac:chgData name="Dalmia, Shreya" userId="fb8bfd7e-19af-4cf2-9313-72af6a9413ee" providerId="ADAL" clId="{7B484397-1090-4BEB-A08D-17999412EFA0}" dt="2026-09-07T11:40:44.971" v="12198" actId="478"/>
          <ac:spMkLst>
            <pc:docMk/>
            <pc:sldMk cId="2619227747" sldId="2147483255"/>
            <ac:spMk id="507" creationId="{7710C0CE-3B52-391B-BF09-CC44AE8CC344}"/>
          </ac:spMkLst>
        </pc:spChg>
        <pc:spChg chg="del">
          <ac:chgData name="Dalmia, Shreya" userId="fb8bfd7e-19af-4cf2-9313-72af6a9413ee" providerId="ADAL" clId="{7B484397-1090-4BEB-A08D-17999412EFA0}" dt="2026-09-07T11:40:44.971" v="12198" actId="478"/>
          <ac:spMkLst>
            <pc:docMk/>
            <pc:sldMk cId="2619227747" sldId="2147483255"/>
            <ac:spMk id="513" creationId="{8C43CE80-D156-8045-644E-FD1D62B0B482}"/>
          </ac:spMkLst>
        </pc:spChg>
        <pc:spChg chg="del">
          <ac:chgData name="Dalmia, Shreya" userId="fb8bfd7e-19af-4cf2-9313-72af6a9413ee" providerId="ADAL" clId="{7B484397-1090-4BEB-A08D-17999412EFA0}" dt="2026-09-07T11:40:44.971" v="12198" actId="478"/>
          <ac:spMkLst>
            <pc:docMk/>
            <pc:sldMk cId="2619227747" sldId="2147483255"/>
            <ac:spMk id="531" creationId="{871D55C3-24C7-64D1-15D6-1D99DEF0D989}"/>
          </ac:spMkLst>
        </pc:spChg>
      </pc:sldChg>
      <pc:sldChg chg="addSp delSp modSp add mod">
        <pc:chgData name="Dalmia, Shreya" userId="fb8bfd7e-19af-4cf2-9313-72af6a9413ee" providerId="ADAL" clId="{7B484397-1090-4BEB-A08D-17999412EFA0}" dt="2026-09-07T12:31:27.624" v="12405" actId="408"/>
        <pc:sldMkLst>
          <pc:docMk/>
          <pc:sldMk cId="3104151117" sldId="2147483256"/>
        </pc:sldMkLst>
        <pc:spChg chg="mod">
          <ac:chgData name="Dalmia, Shreya" userId="fb8bfd7e-19af-4cf2-9313-72af6a9413ee" providerId="ADAL" clId="{7B484397-1090-4BEB-A08D-17999412EFA0}" dt="2026-09-07T12:24:11.439" v="12271" actId="20577"/>
          <ac:spMkLst>
            <pc:docMk/>
            <pc:sldMk cId="3104151117" sldId="2147483256"/>
            <ac:spMk id="2" creationId="{D870851D-9017-A1E1-5C44-E60B9B8CBF77}"/>
          </ac:spMkLst>
        </pc:spChg>
        <pc:spChg chg="add mod">
          <ac:chgData name="Dalmia, Shreya" userId="fb8bfd7e-19af-4cf2-9313-72af6a9413ee" providerId="ADAL" clId="{7B484397-1090-4BEB-A08D-17999412EFA0}" dt="2026-09-07T12:31:21.732" v="12404" actId="12789"/>
          <ac:spMkLst>
            <pc:docMk/>
            <pc:sldMk cId="3104151117" sldId="2147483256"/>
            <ac:spMk id="3" creationId="{5D27E344-18D6-FFB7-F436-E608E641795C}"/>
          </ac:spMkLst>
        </pc:spChg>
        <pc:spChg chg="add mod">
          <ac:chgData name="Dalmia, Shreya" userId="fb8bfd7e-19af-4cf2-9313-72af6a9413ee" providerId="ADAL" clId="{7B484397-1090-4BEB-A08D-17999412EFA0}" dt="2026-09-07T12:31:27.624" v="12405" actId="408"/>
          <ac:spMkLst>
            <pc:docMk/>
            <pc:sldMk cId="3104151117" sldId="2147483256"/>
            <ac:spMk id="8" creationId="{34C0EB4A-C642-E9DC-2F07-6C1F28481463}"/>
          </ac:spMkLst>
        </pc:spChg>
        <pc:spChg chg="add mod">
          <ac:chgData name="Dalmia, Shreya" userId="fb8bfd7e-19af-4cf2-9313-72af6a9413ee" providerId="ADAL" clId="{7B484397-1090-4BEB-A08D-17999412EFA0}" dt="2026-09-07T12:31:21.732" v="12404" actId="12789"/>
          <ac:spMkLst>
            <pc:docMk/>
            <pc:sldMk cId="3104151117" sldId="2147483256"/>
            <ac:spMk id="11" creationId="{9B244257-1CB3-467A-9035-E5FA010E6126}"/>
          </ac:spMkLst>
        </pc:spChg>
        <pc:spChg chg="del">
          <ac:chgData name="Dalmia, Shreya" userId="fb8bfd7e-19af-4cf2-9313-72af6a9413ee" providerId="ADAL" clId="{7B484397-1090-4BEB-A08D-17999412EFA0}" dt="2026-09-07T12:19:56.991" v="12218" actId="478"/>
          <ac:spMkLst>
            <pc:docMk/>
            <pc:sldMk cId="3104151117" sldId="2147483256"/>
            <ac:spMk id="140" creationId="{C26C7A20-0FBD-1AA0-8DF6-5A8505A571BD}"/>
          </ac:spMkLst>
        </pc:spChg>
        <pc:spChg chg="del">
          <ac:chgData name="Dalmia, Shreya" userId="fb8bfd7e-19af-4cf2-9313-72af6a9413ee" providerId="ADAL" clId="{7B484397-1090-4BEB-A08D-17999412EFA0}" dt="2026-09-07T12:19:56.991" v="12218" actId="478"/>
          <ac:spMkLst>
            <pc:docMk/>
            <pc:sldMk cId="3104151117" sldId="2147483256"/>
            <ac:spMk id="143" creationId="{83295BD3-2A74-FF8D-7BEB-E689B566A2F6}"/>
          </ac:spMkLst>
        </pc:spChg>
        <pc:spChg chg="del">
          <ac:chgData name="Dalmia, Shreya" userId="fb8bfd7e-19af-4cf2-9313-72af6a9413ee" providerId="ADAL" clId="{7B484397-1090-4BEB-A08D-17999412EFA0}" dt="2026-09-07T12:19:56.991" v="12218" actId="478"/>
          <ac:spMkLst>
            <pc:docMk/>
            <pc:sldMk cId="3104151117" sldId="2147483256"/>
            <ac:spMk id="184" creationId="{21BB63DA-6E1D-9ACE-1F92-BCE8A46D290B}"/>
          </ac:spMkLst>
        </pc:spChg>
        <pc:spChg chg="del">
          <ac:chgData name="Dalmia, Shreya" userId="fb8bfd7e-19af-4cf2-9313-72af6a9413ee" providerId="ADAL" clId="{7B484397-1090-4BEB-A08D-17999412EFA0}" dt="2026-09-07T12:19:56.991" v="12218" actId="478"/>
          <ac:spMkLst>
            <pc:docMk/>
            <pc:sldMk cId="3104151117" sldId="2147483256"/>
            <ac:spMk id="185" creationId="{64DC7304-D3A6-1B41-B3ED-2632565E4289}"/>
          </ac:spMkLst>
        </pc:spChg>
        <pc:spChg chg="del">
          <ac:chgData name="Dalmia, Shreya" userId="fb8bfd7e-19af-4cf2-9313-72af6a9413ee" providerId="ADAL" clId="{7B484397-1090-4BEB-A08D-17999412EFA0}" dt="2026-09-07T12:19:56.991" v="12218" actId="478"/>
          <ac:spMkLst>
            <pc:docMk/>
            <pc:sldMk cId="3104151117" sldId="2147483256"/>
            <ac:spMk id="211" creationId="{C7157FEF-1507-C068-E8B6-3C6A80D6AD7F}"/>
          </ac:spMkLst>
        </pc:spChg>
        <pc:spChg chg="del">
          <ac:chgData name="Dalmia, Shreya" userId="fb8bfd7e-19af-4cf2-9313-72af6a9413ee" providerId="ADAL" clId="{7B484397-1090-4BEB-A08D-17999412EFA0}" dt="2026-09-07T12:19:56.991" v="12218" actId="478"/>
          <ac:spMkLst>
            <pc:docMk/>
            <pc:sldMk cId="3104151117" sldId="2147483256"/>
            <ac:spMk id="214" creationId="{F8D1797F-E730-1166-4E97-7C5CD9E66007}"/>
          </ac:spMkLst>
        </pc:spChg>
        <pc:spChg chg="del">
          <ac:chgData name="Dalmia, Shreya" userId="fb8bfd7e-19af-4cf2-9313-72af6a9413ee" providerId="ADAL" clId="{7B484397-1090-4BEB-A08D-17999412EFA0}" dt="2026-09-07T12:19:56.991" v="12218" actId="478"/>
          <ac:spMkLst>
            <pc:docMk/>
            <pc:sldMk cId="3104151117" sldId="2147483256"/>
            <ac:spMk id="218" creationId="{EBAC8764-1ADD-2DBF-C55A-C8574057DFB2}"/>
          </ac:spMkLst>
        </pc:spChg>
        <pc:spChg chg="del">
          <ac:chgData name="Dalmia, Shreya" userId="fb8bfd7e-19af-4cf2-9313-72af6a9413ee" providerId="ADAL" clId="{7B484397-1090-4BEB-A08D-17999412EFA0}" dt="2026-09-07T12:19:56.991" v="12218" actId="478"/>
          <ac:spMkLst>
            <pc:docMk/>
            <pc:sldMk cId="3104151117" sldId="2147483256"/>
            <ac:spMk id="225" creationId="{5A64D0A8-AA2F-D5D9-9DA1-977266E0BEBD}"/>
          </ac:spMkLst>
        </pc:spChg>
        <pc:spChg chg="del">
          <ac:chgData name="Dalmia, Shreya" userId="fb8bfd7e-19af-4cf2-9313-72af6a9413ee" providerId="ADAL" clId="{7B484397-1090-4BEB-A08D-17999412EFA0}" dt="2026-09-07T12:19:56.991" v="12218" actId="478"/>
          <ac:spMkLst>
            <pc:docMk/>
            <pc:sldMk cId="3104151117" sldId="2147483256"/>
            <ac:spMk id="238" creationId="{40AE21AD-44A1-3C1E-074A-9DD3C8D8E1E2}"/>
          </ac:spMkLst>
        </pc:spChg>
        <pc:spChg chg="del">
          <ac:chgData name="Dalmia, Shreya" userId="fb8bfd7e-19af-4cf2-9313-72af6a9413ee" providerId="ADAL" clId="{7B484397-1090-4BEB-A08D-17999412EFA0}" dt="2026-09-07T12:19:56.991" v="12218" actId="478"/>
          <ac:spMkLst>
            <pc:docMk/>
            <pc:sldMk cId="3104151117" sldId="2147483256"/>
            <ac:spMk id="240" creationId="{0CB17B64-55F0-3A64-FC5C-0DD66DA19209}"/>
          </ac:spMkLst>
        </pc:spChg>
        <pc:picChg chg="add mod">
          <ac:chgData name="Dalmia, Shreya" userId="fb8bfd7e-19af-4cf2-9313-72af6a9413ee" providerId="ADAL" clId="{7B484397-1090-4BEB-A08D-17999412EFA0}" dt="2026-09-07T12:31:12.159" v="12402" actId="12789"/>
          <ac:picMkLst>
            <pc:docMk/>
            <pc:sldMk cId="3104151117" sldId="2147483256"/>
            <ac:picMk id="4" creationId="{33C21456-2B27-2EBC-BA09-4CD8B52F1E63}"/>
          </ac:picMkLst>
        </pc:picChg>
        <pc:picChg chg="add del mod">
          <ac:chgData name="Dalmia, Shreya" userId="fb8bfd7e-19af-4cf2-9313-72af6a9413ee" providerId="ADAL" clId="{7B484397-1090-4BEB-A08D-17999412EFA0}" dt="2026-09-07T12:27:24.901" v="12338" actId="478"/>
          <ac:picMkLst>
            <pc:docMk/>
            <pc:sldMk cId="3104151117" sldId="2147483256"/>
            <ac:picMk id="5" creationId="{2FAA0A7C-F134-96EE-8C84-784260E3AD6A}"/>
          </ac:picMkLst>
        </pc:picChg>
        <pc:picChg chg="add del mod">
          <ac:chgData name="Dalmia, Shreya" userId="fb8bfd7e-19af-4cf2-9313-72af6a9413ee" providerId="ADAL" clId="{7B484397-1090-4BEB-A08D-17999412EFA0}" dt="2026-09-07T12:27:23.566" v="12337" actId="478"/>
          <ac:picMkLst>
            <pc:docMk/>
            <pc:sldMk cId="3104151117" sldId="2147483256"/>
            <ac:picMk id="6" creationId="{EEF6B85B-F8BB-16CA-83FD-58042602D7D2}"/>
          </ac:picMkLst>
        </pc:picChg>
        <pc:picChg chg="add mod">
          <ac:chgData name="Dalmia, Shreya" userId="fb8bfd7e-19af-4cf2-9313-72af6a9413ee" providerId="ADAL" clId="{7B484397-1090-4BEB-A08D-17999412EFA0}" dt="2026-09-07T12:31:04.243" v="12400" actId="12789"/>
          <ac:picMkLst>
            <pc:docMk/>
            <pc:sldMk cId="3104151117" sldId="2147483256"/>
            <ac:picMk id="7" creationId="{C7ECB1B2-B9FF-10EA-2FF9-2F1CA05A8F20}"/>
          </ac:picMkLst>
        </pc:picChg>
        <pc:picChg chg="add mod">
          <ac:chgData name="Dalmia, Shreya" userId="fb8bfd7e-19af-4cf2-9313-72af6a9413ee" providerId="ADAL" clId="{7B484397-1090-4BEB-A08D-17999412EFA0}" dt="2026-09-07T12:31:06.319" v="12401" actId="408"/>
          <ac:picMkLst>
            <pc:docMk/>
            <pc:sldMk cId="3104151117" sldId="2147483256"/>
            <ac:picMk id="9" creationId="{633096B4-A255-963C-FAED-D58C1331D85A}"/>
          </ac:picMkLst>
        </pc:picChg>
        <pc:picChg chg="add mod">
          <ac:chgData name="Dalmia, Shreya" userId="fb8bfd7e-19af-4cf2-9313-72af6a9413ee" providerId="ADAL" clId="{7B484397-1090-4BEB-A08D-17999412EFA0}" dt="2026-09-07T12:31:14.151" v="12403" actId="408"/>
          <ac:picMkLst>
            <pc:docMk/>
            <pc:sldMk cId="3104151117" sldId="2147483256"/>
            <ac:picMk id="10" creationId="{1AB7B208-F1AA-7764-FDE7-341C2C7CD888}"/>
          </ac:picMkLst>
        </pc:picChg>
        <pc:picChg chg="add mod">
          <ac:chgData name="Dalmia, Shreya" userId="fb8bfd7e-19af-4cf2-9313-72af6a9413ee" providerId="ADAL" clId="{7B484397-1090-4BEB-A08D-17999412EFA0}" dt="2026-09-07T12:31:12.159" v="12402" actId="12789"/>
          <ac:picMkLst>
            <pc:docMk/>
            <pc:sldMk cId="3104151117" sldId="2147483256"/>
            <ac:picMk id="12" creationId="{638CF34C-EDF6-68D6-88C7-1EBA254FC4F2}"/>
          </ac:picMkLst>
        </pc:picChg>
        <pc:picChg chg="add mod">
          <ac:chgData name="Dalmia, Shreya" userId="fb8bfd7e-19af-4cf2-9313-72af6a9413ee" providerId="ADAL" clId="{7B484397-1090-4BEB-A08D-17999412EFA0}" dt="2026-09-07T12:31:04.243" v="12400" actId="12789"/>
          <ac:picMkLst>
            <pc:docMk/>
            <pc:sldMk cId="3104151117" sldId="2147483256"/>
            <ac:picMk id="13" creationId="{D1F56750-387E-98F3-2D38-0D978E3D34BA}"/>
          </ac:picMkLst>
        </pc:picChg>
      </pc:sldChg>
      <pc:sldChg chg="addSp delSp modSp add del mod">
        <pc:chgData name="Dalmia, Shreya" userId="fb8bfd7e-19af-4cf2-9313-72af6a9413ee" providerId="ADAL" clId="{7B484397-1090-4BEB-A08D-17999412EFA0}" dt="2026-09-07T16:14:14.648" v="12872" actId="47"/>
        <pc:sldMkLst>
          <pc:docMk/>
          <pc:sldMk cId="1175760682" sldId="2147483257"/>
        </pc:sldMkLst>
        <pc:spChg chg="mod">
          <ac:chgData name="Dalmia, Shreya" userId="fb8bfd7e-19af-4cf2-9313-72af6a9413ee" providerId="ADAL" clId="{7B484397-1090-4BEB-A08D-17999412EFA0}" dt="2026-09-07T12:20:39.162" v="12227"/>
          <ac:spMkLst>
            <pc:docMk/>
            <pc:sldMk cId="1175760682" sldId="2147483257"/>
            <ac:spMk id="2" creationId="{00B65CC9-163A-C355-EDC4-89C7C3FEE2E9}"/>
          </ac:spMkLst>
        </pc:spChg>
        <pc:spChg chg="mod">
          <ac:chgData name="Dalmia, Shreya" userId="fb8bfd7e-19af-4cf2-9313-72af6a9413ee" providerId="ADAL" clId="{7B484397-1090-4BEB-A08D-17999412EFA0}" dt="2026-09-07T12:20:49.490" v="12228"/>
          <ac:spMkLst>
            <pc:docMk/>
            <pc:sldMk cId="1175760682" sldId="2147483257"/>
            <ac:spMk id="5" creationId="{94070D48-814A-DD2E-6C88-AE1B533F8116}"/>
          </ac:spMkLst>
        </pc:spChg>
        <pc:spChg chg="mod">
          <ac:chgData name="Dalmia, Shreya" userId="fb8bfd7e-19af-4cf2-9313-72af6a9413ee" providerId="ADAL" clId="{7B484397-1090-4BEB-A08D-17999412EFA0}" dt="2026-09-07T12:20:49.490" v="12228"/>
          <ac:spMkLst>
            <pc:docMk/>
            <pc:sldMk cId="1175760682" sldId="2147483257"/>
            <ac:spMk id="6" creationId="{FB80E6AE-4CEE-E8AC-E10A-4EF999CA3C56}"/>
          </ac:spMkLst>
        </pc:spChg>
        <pc:spChg chg="mod">
          <ac:chgData name="Dalmia, Shreya" userId="fb8bfd7e-19af-4cf2-9313-72af6a9413ee" providerId="ADAL" clId="{7B484397-1090-4BEB-A08D-17999412EFA0}" dt="2026-09-07T12:20:49.490" v="12228"/>
          <ac:spMkLst>
            <pc:docMk/>
            <pc:sldMk cId="1175760682" sldId="2147483257"/>
            <ac:spMk id="13" creationId="{820BDA46-3814-14B7-D8A6-3FA2ED22E92A}"/>
          </ac:spMkLst>
        </pc:spChg>
        <pc:spChg chg="mod">
          <ac:chgData name="Dalmia, Shreya" userId="fb8bfd7e-19af-4cf2-9313-72af6a9413ee" providerId="ADAL" clId="{7B484397-1090-4BEB-A08D-17999412EFA0}" dt="2026-09-07T12:20:49.490" v="12228"/>
          <ac:spMkLst>
            <pc:docMk/>
            <pc:sldMk cId="1175760682" sldId="2147483257"/>
            <ac:spMk id="14" creationId="{B4B6104A-7763-4E52-233C-69AB38FBF35B}"/>
          </ac:spMkLst>
        </pc:spChg>
        <pc:spChg chg="mod">
          <ac:chgData name="Dalmia, Shreya" userId="fb8bfd7e-19af-4cf2-9313-72af6a9413ee" providerId="ADAL" clId="{7B484397-1090-4BEB-A08D-17999412EFA0}" dt="2026-09-07T12:20:49.490" v="12228"/>
          <ac:spMkLst>
            <pc:docMk/>
            <pc:sldMk cId="1175760682" sldId="2147483257"/>
            <ac:spMk id="15" creationId="{8C9ACCAE-E5AA-7159-4428-05CAF30C6D3B}"/>
          </ac:spMkLst>
        </pc:spChg>
        <pc:spChg chg="mod">
          <ac:chgData name="Dalmia, Shreya" userId="fb8bfd7e-19af-4cf2-9313-72af6a9413ee" providerId="ADAL" clId="{7B484397-1090-4BEB-A08D-17999412EFA0}" dt="2026-09-07T12:20:49.490" v="12228"/>
          <ac:spMkLst>
            <pc:docMk/>
            <pc:sldMk cId="1175760682" sldId="2147483257"/>
            <ac:spMk id="19" creationId="{91BF40A3-1074-4C93-438A-347DA5B9F891}"/>
          </ac:spMkLst>
        </pc:spChg>
        <pc:spChg chg="mod">
          <ac:chgData name="Dalmia, Shreya" userId="fb8bfd7e-19af-4cf2-9313-72af6a9413ee" providerId="ADAL" clId="{7B484397-1090-4BEB-A08D-17999412EFA0}" dt="2026-09-07T12:20:49.490" v="12228"/>
          <ac:spMkLst>
            <pc:docMk/>
            <pc:sldMk cId="1175760682" sldId="2147483257"/>
            <ac:spMk id="20" creationId="{222FC50F-CCA7-3B79-83C5-595EC48F4A4A}"/>
          </ac:spMkLst>
        </pc:spChg>
        <pc:spChg chg="mod">
          <ac:chgData name="Dalmia, Shreya" userId="fb8bfd7e-19af-4cf2-9313-72af6a9413ee" providerId="ADAL" clId="{7B484397-1090-4BEB-A08D-17999412EFA0}" dt="2026-09-07T12:20:49.490" v="12228"/>
          <ac:spMkLst>
            <pc:docMk/>
            <pc:sldMk cId="1175760682" sldId="2147483257"/>
            <ac:spMk id="21" creationId="{625CAEA4-8948-FB82-BFAD-0DD0084676D6}"/>
          </ac:spMkLst>
        </pc:spChg>
        <pc:spChg chg="mod">
          <ac:chgData name="Dalmia, Shreya" userId="fb8bfd7e-19af-4cf2-9313-72af6a9413ee" providerId="ADAL" clId="{7B484397-1090-4BEB-A08D-17999412EFA0}" dt="2026-09-07T12:20:49.490" v="12228"/>
          <ac:spMkLst>
            <pc:docMk/>
            <pc:sldMk cId="1175760682" sldId="2147483257"/>
            <ac:spMk id="30" creationId="{BE8FFC17-9BFE-6A44-1612-2E48DBDB4B87}"/>
          </ac:spMkLst>
        </pc:spChg>
        <pc:spChg chg="mod">
          <ac:chgData name="Dalmia, Shreya" userId="fb8bfd7e-19af-4cf2-9313-72af6a9413ee" providerId="ADAL" clId="{7B484397-1090-4BEB-A08D-17999412EFA0}" dt="2026-09-07T12:20:49.490" v="12228"/>
          <ac:spMkLst>
            <pc:docMk/>
            <pc:sldMk cId="1175760682" sldId="2147483257"/>
            <ac:spMk id="36" creationId="{E6CAB82A-DBD4-41D3-2B43-076CDD83790D}"/>
          </ac:spMkLst>
        </pc:spChg>
        <pc:spChg chg="mod">
          <ac:chgData name="Dalmia, Shreya" userId="fb8bfd7e-19af-4cf2-9313-72af6a9413ee" providerId="ADAL" clId="{7B484397-1090-4BEB-A08D-17999412EFA0}" dt="2026-09-07T12:20:54.140" v="12230" actId="1076"/>
          <ac:spMkLst>
            <pc:docMk/>
            <pc:sldMk cId="1175760682" sldId="2147483257"/>
            <ac:spMk id="60" creationId="{83F936C1-1733-5185-C5B6-B3CD01153F09}"/>
          </ac:spMkLst>
        </pc:spChg>
        <pc:spChg chg="mod">
          <ac:chgData name="Dalmia, Shreya" userId="fb8bfd7e-19af-4cf2-9313-72af6a9413ee" providerId="ADAL" clId="{7B484397-1090-4BEB-A08D-17999412EFA0}" dt="2026-09-07T12:20:54.140" v="12230" actId="1076"/>
          <ac:spMkLst>
            <pc:docMk/>
            <pc:sldMk cId="1175760682" sldId="2147483257"/>
            <ac:spMk id="61" creationId="{BA5321D0-F739-AE45-847A-58B0D58373AF}"/>
          </ac:spMkLst>
        </pc:spChg>
        <pc:spChg chg="mod">
          <ac:chgData name="Dalmia, Shreya" userId="fb8bfd7e-19af-4cf2-9313-72af6a9413ee" providerId="ADAL" clId="{7B484397-1090-4BEB-A08D-17999412EFA0}" dt="2026-09-07T12:20:54.140" v="12230" actId="1076"/>
          <ac:spMkLst>
            <pc:docMk/>
            <pc:sldMk cId="1175760682" sldId="2147483257"/>
            <ac:spMk id="63" creationId="{22939600-BD03-BE15-0DA3-A9C070EDB110}"/>
          </ac:spMkLst>
        </pc:spChg>
        <pc:spChg chg="mod">
          <ac:chgData name="Dalmia, Shreya" userId="fb8bfd7e-19af-4cf2-9313-72af6a9413ee" providerId="ADAL" clId="{7B484397-1090-4BEB-A08D-17999412EFA0}" dt="2026-09-07T12:20:54.140" v="12230" actId="1076"/>
          <ac:spMkLst>
            <pc:docMk/>
            <pc:sldMk cId="1175760682" sldId="2147483257"/>
            <ac:spMk id="132" creationId="{1AB4DB2D-1066-5C79-8965-5522578CA410}"/>
          </ac:spMkLst>
        </pc:spChg>
        <pc:spChg chg="mod">
          <ac:chgData name="Dalmia, Shreya" userId="fb8bfd7e-19af-4cf2-9313-72af6a9413ee" providerId="ADAL" clId="{7B484397-1090-4BEB-A08D-17999412EFA0}" dt="2026-09-07T12:20:54.140" v="12230" actId="1076"/>
          <ac:spMkLst>
            <pc:docMk/>
            <pc:sldMk cId="1175760682" sldId="2147483257"/>
            <ac:spMk id="134" creationId="{D34CE10D-BED7-515A-56E0-483382DB0147}"/>
          </ac:spMkLst>
        </pc:spChg>
        <pc:spChg chg="del">
          <ac:chgData name="Dalmia, Shreya" userId="fb8bfd7e-19af-4cf2-9313-72af6a9413ee" providerId="ADAL" clId="{7B484397-1090-4BEB-A08D-17999412EFA0}" dt="2026-09-07T12:20:27.594" v="12226" actId="478"/>
          <ac:spMkLst>
            <pc:docMk/>
            <pc:sldMk cId="1175760682" sldId="2147483257"/>
            <ac:spMk id="163" creationId="{342CE7DC-35BA-21D2-FC4B-C36142C8983A}"/>
          </ac:spMkLst>
        </pc:spChg>
        <pc:spChg chg="del">
          <ac:chgData name="Dalmia, Shreya" userId="fb8bfd7e-19af-4cf2-9313-72af6a9413ee" providerId="ADAL" clId="{7B484397-1090-4BEB-A08D-17999412EFA0}" dt="2026-09-07T12:20:27.594" v="12226" actId="478"/>
          <ac:spMkLst>
            <pc:docMk/>
            <pc:sldMk cId="1175760682" sldId="2147483257"/>
            <ac:spMk id="177" creationId="{794D9FA9-5969-D4C1-43EC-25819BBB1555}"/>
          </ac:spMkLst>
        </pc:spChg>
        <pc:spChg chg="del">
          <ac:chgData name="Dalmia, Shreya" userId="fb8bfd7e-19af-4cf2-9313-72af6a9413ee" providerId="ADAL" clId="{7B484397-1090-4BEB-A08D-17999412EFA0}" dt="2026-09-07T12:20:27.594" v="12226" actId="478"/>
          <ac:spMkLst>
            <pc:docMk/>
            <pc:sldMk cId="1175760682" sldId="2147483257"/>
            <ac:spMk id="182" creationId="{FA234732-B35F-9ABE-1DB4-BDCFA6256C92}"/>
          </ac:spMkLst>
        </pc:spChg>
        <pc:spChg chg="mod">
          <ac:chgData name="Dalmia, Shreya" userId="fb8bfd7e-19af-4cf2-9313-72af6a9413ee" providerId="ADAL" clId="{7B484397-1090-4BEB-A08D-17999412EFA0}" dt="2026-09-07T12:20:54.140" v="12230" actId="1076"/>
          <ac:spMkLst>
            <pc:docMk/>
            <pc:sldMk cId="1175760682" sldId="2147483257"/>
            <ac:spMk id="191" creationId="{5B4D80CF-7612-555F-030B-CBAD1231F54D}"/>
          </ac:spMkLst>
        </pc:spChg>
        <pc:spChg chg="del">
          <ac:chgData name="Dalmia, Shreya" userId="fb8bfd7e-19af-4cf2-9313-72af6a9413ee" providerId="ADAL" clId="{7B484397-1090-4BEB-A08D-17999412EFA0}" dt="2026-09-07T12:20:27.594" v="12226" actId="478"/>
          <ac:spMkLst>
            <pc:docMk/>
            <pc:sldMk cId="1175760682" sldId="2147483257"/>
            <ac:spMk id="203" creationId="{F188DD56-DBD3-F499-2F1C-A75FD0C731DB}"/>
          </ac:spMkLst>
        </pc:spChg>
        <pc:spChg chg="del">
          <ac:chgData name="Dalmia, Shreya" userId="fb8bfd7e-19af-4cf2-9313-72af6a9413ee" providerId="ADAL" clId="{7B484397-1090-4BEB-A08D-17999412EFA0}" dt="2026-09-07T12:20:27.594" v="12226" actId="478"/>
          <ac:spMkLst>
            <pc:docMk/>
            <pc:sldMk cId="1175760682" sldId="2147483257"/>
            <ac:spMk id="216" creationId="{DC0E7A60-2B6D-BB5D-F844-5B27B40BCE88}"/>
          </ac:spMkLst>
        </pc:spChg>
        <pc:spChg chg="del">
          <ac:chgData name="Dalmia, Shreya" userId="fb8bfd7e-19af-4cf2-9313-72af6a9413ee" providerId="ADAL" clId="{7B484397-1090-4BEB-A08D-17999412EFA0}" dt="2026-09-07T12:20:27.594" v="12226" actId="478"/>
          <ac:spMkLst>
            <pc:docMk/>
            <pc:sldMk cId="1175760682" sldId="2147483257"/>
            <ac:spMk id="235" creationId="{6F41476E-1510-D7DA-6D7B-C3E58FD6D740}"/>
          </ac:spMkLst>
        </pc:spChg>
        <pc:spChg chg="del">
          <ac:chgData name="Dalmia, Shreya" userId="fb8bfd7e-19af-4cf2-9313-72af6a9413ee" providerId="ADAL" clId="{7B484397-1090-4BEB-A08D-17999412EFA0}" dt="2026-09-07T12:20:27.594" v="12226" actId="478"/>
          <ac:spMkLst>
            <pc:docMk/>
            <pc:sldMk cId="1175760682" sldId="2147483257"/>
            <ac:spMk id="236" creationId="{7A0E6817-A9B1-DF18-CFDE-D9C25F462CAD}"/>
          </ac:spMkLst>
        </pc:spChg>
        <pc:spChg chg="del">
          <ac:chgData name="Dalmia, Shreya" userId="fb8bfd7e-19af-4cf2-9313-72af6a9413ee" providerId="ADAL" clId="{7B484397-1090-4BEB-A08D-17999412EFA0}" dt="2026-09-07T12:20:27.594" v="12226" actId="478"/>
          <ac:spMkLst>
            <pc:docMk/>
            <pc:sldMk cId="1175760682" sldId="2147483257"/>
            <ac:spMk id="237" creationId="{1CC65633-B38A-9828-D0CB-299823FC2EA7}"/>
          </ac:spMkLst>
        </pc:spChg>
        <pc:spChg chg="del">
          <ac:chgData name="Dalmia, Shreya" userId="fb8bfd7e-19af-4cf2-9313-72af6a9413ee" providerId="ADAL" clId="{7B484397-1090-4BEB-A08D-17999412EFA0}" dt="2026-09-07T12:20:27.594" v="12226" actId="478"/>
          <ac:spMkLst>
            <pc:docMk/>
            <pc:sldMk cId="1175760682" sldId="2147483257"/>
            <ac:spMk id="239" creationId="{276AD720-025E-FD16-A9F6-B361307D31FF}"/>
          </ac:spMkLst>
        </pc:spChg>
        <pc:spChg chg="del">
          <ac:chgData name="Dalmia, Shreya" userId="fb8bfd7e-19af-4cf2-9313-72af6a9413ee" providerId="ADAL" clId="{7B484397-1090-4BEB-A08D-17999412EFA0}" dt="2026-09-07T12:20:27.594" v="12226" actId="478"/>
          <ac:spMkLst>
            <pc:docMk/>
            <pc:sldMk cId="1175760682" sldId="2147483257"/>
            <ac:spMk id="242" creationId="{62FFC87F-D024-1973-EFAC-847686B056EB}"/>
          </ac:spMkLst>
        </pc:spChg>
        <pc:spChg chg="mod">
          <ac:chgData name="Dalmia, Shreya" userId="fb8bfd7e-19af-4cf2-9313-72af6a9413ee" providerId="ADAL" clId="{7B484397-1090-4BEB-A08D-17999412EFA0}" dt="2026-09-07T12:20:54.140" v="12230" actId="1076"/>
          <ac:spMkLst>
            <pc:docMk/>
            <pc:sldMk cId="1175760682" sldId="2147483257"/>
            <ac:spMk id="248" creationId="{E2A3F5F5-4ACE-C476-1DD4-60E4D4638A89}"/>
          </ac:spMkLst>
        </pc:spChg>
        <pc:spChg chg="mod">
          <ac:chgData name="Dalmia, Shreya" userId="fb8bfd7e-19af-4cf2-9313-72af6a9413ee" providerId="ADAL" clId="{7B484397-1090-4BEB-A08D-17999412EFA0}" dt="2026-09-07T12:20:54.140" v="12230" actId="1076"/>
          <ac:spMkLst>
            <pc:docMk/>
            <pc:sldMk cId="1175760682" sldId="2147483257"/>
            <ac:spMk id="249" creationId="{32FC52AC-4B64-038C-2B6C-64EAF93E9CA4}"/>
          </ac:spMkLst>
        </pc:spChg>
        <pc:spChg chg="mod">
          <ac:chgData name="Dalmia, Shreya" userId="fb8bfd7e-19af-4cf2-9313-72af6a9413ee" providerId="ADAL" clId="{7B484397-1090-4BEB-A08D-17999412EFA0}" dt="2026-09-07T12:20:54.140" v="12230" actId="1076"/>
          <ac:spMkLst>
            <pc:docMk/>
            <pc:sldMk cId="1175760682" sldId="2147483257"/>
            <ac:spMk id="252" creationId="{0AD19A12-0C41-25B3-B9F7-D60C00A2467C}"/>
          </ac:spMkLst>
        </pc:spChg>
        <pc:spChg chg="mod">
          <ac:chgData name="Dalmia, Shreya" userId="fb8bfd7e-19af-4cf2-9313-72af6a9413ee" providerId="ADAL" clId="{7B484397-1090-4BEB-A08D-17999412EFA0}" dt="2026-09-07T12:20:54.140" v="12230" actId="1076"/>
          <ac:spMkLst>
            <pc:docMk/>
            <pc:sldMk cId="1175760682" sldId="2147483257"/>
            <ac:spMk id="253" creationId="{C3D8A01A-C4AB-81A6-126B-87E0384690AC}"/>
          </ac:spMkLst>
        </pc:spChg>
      </pc:sldChg>
      <pc:sldChg chg="modSp add del mod">
        <pc:chgData name="Dalmia, Shreya" userId="fb8bfd7e-19af-4cf2-9313-72af6a9413ee" providerId="ADAL" clId="{7B484397-1090-4BEB-A08D-17999412EFA0}" dt="2026-09-07T17:04:08.206" v="13117" actId="207"/>
        <pc:sldMkLst>
          <pc:docMk/>
          <pc:sldMk cId="4271752102" sldId="2147483257"/>
        </pc:sldMkLst>
        <pc:spChg chg="mod">
          <ac:chgData name="Dalmia, Shreya" userId="fb8bfd7e-19af-4cf2-9313-72af6a9413ee" providerId="ADAL" clId="{7B484397-1090-4BEB-A08D-17999412EFA0}" dt="2026-09-07T17:04:08.206" v="13117" actId="207"/>
          <ac:spMkLst>
            <pc:docMk/>
            <pc:sldMk cId="4271752102" sldId="2147483257"/>
            <ac:spMk id="3" creationId="{669FA6A8-8D85-5C64-0F5C-4F5849D4ECE7}"/>
          </ac:spMkLst>
        </pc:spChg>
      </pc:sldChg>
      <pc:sldChg chg="modSp add del mod">
        <pc:chgData name="Dalmia, Shreya" userId="fb8bfd7e-19af-4cf2-9313-72af6a9413ee" providerId="ADAL" clId="{7B484397-1090-4BEB-A08D-17999412EFA0}" dt="2026-09-07T17:04:14.044" v="13119" actId="207"/>
        <pc:sldMkLst>
          <pc:docMk/>
          <pc:sldMk cId="2176753036" sldId="2147483258"/>
        </pc:sldMkLst>
        <pc:spChg chg="mod">
          <ac:chgData name="Dalmia, Shreya" userId="fb8bfd7e-19af-4cf2-9313-72af6a9413ee" providerId="ADAL" clId="{7B484397-1090-4BEB-A08D-17999412EFA0}" dt="2026-09-07T17:04:14.044" v="13119" actId="207"/>
          <ac:spMkLst>
            <pc:docMk/>
            <pc:sldMk cId="2176753036" sldId="2147483258"/>
            <ac:spMk id="3" creationId="{72123CCC-E0FD-162F-0917-B3ECA272C8FD}"/>
          </ac:spMkLst>
        </pc:spChg>
      </pc:sldChg>
      <pc:sldChg chg="add del">
        <pc:chgData name="Dalmia, Shreya" userId="fb8bfd7e-19af-4cf2-9313-72af6a9413ee" providerId="ADAL" clId="{7B484397-1090-4BEB-A08D-17999412EFA0}" dt="2026-09-07T16:13:15.732" v="12869"/>
        <pc:sldMkLst>
          <pc:docMk/>
          <pc:sldMk cId="3080090998" sldId="2147483258"/>
        </pc:sldMkLst>
      </pc:sldChg>
      <pc:sldChg chg="add del">
        <pc:chgData name="Dalmia, Shreya" userId="fb8bfd7e-19af-4cf2-9313-72af6a9413ee" providerId="ADAL" clId="{7B484397-1090-4BEB-A08D-17999412EFA0}" dt="2026-09-07T16:13:18.171" v="12871" actId="47"/>
        <pc:sldMkLst>
          <pc:docMk/>
          <pc:sldMk cId="4090862537" sldId="2147483258"/>
        </pc:sldMkLst>
      </pc:sldChg>
      <pc:sldMasterChg chg="delSldLayout modSldLayout">
        <pc:chgData name="Dalmia, Shreya" userId="fb8bfd7e-19af-4cf2-9313-72af6a9413ee" providerId="ADAL" clId="{7B484397-1090-4BEB-A08D-17999412EFA0}" dt="2026-09-07T11:33:27.675" v="12177" actId="47"/>
        <pc:sldMasterMkLst>
          <pc:docMk/>
          <pc:sldMasterMk cId="3185646509" sldId="2147483648"/>
        </pc:sldMasterMkLst>
        <pc:sldLayoutChg chg="addSp delSp modSp mod">
          <pc:chgData name="Dalmia, Shreya" userId="fb8bfd7e-19af-4cf2-9313-72af6a9413ee" providerId="ADAL" clId="{7B484397-1090-4BEB-A08D-17999412EFA0}" dt="2026-09-05T23:21:49.326" v="5397" actId="1076"/>
          <pc:sldLayoutMkLst>
            <pc:docMk/>
            <pc:sldMasterMk cId="3185646509" sldId="2147483648"/>
            <pc:sldLayoutMk cId="3547646838" sldId="2147483660"/>
          </pc:sldLayoutMkLst>
          <pc:picChg chg="add mod">
            <ac:chgData name="Dalmia, Shreya" userId="fb8bfd7e-19af-4cf2-9313-72af6a9413ee" providerId="ADAL" clId="{7B484397-1090-4BEB-A08D-17999412EFA0}" dt="2026-09-05T23:21:49.326" v="5397" actId="1076"/>
            <ac:picMkLst>
              <pc:docMk/>
              <pc:sldMasterMk cId="3185646509" sldId="2147483648"/>
              <pc:sldLayoutMk cId="3547646838" sldId="2147483660"/>
              <ac:picMk id="3" creationId="{910F155B-FD17-A2E4-6C79-17A3C1C2EA67}"/>
            </ac:picMkLst>
          </pc:picChg>
        </pc:sldLayoutChg>
        <pc:sldLayoutChg chg="del">
          <pc:chgData name="Dalmia, Shreya" userId="fb8bfd7e-19af-4cf2-9313-72af6a9413ee" providerId="ADAL" clId="{7B484397-1090-4BEB-A08D-17999412EFA0}" dt="2026-09-07T11:33:27.675" v="12177" actId="47"/>
          <pc:sldLayoutMkLst>
            <pc:docMk/>
            <pc:sldMasterMk cId="3185646509" sldId="2147483648"/>
            <pc:sldLayoutMk cId="2982083823" sldId="2147483697"/>
          </pc:sldLayoutMkLst>
        </pc:sldLayoutChg>
      </pc:sldMasterChg>
      <pc:sldMasterChg chg="addSp delSp modSp mod modSldLayout">
        <pc:chgData name="Dalmia, Shreya" userId="fb8bfd7e-19af-4cf2-9313-72af6a9413ee" providerId="ADAL" clId="{7B484397-1090-4BEB-A08D-17999412EFA0}" dt="2026-09-06T20:39:19.128" v="12089" actId="1036"/>
        <pc:sldMasterMkLst>
          <pc:docMk/>
          <pc:sldMasterMk cId="1969136432" sldId="2147483661"/>
        </pc:sldMasterMkLst>
        <pc:spChg chg="add mod">
          <ac:chgData name="Dalmia, Shreya" userId="fb8bfd7e-19af-4cf2-9313-72af6a9413ee" providerId="ADAL" clId="{7B484397-1090-4BEB-A08D-17999412EFA0}" dt="2026-09-05T20:05:27.196" v="46" actId="6549"/>
          <ac:spMkLst>
            <pc:docMk/>
            <pc:sldMasterMk cId="1969136432" sldId="2147483661"/>
            <ac:spMk id="8" creationId="{C02FF6C1-F97D-1753-1730-A6DBD1001F21}"/>
          </ac:spMkLst>
        </pc:spChg>
        <pc:spChg chg="add mod">
          <ac:chgData name="Dalmia, Shreya" userId="fb8bfd7e-19af-4cf2-9313-72af6a9413ee" providerId="ADAL" clId="{7B484397-1090-4BEB-A08D-17999412EFA0}" dt="2026-09-05T20:05:15.074" v="45" actId="20577"/>
          <ac:spMkLst>
            <pc:docMk/>
            <pc:sldMasterMk cId="1969136432" sldId="2147483661"/>
            <ac:spMk id="10" creationId="{8865CDD4-5374-285A-4EEA-6F6F3880F3FC}"/>
          </ac:spMkLst>
        </pc:spChg>
        <pc:sldLayoutChg chg="modSp mod">
          <pc:chgData name="Dalmia, Shreya" userId="fb8bfd7e-19af-4cf2-9313-72af6a9413ee" providerId="ADAL" clId="{7B484397-1090-4BEB-A08D-17999412EFA0}" dt="2026-09-06T20:39:19.128" v="12089" actId="1036"/>
          <pc:sldLayoutMkLst>
            <pc:docMk/>
            <pc:sldMasterMk cId="1969136432" sldId="2147483661"/>
            <pc:sldLayoutMk cId="27328038" sldId="2147483662"/>
          </pc:sldLayoutMkLst>
          <pc:spChg chg="mod">
            <ac:chgData name="Dalmia, Shreya" userId="fb8bfd7e-19af-4cf2-9313-72af6a9413ee" providerId="ADAL" clId="{7B484397-1090-4BEB-A08D-17999412EFA0}" dt="2026-09-06T20:39:19.128" v="12089" actId="1036"/>
            <ac:spMkLst>
              <pc:docMk/>
              <pc:sldMasterMk cId="1969136432" sldId="2147483661"/>
              <pc:sldLayoutMk cId="27328038" sldId="2147483662"/>
              <ac:spMk id="4" creationId="{B6600633-7FE9-DCA2-E2AA-C0E89F298ACB}"/>
            </ac:spMkLst>
          </pc:spChg>
        </pc:sldLayoutChg>
      </pc:sldMasterChg>
      <pc:sldMasterChg chg="del delSldLayout">
        <pc:chgData name="Dalmia, Shreya" userId="fb8bfd7e-19af-4cf2-9313-72af6a9413ee" providerId="ADAL" clId="{7B484397-1090-4BEB-A08D-17999412EFA0}" dt="2026-09-07T12:20:56.858" v="12231" actId="47"/>
        <pc:sldMasterMkLst>
          <pc:docMk/>
          <pc:sldMasterMk cId="4078149343" sldId="2147483681"/>
        </pc:sldMasterMkLst>
        <pc:sldLayoutChg chg="del">
          <pc:chgData name="Dalmia, Shreya" userId="fb8bfd7e-19af-4cf2-9313-72af6a9413ee" providerId="ADAL" clId="{7B484397-1090-4BEB-A08D-17999412EFA0}" dt="2026-09-07T12:20:56.858" v="12231" actId="47"/>
          <pc:sldLayoutMkLst>
            <pc:docMk/>
            <pc:sldMasterMk cId="4078149343" sldId="2147483681"/>
            <pc:sldLayoutMk cId="1865448737" sldId="2147483682"/>
          </pc:sldLayoutMkLst>
        </pc:sldLayoutChg>
        <pc:sldLayoutChg chg="del">
          <pc:chgData name="Dalmia, Shreya" userId="fb8bfd7e-19af-4cf2-9313-72af6a9413ee" providerId="ADAL" clId="{7B484397-1090-4BEB-A08D-17999412EFA0}" dt="2026-09-07T12:20:56.858" v="12231" actId="47"/>
          <pc:sldLayoutMkLst>
            <pc:docMk/>
            <pc:sldMasterMk cId="4078149343" sldId="2147483681"/>
            <pc:sldLayoutMk cId="2541754039" sldId="2147483683"/>
          </pc:sldLayoutMkLst>
        </pc:sldLayoutChg>
        <pc:sldLayoutChg chg="del">
          <pc:chgData name="Dalmia, Shreya" userId="fb8bfd7e-19af-4cf2-9313-72af6a9413ee" providerId="ADAL" clId="{7B484397-1090-4BEB-A08D-17999412EFA0}" dt="2026-09-07T12:20:56.858" v="12231" actId="47"/>
          <pc:sldLayoutMkLst>
            <pc:docMk/>
            <pc:sldMasterMk cId="4078149343" sldId="2147483681"/>
            <pc:sldLayoutMk cId="1575506004" sldId="2147483684"/>
          </pc:sldLayoutMkLst>
        </pc:sldLayoutChg>
        <pc:sldLayoutChg chg="del">
          <pc:chgData name="Dalmia, Shreya" userId="fb8bfd7e-19af-4cf2-9313-72af6a9413ee" providerId="ADAL" clId="{7B484397-1090-4BEB-A08D-17999412EFA0}" dt="2026-09-07T12:20:56.858" v="12231" actId="47"/>
          <pc:sldLayoutMkLst>
            <pc:docMk/>
            <pc:sldMasterMk cId="4078149343" sldId="2147483681"/>
            <pc:sldLayoutMk cId="3882931958" sldId="2147483685"/>
          </pc:sldLayoutMkLst>
        </pc:sldLayoutChg>
        <pc:sldLayoutChg chg="del">
          <pc:chgData name="Dalmia, Shreya" userId="fb8bfd7e-19af-4cf2-9313-72af6a9413ee" providerId="ADAL" clId="{7B484397-1090-4BEB-A08D-17999412EFA0}" dt="2026-09-07T12:20:56.858" v="12231" actId="47"/>
          <pc:sldLayoutMkLst>
            <pc:docMk/>
            <pc:sldMasterMk cId="4078149343" sldId="2147483681"/>
            <pc:sldLayoutMk cId="4199394441" sldId="2147483686"/>
          </pc:sldLayoutMkLst>
        </pc:sldLayoutChg>
        <pc:sldLayoutChg chg="del">
          <pc:chgData name="Dalmia, Shreya" userId="fb8bfd7e-19af-4cf2-9313-72af6a9413ee" providerId="ADAL" clId="{7B484397-1090-4BEB-A08D-17999412EFA0}" dt="2026-09-07T12:20:56.858" v="12231" actId="47"/>
          <pc:sldLayoutMkLst>
            <pc:docMk/>
            <pc:sldMasterMk cId="4078149343" sldId="2147483681"/>
            <pc:sldLayoutMk cId="3347484132" sldId="2147483687"/>
          </pc:sldLayoutMkLst>
        </pc:sldLayoutChg>
        <pc:sldLayoutChg chg="del">
          <pc:chgData name="Dalmia, Shreya" userId="fb8bfd7e-19af-4cf2-9313-72af6a9413ee" providerId="ADAL" clId="{7B484397-1090-4BEB-A08D-17999412EFA0}" dt="2026-09-07T12:20:56.858" v="12231" actId="47"/>
          <pc:sldLayoutMkLst>
            <pc:docMk/>
            <pc:sldMasterMk cId="4078149343" sldId="2147483681"/>
            <pc:sldLayoutMk cId="480808881" sldId="2147483688"/>
          </pc:sldLayoutMkLst>
        </pc:sldLayoutChg>
        <pc:sldLayoutChg chg="del">
          <pc:chgData name="Dalmia, Shreya" userId="fb8bfd7e-19af-4cf2-9313-72af6a9413ee" providerId="ADAL" clId="{7B484397-1090-4BEB-A08D-17999412EFA0}" dt="2026-09-07T12:20:56.858" v="12231" actId="47"/>
          <pc:sldLayoutMkLst>
            <pc:docMk/>
            <pc:sldMasterMk cId="4078149343" sldId="2147483681"/>
            <pc:sldLayoutMk cId="615542801" sldId="2147483689"/>
          </pc:sldLayoutMkLst>
        </pc:sldLayoutChg>
        <pc:sldLayoutChg chg="del">
          <pc:chgData name="Dalmia, Shreya" userId="fb8bfd7e-19af-4cf2-9313-72af6a9413ee" providerId="ADAL" clId="{7B484397-1090-4BEB-A08D-17999412EFA0}" dt="2026-09-07T12:20:56.858" v="12231" actId="47"/>
          <pc:sldLayoutMkLst>
            <pc:docMk/>
            <pc:sldMasterMk cId="4078149343" sldId="2147483681"/>
            <pc:sldLayoutMk cId="3727220981" sldId="2147483690"/>
          </pc:sldLayoutMkLst>
        </pc:sldLayoutChg>
        <pc:sldLayoutChg chg="del">
          <pc:chgData name="Dalmia, Shreya" userId="fb8bfd7e-19af-4cf2-9313-72af6a9413ee" providerId="ADAL" clId="{7B484397-1090-4BEB-A08D-17999412EFA0}" dt="2026-09-07T12:20:56.858" v="12231" actId="47"/>
          <pc:sldLayoutMkLst>
            <pc:docMk/>
            <pc:sldMasterMk cId="4078149343" sldId="2147483681"/>
            <pc:sldLayoutMk cId="1072469477" sldId="2147483691"/>
          </pc:sldLayoutMkLst>
        </pc:sldLayoutChg>
        <pc:sldLayoutChg chg="del">
          <pc:chgData name="Dalmia, Shreya" userId="fb8bfd7e-19af-4cf2-9313-72af6a9413ee" providerId="ADAL" clId="{7B484397-1090-4BEB-A08D-17999412EFA0}" dt="2026-09-07T12:20:56.858" v="12231" actId="47"/>
          <pc:sldLayoutMkLst>
            <pc:docMk/>
            <pc:sldMasterMk cId="4078149343" sldId="2147483681"/>
            <pc:sldLayoutMk cId="2396240894" sldId="2147483692"/>
          </pc:sldLayoutMkLst>
        </pc:sldLayoutChg>
        <pc:sldLayoutChg chg="del">
          <pc:chgData name="Dalmia, Shreya" userId="fb8bfd7e-19af-4cf2-9313-72af6a9413ee" providerId="ADAL" clId="{7B484397-1090-4BEB-A08D-17999412EFA0}" dt="2026-09-07T12:20:56.858" v="12231" actId="47"/>
          <pc:sldLayoutMkLst>
            <pc:docMk/>
            <pc:sldMasterMk cId="4078149343" sldId="2147483681"/>
            <pc:sldLayoutMk cId="3533057657" sldId="2147483693"/>
          </pc:sldLayoutMkLst>
        </pc:sldLayoutChg>
        <pc:sldLayoutChg chg="del">
          <pc:chgData name="Dalmia, Shreya" userId="fb8bfd7e-19af-4cf2-9313-72af6a9413ee" providerId="ADAL" clId="{7B484397-1090-4BEB-A08D-17999412EFA0}" dt="2026-09-07T12:20:56.858" v="12231" actId="47"/>
          <pc:sldLayoutMkLst>
            <pc:docMk/>
            <pc:sldMasterMk cId="4078149343" sldId="2147483681"/>
            <pc:sldLayoutMk cId="1999158198" sldId="2147483694"/>
          </pc:sldLayoutMkLst>
        </pc:sldLayoutChg>
        <pc:sldLayoutChg chg="del">
          <pc:chgData name="Dalmia, Shreya" userId="fb8bfd7e-19af-4cf2-9313-72af6a9413ee" providerId="ADAL" clId="{7B484397-1090-4BEB-A08D-17999412EFA0}" dt="2026-09-07T12:20:56.858" v="12231" actId="47"/>
          <pc:sldLayoutMkLst>
            <pc:docMk/>
            <pc:sldMasterMk cId="4078149343" sldId="2147483681"/>
            <pc:sldLayoutMk cId="458893158" sldId="2147483695"/>
          </pc:sldLayoutMkLst>
        </pc:sldLayoutChg>
      </pc:sldMasterChg>
      <pc:sldMasterChg chg="del delSldLayout">
        <pc:chgData name="Dalmia, Shreya" userId="fb8bfd7e-19af-4cf2-9313-72af6a9413ee" providerId="ADAL" clId="{7B484397-1090-4BEB-A08D-17999412EFA0}" dt="2026-09-07T11:22:19.472" v="12176" actId="47"/>
        <pc:sldMasterMkLst>
          <pc:docMk/>
          <pc:sldMasterMk cId="1332864447" sldId="2147483699"/>
        </pc:sldMasterMkLst>
        <pc:sldLayoutChg chg="del">
          <pc:chgData name="Dalmia, Shreya" userId="fb8bfd7e-19af-4cf2-9313-72af6a9413ee" providerId="ADAL" clId="{7B484397-1090-4BEB-A08D-17999412EFA0}" dt="2026-09-07T11:22:19.472" v="12176" actId="47"/>
          <pc:sldLayoutMkLst>
            <pc:docMk/>
            <pc:sldMasterMk cId="1332864447" sldId="2147483699"/>
            <pc:sldLayoutMk cId="1036898712" sldId="2147483700"/>
          </pc:sldLayoutMkLst>
        </pc:sldLayoutChg>
        <pc:sldLayoutChg chg="del">
          <pc:chgData name="Dalmia, Shreya" userId="fb8bfd7e-19af-4cf2-9313-72af6a9413ee" providerId="ADAL" clId="{7B484397-1090-4BEB-A08D-17999412EFA0}" dt="2026-09-07T11:22:19.472" v="12176" actId="47"/>
          <pc:sldLayoutMkLst>
            <pc:docMk/>
            <pc:sldMasterMk cId="1332864447" sldId="2147483699"/>
            <pc:sldLayoutMk cId="3425230747" sldId="2147483701"/>
          </pc:sldLayoutMkLst>
        </pc:sldLayoutChg>
        <pc:sldLayoutChg chg="del">
          <pc:chgData name="Dalmia, Shreya" userId="fb8bfd7e-19af-4cf2-9313-72af6a9413ee" providerId="ADAL" clId="{7B484397-1090-4BEB-A08D-17999412EFA0}" dt="2026-09-07T11:22:19.472" v="12176" actId="47"/>
          <pc:sldLayoutMkLst>
            <pc:docMk/>
            <pc:sldMasterMk cId="1332864447" sldId="2147483699"/>
            <pc:sldLayoutMk cId="3958813707" sldId="2147483704"/>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indeloitte-my.sharepoint.com/personal/shdalmia_deloitte_com/Documents/Desktop/Land%20Revenue%20Comparison%20New.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5" Type="http://schemas.openxmlformats.org/officeDocument/2006/relationships/chartUserShapes" Target="../drawings/drawing1.xml"/><Relationship Id="rId4" Type="http://schemas.openxmlformats.org/officeDocument/2006/relationships/package" Target="../embeddings/Microsoft_Excel_Worksheet_7FFFFE47_49DEBA8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Aptos" panose="020B0004020202020204" pitchFamily="34" charset="0"/>
                <a:ea typeface="+mn-ea"/>
                <a:cs typeface="+mn-cs"/>
              </a:defRPr>
            </a:pPr>
            <a:r>
              <a:rPr lang="en-IN" b="1"/>
              <a:t>Revenue Collection (in Rs. Cr.)</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Aptos" panose="020B0004020202020204" pitchFamily="34" charset="0"/>
              <a:ea typeface="+mn-ea"/>
              <a:cs typeface="+mn-cs"/>
            </a:defRPr>
          </a:pPr>
          <a:endParaRPr lang="en-US"/>
        </a:p>
      </c:txPr>
    </c:title>
    <c:autoTitleDeleted val="0"/>
    <c:plotArea>
      <c:layout/>
      <c:barChart>
        <c:barDir val="col"/>
        <c:grouping val="clustered"/>
        <c:varyColors val="0"/>
        <c:ser>
          <c:idx val="0"/>
          <c:order val="0"/>
          <c:tx>
            <c:strRef>
              <c:f>'RJ Summary'!$H$1</c:f>
              <c:strCache>
                <c:ptCount val="1"/>
                <c:pt idx="0">
                  <c:v>Land Revenue</c:v>
                </c:pt>
              </c:strCache>
            </c:strRef>
          </c:tx>
          <c:spPr>
            <a:solidFill>
              <a:srgbClr val="002753"/>
            </a:solidFill>
            <a:ln>
              <a:noFill/>
            </a:ln>
            <a:effectLst/>
          </c:spPr>
          <c:invertIfNegative val="0"/>
          <c:cat>
            <c:strRef>
              <c:f>'RJ Summary'!$G$2:$G$13</c:f>
              <c:strCache>
                <c:ptCount val="12"/>
                <c:pt idx="0">
                  <c:v>2015–16</c:v>
                </c:pt>
                <c:pt idx="1">
                  <c:v>2016–17</c:v>
                </c:pt>
                <c:pt idx="2">
                  <c:v>2017–18</c:v>
                </c:pt>
                <c:pt idx="3">
                  <c:v>2018–19</c:v>
                </c:pt>
                <c:pt idx="4">
                  <c:v>2019–20</c:v>
                </c:pt>
                <c:pt idx="5">
                  <c:v>2020–21</c:v>
                </c:pt>
                <c:pt idx="6">
                  <c:v>2021–22</c:v>
                </c:pt>
                <c:pt idx="7">
                  <c:v>2022–23</c:v>
                </c:pt>
                <c:pt idx="8">
                  <c:v>2023–24</c:v>
                </c:pt>
                <c:pt idx="9">
                  <c:v>2024-25</c:v>
                </c:pt>
                <c:pt idx="10">
                  <c:v>2025-26 RE</c:v>
                </c:pt>
                <c:pt idx="11">
                  <c:v>2026-27 BE</c:v>
                </c:pt>
              </c:strCache>
            </c:strRef>
          </c:cat>
          <c:val>
            <c:numRef>
              <c:f>'RJ Summary'!$H$2:$H$13</c:f>
              <c:numCache>
                <c:formatCode>General</c:formatCode>
                <c:ptCount val="12"/>
                <c:pt idx="0">
                  <c:v>272</c:v>
                </c:pt>
                <c:pt idx="1">
                  <c:v>315</c:v>
                </c:pt>
                <c:pt idx="2">
                  <c:v>364</c:v>
                </c:pt>
                <c:pt idx="3">
                  <c:v>290</c:v>
                </c:pt>
                <c:pt idx="4">
                  <c:v>364</c:v>
                </c:pt>
                <c:pt idx="5">
                  <c:v>279</c:v>
                </c:pt>
                <c:pt idx="6">
                  <c:v>631</c:v>
                </c:pt>
                <c:pt idx="7">
                  <c:v>484</c:v>
                </c:pt>
                <c:pt idx="8">
                  <c:v>469</c:v>
                </c:pt>
                <c:pt idx="9">
                  <c:v>869</c:v>
                </c:pt>
                <c:pt idx="10">
                  <c:v>1761</c:v>
                </c:pt>
                <c:pt idx="11">
                  <c:v>1781</c:v>
                </c:pt>
              </c:numCache>
            </c:numRef>
          </c:val>
          <c:extLst>
            <c:ext xmlns:c16="http://schemas.microsoft.com/office/drawing/2014/chart" uri="{C3380CC4-5D6E-409C-BE32-E72D297353CC}">
              <c16:uniqueId val="{00000000-E692-44E3-866C-CEED01052BA3}"/>
            </c:ext>
          </c:extLst>
        </c:ser>
        <c:dLbls>
          <c:showLegendKey val="0"/>
          <c:showVal val="0"/>
          <c:showCatName val="0"/>
          <c:showSerName val="0"/>
          <c:showPercent val="0"/>
          <c:showBubbleSize val="0"/>
        </c:dLbls>
        <c:gapWidth val="219"/>
        <c:overlap val="-27"/>
        <c:axId val="607121568"/>
        <c:axId val="1401720240"/>
      </c:barChart>
      <c:lineChart>
        <c:grouping val="standard"/>
        <c:varyColors val="0"/>
        <c:ser>
          <c:idx val="1"/>
          <c:order val="1"/>
          <c:tx>
            <c:strRef>
              <c:f>'RJ Summary'!$I$1</c:f>
              <c:strCache>
                <c:ptCount val="1"/>
                <c:pt idx="0">
                  <c:v>LR as % of SOTR</c:v>
                </c:pt>
              </c:strCache>
            </c:strRef>
          </c:tx>
          <c:spPr>
            <a:ln w="28575" cap="rnd">
              <a:solidFill>
                <a:srgbClr val="92D050"/>
              </a:solidFill>
              <a:round/>
            </a:ln>
            <a:effectLst/>
          </c:spPr>
          <c:marker>
            <c:symbol val="none"/>
          </c:marker>
          <c:cat>
            <c:strRef>
              <c:f>'RJ Summary'!$G$2:$G$13</c:f>
              <c:strCache>
                <c:ptCount val="12"/>
                <c:pt idx="0">
                  <c:v>2015–16</c:v>
                </c:pt>
                <c:pt idx="1">
                  <c:v>2016–17</c:v>
                </c:pt>
                <c:pt idx="2">
                  <c:v>2017–18</c:v>
                </c:pt>
                <c:pt idx="3">
                  <c:v>2018–19</c:v>
                </c:pt>
                <c:pt idx="4">
                  <c:v>2019–20</c:v>
                </c:pt>
                <c:pt idx="5">
                  <c:v>2020–21</c:v>
                </c:pt>
                <c:pt idx="6">
                  <c:v>2021–22</c:v>
                </c:pt>
                <c:pt idx="7">
                  <c:v>2022–23</c:v>
                </c:pt>
                <c:pt idx="8">
                  <c:v>2023–24</c:v>
                </c:pt>
                <c:pt idx="9">
                  <c:v>2024-25</c:v>
                </c:pt>
                <c:pt idx="10">
                  <c:v>2025-26 RE</c:v>
                </c:pt>
                <c:pt idx="11">
                  <c:v>2026-27 BE</c:v>
                </c:pt>
              </c:strCache>
            </c:strRef>
          </c:cat>
          <c:val>
            <c:numRef>
              <c:f>'RJ Summary'!$I$2:$I$13</c:f>
              <c:numCache>
                <c:formatCode>0.00%</c:formatCode>
                <c:ptCount val="12"/>
                <c:pt idx="0">
                  <c:v>6.3680846580666311E-3</c:v>
                </c:pt>
                <c:pt idx="1">
                  <c:v>7.0990714865230321E-3</c:v>
                </c:pt>
                <c:pt idx="2">
                  <c:v>7.1929651220235154E-3</c:v>
                </c:pt>
                <c:pt idx="3">
                  <c:v>5.0540257929592193E-3</c:v>
                </c:pt>
                <c:pt idx="4">
                  <c:v>6.1439783948012494E-3</c:v>
                </c:pt>
                <c:pt idx="5">
                  <c:v>4.6281704626511622E-3</c:v>
                </c:pt>
                <c:pt idx="6">
                  <c:v>8.4349267458025887E-3</c:v>
                </c:pt>
                <c:pt idx="7">
                  <c:v>5.5411810500767067E-3</c:v>
                </c:pt>
                <c:pt idx="8">
                  <c:v>4.9848541212733164E-3</c:v>
                </c:pt>
                <c:pt idx="9">
                  <c:v>8.4115768076662469E-3</c:v>
                </c:pt>
                <c:pt idx="10">
                  <c:v>1.2711222110741379E-2</c:v>
                </c:pt>
                <c:pt idx="11">
                  <c:v>1.0948680748518454E-2</c:v>
                </c:pt>
              </c:numCache>
            </c:numRef>
          </c:val>
          <c:smooth val="0"/>
          <c:extLst>
            <c:ext xmlns:c16="http://schemas.microsoft.com/office/drawing/2014/chart" uri="{C3380CC4-5D6E-409C-BE32-E72D297353CC}">
              <c16:uniqueId val="{00000001-E692-44E3-866C-CEED01052BA3}"/>
            </c:ext>
          </c:extLst>
        </c:ser>
        <c:dLbls>
          <c:showLegendKey val="0"/>
          <c:showVal val="0"/>
          <c:showCatName val="0"/>
          <c:showSerName val="0"/>
          <c:showPercent val="0"/>
          <c:showBubbleSize val="0"/>
        </c:dLbls>
        <c:marker val="1"/>
        <c:smooth val="0"/>
        <c:axId val="627586496"/>
        <c:axId val="1401716400"/>
      </c:lineChart>
      <c:catAx>
        <c:axId val="607121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1401720240"/>
        <c:crosses val="autoZero"/>
        <c:auto val="1"/>
        <c:lblAlgn val="ctr"/>
        <c:lblOffset val="100"/>
        <c:noMultiLvlLbl val="0"/>
      </c:catAx>
      <c:valAx>
        <c:axId val="140172024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607121568"/>
        <c:crosses val="autoZero"/>
        <c:crossBetween val="between"/>
      </c:valAx>
      <c:valAx>
        <c:axId val="1401716400"/>
        <c:scaling>
          <c:orientation val="minMax"/>
          <c:max val="1.3000000000000003E-2"/>
          <c:min val="1.0000000000000002E-3"/>
        </c:scaling>
        <c:delete val="0"/>
        <c:axPos val="r"/>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627586496"/>
        <c:crosses val="max"/>
        <c:crossBetween val="between"/>
      </c:valAx>
      <c:catAx>
        <c:axId val="627586496"/>
        <c:scaling>
          <c:orientation val="minMax"/>
        </c:scaling>
        <c:delete val="1"/>
        <c:axPos val="b"/>
        <c:numFmt formatCode="General" sourceLinked="1"/>
        <c:majorTickMark val="none"/>
        <c:minorTickMark val="none"/>
        <c:tickLblPos val="nextTo"/>
        <c:crossAx val="140171640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latin typeface="Aptos" panose="020B00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44383942789124181"/>
          <c:y val="6.2059569190200364E-2"/>
          <c:w val="0.49205801916323455"/>
          <c:h val="0.87588086161959933"/>
        </c:manualLayout>
      </c:layout>
      <c:barChart>
        <c:barDir val="bar"/>
        <c:grouping val="clustered"/>
        <c:varyColors val="0"/>
        <c:ser>
          <c:idx val="0"/>
          <c:order val="0"/>
          <c:tx>
            <c:strRef>
              <c:f>Sheet1!$B$1</c:f>
              <c:strCache>
                <c:ptCount val="1"/>
                <c:pt idx="0">
                  <c:v>Completion (%)</c:v>
                </c:pt>
              </c:strCache>
            </c:strRef>
          </c:tx>
          <c:spPr>
            <a:solidFill>
              <a:srgbClr val="002753"/>
            </a:solidFill>
            <a:ln>
              <a:noFill/>
            </a:ln>
            <a:effectLst/>
          </c:spPr>
          <c:invertIfNegative val="0"/>
          <c:dPt>
            <c:idx val="0"/>
            <c:invertIfNegative val="0"/>
            <c:bubble3D val="0"/>
            <c:spPr>
              <a:solidFill>
                <a:srgbClr val="002753"/>
              </a:solidFill>
              <a:ln>
                <a:noFill/>
              </a:ln>
              <a:effectLst/>
            </c:spPr>
            <c:extLst>
              <c:ext xmlns:c16="http://schemas.microsoft.com/office/drawing/2014/chart" uri="{C3380CC4-5D6E-409C-BE32-E72D297353CC}">
                <c16:uniqueId val="{00000001-85CC-4897-929C-799D524464B6}"/>
              </c:ext>
            </c:extLst>
          </c:dPt>
          <c:dPt>
            <c:idx val="1"/>
            <c:invertIfNegative val="0"/>
            <c:bubble3D val="0"/>
            <c:spPr>
              <a:solidFill>
                <a:srgbClr val="002753"/>
              </a:solidFill>
              <a:ln>
                <a:noFill/>
              </a:ln>
              <a:effectLst/>
            </c:spPr>
            <c:extLst>
              <c:ext xmlns:c16="http://schemas.microsoft.com/office/drawing/2014/chart" uri="{C3380CC4-5D6E-409C-BE32-E72D297353CC}">
                <c16:uniqueId val="{00000003-85CC-4897-929C-799D524464B6}"/>
              </c:ext>
            </c:extLst>
          </c:dPt>
          <c:dPt>
            <c:idx val="2"/>
            <c:invertIfNegative val="0"/>
            <c:bubble3D val="0"/>
            <c:spPr>
              <a:solidFill>
                <a:srgbClr val="002753"/>
              </a:solidFill>
              <a:ln>
                <a:noFill/>
              </a:ln>
              <a:effectLst/>
            </c:spPr>
            <c:extLst>
              <c:ext xmlns:c16="http://schemas.microsoft.com/office/drawing/2014/chart" uri="{C3380CC4-5D6E-409C-BE32-E72D297353CC}">
                <c16:uniqueId val="{00000005-85CC-4897-929C-799D524464B6}"/>
              </c:ext>
            </c:extLst>
          </c:dPt>
          <c:dPt>
            <c:idx val="3"/>
            <c:invertIfNegative val="0"/>
            <c:bubble3D val="0"/>
            <c:spPr>
              <a:solidFill>
                <a:srgbClr val="002753"/>
              </a:solidFill>
              <a:ln>
                <a:noFill/>
              </a:ln>
              <a:effectLst/>
            </c:spPr>
            <c:extLst>
              <c:ext xmlns:c16="http://schemas.microsoft.com/office/drawing/2014/chart" uri="{C3380CC4-5D6E-409C-BE32-E72D297353CC}">
                <c16:uniqueId val="{00000007-85CC-4897-929C-799D524464B6}"/>
              </c:ext>
            </c:extLst>
          </c:dPt>
          <c:dPt>
            <c:idx val="4"/>
            <c:invertIfNegative val="0"/>
            <c:bubble3D val="0"/>
            <c:spPr>
              <a:solidFill>
                <a:srgbClr val="002753"/>
              </a:solidFill>
              <a:ln>
                <a:noFill/>
              </a:ln>
              <a:effectLst/>
            </c:spPr>
            <c:extLst>
              <c:ext xmlns:c16="http://schemas.microsoft.com/office/drawing/2014/chart" uri="{C3380CC4-5D6E-409C-BE32-E72D297353CC}">
                <c16:uniqueId val="{00000009-85CC-4897-929C-799D524464B6}"/>
              </c:ext>
            </c:extLst>
          </c:dPt>
          <c:dPt>
            <c:idx val="5"/>
            <c:invertIfNegative val="0"/>
            <c:bubble3D val="0"/>
            <c:spPr>
              <a:solidFill>
                <a:srgbClr val="002753"/>
              </a:solidFill>
              <a:ln>
                <a:noFill/>
              </a:ln>
              <a:effectLst/>
            </c:spPr>
            <c:extLst>
              <c:ext xmlns:c16="http://schemas.microsoft.com/office/drawing/2014/chart" uri="{C3380CC4-5D6E-409C-BE32-E72D297353CC}">
                <c16:uniqueId val="{0000000B-85CC-4897-929C-799D524464B6}"/>
              </c:ext>
            </c:extLst>
          </c:dPt>
          <c:dPt>
            <c:idx val="6"/>
            <c:invertIfNegative val="0"/>
            <c:bubble3D val="0"/>
            <c:spPr>
              <a:solidFill>
                <a:srgbClr val="002753"/>
              </a:solidFill>
              <a:ln>
                <a:noFill/>
              </a:ln>
              <a:effectLst/>
            </c:spPr>
            <c:extLst>
              <c:ext xmlns:c16="http://schemas.microsoft.com/office/drawing/2014/chart" uri="{C3380CC4-5D6E-409C-BE32-E72D297353CC}">
                <c16:uniqueId val="{0000000D-85CC-4897-929C-799D524464B6}"/>
              </c:ext>
            </c:extLst>
          </c:dPt>
          <c:dLbls>
            <c:numFmt formatCode="0.00&quot;%&quot;" sourceLinked="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Consent-based Aadhaar linking with RoR</c:v>
                </c:pt>
                <c:pt idx="1">
                  <c:v>Survey and resurvey</c:v>
                </c:pt>
                <c:pt idx="2">
                  <c:v>Modern record rooms (of sanctioned)</c:v>
                </c:pt>
                <c:pt idx="3">
                  <c:v>Computerisation of revenue courts</c:v>
                </c:pt>
                <c:pt idx="4">
                  <c:v>Digitisation of map sheets / FMBs / Tippans</c:v>
                </c:pt>
                <c:pt idx="5">
                  <c:v>Computerisation of records of rights</c:v>
                </c:pt>
              </c:strCache>
            </c:strRef>
          </c:cat>
          <c:val>
            <c:numRef>
              <c:f>Sheet1!$B$2:$B$7</c:f>
              <c:numCache>
                <c:formatCode>General</c:formatCode>
                <c:ptCount val="6"/>
                <c:pt idx="1">
                  <c:v>0.36</c:v>
                </c:pt>
                <c:pt idx="2">
                  <c:v>32.93</c:v>
                </c:pt>
                <c:pt idx="3">
                  <c:v>66.930000000000007</c:v>
                </c:pt>
                <c:pt idx="4">
                  <c:v>97.73</c:v>
                </c:pt>
                <c:pt idx="5">
                  <c:v>99.23</c:v>
                </c:pt>
              </c:numCache>
            </c:numRef>
          </c:val>
          <c:extLst>
            <c:ext xmlns:c16="http://schemas.microsoft.com/office/drawing/2014/chart" uri="{C3380CC4-5D6E-409C-BE32-E72D297353CC}">
              <c16:uniqueId val="{0000000E-85CC-4897-929C-799D524464B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1200" b="0" i="0" u="none" strike="noStrike" kern="1200" baseline="0">
                <a:solidFill>
                  <a:schemeClr val="tx1"/>
                </a:solidFill>
                <a:latin typeface="Aptos" panose="020B0004020202020204" pitchFamily="34" charset="0"/>
                <a:ea typeface="+mn-ea"/>
                <a:cs typeface="+mn-cs"/>
              </a:defRPr>
            </a:pPr>
            <a:endParaRPr lang="en-US"/>
          </a:p>
        </c:txPr>
        <c:crossAx val="2094734552"/>
        <c:crosses val="autoZero"/>
        <c:auto val="1"/>
        <c:lblAlgn val="ctr"/>
        <c:lblOffset val="100"/>
        <c:noMultiLvlLbl val="1"/>
      </c:catAx>
      <c:valAx>
        <c:axId val="2094734552"/>
        <c:scaling>
          <c:orientation val="minMax"/>
          <c:max val="110"/>
          <c:min val="0"/>
        </c:scaling>
        <c:delete val="1"/>
        <c:axPos val="b"/>
        <c:numFmt formatCode="General" sourceLinked="0"/>
        <c:majorTickMark val="out"/>
        <c:minorTickMark val="none"/>
        <c:tickLblPos val="low"/>
        <c:crossAx val="2094734554"/>
        <c:crosses val="autoZero"/>
        <c:crossBetween val="between"/>
        <c:majorUnit val="25"/>
      </c:valAx>
      <c:spPr>
        <a:noFill/>
        <a:ln>
          <a:noFill/>
        </a:ln>
        <a:effectLst/>
      </c:spPr>
    </c:plotArea>
    <c:plotVisOnly val="1"/>
    <c:dispBlanksAs val="span"/>
    <c:showDLblsOverMax val="1"/>
  </c:chart>
  <c:spPr>
    <a:noFill/>
    <a:ln w="9525" cap="flat" cmpd="sng" algn="ctr">
      <a:noFill/>
      <a:prstDash val="solid"/>
    </a:ln>
    <a:effectLst/>
  </c:spPr>
  <c:txPr>
    <a:bodyPr/>
    <a:lstStyle/>
    <a:p>
      <a:pPr>
        <a:defRPr>
          <a:solidFill>
            <a:schemeClr val="tx1"/>
          </a:solidFill>
        </a:defRPr>
      </a:pPr>
      <a:endParaRPr lang="en-US"/>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1</cdr:x>
      <cdr:y>0</cdr:y>
    </cdr:from>
    <cdr:to>
      <cdr:x>1</cdr:x>
      <cdr:y>1</cdr:y>
    </cdr:to>
    <cdr:cxnSp macro="">
      <cdr:nvCxnSpPr>
        <cdr:cNvPr id="2" name="Straight Connector 1">
          <a:extLst xmlns:a="http://schemas.openxmlformats.org/drawingml/2006/main">
            <a:ext uri="{FF2B5EF4-FFF2-40B4-BE49-F238E27FC236}">
              <a16:creationId xmlns:a16="http://schemas.microsoft.com/office/drawing/2014/main" id="{AAB6EE4B-3C27-8DAB-E007-34BDFDF0ECAE}"/>
            </a:ext>
          </a:extLst>
        </cdr:cNvPr>
        <cdr:cNvCxnSpPr>
          <a:cxnSpLocks xmlns:a="http://schemas.openxmlformats.org/drawingml/2006/main"/>
        </cdr:cNvCxnSpPr>
      </cdr:nvCxnSpPr>
      <cdr:spPr>
        <a:xfrm xmlns:a="http://schemas.openxmlformats.org/drawingml/2006/main">
          <a:off x="5745481" y="-2842428"/>
          <a:ext cx="0" cy="3091647"/>
        </a:xfrm>
        <a:prstGeom xmlns:a="http://schemas.openxmlformats.org/drawingml/2006/main" prst="line">
          <a:avLst/>
        </a:prstGeom>
        <a:ln xmlns:a="http://schemas.openxmlformats.org/drawingml/2006/main" w="22225">
          <a:solidFill>
            <a:schemeClr val="bg1">
              <a:lumMod val="50000"/>
            </a:schemeClr>
          </a:solidFill>
          <a:prstDash val="sysDot"/>
          <a:headEnd type="oval"/>
          <a:tailEnd type="ova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BDF590-7A5A-4511-BBF3-B044637D5952}" type="datetimeFigureOut">
              <a:rPr lang="en-IN" smtClean="0"/>
              <a:t>07-09-2026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8751AD-FEC6-4CCF-B122-595974D3ED11}" type="slidenum">
              <a:rPr lang="en-IN" smtClean="0"/>
              <a:t>‹#›</a:t>
            </a:fld>
            <a:endParaRPr lang="en-IN"/>
          </a:p>
        </p:txBody>
      </p:sp>
    </p:spTree>
    <p:extLst>
      <p:ext uri="{BB962C8B-B14F-4D97-AF65-F5344CB8AC3E}">
        <p14:creationId xmlns:p14="http://schemas.microsoft.com/office/powerpoint/2010/main" val="2318117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D7451-2887-8606-4836-293B3D90F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62074-45C1-C7E1-B0DD-5A34870EE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7C4D7C-274E-8D43-70E9-12949C4D4AB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5F80251-12F6-B499-A702-3ADD8AAFEC79}"/>
              </a:ext>
            </a:extLst>
          </p:cNvPr>
          <p:cNvSpPr>
            <a:spLocks noGrp="1"/>
          </p:cNvSpPr>
          <p:nvPr>
            <p:ph type="sldNum" sz="quarter" idx="5"/>
          </p:nvPr>
        </p:nvSpPr>
        <p:spPr/>
        <p:txBody>
          <a:bodyPr/>
          <a:lstStyle/>
          <a:p>
            <a:fld id="{A28751AD-FEC6-4CCF-B122-595974D3ED11}" type="slidenum">
              <a:rPr lang="en-IN" smtClean="0"/>
              <a:t>13</a:t>
            </a:fld>
            <a:endParaRPr lang="en-IN"/>
          </a:p>
        </p:txBody>
      </p:sp>
    </p:spTree>
    <p:extLst>
      <p:ext uri="{BB962C8B-B14F-4D97-AF65-F5344CB8AC3E}">
        <p14:creationId xmlns:p14="http://schemas.microsoft.com/office/powerpoint/2010/main" val="3812446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53447-79D5-31EE-2BF1-D3E9B200B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68A722-BE68-A935-0BF0-DCB4F8C9A7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69CA66-9E62-1AA9-0B76-F54BF13ABF4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1BBA1D2-40E2-8D44-DDBD-65412469DFD4}"/>
              </a:ext>
            </a:extLst>
          </p:cNvPr>
          <p:cNvSpPr>
            <a:spLocks noGrp="1"/>
          </p:cNvSpPr>
          <p:nvPr>
            <p:ph type="sldNum" sz="quarter" idx="5"/>
          </p:nvPr>
        </p:nvSpPr>
        <p:spPr/>
        <p:txBody>
          <a:bodyPr/>
          <a:lstStyle/>
          <a:p>
            <a:fld id="{A28751AD-FEC6-4CCF-B122-595974D3ED11}" type="slidenum">
              <a:rPr lang="en-IN" smtClean="0"/>
              <a:t>14</a:t>
            </a:fld>
            <a:endParaRPr lang="en-IN"/>
          </a:p>
        </p:txBody>
      </p:sp>
    </p:spTree>
    <p:extLst>
      <p:ext uri="{BB962C8B-B14F-4D97-AF65-F5344CB8AC3E}">
        <p14:creationId xmlns:p14="http://schemas.microsoft.com/office/powerpoint/2010/main" val="3979928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CA116-02EF-2E65-7FDD-BCB2DF8C6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32C5E-F65E-6C2F-8C4C-665EE15EE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4F6CF-1D8A-B9EB-C63B-E79C908E9C5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54D75E0-567E-8A6C-60C7-4250559086A3}"/>
              </a:ext>
            </a:extLst>
          </p:cNvPr>
          <p:cNvSpPr>
            <a:spLocks noGrp="1"/>
          </p:cNvSpPr>
          <p:nvPr>
            <p:ph type="sldNum" sz="quarter" idx="5"/>
          </p:nvPr>
        </p:nvSpPr>
        <p:spPr/>
        <p:txBody>
          <a:bodyPr/>
          <a:lstStyle/>
          <a:p>
            <a:fld id="{A28751AD-FEC6-4CCF-B122-595974D3ED11}" type="slidenum">
              <a:rPr lang="en-IN" smtClean="0"/>
              <a:t>15</a:t>
            </a:fld>
            <a:endParaRPr lang="en-IN"/>
          </a:p>
        </p:txBody>
      </p:sp>
    </p:spTree>
    <p:extLst>
      <p:ext uri="{BB962C8B-B14F-4D97-AF65-F5344CB8AC3E}">
        <p14:creationId xmlns:p14="http://schemas.microsoft.com/office/powerpoint/2010/main" val="1858024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927F-BE04-8C75-6BFC-5CBBC4CAB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7F5389-C8A3-31C3-B466-D1BAA69DC6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AE6113-BCA0-54FF-2A87-3917B8BC92F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3CCA478-8ADB-5632-E86E-4E18A8B6D815}"/>
              </a:ext>
            </a:extLst>
          </p:cNvPr>
          <p:cNvSpPr>
            <a:spLocks noGrp="1"/>
          </p:cNvSpPr>
          <p:nvPr>
            <p:ph type="sldNum" sz="quarter" idx="5"/>
          </p:nvPr>
        </p:nvSpPr>
        <p:spPr/>
        <p:txBody>
          <a:bodyPr/>
          <a:lstStyle/>
          <a:p>
            <a:fld id="{A28751AD-FEC6-4CCF-B122-595974D3ED11}" type="slidenum">
              <a:rPr lang="en-IN" smtClean="0"/>
              <a:t>16</a:t>
            </a:fld>
            <a:endParaRPr lang="en-IN"/>
          </a:p>
        </p:txBody>
      </p:sp>
    </p:spTree>
    <p:extLst>
      <p:ext uri="{BB962C8B-B14F-4D97-AF65-F5344CB8AC3E}">
        <p14:creationId xmlns:p14="http://schemas.microsoft.com/office/powerpoint/2010/main" val="2003730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A6D44-B9F5-46D3-85C2-3E7959879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EE237-A5DD-0132-3404-49FF46F68B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ACD5E-6B93-CD4D-868E-DC47ED81B58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51F79E8-E47A-F6C8-6084-B90408E4B275}"/>
              </a:ext>
            </a:extLst>
          </p:cNvPr>
          <p:cNvSpPr>
            <a:spLocks noGrp="1"/>
          </p:cNvSpPr>
          <p:nvPr>
            <p:ph type="sldNum" sz="quarter" idx="5"/>
          </p:nvPr>
        </p:nvSpPr>
        <p:spPr/>
        <p:txBody>
          <a:bodyPr/>
          <a:lstStyle/>
          <a:p>
            <a:fld id="{A28751AD-FEC6-4CCF-B122-595974D3ED11}" type="slidenum">
              <a:rPr lang="en-IN" smtClean="0"/>
              <a:t>17</a:t>
            </a:fld>
            <a:endParaRPr lang="en-IN"/>
          </a:p>
        </p:txBody>
      </p:sp>
    </p:spTree>
    <p:extLst>
      <p:ext uri="{BB962C8B-B14F-4D97-AF65-F5344CB8AC3E}">
        <p14:creationId xmlns:p14="http://schemas.microsoft.com/office/powerpoint/2010/main" val="1071069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04B02-C3F4-C25A-65D6-B7C199316B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3CE6C-6B88-9E12-1539-65746FF263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D88682-E376-0B90-E2A0-AA9E6954052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8C0733C-59F8-CBCC-721A-C34BEA70A66E}"/>
              </a:ext>
            </a:extLst>
          </p:cNvPr>
          <p:cNvSpPr>
            <a:spLocks noGrp="1"/>
          </p:cNvSpPr>
          <p:nvPr>
            <p:ph type="sldNum" sz="quarter" idx="5"/>
          </p:nvPr>
        </p:nvSpPr>
        <p:spPr/>
        <p:txBody>
          <a:bodyPr/>
          <a:lstStyle/>
          <a:p>
            <a:fld id="{A28751AD-FEC6-4CCF-B122-595974D3ED11}" type="slidenum">
              <a:rPr lang="en-IN" smtClean="0"/>
              <a:t>18</a:t>
            </a:fld>
            <a:endParaRPr lang="en-IN"/>
          </a:p>
        </p:txBody>
      </p:sp>
    </p:spTree>
    <p:extLst>
      <p:ext uri="{BB962C8B-B14F-4D97-AF65-F5344CB8AC3E}">
        <p14:creationId xmlns:p14="http://schemas.microsoft.com/office/powerpoint/2010/main" val="443593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8368B-3FB3-D1F8-3536-95DCF5384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8999C-568E-2DA2-B1C7-F3704747DD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4E291-E4C7-45C9-2537-C7D64F5D60C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8B83FBF-FC1E-D1A3-06B3-8AA4553A57AE}"/>
              </a:ext>
            </a:extLst>
          </p:cNvPr>
          <p:cNvSpPr>
            <a:spLocks noGrp="1"/>
          </p:cNvSpPr>
          <p:nvPr>
            <p:ph type="sldNum" sz="quarter" idx="5"/>
          </p:nvPr>
        </p:nvSpPr>
        <p:spPr/>
        <p:txBody>
          <a:bodyPr/>
          <a:lstStyle/>
          <a:p>
            <a:fld id="{A28751AD-FEC6-4CCF-B122-595974D3ED11}" type="slidenum">
              <a:rPr lang="en-IN" smtClean="0"/>
              <a:t>21</a:t>
            </a:fld>
            <a:endParaRPr lang="en-IN"/>
          </a:p>
        </p:txBody>
      </p:sp>
    </p:spTree>
    <p:extLst>
      <p:ext uri="{BB962C8B-B14F-4D97-AF65-F5344CB8AC3E}">
        <p14:creationId xmlns:p14="http://schemas.microsoft.com/office/powerpoint/2010/main" val="2367501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0AC2D-192F-7131-72A6-41A24627E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656A57-0CA2-4498-7ADA-8D10AC07AC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78AD8-DD7F-F782-96F2-D1A25D3CA90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6536CD1-5A5A-FC8E-224F-F6C7D2537C35}"/>
              </a:ext>
            </a:extLst>
          </p:cNvPr>
          <p:cNvSpPr>
            <a:spLocks noGrp="1"/>
          </p:cNvSpPr>
          <p:nvPr>
            <p:ph type="sldNum" sz="quarter" idx="5"/>
          </p:nvPr>
        </p:nvSpPr>
        <p:spPr/>
        <p:txBody>
          <a:bodyPr/>
          <a:lstStyle/>
          <a:p>
            <a:fld id="{A28751AD-FEC6-4CCF-B122-595974D3ED11}" type="slidenum">
              <a:rPr lang="en-IN" smtClean="0"/>
              <a:t>24</a:t>
            </a:fld>
            <a:endParaRPr lang="en-IN"/>
          </a:p>
        </p:txBody>
      </p:sp>
    </p:spTree>
    <p:extLst>
      <p:ext uri="{BB962C8B-B14F-4D97-AF65-F5344CB8AC3E}">
        <p14:creationId xmlns:p14="http://schemas.microsoft.com/office/powerpoint/2010/main" val="3576415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62678-29C5-0A1C-5C4D-57D461330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894D2-E33E-9168-47C1-F224479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FE51F8-F2F3-5F47-612E-E58E9C1CCF9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16DF4FE-D0EB-9B9E-D9BC-56B6598F2967}"/>
              </a:ext>
            </a:extLst>
          </p:cNvPr>
          <p:cNvSpPr>
            <a:spLocks noGrp="1"/>
          </p:cNvSpPr>
          <p:nvPr>
            <p:ph type="sldNum" sz="quarter" idx="5"/>
          </p:nvPr>
        </p:nvSpPr>
        <p:spPr/>
        <p:txBody>
          <a:bodyPr/>
          <a:lstStyle/>
          <a:p>
            <a:fld id="{A28751AD-FEC6-4CCF-B122-595974D3ED11}" type="slidenum">
              <a:rPr lang="en-IN" smtClean="0"/>
              <a:t>25</a:t>
            </a:fld>
            <a:endParaRPr lang="en-IN"/>
          </a:p>
        </p:txBody>
      </p:sp>
    </p:spTree>
    <p:extLst>
      <p:ext uri="{BB962C8B-B14F-4D97-AF65-F5344CB8AC3E}">
        <p14:creationId xmlns:p14="http://schemas.microsoft.com/office/powerpoint/2010/main" val="4053602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FC8A1-63AF-450B-4A5B-FDEB09D1E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39876-FF1B-3DD7-C59D-22C660D6E0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87E846-BDD4-D70D-ABDE-94F8B753B8D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7CCA74D-1BFD-E6DB-FFB7-773699B67B39}"/>
              </a:ext>
            </a:extLst>
          </p:cNvPr>
          <p:cNvSpPr>
            <a:spLocks noGrp="1"/>
          </p:cNvSpPr>
          <p:nvPr>
            <p:ph type="sldNum" sz="quarter" idx="5"/>
          </p:nvPr>
        </p:nvSpPr>
        <p:spPr/>
        <p:txBody>
          <a:bodyPr/>
          <a:lstStyle/>
          <a:p>
            <a:fld id="{A28751AD-FEC6-4CCF-B122-595974D3ED11}" type="slidenum">
              <a:rPr lang="en-IN" smtClean="0"/>
              <a:t>26</a:t>
            </a:fld>
            <a:endParaRPr lang="en-IN"/>
          </a:p>
        </p:txBody>
      </p:sp>
    </p:spTree>
    <p:extLst>
      <p:ext uri="{BB962C8B-B14F-4D97-AF65-F5344CB8AC3E}">
        <p14:creationId xmlns:p14="http://schemas.microsoft.com/office/powerpoint/2010/main" val="35369036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7D3AE-7825-D918-B764-3257D6023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359167-6A99-23E8-58FC-65B13A6E9A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FD49D5-2E87-FDA8-E939-0B44444DFEB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DA1C4C8-5661-9FA5-FB5F-121AD3DA84A2}"/>
              </a:ext>
            </a:extLst>
          </p:cNvPr>
          <p:cNvSpPr>
            <a:spLocks noGrp="1"/>
          </p:cNvSpPr>
          <p:nvPr>
            <p:ph type="sldNum" sz="quarter" idx="5"/>
          </p:nvPr>
        </p:nvSpPr>
        <p:spPr/>
        <p:txBody>
          <a:bodyPr/>
          <a:lstStyle/>
          <a:p>
            <a:fld id="{A28751AD-FEC6-4CCF-B122-595974D3ED11}" type="slidenum">
              <a:rPr lang="en-IN" smtClean="0"/>
              <a:t>27</a:t>
            </a:fld>
            <a:endParaRPr lang="en-IN"/>
          </a:p>
        </p:txBody>
      </p:sp>
    </p:spTree>
    <p:extLst>
      <p:ext uri="{BB962C8B-B14F-4D97-AF65-F5344CB8AC3E}">
        <p14:creationId xmlns:p14="http://schemas.microsoft.com/office/powerpoint/2010/main" val="1616903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D8371-66BB-3CF6-3F4E-2F407D0E5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9BEC8-C39B-A650-29FD-5BC00F3C9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5C7C0-E0CD-E399-197F-D4F01FB39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23B884B-020E-F524-586F-297B29E32636}"/>
              </a:ext>
            </a:extLst>
          </p:cNvPr>
          <p:cNvSpPr>
            <a:spLocks noGrp="1"/>
          </p:cNvSpPr>
          <p:nvPr>
            <p:ph type="sldNum" sz="quarter" idx="5"/>
          </p:nvPr>
        </p:nvSpPr>
        <p:spPr/>
        <p:txBody>
          <a:bodyPr/>
          <a:lstStyle/>
          <a:p>
            <a:fld id="{A28751AD-FEC6-4CCF-B122-595974D3ED11}" type="slidenum">
              <a:rPr lang="en-IN" smtClean="0"/>
              <a:t>29</a:t>
            </a:fld>
            <a:endParaRPr lang="en-IN"/>
          </a:p>
        </p:txBody>
      </p:sp>
    </p:spTree>
    <p:extLst>
      <p:ext uri="{BB962C8B-B14F-4D97-AF65-F5344CB8AC3E}">
        <p14:creationId xmlns:p14="http://schemas.microsoft.com/office/powerpoint/2010/main" val="4057410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2DD57-3C3D-6A63-C1C4-0500AD2EE2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5C524-7CAF-5416-38AE-AA3091044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0B4B7-6233-EF5E-9428-F5295A95DD4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A9F68F9-48CA-4C44-5C74-2E80C4062219}"/>
              </a:ext>
            </a:extLst>
          </p:cNvPr>
          <p:cNvSpPr>
            <a:spLocks noGrp="1"/>
          </p:cNvSpPr>
          <p:nvPr>
            <p:ph type="sldNum" sz="quarter" idx="5"/>
          </p:nvPr>
        </p:nvSpPr>
        <p:spPr/>
        <p:txBody>
          <a:bodyPr/>
          <a:lstStyle/>
          <a:p>
            <a:fld id="{A28751AD-FEC6-4CCF-B122-595974D3ED11}" type="slidenum">
              <a:rPr lang="en-IN" smtClean="0"/>
              <a:t>30</a:t>
            </a:fld>
            <a:endParaRPr lang="en-IN"/>
          </a:p>
        </p:txBody>
      </p:sp>
    </p:spTree>
    <p:extLst>
      <p:ext uri="{BB962C8B-B14F-4D97-AF65-F5344CB8AC3E}">
        <p14:creationId xmlns:p14="http://schemas.microsoft.com/office/powerpoint/2010/main" val="2623718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147FE-42EF-1524-4FE1-327302727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18C31-9878-40B2-251D-316BB86605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837295-D6CF-6071-A5CE-D31A344CB0C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EF376BD-143A-AF53-6856-66191059B17B}"/>
              </a:ext>
            </a:extLst>
          </p:cNvPr>
          <p:cNvSpPr>
            <a:spLocks noGrp="1"/>
          </p:cNvSpPr>
          <p:nvPr>
            <p:ph type="sldNum" sz="quarter" idx="5"/>
          </p:nvPr>
        </p:nvSpPr>
        <p:spPr/>
        <p:txBody>
          <a:bodyPr/>
          <a:lstStyle/>
          <a:p>
            <a:fld id="{A28751AD-FEC6-4CCF-B122-595974D3ED11}" type="slidenum">
              <a:rPr lang="en-IN" smtClean="0"/>
              <a:t>31</a:t>
            </a:fld>
            <a:endParaRPr lang="en-IN"/>
          </a:p>
        </p:txBody>
      </p:sp>
    </p:spTree>
    <p:extLst>
      <p:ext uri="{BB962C8B-B14F-4D97-AF65-F5344CB8AC3E}">
        <p14:creationId xmlns:p14="http://schemas.microsoft.com/office/powerpoint/2010/main" val="3088660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DB5CD-4670-9560-F8C1-D6A7DBF19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0FC1D-9978-9992-9DBC-E20610E3FD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CA0E05-E677-0708-FDFF-4CE6CAF801D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64B9533-9F54-C98D-15CC-078B0453B0B4}"/>
              </a:ext>
            </a:extLst>
          </p:cNvPr>
          <p:cNvSpPr>
            <a:spLocks noGrp="1"/>
          </p:cNvSpPr>
          <p:nvPr>
            <p:ph type="sldNum" sz="quarter" idx="5"/>
          </p:nvPr>
        </p:nvSpPr>
        <p:spPr/>
        <p:txBody>
          <a:bodyPr/>
          <a:lstStyle/>
          <a:p>
            <a:fld id="{A28751AD-FEC6-4CCF-B122-595974D3ED11}" type="slidenum">
              <a:rPr lang="en-IN" smtClean="0"/>
              <a:t>32</a:t>
            </a:fld>
            <a:endParaRPr lang="en-IN"/>
          </a:p>
        </p:txBody>
      </p:sp>
    </p:spTree>
    <p:extLst>
      <p:ext uri="{BB962C8B-B14F-4D97-AF65-F5344CB8AC3E}">
        <p14:creationId xmlns:p14="http://schemas.microsoft.com/office/powerpoint/2010/main" val="143615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41342-C854-6FD6-AE5D-DD5E5A086D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9AF0C-EE33-F5B1-6846-BD488CFDC1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172455-C57F-C742-9341-0090C21D0BC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18E0BA6-14C2-3656-5623-C4720D36E758}"/>
              </a:ext>
            </a:extLst>
          </p:cNvPr>
          <p:cNvSpPr>
            <a:spLocks noGrp="1"/>
          </p:cNvSpPr>
          <p:nvPr>
            <p:ph type="sldNum" sz="quarter" idx="5"/>
          </p:nvPr>
        </p:nvSpPr>
        <p:spPr/>
        <p:txBody>
          <a:bodyPr/>
          <a:lstStyle/>
          <a:p>
            <a:fld id="{A28751AD-FEC6-4CCF-B122-595974D3ED11}" type="slidenum">
              <a:rPr lang="en-IN" smtClean="0"/>
              <a:t>33</a:t>
            </a:fld>
            <a:endParaRPr lang="en-IN"/>
          </a:p>
        </p:txBody>
      </p:sp>
    </p:spTree>
    <p:extLst>
      <p:ext uri="{BB962C8B-B14F-4D97-AF65-F5344CB8AC3E}">
        <p14:creationId xmlns:p14="http://schemas.microsoft.com/office/powerpoint/2010/main" val="993846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EFB9D-A827-90AF-8A10-ACC4AACF0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47FD0E-0C4C-2902-7142-745E09D233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FD4F9-BDB1-E14D-D19B-3D531808ABD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8D01868-ED15-D464-FD77-64BA7267E1BD}"/>
              </a:ext>
            </a:extLst>
          </p:cNvPr>
          <p:cNvSpPr>
            <a:spLocks noGrp="1"/>
          </p:cNvSpPr>
          <p:nvPr>
            <p:ph type="sldNum" sz="quarter" idx="5"/>
          </p:nvPr>
        </p:nvSpPr>
        <p:spPr/>
        <p:txBody>
          <a:bodyPr/>
          <a:lstStyle/>
          <a:p>
            <a:fld id="{A28751AD-FEC6-4CCF-B122-595974D3ED11}" type="slidenum">
              <a:rPr lang="en-IN" smtClean="0"/>
              <a:t>35</a:t>
            </a:fld>
            <a:endParaRPr lang="en-IN"/>
          </a:p>
        </p:txBody>
      </p:sp>
    </p:spTree>
    <p:extLst>
      <p:ext uri="{BB962C8B-B14F-4D97-AF65-F5344CB8AC3E}">
        <p14:creationId xmlns:p14="http://schemas.microsoft.com/office/powerpoint/2010/main" val="40495539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950F3-52D1-4145-E13B-00ACB87F3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DFC8A-D236-4652-B6A1-0B53A0163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671AE0-5EF8-08AA-8FD9-7E744CB2E26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B5BDE18-7C9F-B27F-B8CC-09A862F2B97A}"/>
              </a:ext>
            </a:extLst>
          </p:cNvPr>
          <p:cNvSpPr>
            <a:spLocks noGrp="1"/>
          </p:cNvSpPr>
          <p:nvPr>
            <p:ph type="sldNum" sz="quarter" idx="5"/>
          </p:nvPr>
        </p:nvSpPr>
        <p:spPr/>
        <p:txBody>
          <a:bodyPr/>
          <a:lstStyle/>
          <a:p>
            <a:fld id="{A28751AD-FEC6-4CCF-B122-595974D3ED11}" type="slidenum">
              <a:rPr lang="en-IN" smtClean="0"/>
              <a:t>37</a:t>
            </a:fld>
            <a:endParaRPr lang="en-IN"/>
          </a:p>
        </p:txBody>
      </p:sp>
    </p:spTree>
    <p:extLst>
      <p:ext uri="{BB962C8B-B14F-4D97-AF65-F5344CB8AC3E}">
        <p14:creationId xmlns:p14="http://schemas.microsoft.com/office/powerpoint/2010/main" val="2378161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63116-3455-C763-20E9-7FBD9CA6D8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6043F8F-48E3-820B-8098-4637D3CC68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6279238-0390-DA77-C2F4-F17A7F20EE29}"/>
              </a:ext>
            </a:extLst>
          </p:cNvPr>
          <p:cNvSpPr>
            <a:spLocks noGrp="1"/>
          </p:cNvSpPr>
          <p:nvPr>
            <p:ph type="dt" sz="half" idx="10"/>
          </p:nvPr>
        </p:nvSpPr>
        <p:spPr/>
        <p:txBody>
          <a:bodyPr/>
          <a:lstStyle/>
          <a:p>
            <a:fld id="{9C34513E-C52A-4D00-91BC-832D4DED1021}" type="datetimeFigureOut">
              <a:rPr lang="en-IN" smtClean="0"/>
              <a:t>07-09-2026</a:t>
            </a:fld>
            <a:endParaRPr lang="en-IN"/>
          </a:p>
        </p:txBody>
      </p:sp>
      <p:sp>
        <p:nvSpPr>
          <p:cNvPr id="5" name="Footer Placeholder 4">
            <a:extLst>
              <a:ext uri="{FF2B5EF4-FFF2-40B4-BE49-F238E27FC236}">
                <a16:creationId xmlns:a16="http://schemas.microsoft.com/office/drawing/2014/main" id="{D1C2C29C-6CDA-5A52-2639-D2B04397A5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4B7A37-7B91-0C45-9D7E-F10AC6FAEC2E}"/>
              </a:ext>
            </a:extLst>
          </p:cNvPr>
          <p:cNvSpPr>
            <a:spLocks noGrp="1"/>
          </p:cNvSpPr>
          <p:nvPr>
            <p:ph type="sldNum" sz="quarter" idx="12"/>
          </p:nvPr>
        </p:nvSpPr>
        <p:spPr/>
        <p:txBody>
          <a:bodyPr/>
          <a:lstStyle/>
          <a:p>
            <a:fld id="{E15D60B9-D0E7-4CD5-9531-2F4852BB5225}" type="slidenum">
              <a:rPr lang="en-IN" smtClean="0"/>
              <a:t>‹#›</a:t>
            </a:fld>
            <a:endParaRPr lang="en-IN"/>
          </a:p>
        </p:txBody>
      </p:sp>
    </p:spTree>
    <p:extLst>
      <p:ext uri="{BB962C8B-B14F-4D97-AF65-F5344CB8AC3E}">
        <p14:creationId xmlns:p14="http://schemas.microsoft.com/office/powerpoint/2010/main" val="2549055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26B31-8498-1342-FD00-CEDE2E40F2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C33196-3126-6104-99E4-15F97823FF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AF4A83-723E-2358-6345-3B4CCC6CB28C}"/>
              </a:ext>
            </a:extLst>
          </p:cNvPr>
          <p:cNvSpPr>
            <a:spLocks noGrp="1"/>
          </p:cNvSpPr>
          <p:nvPr>
            <p:ph type="dt" sz="half" idx="10"/>
          </p:nvPr>
        </p:nvSpPr>
        <p:spPr/>
        <p:txBody>
          <a:bodyPr/>
          <a:lstStyle/>
          <a:p>
            <a:fld id="{9C34513E-C52A-4D00-91BC-832D4DED1021}" type="datetimeFigureOut">
              <a:rPr lang="en-IN" smtClean="0"/>
              <a:t>07-09-2026</a:t>
            </a:fld>
            <a:endParaRPr lang="en-IN"/>
          </a:p>
        </p:txBody>
      </p:sp>
      <p:sp>
        <p:nvSpPr>
          <p:cNvPr id="5" name="Footer Placeholder 4">
            <a:extLst>
              <a:ext uri="{FF2B5EF4-FFF2-40B4-BE49-F238E27FC236}">
                <a16:creationId xmlns:a16="http://schemas.microsoft.com/office/drawing/2014/main" id="{60F26C75-E052-8E52-134D-AF9DECD724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77CD16-F0B7-CB3E-4457-F2B65AFC0DB4}"/>
              </a:ext>
            </a:extLst>
          </p:cNvPr>
          <p:cNvSpPr>
            <a:spLocks noGrp="1"/>
          </p:cNvSpPr>
          <p:nvPr>
            <p:ph type="sldNum" sz="quarter" idx="12"/>
          </p:nvPr>
        </p:nvSpPr>
        <p:spPr/>
        <p:txBody>
          <a:bodyPr/>
          <a:lstStyle/>
          <a:p>
            <a:fld id="{E15D60B9-D0E7-4CD5-9531-2F4852BB5225}" type="slidenum">
              <a:rPr lang="en-IN" smtClean="0"/>
              <a:t>‹#›</a:t>
            </a:fld>
            <a:endParaRPr lang="en-IN"/>
          </a:p>
        </p:txBody>
      </p:sp>
    </p:spTree>
    <p:extLst>
      <p:ext uri="{BB962C8B-B14F-4D97-AF65-F5344CB8AC3E}">
        <p14:creationId xmlns:p14="http://schemas.microsoft.com/office/powerpoint/2010/main" val="984637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56CA1-98A9-ED5F-F752-2A75A7090D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1F2FB62-428F-A90D-593B-3269FC4542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1BAFC2-7186-0313-A312-D7E43C43BCDA}"/>
              </a:ext>
            </a:extLst>
          </p:cNvPr>
          <p:cNvSpPr>
            <a:spLocks noGrp="1"/>
          </p:cNvSpPr>
          <p:nvPr>
            <p:ph type="dt" sz="half" idx="10"/>
          </p:nvPr>
        </p:nvSpPr>
        <p:spPr/>
        <p:txBody>
          <a:bodyPr/>
          <a:lstStyle/>
          <a:p>
            <a:fld id="{9C34513E-C52A-4D00-91BC-832D4DED1021}" type="datetimeFigureOut">
              <a:rPr lang="en-IN" smtClean="0"/>
              <a:t>07-09-2026</a:t>
            </a:fld>
            <a:endParaRPr lang="en-IN"/>
          </a:p>
        </p:txBody>
      </p:sp>
      <p:sp>
        <p:nvSpPr>
          <p:cNvPr id="5" name="Footer Placeholder 4">
            <a:extLst>
              <a:ext uri="{FF2B5EF4-FFF2-40B4-BE49-F238E27FC236}">
                <a16:creationId xmlns:a16="http://schemas.microsoft.com/office/drawing/2014/main" id="{88F064B8-BF41-0328-F32E-73A767B534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EDA69A-E9C9-1557-AE08-7604F299B532}"/>
              </a:ext>
            </a:extLst>
          </p:cNvPr>
          <p:cNvSpPr>
            <a:spLocks noGrp="1"/>
          </p:cNvSpPr>
          <p:nvPr>
            <p:ph type="sldNum" sz="quarter" idx="12"/>
          </p:nvPr>
        </p:nvSpPr>
        <p:spPr/>
        <p:txBody>
          <a:bodyPr/>
          <a:lstStyle/>
          <a:p>
            <a:fld id="{E15D60B9-D0E7-4CD5-9531-2F4852BB5225}" type="slidenum">
              <a:rPr lang="en-IN" smtClean="0"/>
              <a:t>‹#›</a:t>
            </a:fld>
            <a:endParaRPr lang="en-IN"/>
          </a:p>
        </p:txBody>
      </p:sp>
    </p:spTree>
    <p:extLst>
      <p:ext uri="{BB962C8B-B14F-4D97-AF65-F5344CB8AC3E}">
        <p14:creationId xmlns:p14="http://schemas.microsoft.com/office/powerpoint/2010/main" val="4205225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85B0D-EFC2-A65F-F6D9-EF615DCB08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37E6F1-DC22-C56C-D191-DBBC4E8BF3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44853AC-EC34-A3B5-C8F1-3339D2B1DE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7F0A404-067E-DCAD-1DB1-A10B6C3E7F0D}"/>
              </a:ext>
            </a:extLst>
          </p:cNvPr>
          <p:cNvSpPr>
            <a:spLocks noGrp="1"/>
          </p:cNvSpPr>
          <p:nvPr>
            <p:ph type="dt" sz="half" idx="10"/>
          </p:nvPr>
        </p:nvSpPr>
        <p:spPr/>
        <p:txBody>
          <a:bodyPr/>
          <a:lstStyle/>
          <a:p>
            <a:fld id="{9C34513E-C52A-4D00-91BC-832D4DED1021}" type="datetimeFigureOut">
              <a:rPr lang="en-IN" smtClean="0"/>
              <a:t>07-09-2026</a:t>
            </a:fld>
            <a:endParaRPr lang="en-IN"/>
          </a:p>
        </p:txBody>
      </p:sp>
      <p:sp>
        <p:nvSpPr>
          <p:cNvPr id="6" name="Footer Placeholder 5">
            <a:extLst>
              <a:ext uri="{FF2B5EF4-FFF2-40B4-BE49-F238E27FC236}">
                <a16:creationId xmlns:a16="http://schemas.microsoft.com/office/drawing/2014/main" id="{3B4AFB5A-2E1D-E003-7FA1-A102030330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91B897-1C6C-F24F-3065-5C33165BE105}"/>
              </a:ext>
            </a:extLst>
          </p:cNvPr>
          <p:cNvSpPr>
            <a:spLocks noGrp="1"/>
          </p:cNvSpPr>
          <p:nvPr>
            <p:ph type="sldNum" sz="quarter" idx="12"/>
          </p:nvPr>
        </p:nvSpPr>
        <p:spPr/>
        <p:txBody>
          <a:bodyPr/>
          <a:lstStyle/>
          <a:p>
            <a:fld id="{E15D60B9-D0E7-4CD5-9531-2F4852BB5225}" type="slidenum">
              <a:rPr lang="en-IN" smtClean="0"/>
              <a:t>‹#›</a:t>
            </a:fld>
            <a:endParaRPr lang="en-IN"/>
          </a:p>
        </p:txBody>
      </p:sp>
    </p:spTree>
    <p:extLst>
      <p:ext uri="{BB962C8B-B14F-4D97-AF65-F5344CB8AC3E}">
        <p14:creationId xmlns:p14="http://schemas.microsoft.com/office/powerpoint/2010/main" val="110142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9F2BA-C99C-E518-4D94-528E0164F65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B3A3C6-161D-F183-AB05-0288F09AF5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DD8E61-A1A5-197A-F9F1-F91BDD67B4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84D4EFB-7429-0AB5-86CC-B48AF6B4EB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39BE02-E7A2-95CD-CE55-093BDDEEA0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301517-64AF-6D19-97CC-CFB49FD94595}"/>
              </a:ext>
            </a:extLst>
          </p:cNvPr>
          <p:cNvSpPr>
            <a:spLocks noGrp="1"/>
          </p:cNvSpPr>
          <p:nvPr>
            <p:ph type="dt" sz="half" idx="10"/>
          </p:nvPr>
        </p:nvSpPr>
        <p:spPr/>
        <p:txBody>
          <a:bodyPr/>
          <a:lstStyle/>
          <a:p>
            <a:fld id="{9C34513E-C52A-4D00-91BC-832D4DED1021}" type="datetimeFigureOut">
              <a:rPr lang="en-IN" smtClean="0"/>
              <a:t>07-09-2026</a:t>
            </a:fld>
            <a:endParaRPr lang="en-IN"/>
          </a:p>
        </p:txBody>
      </p:sp>
      <p:sp>
        <p:nvSpPr>
          <p:cNvPr id="8" name="Footer Placeholder 7">
            <a:extLst>
              <a:ext uri="{FF2B5EF4-FFF2-40B4-BE49-F238E27FC236}">
                <a16:creationId xmlns:a16="http://schemas.microsoft.com/office/drawing/2014/main" id="{5A203232-4AD2-D491-9912-CE41BC9FCBA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E21B10D-0F72-88C7-9A2A-7F7E280CCDD2}"/>
              </a:ext>
            </a:extLst>
          </p:cNvPr>
          <p:cNvSpPr>
            <a:spLocks noGrp="1"/>
          </p:cNvSpPr>
          <p:nvPr>
            <p:ph type="sldNum" sz="quarter" idx="12"/>
          </p:nvPr>
        </p:nvSpPr>
        <p:spPr/>
        <p:txBody>
          <a:bodyPr/>
          <a:lstStyle/>
          <a:p>
            <a:fld id="{E15D60B9-D0E7-4CD5-9531-2F4852BB5225}" type="slidenum">
              <a:rPr lang="en-IN" smtClean="0"/>
              <a:t>‹#›</a:t>
            </a:fld>
            <a:endParaRPr lang="en-IN"/>
          </a:p>
        </p:txBody>
      </p:sp>
    </p:spTree>
    <p:extLst>
      <p:ext uri="{BB962C8B-B14F-4D97-AF65-F5344CB8AC3E}">
        <p14:creationId xmlns:p14="http://schemas.microsoft.com/office/powerpoint/2010/main" val="2529057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0A7FF-8AE8-C20D-A12F-B4555133EC6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D2B14A-3F05-4CEA-57B6-A5C7AAAD29E2}"/>
              </a:ext>
            </a:extLst>
          </p:cNvPr>
          <p:cNvSpPr>
            <a:spLocks noGrp="1"/>
          </p:cNvSpPr>
          <p:nvPr>
            <p:ph type="dt" sz="half" idx="10"/>
          </p:nvPr>
        </p:nvSpPr>
        <p:spPr/>
        <p:txBody>
          <a:bodyPr/>
          <a:lstStyle/>
          <a:p>
            <a:fld id="{9C34513E-C52A-4D00-91BC-832D4DED1021}" type="datetimeFigureOut">
              <a:rPr lang="en-IN" smtClean="0"/>
              <a:t>07-09-2026</a:t>
            </a:fld>
            <a:endParaRPr lang="en-IN"/>
          </a:p>
        </p:txBody>
      </p:sp>
      <p:sp>
        <p:nvSpPr>
          <p:cNvPr id="4" name="Footer Placeholder 3">
            <a:extLst>
              <a:ext uri="{FF2B5EF4-FFF2-40B4-BE49-F238E27FC236}">
                <a16:creationId xmlns:a16="http://schemas.microsoft.com/office/drawing/2014/main" id="{ECF36F4E-E756-9833-CBCD-4CB7F002647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63C36E6-4359-73E2-A098-826AB1D9D1FE}"/>
              </a:ext>
            </a:extLst>
          </p:cNvPr>
          <p:cNvSpPr>
            <a:spLocks noGrp="1"/>
          </p:cNvSpPr>
          <p:nvPr>
            <p:ph type="sldNum" sz="quarter" idx="12"/>
          </p:nvPr>
        </p:nvSpPr>
        <p:spPr/>
        <p:txBody>
          <a:bodyPr/>
          <a:lstStyle/>
          <a:p>
            <a:fld id="{E15D60B9-D0E7-4CD5-9531-2F4852BB5225}" type="slidenum">
              <a:rPr lang="en-IN" smtClean="0"/>
              <a:t>‹#›</a:t>
            </a:fld>
            <a:endParaRPr lang="en-IN"/>
          </a:p>
        </p:txBody>
      </p:sp>
    </p:spTree>
    <p:extLst>
      <p:ext uri="{BB962C8B-B14F-4D97-AF65-F5344CB8AC3E}">
        <p14:creationId xmlns:p14="http://schemas.microsoft.com/office/powerpoint/2010/main" val="457475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2F663-0DED-3607-2FA7-0A37F7184413}"/>
              </a:ext>
            </a:extLst>
          </p:cNvPr>
          <p:cNvSpPr>
            <a:spLocks noGrp="1"/>
          </p:cNvSpPr>
          <p:nvPr>
            <p:ph type="dt" sz="half" idx="10"/>
          </p:nvPr>
        </p:nvSpPr>
        <p:spPr/>
        <p:txBody>
          <a:bodyPr/>
          <a:lstStyle/>
          <a:p>
            <a:fld id="{9C34513E-C52A-4D00-91BC-832D4DED1021}" type="datetimeFigureOut">
              <a:rPr lang="en-IN" smtClean="0"/>
              <a:t>07-09-2026</a:t>
            </a:fld>
            <a:endParaRPr lang="en-IN"/>
          </a:p>
        </p:txBody>
      </p:sp>
      <p:sp>
        <p:nvSpPr>
          <p:cNvPr id="3" name="Footer Placeholder 2">
            <a:extLst>
              <a:ext uri="{FF2B5EF4-FFF2-40B4-BE49-F238E27FC236}">
                <a16:creationId xmlns:a16="http://schemas.microsoft.com/office/drawing/2014/main" id="{501795DB-4224-DC54-D2F5-86847802A3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4A6DBF4-1034-7ED0-61FC-7E804686E037}"/>
              </a:ext>
            </a:extLst>
          </p:cNvPr>
          <p:cNvSpPr>
            <a:spLocks noGrp="1"/>
          </p:cNvSpPr>
          <p:nvPr>
            <p:ph type="sldNum" sz="quarter" idx="12"/>
          </p:nvPr>
        </p:nvSpPr>
        <p:spPr/>
        <p:txBody>
          <a:bodyPr/>
          <a:lstStyle/>
          <a:p>
            <a:fld id="{E15D60B9-D0E7-4CD5-9531-2F4852BB5225}" type="slidenum">
              <a:rPr lang="en-IN" smtClean="0"/>
              <a:t>‹#›</a:t>
            </a:fld>
            <a:endParaRPr lang="en-IN"/>
          </a:p>
        </p:txBody>
      </p:sp>
    </p:spTree>
    <p:extLst>
      <p:ext uri="{BB962C8B-B14F-4D97-AF65-F5344CB8AC3E}">
        <p14:creationId xmlns:p14="http://schemas.microsoft.com/office/powerpoint/2010/main" val="3692542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F442F-AB40-F515-1AF0-1BC740A275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D2BF53E-2156-26A5-96EB-EFB6695176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ABE9DDA-20C7-89AC-838B-1455FE5C82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3C94FE-4763-E1D9-A930-6EBB40F874C1}"/>
              </a:ext>
            </a:extLst>
          </p:cNvPr>
          <p:cNvSpPr>
            <a:spLocks noGrp="1"/>
          </p:cNvSpPr>
          <p:nvPr>
            <p:ph type="dt" sz="half" idx="10"/>
          </p:nvPr>
        </p:nvSpPr>
        <p:spPr/>
        <p:txBody>
          <a:bodyPr/>
          <a:lstStyle/>
          <a:p>
            <a:fld id="{9C34513E-C52A-4D00-91BC-832D4DED1021}" type="datetimeFigureOut">
              <a:rPr lang="en-IN" smtClean="0"/>
              <a:t>07-09-2026</a:t>
            </a:fld>
            <a:endParaRPr lang="en-IN"/>
          </a:p>
        </p:txBody>
      </p:sp>
      <p:sp>
        <p:nvSpPr>
          <p:cNvPr id="6" name="Footer Placeholder 5">
            <a:extLst>
              <a:ext uri="{FF2B5EF4-FFF2-40B4-BE49-F238E27FC236}">
                <a16:creationId xmlns:a16="http://schemas.microsoft.com/office/drawing/2014/main" id="{97AE47FC-80D9-E1CF-C95F-B693C03B57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96053B-9AA7-794D-0EE4-A28668718367}"/>
              </a:ext>
            </a:extLst>
          </p:cNvPr>
          <p:cNvSpPr>
            <a:spLocks noGrp="1"/>
          </p:cNvSpPr>
          <p:nvPr>
            <p:ph type="sldNum" sz="quarter" idx="12"/>
          </p:nvPr>
        </p:nvSpPr>
        <p:spPr/>
        <p:txBody>
          <a:bodyPr/>
          <a:lstStyle/>
          <a:p>
            <a:fld id="{E15D60B9-D0E7-4CD5-9531-2F4852BB5225}" type="slidenum">
              <a:rPr lang="en-IN" smtClean="0"/>
              <a:t>‹#›</a:t>
            </a:fld>
            <a:endParaRPr lang="en-IN"/>
          </a:p>
        </p:txBody>
      </p:sp>
    </p:spTree>
    <p:extLst>
      <p:ext uri="{BB962C8B-B14F-4D97-AF65-F5344CB8AC3E}">
        <p14:creationId xmlns:p14="http://schemas.microsoft.com/office/powerpoint/2010/main" val="547019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7BB7-0AED-32B4-F4FD-FDF2734A13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41D2CA-23CF-9B45-08EF-956B22B245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2A24982-0361-AC81-A8D1-B01EB7797F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E88303-DBDB-A832-9623-38DF159509FC}"/>
              </a:ext>
            </a:extLst>
          </p:cNvPr>
          <p:cNvSpPr>
            <a:spLocks noGrp="1"/>
          </p:cNvSpPr>
          <p:nvPr>
            <p:ph type="dt" sz="half" idx="10"/>
          </p:nvPr>
        </p:nvSpPr>
        <p:spPr/>
        <p:txBody>
          <a:bodyPr/>
          <a:lstStyle/>
          <a:p>
            <a:fld id="{9C34513E-C52A-4D00-91BC-832D4DED1021}" type="datetimeFigureOut">
              <a:rPr lang="en-IN" smtClean="0"/>
              <a:t>07-09-2026</a:t>
            </a:fld>
            <a:endParaRPr lang="en-IN"/>
          </a:p>
        </p:txBody>
      </p:sp>
      <p:sp>
        <p:nvSpPr>
          <p:cNvPr id="6" name="Footer Placeholder 5">
            <a:extLst>
              <a:ext uri="{FF2B5EF4-FFF2-40B4-BE49-F238E27FC236}">
                <a16:creationId xmlns:a16="http://schemas.microsoft.com/office/drawing/2014/main" id="{65B0785E-E7B4-7640-A6BC-838F4F48D3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0EAA23-CD46-7C23-D4CF-B03D5985448D}"/>
              </a:ext>
            </a:extLst>
          </p:cNvPr>
          <p:cNvSpPr>
            <a:spLocks noGrp="1"/>
          </p:cNvSpPr>
          <p:nvPr>
            <p:ph type="sldNum" sz="quarter" idx="12"/>
          </p:nvPr>
        </p:nvSpPr>
        <p:spPr/>
        <p:txBody>
          <a:bodyPr/>
          <a:lstStyle/>
          <a:p>
            <a:fld id="{E15D60B9-D0E7-4CD5-9531-2F4852BB5225}" type="slidenum">
              <a:rPr lang="en-IN" smtClean="0"/>
              <a:t>‹#›</a:t>
            </a:fld>
            <a:endParaRPr lang="en-IN"/>
          </a:p>
        </p:txBody>
      </p:sp>
    </p:spTree>
    <p:extLst>
      <p:ext uri="{BB962C8B-B14F-4D97-AF65-F5344CB8AC3E}">
        <p14:creationId xmlns:p14="http://schemas.microsoft.com/office/powerpoint/2010/main" val="3458135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54EFA-CCC1-0B1A-2B44-AA580C3431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3D9ABA-B2A4-B1E8-D9F2-8C5722559D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BEEC6C-4836-49FC-B294-2ADC0839F046}"/>
              </a:ext>
            </a:extLst>
          </p:cNvPr>
          <p:cNvSpPr>
            <a:spLocks noGrp="1"/>
          </p:cNvSpPr>
          <p:nvPr>
            <p:ph type="dt" sz="half" idx="10"/>
          </p:nvPr>
        </p:nvSpPr>
        <p:spPr/>
        <p:txBody>
          <a:bodyPr/>
          <a:lstStyle/>
          <a:p>
            <a:fld id="{9C34513E-C52A-4D00-91BC-832D4DED1021}" type="datetimeFigureOut">
              <a:rPr lang="en-IN" smtClean="0"/>
              <a:t>07-09-2026</a:t>
            </a:fld>
            <a:endParaRPr lang="en-IN"/>
          </a:p>
        </p:txBody>
      </p:sp>
      <p:sp>
        <p:nvSpPr>
          <p:cNvPr id="5" name="Footer Placeholder 4">
            <a:extLst>
              <a:ext uri="{FF2B5EF4-FFF2-40B4-BE49-F238E27FC236}">
                <a16:creationId xmlns:a16="http://schemas.microsoft.com/office/drawing/2014/main" id="{64407E5F-6CFF-1001-14DA-2FA760BCAA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DFD847-83AD-B5F7-6196-A306EC72C14D}"/>
              </a:ext>
            </a:extLst>
          </p:cNvPr>
          <p:cNvSpPr>
            <a:spLocks noGrp="1"/>
          </p:cNvSpPr>
          <p:nvPr>
            <p:ph type="sldNum" sz="quarter" idx="12"/>
          </p:nvPr>
        </p:nvSpPr>
        <p:spPr/>
        <p:txBody>
          <a:bodyPr/>
          <a:lstStyle/>
          <a:p>
            <a:fld id="{E15D60B9-D0E7-4CD5-9531-2F4852BB5225}" type="slidenum">
              <a:rPr lang="en-IN" smtClean="0"/>
              <a:t>‹#›</a:t>
            </a:fld>
            <a:endParaRPr lang="en-IN"/>
          </a:p>
        </p:txBody>
      </p:sp>
    </p:spTree>
    <p:extLst>
      <p:ext uri="{BB962C8B-B14F-4D97-AF65-F5344CB8AC3E}">
        <p14:creationId xmlns:p14="http://schemas.microsoft.com/office/powerpoint/2010/main" val="3736012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32D0AE-9467-58FF-76C1-3DD096ECCF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EC0553-BF47-DCF2-47BF-F573A21C97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733775-117A-F2A5-8DE2-CC85A60AD5CD}"/>
              </a:ext>
            </a:extLst>
          </p:cNvPr>
          <p:cNvSpPr>
            <a:spLocks noGrp="1"/>
          </p:cNvSpPr>
          <p:nvPr>
            <p:ph type="dt" sz="half" idx="10"/>
          </p:nvPr>
        </p:nvSpPr>
        <p:spPr/>
        <p:txBody>
          <a:bodyPr/>
          <a:lstStyle/>
          <a:p>
            <a:fld id="{9C34513E-C52A-4D00-91BC-832D4DED1021}" type="datetimeFigureOut">
              <a:rPr lang="en-IN" smtClean="0"/>
              <a:t>07-09-2026</a:t>
            </a:fld>
            <a:endParaRPr lang="en-IN"/>
          </a:p>
        </p:txBody>
      </p:sp>
      <p:sp>
        <p:nvSpPr>
          <p:cNvPr id="5" name="Footer Placeholder 4">
            <a:extLst>
              <a:ext uri="{FF2B5EF4-FFF2-40B4-BE49-F238E27FC236}">
                <a16:creationId xmlns:a16="http://schemas.microsoft.com/office/drawing/2014/main" id="{8F654B8F-03B8-D296-E89C-82A4B8F1C8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72425B-FD2F-C608-3E82-3DF4594332DE}"/>
              </a:ext>
            </a:extLst>
          </p:cNvPr>
          <p:cNvSpPr>
            <a:spLocks noGrp="1"/>
          </p:cNvSpPr>
          <p:nvPr>
            <p:ph type="sldNum" sz="quarter" idx="12"/>
          </p:nvPr>
        </p:nvSpPr>
        <p:spPr/>
        <p:txBody>
          <a:bodyPr/>
          <a:lstStyle/>
          <a:p>
            <a:fld id="{E15D60B9-D0E7-4CD5-9531-2F4852BB5225}" type="slidenum">
              <a:rPr lang="en-IN" smtClean="0"/>
              <a:t>‹#›</a:t>
            </a:fld>
            <a:endParaRPr lang="en-IN"/>
          </a:p>
        </p:txBody>
      </p:sp>
    </p:spTree>
    <p:extLst>
      <p:ext uri="{BB962C8B-B14F-4D97-AF65-F5344CB8AC3E}">
        <p14:creationId xmlns:p14="http://schemas.microsoft.com/office/powerpoint/2010/main" val="1113997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Light">
    <p:bg>
      <p:bgPr>
        <a:solidFill>
          <a:schemeClr val="bg1"/>
        </a:solidFill>
        <a:effectLst/>
      </p:bgPr>
    </p:bg>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5ACFEA14-8F6A-2DC1-2870-1A1D976B3398}"/>
              </a:ext>
            </a:extLst>
          </p:cNvPr>
          <p:cNvSpPr>
            <a:spLocks noGrp="1"/>
          </p:cNvSpPr>
          <p:nvPr>
            <p:ph type="body" sz="quarter" idx="13" hasCustomPrompt="1"/>
          </p:nvPr>
        </p:nvSpPr>
        <p:spPr>
          <a:xfrm>
            <a:off x="358438" y="5090984"/>
            <a:ext cx="6623130" cy="785707"/>
          </a:xfrm>
          <a:prstGeom prst="rect">
            <a:avLst/>
          </a:prstGeom>
        </p:spPr>
        <p:txBody>
          <a:bodyPr wrap="square" lIns="0" tIns="0" rIns="0" bIns="0" anchor="b">
            <a:noAutofit/>
          </a:bodyPr>
          <a:lstStyle>
            <a:lvl1pPr marL="0" indent="0">
              <a:spcBef>
                <a:spcPts val="500"/>
              </a:spcBef>
              <a:buNone/>
              <a:defRPr sz="3600" b="1" i="0">
                <a:solidFill>
                  <a:schemeClr val="accent3"/>
                </a:solidFill>
                <a:latin typeface="Aptos" panose="020B0004020202020204" pitchFamily="34" charset="0"/>
                <a:ea typeface="Open Sans SemiBold" panose="020B0606030504020204" pitchFamily="34" charset="0"/>
                <a:cs typeface="Calibri" panose="020F0502020204030204" pitchFamily="34" charset="0"/>
              </a:defRPr>
            </a:lvl1pPr>
          </a:lstStyle>
          <a:p>
            <a:pPr lvl="0"/>
            <a:r>
              <a:rPr lang="en-US"/>
              <a:t>Document title</a:t>
            </a:r>
            <a:br>
              <a:rPr lang="en-US"/>
            </a:br>
            <a:r>
              <a:rPr lang="en-US"/>
              <a:t>Calibri Bold 24pt</a:t>
            </a:r>
          </a:p>
        </p:txBody>
      </p:sp>
      <p:sp>
        <p:nvSpPr>
          <p:cNvPr id="11" name="Text Placeholder 16">
            <a:extLst>
              <a:ext uri="{FF2B5EF4-FFF2-40B4-BE49-F238E27FC236}">
                <a16:creationId xmlns:a16="http://schemas.microsoft.com/office/drawing/2014/main" id="{28313177-94AA-E600-636E-7A32DFA55FD2}"/>
              </a:ext>
            </a:extLst>
          </p:cNvPr>
          <p:cNvSpPr>
            <a:spLocks noGrp="1"/>
          </p:cNvSpPr>
          <p:nvPr>
            <p:ph type="body" sz="quarter" idx="15" hasCustomPrompt="1"/>
          </p:nvPr>
        </p:nvSpPr>
        <p:spPr>
          <a:xfrm>
            <a:off x="358437" y="5997783"/>
            <a:ext cx="4234459" cy="176980"/>
          </a:xfrm>
          <a:prstGeom prst="rect">
            <a:avLst/>
          </a:prstGeom>
        </p:spPr>
        <p:txBody>
          <a:bodyPr wrap="square" lIns="0" tIns="0" rIns="0" bIns="0">
            <a:noAutofit/>
          </a:bodyPr>
          <a:lstStyle>
            <a:lvl1pPr marL="0" indent="0">
              <a:buNone/>
              <a:defRPr sz="2400" b="0" i="0">
                <a:solidFill>
                  <a:schemeClr val="tx1"/>
                </a:solidFill>
                <a:latin typeface="Aptos" panose="020B0004020202020204" pitchFamily="34" charset="0"/>
                <a:ea typeface="Open Sans Light" pitchFamily="2" charset="0"/>
                <a:cs typeface="Calibri Light" panose="020F0302020204030204" pitchFamily="34" charset="0"/>
              </a:defRPr>
            </a:lvl1pPr>
          </a:lstStyle>
          <a:p>
            <a:pPr lvl="0"/>
            <a:r>
              <a:rPr lang="en-US"/>
              <a:t>Subheading Cal light 14pt</a:t>
            </a:r>
          </a:p>
        </p:txBody>
      </p:sp>
      <p:sp>
        <p:nvSpPr>
          <p:cNvPr id="12" name="Text Placeholder 16">
            <a:extLst>
              <a:ext uri="{FF2B5EF4-FFF2-40B4-BE49-F238E27FC236}">
                <a16:creationId xmlns:a16="http://schemas.microsoft.com/office/drawing/2014/main" id="{19BE6338-1142-256C-1C0E-3EA226479506}"/>
              </a:ext>
            </a:extLst>
          </p:cNvPr>
          <p:cNvSpPr>
            <a:spLocks noGrp="1"/>
          </p:cNvSpPr>
          <p:nvPr>
            <p:ph type="body" sz="quarter" idx="16" hasCustomPrompt="1"/>
          </p:nvPr>
        </p:nvSpPr>
        <p:spPr>
          <a:xfrm>
            <a:off x="358437" y="6369596"/>
            <a:ext cx="4234459" cy="176980"/>
          </a:xfrm>
          <a:prstGeom prst="rect">
            <a:avLst/>
          </a:prstGeom>
        </p:spPr>
        <p:txBody>
          <a:bodyPr wrap="square" lIns="0" tIns="0" rIns="0" bIns="0" anchor="b">
            <a:noAutofit/>
          </a:bodyPr>
          <a:lstStyle>
            <a:lvl1pPr marL="0" indent="0">
              <a:buNone/>
              <a:defRPr sz="1000" b="1" i="0">
                <a:solidFill>
                  <a:schemeClr val="tx1"/>
                </a:solidFill>
                <a:latin typeface="Aptos" panose="020B0004020202020204" pitchFamily="34" charset="0"/>
                <a:ea typeface="Open Sans SemiBold" panose="020B0606030504020204" pitchFamily="34" charset="0"/>
                <a:cs typeface="Calibri" panose="020F0502020204030204" pitchFamily="34" charset="0"/>
              </a:defRPr>
            </a:lvl1pPr>
          </a:lstStyle>
          <a:p>
            <a:pPr lvl="0"/>
            <a:r>
              <a:rPr lang="en-US"/>
              <a:t>Date here Calibri Bold 10pt</a:t>
            </a:r>
          </a:p>
        </p:txBody>
      </p:sp>
      <p:grpSp>
        <p:nvGrpSpPr>
          <p:cNvPr id="24" name="Group 23">
            <a:extLst>
              <a:ext uri="{FF2B5EF4-FFF2-40B4-BE49-F238E27FC236}">
                <a16:creationId xmlns:a16="http://schemas.microsoft.com/office/drawing/2014/main" id="{6F71838B-88EE-D9FB-BD09-7029AE0D8FD9}"/>
              </a:ext>
            </a:extLst>
          </p:cNvPr>
          <p:cNvGrpSpPr>
            <a:grpSpLocks noChangeAspect="1"/>
          </p:cNvGrpSpPr>
          <p:nvPr userDrawn="1"/>
        </p:nvGrpSpPr>
        <p:grpSpPr>
          <a:xfrm>
            <a:off x="358437" y="341312"/>
            <a:ext cx="1819109" cy="345828"/>
            <a:chOff x="398463" y="404813"/>
            <a:chExt cx="1627187" cy="307976"/>
          </a:xfrm>
          <a:solidFill>
            <a:schemeClr val="tx1"/>
          </a:solidFill>
        </p:grpSpPr>
        <p:sp>
          <p:nvSpPr>
            <p:cNvPr id="25" name="Oval 5">
              <a:extLst>
                <a:ext uri="{FF2B5EF4-FFF2-40B4-BE49-F238E27FC236}">
                  <a16:creationId xmlns:a16="http://schemas.microsoft.com/office/drawing/2014/main" id="{65528875-5CFF-9BAE-F5CE-094690B7301B}"/>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6" name="Freeform 6">
              <a:extLst>
                <a:ext uri="{FF2B5EF4-FFF2-40B4-BE49-F238E27FC236}">
                  <a16:creationId xmlns:a16="http://schemas.microsoft.com/office/drawing/2014/main" id="{4E056345-8F6B-CB28-8015-E5E1BE9F5631}"/>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7" name="Rectangle 7">
              <a:extLst>
                <a:ext uri="{FF2B5EF4-FFF2-40B4-BE49-F238E27FC236}">
                  <a16:creationId xmlns:a16="http://schemas.microsoft.com/office/drawing/2014/main" id="{894B0194-8832-DA84-C0DB-B0963F1247B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8" name="Freeform 8">
              <a:extLst>
                <a:ext uri="{FF2B5EF4-FFF2-40B4-BE49-F238E27FC236}">
                  <a16:creationId xmlns:a16="http://schemas.microsoft.com/office/drawing/2014/main" id="{2D234D69-3973-651A-2B47-0DE8005DE385}"/>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9" name="Rectangle 9">
              <a:extLst>
                <a:ext uri="{FF2B5EF4-FFF2-40B4-BE49-F238E27FC236}">
                  <a16:creationId xmlns:a16="http://schemas.microsoft.com/office/drawing/2014/main" id="{2A63C2CD-B009-5812-B33C-3AF221F1782E}"/>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30" name="Rectangle 10">
              <a:extLst>
                <a:ext uri="{FF2B5EF4-FFF2-40B4-BE49-F238E27FC236}">
                  <a16:creationId xmlns:a16="http://schemas.microsoft.com/office/drawing/2014/main" id="{3BF18E96-800D-B5E7-46B5-D162940EF066}"/>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31" name="Freeform 11">
              <a:extLst>
                <a:ext uri="{FF2B5EF4-FFF2-40B4-BE49-F238E27FC236}">
                  <a16:creationId xmlns:a16="http://schemas.microsoft.com/office/drawing/2014/main" id="{3380C43D-43C3-8A66-C8C0-5941F75B844B}"/>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32" name="Freeform 12">
              <a:extLst>
                <a:ext uri="{FF2B5EF4-FFF2-40B4-BE49-F238E27FC236}">
                  <a16:creationId xmlns:a16="http://schemas.microsoft.com/office/drawing/2014/main" id="{32773F60-4EA9-AC77-7F7C-6B392EF0EF98}"/>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33" name="Freeform 13">
              <a:extLst>
                <a:ext uri="{FF2B5EF4-FFF2-40B4-BE49-F238E27FC236}">
                  <a16:creationId xmlns:a16="http://schemas.microsoft.com/office/drawing/2014/main" id="{D4BC1233-CF6C-9F7C-36E8-4A9922E9D9C7}"/>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34" name="Freeform 14">
              <a:extLst>
                <a:ext uri="{FF2B5EF4-FFF2-40B4-BE49-F238E27FC236}">
                  <a16:creationId xmlns:a16="http://schemas.microsoft.com/office/drawing/2014/main" id="{9B99E8A2-03C8-8104-560E-A5E7311EB279}"/>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grpSp>
      <p:pic>
        <p:nvPicPr>
          <p:cNvPr id="3" name="Picture Placeholder 9">
            <a:extLst>
              <a:ext uri="{FF2B5EF4-FFF2-40B4-BE49-F238E27FC236}">
                <a16:creationId xmlns:a16="http://schemas.microsoft.com/office/drawing/2014/main" id="{910F155B-FD17-A2E4-6C79-17A3C1C2EA67}"/>
              </a:ext>
            </a:extLst>
          </p:cNvPr>
          <p:cNvPicPr>
            <a:picLocks noChangeAspect="1"/>
          </p:cNvPicPr>
          <p:nvPr userDrawn="1"/>
        </p:nvPicPr>
        <p:blipFill>
          <a:blip r:embed="rId2"/>
          <a:srcRect t="16" b="16"/>
          <a:stretch/>
        </p:blipFill>
        <p:spPr>
          <a:xfrm>
            <a:off x="3810000" y="421568"/>
            <a:ext cx="4572000" cy="4572000"/>
          </a:xfrm>
          <a:prstGeom prst="rect">
            <a:avLst/>
          </a:prstGeom>
        </p:spPr>
      </p:pic>
    </p:spTree>
    <p:extLst>
      <p:ext uri="{BB962C8B-B14F-4D97-AF65-F5344CB8AC3E}">
        <p14:creationId xmlns:p14="http://schemas.microsoft.com/office/powerpoint/2010/main" val="3547646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ubtitle, 1 column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44A20-5A86-CE28-DA22-E1DA256A873B}"/>
              </a:ext>
            </a:extLst>
          </p:cNvPr>
          <p:cNvSpPr>
            <a:spLocks noGrp="1"/>
          </p:cNvSpPr>
          <p:nvPr>
            <p:ph type="title" hasCustomPrompt="1"/>
          </p:nvPr>
        </p:nvSpPr>
        <p:spPr>
          <a:xfrm>
            <a:off x="501649" y="304800"/>
            <a:ext cx="11086448" cy="342900"/>
          </a:xfrm>
        </p:spPr>
        <p:txBody>
          <a:bodyPr lIns="0">
            <a:noAutofit/>
          </a:bodyPr>
          <a:lstStyle>
            <a:lvl1pPr>
              <a:defRPr sz="2400" b="1"/>
            </a:lvl1pPr>
          </a:lstStyle>
          <a:p>
            <a:r>
              <a:rPr lang="en-US"/>
              <a:t>Click to add title</a:t>
            </a:r>
            <a:endParaRPr lang="en-GB"/>
          </a:p>
        </p:txBody>
      </p:sp>
      <p:sp>
        <p:nvSpPr>
          <p:cNvPr id="3" name="Text Placeholder 8">
            <a:extLst>
              <a:ext uri="{FF2B5EF4-FFF2-40B4-BE49-F238E27FC236}">
                <a16:creationId xmlns:a16="http://schemas.microsoft.com/office/drawing/2014/main" id="{DB69A5E6-4554-37D7-D900-E7488CF222A7}"/>
              </a:ext>
            </a:extLst>
          </p:cNvPr>
          <p:cNvSpPr>
            <a:spLocks noGrp="1"/>
          </p:cNvSpPr>
          <p:nvPr>
            <p:ph type="body" sz="quarter" idx="13" hasCustomPrompt="1"/>
          </p:nvPr>
        </p:nvSpPr>
        <p:spPr>
          <a:xfrm>
            <a:off x="501649" y="651600"/>
            <a:ext cx="11086447"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4" name="Slide Number Placeholder 5">
            <a:extLst>
              <a:ext uri="{FF2B5EF4-FFF2-40B4-BE49-F238E27FC236}">
                <a16:creationId xmlns:a16="http://schemas.microsoft.com/office/drawing/2014/main" id="{B6600633-7FE9-DCA2-E2AA-C0E89F298ACB}"/>
              </a:ext>
            </a:extLst>
          </p:cNvPr>
          <p:cNvSpPr>
            <a:spLocks noGrp="1"/>
          </p:cNvSpPr>
          <p:nvPr>
            <p:ph type="sldNum" sz="quarter" idx="4"/>
          </p:nvPr>
        </p:nvSpPr>
        <p:spPr>
          <a:xfrm>
            <a:off x="4724400" y="6579370"/>
            <a:ext cx="2743200" cy="180000"/>
          </a:xfrm>
          <a:prstGeom prst="rect">
            <a:avLst/>
          </a:prstGeom>
        </p:spPr>
        <p:txBody>
          <a:bodyPr vert="horz" lIns="0" tIns="0" rIns="0" bIns="0" rtlCol="0" anchor="ctr"/>
          <a:lstStyle>
            <a:lvl1pPr algn="ctr">
              <a:defRPr sz="1000">
                <a:solidFill>
                  <a:schemeClr val="tx1">
                    <a:tint val="75000"/>
                  </a:schemeClr>
                </a:solidFill>
                <a:latin typeface="Aptos" panose="020B0004020202020204" pitchFamily="34" charset="0"/>
              </a:defRPr>
            </a:lvl1pPr>
          </a:lstStyle>
          <a:p>
            <a:pPr algn="ctr"/>
            <a:fld id="{39E7427F-21AC-4FC2-AC74-F5AF5A475796}" type="slidenum">
              <a:rPr lang="en-IN" smtClean="0"/>
              <a:pPr algn="ctr"/>
              <a:t>‹#›</a:t>
            </a:fld>
            <a:endParaRPr lang="en-IN"/>
          </a:p>
        </p:txBody>
      </p:sp>
    </p:spTree>
    <p:extLst>
      <p:ext uri="{BB962C8B-B14F-4D97-AF65-F5344CB8AC3E}">
        <p14:creationId xmlns:p14="http://schemas.microsoft.com/office/powerpoint/2010/main" val="2732803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Slide Light">
    <p:bg>
      <p:bgPr>
        <a:solidFill>
          <a:schemeClr val="bg1">
            <a:lumMod val="95000"/>
          </a:schemeClr>
        </a:solidFill>
        <a:effectLst/>
      </p:bgPr>
    </p:bg>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5ACFEA14-8F6A-2DC1-2870-1A1D976B3398}"/>
              </a:ext>
            </a:extLst>
          </p:cNvPr>
          <p:cNvSpPr>
            <a:spLocks noGrp="1"/>
          </p:cNvSpPr>
          <p:nvPr>
            <p:ph type="body" sz="quarter" idx="13" hasCustomPrompt="1"/>
          </p:nvPr>
        </p:nvSpPr>
        <p:spPr>
          <a:xfrm>
            <a:off x="1855596" y="2900222"/>
            <a:ext cx="8480808" cy="1057556"/>
          </a:xfrm>
          <a:prstGeom prst="rect">
            <a:avLst/>
          </a:prstGeom>
        </p:spPr>
        <p:txBody>
          <a:bodyPr wrap="square" lIns="0" tIns="0" rIns="0" bIns="0" anchor="b">
            <a:noAutofit/>
          </a:bodyPr>
          <a:lstStyle>
            <a:lvl1pPr marL="0" indent="0" algn="ctr">
              <a:spcBef>
                <a:spcPts val="500"/>
              </a:spcBef>
              <a:buNone/>
              <a:defRPr sz="4000" b="1" i="0">
                <a:solidFill>
                  <a:srgbClr val="156082"/>
                </a:solidFill>
                <a:latin typeface="Aptos" panose="020B0004020202020204" pitchFamily="34" charset="0"/>
                <a:ea typeface="Open Sans SemiBold" panose="020B0606030504020204" pitchFamily="34" charset="0"/>
                <a:cs typeface="Calibri" panose="020F0502020204030204" pitchFamily="34" charset="0"/>
              </a:defRPr>
            </a:lvl1pPr>
          </a:lstStyle>
          <a:p>
            <a:pPr lvl="0"/>
            <a:r>
              <a:rPr lang="en-US"/>
              <a:t>Document title</a:t>
            </a:r>
            <a:br>
              <a:rPr lang="en-US"/>
            </a:br>
            <a:r>
              <a:rPr lang="en-US"/>
              <a:t>Calibri Bold 24pt</a:t>
            </a:r>
          </a:p>
        </p:txBody>
      </p:sp>
      <p:cxnSp>
        <p:nvCxnSpPr>
          <p:cNvPr id="3" name="Straight Connector 2">
            <a:extLst>
              <a:ext uri="{FF2B5EF4-FFF2-40B4-BE49-F238E27FC236}">
                <a16:creationId xmlns:a16="http://schemas.microsoft.com/office/drawing/2014/main" id="{C7D28D0B-6E28-0A5C-7CBD-7B7118516974}"/>
              </a:ext>
            </a:extLst>
          </p:cNvPr>
          <p:cNvCxnSpPr>
            <a:cxnSpLocks/>
          </p:cNvCxnSpPr>
          <p:nvPr userDrawn="1"/>
        </p:nvCxnSpPr>
        <p:spPr>
          <a:xfrm>
            <a:off x="815546" y="2258773"/>
            <a:ext cx="10540313" cy="0"/>
          </a:xfrm>
          <a:prstGeom prst="line">
            <a:avLst/>
          </a:prstGeom>
          <a:ln w="76200">
            <a:solidFill>
              <a:srgbClr val="156082"/>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B05FA38-7112-3D8A-EC76-BEA6F6AF483D}"/>
              </a:ext>
            </a:extLst>
          </p:cNvPr>
          <p:cNvCxnSpPr/>
          <p:nvPr userDrawn="1"/>
        </p:nvCxnSpPr>
        <p:spPr>
          <a:xfrm>
            <a:off x="815546" y="4534930"/>
            <a:ext cx="10540313" cy="0"/>
          </a:xfrm>
          <a:prstGeom prst="line">
            <a:avLst/>
          </a:prstGeom>
          <a:ln w="76200">
            <a:solidFill>
              <a:srgbClr val="15608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397940B-7935-D166-FAAF-F0A260FBC435}"/>
              </a:ext>
            </a:extLst>
          </p:cNvPr>
          <p:cNvSpPr/>
          <p:nvPr userDrawn="1"/>
        </p:nvSpPr>
        <p:spPr>
          <a:xfrm>
            <a:off x="5634680" y="1807752"/>
            <a:ext cx="902043" cy="902043"/>
          </a:xfrm>
          <a:prstGeom prst="rect">
            <a:avLst/>
          </a:prstGeom>
          <a:solidFill>
            <a:srgbClr val="156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 Placeholder 16">
            <a:extLst>
              <a:ext uri="{FF2B5EF4-FFF2-40B4-BE49-F238E27FC236}">
                <a16:creationId xmlns:a16="http://schemas.microsoft.com/office/drawing/2014/main" id="{28313177-94AA-E600-636E-7A32DFA55FD2}"/>
              </a:ext>
            </a:extLst>
          </p:cNvPr>
          <p:cNvSpPr>
            <a:spLocks noGrp="1"/>
          </p:cNvSpPr>
          <p:nvPr>
            <p:ph type="body" sz="quarter" idx="15" hasCustomPrompt="1"/>
          </p:nvPr>
        </p:nvSpPr>
        <p:spPr>
          <a:xfrm>
            <a:off x="5634680" y="1807752"/>
            <a:ext cx="902043" cy="892510"/>
          </a:xfrm>
          <a:prstGeom prst="rect">
            <a:avLst/>
          </a:prstGeom>
        </p:spPr>
        <p:txBody>
          <a:bodyPr wrap="square" lIns="0" tIns="0" rIns="0" bIns="0" anchor="ctr">
            <a:noAutofit/>
          </a:bodyPr>
          <a:lstStyle>
            <a:lvl1pPr marL="0" indent="0" algn="ctr">
              <a:buNone/>
              <a:defRPr sz="2400" b="1" i="0">
                <a:solidFill>
                  <a:schemeClr val="bg1"/>
                </a:solidFill>
                <a:latin typeface="Aptos" panose="020B0004020202020204" pitchFamily="34" charset="0"/>
                <a:ea typeface="Open Sans Light" pitchFamily="2" charset="0"/>
                <a:cs typeface="Calibri Light" panose="020F0302020204030204" pitchFamily="34" charset="0"/>
              </a:defRPr>
            </a:lvl1pPr>
          </a:lstStyle>
          <a:p>
            <a:pPr lvl="0"/>
            <a:r>
              <a:rPr lang="en-US"/>
              <a:t>Subheading Cal light 14pt</a:t>
            </a:r>
          </a:p>
        </p:txBody>
      </p:sp>
    </p:spTree>
    <p:extLst>
      <p:ext uri="{BB962C8B-B14F-4D97-AF65-F5344CB8AC3E}">
        <p14:creationId xmlns:p14="http://schemas.microsoft.com/office/powerpoint/2010/main" val="24212717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Slide Ligh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5ACFEA14-8F6A-2DC1-2870-1A1D976B3398}"/>
              </a:ext>
            </a:extLst>
          </p:cNvPr>
          <p:cNvSpPr>
            <a:spLocks noGrp="1"/>
          </p:cNvSpPr>
          <p:nvPr>
            <p:ph type="body" sz="quarter" idx="13" hasCustomPrompt="1"/>
          </p:nvPr>
        </p:nvSpPr>
        <p:spPr>
          <a:xfrm>
            <a:off x="1855596" y="2900222"/>
            <a:ext cx="8480808" cy="1057556"/>
          </a:xfrm>
          <a:prstGeom prst="rect">
            <a:avLst/>
          </a:prstGeom>
        </p:spPr>
        <p:txBody>
          <a:bodyPr wrap="square" lIns="0" tIns="0" rIns="0" bIns="0" anchor="ctr">
            <a:noAutofit/>
          </a:bodyPr>
          <a:lstStyle>
            <a:lvl1pPr marL="0" indent="0" algn="ctr">
              <a:spcBef>
                <a:spcPts val="500"/>
              </a:spcBef>
              <a:buNone/>
              <a:defRPr sz="4000" b="1" i="0">
                <a:solidFill>
                  <a:schemeClr val="accent4">
                    <a:lumMod val="50000"/>
                  </a:schemeClr>
                </a:solidFill>
                <a:latin typeface="Aptos" panose="020B0004020202020204" pitchFamily="34" charset="0"/>
                <a:ea typeface="Open Sans SemiBold" panose="020B0606030504020204" pitchFamily="34" charset="0"/>
                <a:cs typeface="Calibri" panose="020F0502020204030204" pitchFamily="34" charset="0"/>
              </a:defRPr>
            </a:lvl1pPr>
          </a:lstStyle>
          <a:p>
            <a:pPr lvl="0"/>
            <a:r>
              <a:rPr lang="en-US"/>
              <a:t>Document title</a:t>
            </a:r>
            <a:br>
              <a:rPr lang="en-US"/>
            </a:br>
            <a:r>
              <a:rPr lang="en-US"/>
              <a:t>Calibri Bold 24pt</a:t>
            </a:r>
          </a:p>
        </p:txBody>
      </p:sp>
      <p:cxnSp>
        <p:nvCxnSpPr>
          <p:cNvPr id="3" name="Straight Connector 2">
            <a:extLst>
              <a:ext uri="{FF2B5EF4-FFF2-40B4-BE49-F238E27FC236}">
                <a16:creationId xmlns:a16="http://schemas.microsoft.com/office/drawing/2014/main" id="{C7D28D0B-6E28-0A5C-7CBD-7B7118516974}"/>
              </a:ext>
            </a:extLst>
          </p:cNvPr>
          <p:cNvCxnSpPr>
            <a:cxnSpLocks/>
          </p:cNvCxnSpPr>
          <p:nvPr userDrawn="1"/>
        </p:nvCxnSpPr>
        <p:spPr>
          <a:xfrm>
            <a:off x="815546" y="2258773"/>
            <a:ext cx="10540313" cy="0"/>
          </a:xfrm>
          <a:prstGeom prst="line">
            <a:avLst/>
          </a:prstGeom>
          <a:ln w="762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B05FA38-7112-3D8A-EC76-BEA6F6AF483D}"/>
              </a:ext>
            </a:extLst>
          </p:cNvPr>
          <p:cNvCxnSpPr/>
          <p:nvPr userDrawn="1"/>
        </p:nvCxnSpPr>
        <p:spPr>
          <a:xfrm>
            <a:off x="815546" y="4534930"/>
            <a:ext cx="10540313" cy="0"/>
          </a:xfrm>
          <a:prstGeom prst="line">
            <a:avLst/>
          </a:prstGeom>
          <a:ln w="762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397940B-7935-D166-FAAF-F0A260FBC435}"/>
              </a:ext>
            </a:extLst>
          </p:cNvPr>
          <p:cNvSpPr/>
          <p:nvPr userDrawn="1"/>
        </p:nvSpPr>
        <p:spPr>
          <a:xfrm>
            <a:off x="5634680" y="1807752"/>
            <a:ext cx="902043" cy="902043"/>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 Placeholder 16">
            <a:extLst>
              <a:ext uri="{FF2B5EF4-FFF2-40B4-BE49-F238E27FC236}">
                <a16:creationId xmlns:a16="http://schemas.microsoft.com/office/drawing/2014/main" id="{28313177-94AA-E600-636E-7A32DFA55FD2}"/>
              </a:ext>
            </a:extLst>
          </p:cNvPr>
          <p:cNvSpPr>
            <a:spLocks noGrp="1"/>
          </p:cNvSpPr>
          <p:nvPr>
            <p:ph type="body" sz="quarter" idx="15" hasCustomPrompt="1"/>
          </p:nvPr>
        </p:nvSpPr>
        <p:spPr>
          <a:xfrm>
            <a:off x="5634679" y="1807752"/>
            <a:ext cx="902043" cy="892510"/>
          </a:xfrm>
          <a:prstGeom prst="rect">
            <a:avLst/>
          </a:prstGeom>
          <a:noFill/>
        </p:spPr>
        <p:txBody>
          <a:bodyPr wrap="square" lIns="0" tIns="0" rIns="0" bIns="0" anchor="ctr">
            <a:noAutofit/>
          </a:bodyPr>
          <a:lstStyle>
            <a:lvl1pPr marL="0" indent="0" algn="ctr">
              <a:buNone/>
              <a:defRPr sz="2800" b="1" i="0">
                <a:solidFill>
                  <a:schemeClr val="bg1"/>
                </a:solidFill>
                <a:latin typeface="Aptos" panose="020B0004020202020204" pitchFamily="34" charset="0"/>
                <a:ea typeface="Open Sans Light" pitchFamily="2" charset="0"/>
                <a:cs typeface="Calibri Light" panose="020F0302020204030204" pitchFamily="34" charset="0"/>
              </a:defRPr>
            </a:lvl1pPr>
          </a:lstStyle>
          <a:p>
            <a:pPr lvl="0"/>
            <a:r>
              <a:rPr lang="en-US"/>
              <a:t>Subheading Cal light 14pt</a:t>
            </a:r>
          </a:p>
        </p:txBody>
      </p:sp>
    </p:spTree>
    <p:extLst>
      <p:ext uri="{BB962C8B-B14F-4D97-AF65-F5344CB8AC3E}">
        <p14:creationId xmlns:p14="http://schemas.microsoft.com/office/powerpoint/2010/main" val="22477932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subtitle, 1 column ">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76400"/>
            <a:ext cx="10356849" cy="4341628"/>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2" name="Title 1">
            <a:extLst>
              <a:ext uri="{FF2B5EF4-FFF2-40B4-BE49-F238E27FC236}">
                <a16:creationId xmlns:a16="http://schemas.microsoft.com/office/drawing/2014/main" id="{78F44A20-5A86-CE28-DA22-E1DA256A873B}"/>
              </a:ext>
            </a:extLst>
          </p:cNvPr>
          <p:cNvSpPr>
            <a:spLocks noGrp="1"/>
          </p:cNvSpPr>
          <p:nvPr>
            <p:ph type="title" hasCustomPrompt="1"/>
          </p:nvPr>
        </p:nvSpPr>
        <p:spPr>
          <a:xfrm>
            <a:off x="501649" y="304800"/>
            <a:ext cx="11086448" cy="342900"/>
          </a:xfrm>
        </p:spPr>
        <p:txBody>
          <a:bodyPr/>
          <a:lstStyle>
            <a:lvl1pPr>
              <a:defRPr/>
            </a:lvl1pPr>
          </a:lstStyle>
          <a:p>
            <a:r>
              <a:rPr lang="en-US"/>
              <a:t>Click to add title</a:t>
            </a:r>
            <a:endParaRPr lang="en-GB"/>
          </a:p>
        </p:txBody>
      </p:sp>
      <p:sp>
        <p:nvSpPr>
          <p:cNvPr id="3" name="Text Placeholder 8">
            <a:extLst>
              <a:ext uri="{FF2B5EF4-FFF2-40B4-BE49-F238E27FC236}">
                <a16:creationId xmlns:a16="http://schemas.microsoft.com/office/drawing/2014/main" id="{DB69A5E6-4554-37D7-D900-E7488CF222A7}"/>
              </a:ext>
            </a:extLst>
          </p:cNvPr>
          <p:cNvSpPr>
            <a:spLocks noGrp="1"/>
          </p:cNvSpPr>
          <p:nvPr>
            <p:ph type="body" sz="quarter" idx="13" hasCustomPrompt="1"/>
          </p:nvPr>
        </p:nvSpPr>
        <p:spPr>
          <a:xfrm>
            <a:off x="501649" y="651600"/>
            <a:ext cx="11086447"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5" name="Content Placeholder 3">
            <a:extLst>
              <a:ext uri="{FF2B5EF4-FFF2-40B4-BE49-F238E27FC236}">
                <a16:creationId xmlns:a16="http://schemas.microsoft.com/office/drawing/2014/main" id="{87E0D8BB-32E4-0044-8D81-8C6361A12A6B}"/>
              </a:ext>
            </a:extLst>
          </p:cNvPr>
          <p:cNvSpPr>
            <a:spLocks noGrp="1"/>
          </p:cNvSpPr>
          <p:nvPr>
            <p:ph sz="quarter" idx="17" hasCustomPrompt="1"/>
          </p:nvPr>
        </p:nvSpPr>
        <p:spPr>
          <a:xfrm>
            <a:off x="514515" y="6100693"/>
            <a:ext cx="10346442" cy="281058"/>
          </a:xfrm>
        </p:spPr>
        <p:txBody>
          <a:bodyPr wrap="none">
            <a:noAutofit/>
          </a:bodyPr>
          <a:lstStyle>
            <a:lvl1pPr>
              <a:spcAft>
                <a:spcPts val="0"/>
              </a:spcAft>
              <a:defRPr sz="800"/>
            </a:lvl1pPr>
          </a:lstStyle>
          <a:p>
            <a:pPr lvl="0"/>
            <a:r>
              <a:rPr lang="en-US"/>
              <a:t>Click to add notes and sources</a:t>
            </a:r>
          </a:p>
        </p:txBody>
      </p:sp>
    </p:spTree>
    <p:extLst>
      <p:ext uri="{BB962C8B-B14F-4D97-AF65-F5344CB8AC3E}">
        <p14:creationId xmlns:p14="http://schemas.microsoft.com/office/powerpoint/2010/main" val="352009767"/>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blank">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404C168-2D7E-4F12-6641-078A809D4979}"/>
              </a:ext>
            </a:extLst>
          </p:cNvPr>
          <p:cNvSpPr>
            <a:spLocks noGrp="1"/>
          </p:cNvSpPr>
          <p:nvPr>
            <p:ph type="pic" sz="quarter" idx="10"/>
          </p:nvPr>
        </p:nvSpPr>
        <p:spPr>
          <a:xfrm>
            <a:off x="0" y="0"/>
            <a:ext cx="4649273" cy="6858000"/>
          </a:xfrm>
          <a:prstGeom prst="rect">
            <a:avLst/>
          </a:prstGeom>
        </p:spPr>
        <p:txBody>
          <a:bodyPr/>
          <a:lstStyle/>
          <a:p>
            <a:endParaRPr lang="en-CN"/>
          </a:p>
        </p:txBody>
      </p:sp>
    </p:spTree>
    <p:extLst>
      <p:ext uri="{BB962C8B-B14F-4D97-AF65-F5344CB8AC3E}">
        <p14:creationId xmlns:p14="http://schemas.microsoft.com/office/powerpoint/2010/main" val="415771653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2F663-0DED-3607-2FA7-0A37F7184413}"/>
              </a:ext>
            </a:extLst>
          </p:cNvPr>
          <p:cNvSpPr>
            <a:spLocks noGrp="1"/>
          </p:cNvSpPr>
          <p:nvPr>
            <p:ph type="dt" sz="half" idx="10"/>
          </p:nvPr>
        </p:nvSpPr>
        <p:spPr/>
        <p:txBody>
          <a:bodyPr/>
          <a:lstStyle/>
          <a:p>
            <a:fld id="{9C34513E-C52A-4D00-91BC-832D4DED1021}" type="datetimeFigureOut">
              <a:rPr lang="en-IN" smtClean="0"/>
              <a:t>07-09-2026</a:t>
            </a:fld>
            <a:endParaRPr lang="en-IN"/>
          </a:p>
        </p:txBody>
      </p:sp>
      <p:sp>
        <p:nvSpPr>
          <p:cNvPr id="3" name="Footer Placeholder 2">
            <a:extLst>
              <a:ext uri="{FF2B5EF4-FFF2-40B4-BE49-F238E27FC236}">
                <a16:creationId xmlns:a16="http://schemas.microsoft.com/office/drawing/2014/main" id="{501795DB-4224-DC54-D2F5-86847802A3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4A6DBF4-1034-7ED0-61FC-7E804686E037}"/>
              </a:ext>
            </a:extLst>
          </p:cNvPr>
          <p:cNvSpPr>
            <a:spLocks noGrp="1"/>
          </p:cNvSpPr>
          <p:nvPr>
            <p:ph type="sldNum" sz="quarter" idx="12"/>
          </p:nvPr>
        </p:nvSpPr>
        <p:spPr/>
        <p:txBody>
          <a:bodyPr/>
          <a:lstStyle/>
          <a:p>
            <a:fld id="{E15D60B9-D0E7-4CD5-9531-2F4852BB5225}" type="slidenum">
              <a:rPr lang="en-IN" smtClean="0"/>
              <a:t>‹#›</a:t>
            </a:fld>
            <a:endParaRPr lang="en-IN"/>
          </a:p>
        </p:txBody>
      </p:sp>
    </p:spTree>
    <p:extLst>
      <p:ext uri="{BB962C8B-B14F-4D97-AF65-F5344CB8AC3E}">
        <p14:creationId xmlns:p14="http://schemas.microsoft.com/office/powerpoint/2010/main" val="6407991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98957-816C-F0EA-E806-BB72AACEC7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77F637-D8E3-0D5D-D941-64CBEA10F6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DF7FC6-9324-DF51-7AD9-C4AA8087976A}"/>
              </a:ext>
            </a:extLst>
          </p:cNvPr>
          <p:cNvSpPr>
            <a:spLocks noGrp="1"/>
          </p:cNvSpPr>
          <p:nvPr>
            <p:ph type="dt" sz="half" idx="10"/>
          </p:nvPr>
        </p:nvSpPr>
        <p:spPr/>
        <p:txBody>
          <a:bodyPr/>
          <a:lstStyle/>
          <a:p>
            <a:fld id="{64052FBB-6FAC-46A1-ACC2-D40B0EA38F5D}" type="datetimeFigureOut">
              <a:rPr lang="en-US" smtClean="0"/>
              <a:t>9/7/2026</a:t>
            </a:fld>
            <a:endParaRPr lang="en-US"/>
          </a:p>
        </p:txBody>
      </p:sp>
      <p:sp>
        <p:nvSpPr>
          <p:cNvPr id="5" name="Footer Placeholder 4">
            <a:extLst>
              <a:ext uri="{FF2B5EF4-FFF2-40B4-BE49-F238E27FC236}">
                <a16:creationId xmlns:a16="http://schemas.microsoft.com/office/drawing/2014/main" id="{83012CBF-D90A-784D-70BD-E06C7842BE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182C70-0002-9AEF-5EDE-B8A3CCA3FAD7}"/>
              </a:ext>
            </a:extLst>
          </p:cNvPr>
          <p:cNvSpPr>
            <a:spLocks noGrp="1"/>
          </p:cNvSpPr>
          <p:nvPr>
            <p:ph type="sldNum" sz="quarter" idx="12"/>
          </p:nvPr>
        </p:nvSpPr>
        <p:spPr/>
        <p:txBody>
          <a:bodyPr/>
          <a:lstStyle/>
          <a:p>
            <a:fld id="{0254747E-C40A-4E13-BC43-BD268E6A7183}" type="slidenum">
              <a:rPr lang="en-US" smtClean="0"/>
              <a:t>‹#›</a:t>
            </a:fld>
            <a:endParaRPr lang="en-US"/>
          </a:p>
        </p:txBody>
      </p:sp>
    </p:spTree>
    <p:extLst>
      <p:ext uri="{BB962C8B-B14F-4D97-AF65-F5344CB8AC3E}">
        <p14:creationId xmlns:p14="http://schemas.microsoft.com/office/powerpoint/2010/main" val="2495512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85961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Title, subtitle, 1 column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44A20-5A86-CE28-DA22-E1DA256A873B}"/>
              </a:ext>
            </a:extLst>
          </p:cNvPr>
          <p:cNvSpPr>
            <a:spLocks noGrp="1"/>
          </p:cNvSpPr>
          <p:nvPr>
            <p:ph type="title" hasCustomPrompt="1"/>
          </p:nvPr>
        </p:nvSpPr>
        <p:spPr>
          <a:xfrm>
            <a:off x="501649" y="304800"/>
            <a:ext cx="11086448" cy="342900"/>
          </a:xfrm>
        </p:spPr>
        <p:txBody>
          <a:bodyPr lIns="0">
            <a:noAutofit/>
          </a:bodyPr>
          <a:lstStyle>
            <a:lvl1pPr>
              <a:defRPr sz="2400" b="1"/>
            </a:lvl1pPr>
          </a:lstStyle>
          <a:p>
            <a:r>
              <a:rPr lang="en-US"/>
              <a:t>Click to add title</a:t>
            </a:r>
            <a:endParaRPr lang="en-GB"/>
          </a:p>
        </p:txBody>
      </p:sp>
      <p:sp>
        <p:nvSpPr>
          <p:cNvPr id="3" name="Text Placeholder 8">
            <a:extLst>
              <a:ext uri="{FF2B5EF4-FFF2-40B4-BE49-F238E27FC236}">
                <a16:creationId xmlns:a16="http://schemas.microsoft.com/office/drawing/2014/main" id="{DB69A5E6-4554-37D7-D900-E7488CF222A7}"/>
              </a:ext>
            </a:extLst>
          </p:cNvPr>
          <p:cNvSpPr>
            <a:spLocks noGrp="1"/>
          </p:cNvSpPr>
          <p:nvPr>
            <p:ph type="body" sz="quarter" idx="13" hasCustomPrompt="1"/>
          </p:nvPr>
        </p:nvSpPr>
        <p:spPr>
          <a:xfrm>
            <a:off x="501649" y="651600"/>
            <a:ext cx="11086447"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5" name="Content Placeholder 3">
            <a:extLst>
              <a:ext uri="{FF2B5EF4-FFF2-40B4-BE49-F238E27FC236}">
                <a16:creationId xmlns:a16="http://schemas.microsoft.com/office/drawing/2014/main" id="{87E0D8BB-32E4-0044-8D81-8C6361A12A6B}"/>
              </a:ext>
            </a:extLst>
          </p:cNvPr>
          <p:cNvSpPr>
            <a:spLocks noGrp="1"/>
          </p:cNvSpPr>
          <p:nvPr>
            <p:ph sz="quarter" idx="17" hasCustomPrompt="1"/>
          </p:nvPr>
        </p:nvSpPr>
        <p:spPr>
          <a:xfrm>
            <a:off x="514515" y="6334619"/>
            <a:ext cx="10346442" cy="281058"/>
          </a:xfrm>
        </p:spPr>
        <p:txBody>
          <a:bodyPr wrap="none">
            <a:noAutofit/>
          </a:bodyPr>
          <a:lstStyle>
            <a:lvl1pPr marL="0" indent="0">
              <a:spcAft>
                <a:spcPts val="0"/>
              </a:spcAft>
              <a:buNone/>
              <a:defRPr sz="1200"/>
            </a:lvl1pPr>
          </a:lstStyle>
          <a:p>
            <a:pPr lvl="0"/>
            <a:r>
              <a:rPr lang="en-US"/>
              <a:t>Click to add notes and sources</a:t>
            </a:r>
          </a:p>
        </p:txBody>
      </p:sp>
      <p:sp>
        <p:nvSpPr>
          <p:cNvPr id="4" name="Slide Number Placeholder 5">
            <a:extLst>
              <a:ext uri="{FF2B5EF4-FFF2-40B4-BE49-F238E27FC236}">
                <a16:creationId xmlns:a16="http://schemas.microsoft.com/office/drawing/2014/main" id="{B6600633-7FE9-DCA2-E2AA-C0E89F298ACB}"/>
              </a:ext>
            </a:extLst>
          </p:cNvPr>
          <p:cNvSpPr>
            <a:spLocks noGrp="1"/>
          </p:cNvSpPr>
          <p:nvPr>
            <p:ph type="sldNum" sz="quarter" idx="4"/>
          </p:nvPr>
        </p:nvSpPr>
        <p:spPr>
          <a:xfrm>
            <a:off x="4724400" y="6579370"/>
            <a:ext cx="2743200" cy="180000"/>
          </a:xfrm>
          <a:prstGeom prst="rect">
            <a:avLst/>
          </a:prstGeom>
        </p:spPr>
        <p:txBody>
          <a:bodyPr vert="horz" lIns="0" tIns="0" rIns="0" bIns="0" rtlCol="0" anchor="ctr"/>
          <a:lstStyle>
            <a:lvl1pPr algn="ctr">
              <a:defRPr sz="1000">
                <a:solidFill>
                  <a:schemeClr val="tx1">
                    <a:tint val="75000"/>
                  </a:schemeClr>
                </a:solidFill>
                <a:latin typeface="Aptos" panose="020B0004020202020204" pitchFamily="34" charset="0"/>
              </a:defRPr>
            </a:lvl1pPr>
          </a:lstStyle>
          <a:p>
            <a:pPr algn="ctr"/>
            <a:fld id="{39E7427F-21AC-4FC2-AC74-F5AF5A475796}" type="slidenum">
              <a:rPr lang="en-IN" smtClean="0"/>
              <a:pPr algn="ctr"/>
              <a:t>‹#›</a:t>
            </a:fld>
            <a:endParaRPr lang="en-IN"/>
          </a:p>
        </p:txBody>
      </p:sp>
    </p:spTree>
    <p:extLst>
      <p:ext uri="{BB962C8B-B14F-4D97-AF65-F5344CB8AC3E}">
        <p14:creationId xmlns:p14="http://schemas.microsoft.com/office/powerpoint/2010/main" val="27696610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151DB-1BB5-21E0-6F3A-0229C95CBA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20EF261-3357-034D-5A68-62BA5D669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CF79D35-3BD5-986F-B446-82506D404492}"/>
              </a:ext>
            </a:extLst>
          </p:cNvPr>
          <p:cNvSpPr>
            <a:spLocks noGrp="1"/>
          </p:cNvSpPr>
          <p:nvPr>
            <p:ph type="dt" sz="half" idx="10"/>
          </p:nvPr>
        </p:nvSpPr>
        <p:spPr/>
        <p:txBody>
          <a:bodyPr/>
          <a:lstStyle/>
          <a:p>
            <a:fld id="{0F668351-C7F7-4EEC-80F6-7BD30BFE179D}" type="datetimeFigureOut">
              <a:rPr lang="en-IN" smtClean="0"/>
              <a:t>07-09-2026</a:t>
            </a:fld>
            <a:endParaRPr lang="en-IN"/>
          </a:p>
        </p:txBody>
      </p:sp>
      <p:sp>
        <p:nvSpPr>
          <p:cNvPr id="5" name="Footer Placeholder 4">
            <a:extLst>
              <a:ext uri="{FF2B5EF4-FFF2-40B4-BE49-F238E27FC236}">
                <a16:creationId xmlns:a16="http://schemas.microsoft.com/office/drawing/2014/main" id="{C8191FEF-15F5-B096-C206-AEC291ED2C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C78F1C-B554-7C8E-06D5-1880D461DCBC}"/>
              </a:ext>
            </a:extLst>
          </p:cNvPr>
          <p:cNvSpPr>
            <a:spLocks noGrp="1"/>
          </p:cNvSpPr>
          <p:nvPr>
            <p:ph type="sldNum" sz="quarter" idx="12"/>
          </p:nvPr>
        </p:nvSpPr>
        <p:spPr/>
        <p:txBody>
          <a:bodyPr/>
          <a:lstStyle/>
          <a:p>
            <a:fld id="{0C24A631-81C1-4333-9621-69A0696A3604}" type="slidenum">
              <a:rPr lang="en-IN" smtClean="0"/>
              <a:t>‹#›</a:t>
            </a:fld>
            <a:endParaRPr lang="en-IN"/>
          </a:p>
        </p:txBody>
      </p:sp>
    </p:spTree>
    <p:extLst>
      <p:ext uri="{BB962C8B-B14F-4D97-AF65-F5344CB8AC3E}">
        <p14:creationId xmlns:p14="http://schemas.microsoft.com/office/powerpoint/2010/main" val="20216557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3C6B2-BA37-69C8-F4B0-695550FA5C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6E0A22-DFDF-C6BD-3135-46956AEBD6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7A281A-BF35-F27B-3B40-9D17D3FEC69F}"/>
              </a:ext>
            </a:extLst>
          </p:cNvPr>
          <p:cNvSpPr>
            <a:spLocks noGrp="1"/>
          </p:cNvSpPr>
          <p:nvPr>
            <p:ph type="dt" sz="half" idx="10"/>
          </p:nvPr>
        </p:nvSpPr>
        <p:spPr/>
        <p:txBody>
          <a:bodyPr/>
          <a:lstStyle/>
          <a:p>
            <a:fld id="{0F668351-C7F7-4EEC-80F6-7BD30BFE179D}" type="datetimeFigureOut">
              <a:rPr lang="en-IN" smtClean="0"/>
              <a:t>07-09-2026</a:t>
            </a:fld>
            <a:endParaRPr lang="en-IN"/>
          </a:p>
        </p:txBody>
      </p:sp>
      <p:sp>
        <p:nvSpPr>
          <p:cNvPr id="5" name="Footer Placeholder 4">
            <a:extLst>
              <a:ext uri="{FF2B5EF4-FFF2-40B4-BE49-F238E27FC236}">
                <a16:creationId xmlns:a16="http://schemas.microsoft.com/office/drawing/2014/main" id="{AF52156A-827F-7CF0-7481-D5410674FD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F42D89-38E2-F632-F121-C35A5142B87A}"/>
              </a:ext>
            </a:extLst>
          </p:cNvPr>
          <p:cNvSpPr>
            <a:spLocks noGrp="1"/>
          </p:cNvSpPr>
          <p:nvPr>
            <p:ph type="sldNum" sz="quarter" idx="12"/>
          </p:nvPr>
        </p:nvSpPr>
        <p:spPr/>
        <p:txBody>
          <a:bodyPr/>
          <a:lstStyle/>
          <a:p>
            <a:fld id="{0C24A631-81C1-4333-9621-69A0696A3604}" type="slidenum">
              <a:rPr lang="en-IN" smtClean="0"/>
              <a:t>‹#›</a:t>
            </a:fld>
            <a:endParaRPr lang="en-IN"/>
          </a:p>
        </p:txBody>
      </p:sp>
    </p:spTree>
    <p:extLst>
      <p:ext uri="{BB962C8B-B14F-4D97-AF65-F5344CB8AC3E}">
        <p14:creationId xmlns:p14="http://schemas.microsoft.com/office/powerpoint/2010/main" val="15836584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709B8-1A01-7823-305A-353780BC13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493EAF5-E929-34A6-92AE-EEB4456A79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C2B776-DA02-8150-B143-1E9787281D01}"/>
              </a:ext>
            </a:extLst>
          </p:cNvPr>
          <p:cNvSpPr>
            <a:spLocks noGrp="1"/>
          </p:cNvSpPr>
          <p:nvPr>
            <p:ph type="dt" sz="half" idx="10"/>
          </p:nvPr>
        </p:nvSpPr>
        <p:spPr/>
        <p:txBody>
          <a:bodyPr/>
          <a:lstStyle/>
          <a:p>
            <a:fld id="{0F668351-C7F7-4EEC-80F6-7BD30BFE179D}" type="datetimeFigureOut">
              <a:rPr lang="en-IN" smtClean="0"/>
              <a:t>07-09-2026</a:t>
            </a:fld>
            <a:endParaRPr lang="en-IN"/>
          </a:p>
        </p:txBody>
      </p:sp>
      <p:sp>
        <p:nvSpPr>
          <p:cNvPr id="5" name="Footer Placeholder 4">
            <a:extLst>
              <a:ext uri="{FF2B5EF4-FFF2-40B4-BE49-F238E27FC236}">
                <a16:creationId xmlns:a16="http://schemas.microsoft.com/office/drawing/2014/main" id="{638E92EC-11E0-126F-A24B-3B447F2EE0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8B6906-E12A-4776-BA2F-ED25D2BCD9BE}"/>
              </a:ext>
            </a:extLst>
          </p:cNvPr>
          <p:cNvSpPr>
            <a:spLocks noGrp="1"/>
          </p:cNvSpPr>
          <p:nvPr>
            <p:ph type="sldNum" sz="quarter" idx="12"/>
          </p:nvPr>
        </p:nvSpPr>
        <p:spPr/>
        <p:txBody>
          <a:bodyPr/>
          <a:lstStyle/>
          <a:p>
            <a:fld id="{0C24A631-81C1-4333-9621-69A0696A3604}" type="slidenum">
              <a:rPr lang="en-IN" smtClean="0"/>
              <a:t>‹#›</a:t>
            </a:fld>
            <a:endParaRPr lang="en-IN"/>
          </a:p>
        </p:txBody>
      </p:sp>
    </p:spTree>
    <p:extLst>
      <p:ext uri="{BB962C8B-B14F-4D97-AF65-F5344CB8AC3E}">
        <p14:creationId xmlns:p14="http://schemas.microsoft.com/office/powerpoint/2010/main" val="19301696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761C1-D9DE-E2DE-D6CB-5CD55988B2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402588-47B4-C0E1-1F60-ADA6706219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089F664-5242-8C4E-A611-D4397A06B9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22EE40-D986-E986-A34F-6498BD805B15}"/>
              </a:ext>
            </a:extLst>
          </p:cNvPr>
          <p:cNvSpPr>
            <a:spLocks noGrp="1"/>
          </p:cNvSpPr>
          <p:nvPr>
            <p:ph type="dt" sz="half" idx="10"/>
          </p:nvPr>
        </p:nvSpPr>
        <p:spPr/>
        <p:txBody>
          <a:bodyPr/>
          <a:lstStyle/>
          <a:p>
            <a:fld id="{0F668351-C7F7-4EEC-80F6-7BD30BFE179D}" type="datetimeFigureOut">
              <a:rPr lang="en-IN" smtClean="0"/>
              <a:t>07-09-2026</a:t>
            </a:fld>
            <a:endParaRPr lang="en-IN"/>
          </a:p>
        </p:txBody>
      </p:sp>
      <p:sp>
        <p:nvSpPr>
          <p:cNvPr id="6" name="Footer Placeholder 5">
            <a:extLst>
              <a:ext uri="{FF2B5EF4-FFF2-40B4-BE49-F238E27FC236}">
                <a16:creationId xmlns:a16="http://schemas.microsoft.com/office/drawing/2014/main" id="{DB1301E9-F050-865F-1133-1E0D84ADA2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E60618-6F34-03E8-6591-402AEA81BB7B}"/>
              </a:ext>
            </a:extLst>
          </p:cNvPr>
          <p:cNvSpPr>
            <a:spLocks noGrp="1"/>
          </p:cNvSpPr>
          <p:nvPr>
            <p:ph type="sldNum" sz="quarter" idx="12"/>
          </p:nvPr>
        </p:nvSpPr>
        <p:spPr/>
        <p:txBody>
          <a:bodyPr/>
          <a:lstStyle/>
          <a:p>
            <a:fld id="{0C24A631-81C1-4333-9621-69A0696A3604}" type="slidenum">
              <a:rPr lang="en-IN" smtClean="0"/>
              <a:t>‹#›</a:t>
            </a:fld>
            <a:endParaRPr lang="en-IN"/>
          </a:p>
        </p:txBody>
      </p:sp>
    </p:spTree>
    <p:extLst>
      <p:ext uri="{BB962C8B-B14F-4D97-AF65-F5344CB8AC3E}">
        <p14:creationId xmlns:p14="http://schemas.microsoft.com/office/powerpoint/2010/main" val="13614178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DC404-FD97-A35A-9DFC-DD236A9075B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71EB8C-D65A-2755-716E-06830B45A1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3C2533-1CF3-4D70-A820-D73494CE5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2D44CC-49C8-535E-0A80-4D7A558AEB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2738D3-80A0-402F-B5DD-8760472B51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3787D07-1EF1-3DBE-5462-150673AE3005}"/>
              </a:ext>
            </a:extLst>
          </p:cNvPr>
          <p:cNvSpPr>
            <a:spLocks noGrp="1"/>
          </p:cNvSpPr>
          <p:nvPr>
            <p:ph type="dt" sz="half" idx="10"/>
          </p:nvPr>
        </p:nvSpPr>
        <p:spPr/>
        <p:txBody>
          <a:bodyPr/>
          <a:lstStyle/>
          <a:p>
            <a:fld id="{0F668351-C7F7-4EEC-80F6-7BD30BFE179D}" type="datetimeFigureOut">
              <a:rPr lang="en-IN" smtClean="0"/>
              <a:t>07-09-2026</a:t>
            </a:fld>
            <a:endParaRPr lang="en-IN"/>
          </a:p>
        </p:txBody>
      </p:sp>
      <p:sp>
        <p:nvSpPr>
          <p:cNvPr id="8" name="Footer Placeholder 7">
            <a:extLst>
              <a:ext uri="{FF2B5EF4-FFF2-40B4-BE49-F238E27FC236}">
                <a16:creationId xmlns:a16="http://schemas.microsoft.com/office/drawing/2014/main" id="{E93E748F-081E-455C-2CF1-8BF9CFCD5D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C0B3B2-79BB-19BF-3455-6A96AA33D657}"/>
              </a:ext>
            </a:extLst>
          </p:cNvPr>
          <p:cNvSpPr>
            <a:spLocks noGrp="1"/>
          </p:cNvSpPr>
          <p:nvPr>
            <p:ph type="sldNum" sz="quarter" idx="12"/>
          </p:nvPr>
        </p:nvSpPr>
        <p:spPr/>
        <p:txBody>
          <a:bodyPr/>
          <a:lstStyle/>
          <a:p>
            <a:fld id="{0C24A631-81C1-4333-9621-69A0696A3604}" type="slidenum">
              <a:rPr lang="en-IN" smtClean="0"/>
              <a:t>‹#›</a:t>
            </a:fld>
            <a:endParaRPr lang="en-IN"/>
          </a:p>
        </p:txBody>
      </p:sp>
    </p:spTree>
    <p:extLst>
      <p:ext uri="{BB962C8B-B14F-4D97-AF65-F5344CB8AC3E}">
        <p14:creationId xmlns:p14="http://schemas.microsoft.com/office/powerpoint/2010/main" val="17608576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7D5A3-F348-5D56-F3FD-75934090D20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526556-10E2-3412-F83A-2611ED62A234}"/>
              </a:ext>
            </a:extLst>
          </p:cNvPr>
          <p:cNvSpPr>
            <a:spLocks noGrp="1"/>
          </p:cNvSpPr>
          <p:nvPr>
            <p:ph type="dt" sz="half" idx="10"/>
          </p:nvPr>
        </p:nvSpPr>
        <p:spPr/>
        <p:txBody>
          <a:bodyPr/>
          <a:lstStyle/>
          <a:p>
            <a:fld id="{0F668351-C7F7-4EEC-80F6-7BD30BFE179D}" type="datetimeFigureOut">
              <a:rPr lang="en-IN" smtClean="0"/>
              <a:t>07-09-2026</a:t>
            </a:fld>
            <a:endParaRPr lang="en-IN"/>
          </a:p>
        </p:txBody>
      </p:sp>
      <p:sp>
        <p:nvSpPr>
          <p:cNvPr id="4" name="Footer Placeholder 3">
            <a:extLst>
              <a:ext uri="{FF2B5EF4-FFF2-40B4-BE49-F238E27FC236}">
                <a16:creationId xmlns:a16="http://schemas.microsoft.com/office/drawing/2014/main" id="{1F41B008-7B08-B86C-4909-1FB600454B5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22E126A-D426-CA76-7043-ED243E650395}"/>
              </a:ext>
            </a:extLst>
          </p:cNvPr>
          <p:cNvSpPr>
            <a:spLocks noGrp="1"/>
          </p:cNvSpPr>
          <p:nvPr>
            <p:ph type="sldNum" sz="quarter" idx="12"/>
          </p:nvPr>
        </p:nvSpPr>
        <p:spPr/>
        <p:txBody>
          <a:bodyPr/>
          <a:lstStyle/>
          <a:p>
            <a:fld id="{0C24A631-81C1-4333-9621-69A0696A3604}" type="slidenum">
              <a:rPr lang="en-IN" smtClean="0"/>
              <a:t>‹#›</a:t>
            </a:fld>
            <a:endParaRPr lang="en-IN"/>
          </a:p>
        </p:txBody>
      </p:sp>
    </p:spTree>
    <p:extLst>
      <p:ext uri="{BB962C8B-B14F-4D97-AF65-F5344CB8AC3E}">
        <p14:creationId xmlns:p14="http://schemas.microsoft.com/office/powerpoint/2010/main" val="22442907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755DAF-CA2A-9757-0F78-F73E02BFB50B}"/>
              </a:ext>
            </a:extLst>
          </p:cNvPr>
          <p:cNvSpPr>
            <a:spLocks noGrp="1"/>
          </p:cNvSpPr>
          <p:nvPr>
            <p:ph type="dt" sz="half" idx="10"/>
          </p:nvPr>
        </p:nvSpPr>
        <p:spPr/>
        <p:txBody>
          <a:bodyPr/>
          <a:lstStyle/>
          <a:p>
            <a:fld id="{0F668351-C7F7-4EEC-80F6-7BD30BFE179D}" type="datetimeFigureOut">
              <a:rPr lang="en-IN" smtClean="0"/>
              <a:t>07-09-2026</a:t>
            </a:fld>
            <a:endParaRPr lang="en-IN"/>
          </a:p>
        </p:txBody>
      </p:sp>
      <p:sp>
        <p:nvSpPr>
          <p:cNvPr id="3" name="Footer Placeholder 2">
            <a:extLst>
              <a:ext uri="{FF2B5EF4-FFF2-40B4-BE49-F238E27FC236}">
                <a16:creationId xmlns:a16="http://schemas.microsoft.com/office/drawing/2014/main" id="{66894AC1-2B75-20E0-6BE9-4EFE1F51AC9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FDA049-06C4-0D47-1BDD-2F7FEA04B9DB}"/>
              </a:ext>
            </a:extLst>
          </p:cNvPr>
          <p:cNvSpPr>
            <a:spLocks noGrp="1"/>
          </p:cNvSpPr>
          <p:nvPr>
            <p:ph type="sldNum" sz="quarter" idx="12"/>
          </p:nvPr>
        </p:nvSpPr>
        <p:spPr/>
        <p:txBody>
          <a:bodyPr/>
          <a:lstStyle/>
          <a:p>
            <a:fld id="{0C24A631-81C1-4333-9621-69A0696A3604}" type="slidenum">
              <a:rPr lang="en-IN" smtClean="0"/>
              <a:t>‹#›</a:t>
            </a:fld>
            <a:endParaRPr lang="en-IN"/>
          </a:p>
        </p:txBody>
      </p:sp>
    </p:spTree>
    <p:extLst>
      <p:ext uri="{BB962C8B-B14F-4D97-AF65-F5344CB8AC3E}">
        <p14:creationId xmlns:p14="http://schemas.microsoft.com/office/powerpoint/2010/main" val="10149526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DF2C8-3D8B-7F7F-3F2F-D894894E5E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BBD880-AB55-AB0A-0C82-6ECF731674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AF72CF1-43B4-1AC2-6B3F-F69C8DBB56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B1748B-2B6A-88CA-7780-FEA3B08F0F16}"/>
              </a:ext>
            </a:extLst>
          </p:cNvPr>
          <p:cNvSpPr>
            <a:spLocks noGrp="1"/>
          </p:cNvSpPr>
          <p:nvPr>
            <p:ph type="dt" sz="half" idx="10"/>
          </p:nvPr>
        </p:nvSpPr>
        <p:spPr/>
        <p:txBody>
          <a:bodyPr/>
          <a:lstStyle/>
          <a:p>
            <a:fld id="{0F668351-C7F7-4EEC-80F6-7BD30BFE179D}" type="datetimeFigureOut">
              <a:rPr lang="en-IN" smtClean="0"/>
              <a:t>07-09-2026</a:t>
            </a:fld>
            <a:endParaRPr lang="en-IN"/>
          </a:p>
        </p:txBody>
      </p:sp>
      <p:sp>
        <p:nvSpPr>
          <p:cNvPr id="6" name="Footer Placeholder 5">
            <a:extLst>
              <a:ext uri="{FF2B5EF4-FFF2-40B4-BE49-F238E27FC236}">
                <a16:creationId xmlns:a16="http://schemas.microsoft.com/office/drawing/2014/main" id="{BB4E146C-DB8A-07D1-8C99-3D10B2A78B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4548E6-2661-024D-E9B9-777FDC52DE52}"/>
              </a:ext>
            </a:extLst>
          </p:cNvPr>
          <p:cNvSpPr>
            <a:spLocks noGrp="1"/>
          </p:cNvSpPr>
          <p:nvPr>
            <p:ph type="sldNum" sz="quarter" idx="12"/>
          </p:nvPr>
        </p:nvSpPr>
        <p:spPr/>
        <p:txBody>
          <a:bodyPr/>
          <a:lstStyle/>
          <a:p>
            <a:fld id="{0C24A631-81C1-4333-9621-69A0696A3604}" type="slidenum">
              <a:rPr lang="en-IN" smtClean="0"/>
              <a:t>‹#›</a:t>
            </a:fld>
            <a:endParaRPr lang="en-IN"/>
          </a:p>
        </p:txBody>
      </p:sp>
    </p:spTree>
    <p:extLst>
      <p:ext uri="{BB962C8B-B14F-4D97-AF65-F5344CB8AC3E}">
        <p14:creationId xmlns:p14="http://schemas.microsoft.com/office/powerpoint/2010/main" val="2905831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3D24-B259-2D2A-019F-0D0CD1CF4A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663E46-A3C2-3CCA-1C3A-376FC856C5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CBF8236-231D-021A-9BC7-D472BF77DD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8C6395-3EE9-182A-0B2F-0596FD0F4064}"/>
              </a:ext>
            </a:extLst>
          </p:cNvPr>
          <p:cNvSpPr>
            <a:spLocks noGrp="1"/>
          </p:cNvSpPr>
          <p:nvPr>
            <p:ph type="dt" sz="half" idx="10"/>
          </p:nvPr>
        </p:nvSpPr>
        <p:spPr/>
        <p:txBody>
          <a:bodyPr/>
          <a:lstStyle/>
          <a:p>
            <a:fld id="{0F668351-C7F7-4EEC-80F6-7BD30BFE179D}" type="datetimeFigureOut">
              <a:rPr lang="en-IN" smtClean="0"/>
              <a:t>07-09-2026</a:t>
            </a:fld>
            <a:endParaRPr lang="en-IN"/>
          </a:p>
        </p:txBody>
      </p:sp>
      <p:sp>
        <p:nvSpPr>
          <p:cNvPr id="6" name="Footer Placeholder 5">
            <a:extLst>
              <a:ext uri="{FF2B5EF4-FFF2-40B4-BE49-F238E27FC236}">
                <a16:creationId xmlns:a16="http://schemas.microsoft.com/office/drawing/2014/main" id="{56447472-31AE-78F7-AA50-AE799FDFC4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2BA8FE-5446-0762-711E-FE7AF7A77B8E}"/>
              </a:ext>
            </a:extLst>
          </p:cNvPr>
          <p:cNvSpPr>
            <a:spLocks noGrp="1"/>
          </p:cNvSpPr>
          <p:nvPr>
            <p:ph type="sldNum" sz="quarter" idx="12"/>
          </p:nvPr>
        </p:nvSpPr>
        <p:spPr/>
        <p:txBody>
          <a:bodyPr/>
          <a:lstStyle/>
          <a:p>
            <a:fld id="{0C24A631-81C1-4333-9621-69A0696A3604}" type="slidenum">
              <a:rPr lang="en-IN" smtClean="0"/>
              <a:t>‹#›</a:t>
            </a:fld>
            <a:endParaRPr lang="en-IN"/>
          </a:p>
        </p:txBody>
      </p:sp>
    </p:spTree>
    <p:extLst>
      <p:ext uri="{BB962C8B-B14F-4D97-AF65-F5344CB8AC3E}">
        <p14:creationId xmlns:p14="http://schemas.microsoft.com/office/powerpoint/2010/main" val="20044912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054E2-5E0A-8BCB-1889-2089EBE7C4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F7505A-28D1-425A-8B23-66014D3549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802D06-EFD4-5BE7-84A0-FEB758F67544}"/>
              </a:ext>
            </a:extLst>
          </p:cNvPr>
          <p:cNvSpPr>
            <a:spLocks noGrp="1"/>
          </p:cNvSpPr>
          <p:nvPr>
            <p:ph type="dt" sz="half" idx="10"/>
          </p:nvPr>
        </p:nvSpPr>
        <p:spPr/>
        <p:txBody>
          <a:bodyPr/>
          <a:lstStyle/>
          <a:p>
            <a:fld id="{0F668351-C7F7-4EEC-80F6-7BD30BFE179D}" type="datetimeFigureOut">
              <a:rPr lang="en-IN" smtClean="0"/>
              <a:t>07-09-2026</a:t>
            </a:fld>
            <a:endParaRPr lang="en-IN"/>
          </a:p>
        </p:txBody>
      </p:sp>
      <p:sp>
        <p:nvSpPr>
          <p:cNvPr id="5" name="Footer Placeholder 4">
            <a:extLst>
              <a:ext uri="{FF2B5EF4-FFF2-40B4-BE49-F238E27FC236}">
                <a16:creationId xmlns:a16="http://schemas.microsoft.com/office/drawing/2014/main" id="{9A81A3C8-D216-1187-EB6E-B870B63E0E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D01952-C8F1-37D0-8A43-71505AE4F6E5}"/>
              </a:ext>
            </a:extLst>
          </p:cNvPr>
          <p:cNvSpPr>
            <a:spLocks noGrp="1"/>
          </p:cNvSpPr>
          <p:nvPr>
            <p:ph type="sldNum" sz="quarter" idx="12"/>
          </p:nvPr>
        </p:nvSpPr>
        <p:spPr/>
        <p:txBody>
          <a:bodyPr/>
          <a:lstStyle/>
          <a:p>
            <a:fld id="{0C24A631-81C1-4333-9621-69A0696A3604}" type="slidenum">
              <a:rPr lang="en-IN" smtClean="0"/>
              <a:t>‹#›</a:t>
            </a:fld>
            <a:endParaRPr lang="en-IN"/>
          </a:p>
        </p:txBody>
      </p:sp>
    </p:spTree>
    <p:extLst>
      <p:ext uri="{BB962C8B-B14F-4D97-AF65-F5344CB8AC3E}">
        <p14:creationId xmlns:p14="http://schemas.microsoft.com/office/powerpoint/2010/main" val="3111871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861922-6A57-F1FF-BB16-0F4484EAEE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B4399D-C821-0CB5-66C3-43497ED004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2975C6-7773-D8F3-FF5A-9D6D156CD1C0}"/>
              </a:ext>
            </a:extLst>
          </p:cNvPr>
          <p:cNvSpPr>
            <a:spLocks noGrp="1"/>
          </p:cNvSpPr>
          <p:nvPr>
            <p:ph type="dt" sz="half" idx="10"/>
          </p:nvPr>
        </p:nvSpPr>
        <p:spPr/>
        <p:txBody>
          <a:bodyPr/>
          <a:lstStyle/>
          <a:p>
            <a:fld id="{0F668351-C7F7-4EEC-80F6-7BD30BFE179D}" type="datetimeFigureOut">
              <a:rPr lang="en-IN" smtClean="0"/>
              <a:t>07-09-2026</a:t>
            </a:fld>
            <a:endParaRPr lang="en-IN"/>
          </a:p>
        </p:txBody>
      </p:sp>
      <p:sp>
        <p:nvSpPr>
          <p:cNvPr id="5" name="Footer Placeholder 4">
            <a:extLst>
              <a:ext uri="{FF2B5EF4-FFF2-40B4-BE49-F238E27FC236}">
                <a16:creationId xmlns:a16="http://schemas.microsoft.com/office/drawing/2014/main" id="{87DA9F35-6444-07F6-EC19-94C66AFFF8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B1931D-6084-4B9B-D089-D87FB0C045E7}"/>
              </a:ext>
            </a:extLst>
          </p:cNvPr>
          <p:cNvSpPr>
            <a:spLocks noGrp="1"/>
          </p:cNvSpPr>
          <p:nvPr>
            <p:ph type="sldNum" sz="quarter" idx="12"/>
          </p:nvPr>
        </p:nvSpPr>
        <p:spPr/>
        <p:txBody>
          <a:bodyPr/>
          <a:lstStyle/>
          <a:p>
            <a:fld id="{0C24A631-81C1-4333-9621-69A0696A3604}" type="slidenum">
              <a:rPr lang="en-IN" smtClean="0"/>
              <a:t>‹#›</a:t>
            </a:fld>
            <a:endParaRPr lang="en-IN"/>
          </a:p>
        </p:txBody>
      </p:sp>
    </p:spTree>
    <p:extLst>
      <p:ext uri="{BB962C8B-B14F-4D97-AF65-F5344CB8AC3E}">
        <p14:creationId xmlns:p14="http://schemas.microsoft.com/office/powerpoint/2010/main" val="4901021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le, subtitle, 1 column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44A20-5A86-CE28-DA22-E1DA256A873B}"/>
              </a:ext>
            </a:extLst>
          </p:cNvPr>
          <p:cNvSpPr>
            <a:spLocks noGrp="1"/>
          </p:cNvSpPr>
          <p:nvPr>
            <p:ph type="title" hasCustomPrompt="1"/>
          </p:nvPr>
        </p:nvSpPr>
        <p:spPr>
          <a:xfrm>
            <a:off x="501649" y="304800"/>
            <a:ext cx="11086448" cy="342900"/>
          </a:xfrm>
        </p:spPr>
        <p:txBody>
          <a:bodyPr lIns="0">
            <a:noAutofit/>
          </a:bodyPr>
          <a:lstStyle>
            <a:lvl1pPr>
              <a:defRPr sz="2400" b="1"/>
            </a:lvl1pPr>
          </a:lstStyle>
          <a:p>
            <a:r>
              <a:rPr lang="en-US"/>
              <a:t>Click to add title</a:t>
            </a:r>
            <a:endParaRPr lang="en-GB"/>
          </a:p>
        </p:txBody>
      </p:sp>
      <p:sp>
        <p:nvSpPr>
          <p:cNvPr id="3" name="Text Placeholder 8">
            <a:extLst>
              <a:ext uri="{FF2B5EF4-FFF2-40B4-BE49-F238E27FC236}">
                <a16:creationId xmlns:a16="http://schemas.microsoft.com/office/drawing/2014/main" id="{DB69A5E6-4554-37D7-D900-E7488CF222A7}"/>
              </a:ext>
            </a:extLst>
          </p:cNvPr>
          <p:cNvSpPr>
            <a:spLocks noGrp="1"/>
          </p:cNvSpPr>
          <p:nvPr>
            <p:ph type="body" sz="quarter" idx="13" hasCustomPrompt="1"/>
          </p:nvPr>
        </p:nvSpPr>
        <p:spPr>
          <a:xfrm>
            <a:off x="501649" y="651600"/>
            <a:ext cx="11086447"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5" name="Content Placeholder 3">
            <a:extLst>
              <a:ext uri="{FF2B5EF4-FFF2-40B4-BE49-F238E27FC236}">
                <a16:creationId xmlns:a16="http://schemas.microsoft.com/office/drawing/2014/main" id="{87E0D8BB-32E4-0044-8D81-8C6361A12A6B}"/>
              </a:ext>
            </a:extLst>
          </p:cNvPr>
          <p:cNvSpPr>
            <a:spLocks noGrp="1"/>
          </p:cNvSpPr>
          <p:nvPr>
            <p:ph sz="quarter" idx="17" hasCustomPrompt="1"/>
          </p:nvPr>
        </p:nvSpPr>
        <p:spPr>
          <a:xfrm>
            <a:off x="514515" y="6334619"/>
            <a:ext cx="10346442" cy="281058"/>
          </a:xfrm>
        </p:spPr>
        <p:txBody>
          <a:bodyPr wrap="none">
            <a:noAutofit/>
          </a:bodyPr>
          <a:lstStyle>
            <a:lvl1pPr marL="0" indent="0">
              <a:spcAft>
                <a:spcPts val="0"/>
              </a:spcAft>
              <a:buNone/>
              <a:defRPr sz="1200"/>
            </a:lvl1pPr>
          </a:lstStyle>
          <a:p>
            <a:pPr lvl="0"/>
            <a:r>
              <a:rPr lang="en-US"/>
              <a:t>Click to add notes and sources</a:t>
            </a:r>
          </a:p>
        </p:txBody>
      </p:sp>
      <p:sp>
        <p:nvSpPr>
          <p:cNvPr id="4" name="Slide Number Placeholder 5">
            <a:extLst>
              <a:ext uri="{FF2B5EF4-FFF2-40B4-BE49-F238E27FC236}">
                <a16:creationId xmlns:a16="http://schemas.microsoft.com/office/drawing/2014/main" id="{B6600633-7FE9-DCA2-E2AA-C0E89F298A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9E7427F-21AC-4FC2-AC74-F5AF5A475796}" type="slidenum">
              <a:rPr lang="en-IN" smtClean="0"/>
              <a:pPr/>
              <a:t>‹#›</a:t>
            </a:fld>
            <a:endParaRPr lang="en-IN"/>
          </a:p>
        </p:txBody>
      </p:sp>
    </p:spTree>
    <p:extLst>
      <p:ext uri="{BB962C8B-B14F-4D97-AF65-F5344CB8AC3E}">
        <p14:creationId xmlns:p14="http://schemas.microsoft.com/office/powerpoint/2010/main" val="1984716816"/>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subtitle, 1 column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44A20-5A86-CE28-DA22-E1DA256A873B}"/>
              </a:ext>
            </a:extLst>
          </p:cNvPr>
          <p:cNvSpPr>
            <a:spLocks noGrp="1"/>
          </p:cNvSpPr>
          <p:nvPr>
            <p:ph type="title" hasCustomPrompt="1"/>
          </p:nvPr>
        </p:nvSpPr>
        <p:spPr>
          <a:xfrm>
            <a:off x="501649" y="304800"/>
            <a:ext cx="11086448" cy="342900"/>
          </a:xfrm>
        </p:spPr>
        <p:txBody>
          <a:bodyPr lIns="0">
            <a:noAutofit/>
          </a:bodyPr>
          <a:lstStyle>
            <a:lvl1pPr>
              <a:defRPr sz="2400" b="1"/>
            </a:lvl1pPr>
          </a:lstStyle>
          <a:p>
            <a:r>
              <a:rPr lang="en-US"/>
              <a:t>Click to add title</a:t>
            </a:r>
            <a:endParaRPr lang="en-GB"/>
          </a:p>
        </p:txBody>
      </p:sp>
      <p:sp>
        <p:nvSpPr>
          <p:cNvPr id="3" name="Text Placeholder 8">
            <a:extLst>
              <a:ext uri="{FF2B5EF4-FFF2-40B4-BE49-F238E27FC236}">
                <a16:creationId xmlns:a16="http://schemas.microsoft.com/office/drawing/2014/main" id="{DB69A5E6-4554-37D7-D900-E7488CF222A7}"/>
              </a:ext>
            </a:extLst>
          </p:cNvPr>
          <p:cNvSpPr>
            <a:spLocks noGrp="1"/>
          </p:cNvSpPr>
          <p:nvPr>
            <p:ph type="body" sz="quarter" idx="13" hasCustomPrompt="1"/>
          </p:nvPr>
        </p:nvSpPr>
        <p:spPr>
          <a:xfrm>
            <a:off x="501649" y="651600"/>
            <a:ext cx="11086447"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5" name="Content Placeholder 3">
            <a:extLst>
              <a:ext uri="{FF2B5EF4-FFF2-40B4-BE49-F238E27FC236}">
                <a16:creationId xmlns:a16="http://schemas.microsoft.com/office/drawing/2014/main" id="{87E0D8BB-32E4-0044-8D81-8C6361A12A6B}"/>
              </a:ext>
            </a:extLst>
          </p:cNvPr>
          <p:cNvSpPr>
            <a:spLocks noGrp="1"/>
          </p:cNvSpPr>
          <p:nvPr>
            <p:ph sz="quarter" idx="17" hasCustomPrompt="1"/>
          </p:nvPr>
        </p:nvSpPr>
        <p:spPr>
          <a:xfrm>
            <a:off x="514515" y="6334619"/>
            <a:ext cx="10346442" cy="281058"/>
          </a:xfrm>
        </p:spPr>
        <p:txBody>
          <a:bodyPr wrap="none">
            <a:noAutofit/>
          </a:bodyPr>
          <a:lstStyle>
            <a:lvl1pPr marL="0" indent="0">
              <a:spcAft>
                <a:spcPts val="0"/>
              </a:spcAft>
              <a:buNone/>
              <a:defRPr sz="1200"/>
            </a:lvl1pPr>
          </a:lstStyle>
          <a:p>
            <a:pPr lvl="0"/>
            <a:r>
              <a:rPr lang="en-US"/>
              <a:t>Click to add notes and sources</a:t>
            </a:r>
          </a:p>
        </p:txBody>
      </p:sp>
      <p:sp>
        <p:nvSpPr>
          <p:cNvPr id="4" name="Slide Number Placeholder 5">
            <a:extLst>
              <a:ext uri="{FF2B5EF4-FFF2-40B4-BE49-F238E27FC236}">
                <a16:creationId xmlns:a16="http://schemas.microsoft.com/office/drawing/2014/main" id="{B6600633-7FE9-DCA2-E2AA-C0E89F298ACB}"/>
              </a:ext>
            </a:extLst>
          </p:cNvPr>
          <p:cNvSpPr>
            <a:spLocks noGrp="1"/>
          </p:cNvSpPr>
          <p:nvPr>
            <p:ph type="sldNum" sz="quarter" idx="4"/>
          </p:nvPr>
        </p:nvSpPr>
        <p:spPr>
          <a:xfrm>
            <a:off x="4724400" y="6579370"/>
            <a:ext cx="2743200" cy="180000"/>
          </a:xfrm>
          <a:prstGeom prst="rect">
            <a:avLst/>
          </a:prstGeom>
        </p:spPr>
        <p:txBody>
          <a:bodyPr vert="horz" lIns="0" tIns="0" rIns="0" bIns="0" rtlCol="0" anchor="ctr"/>
          <a:lstStyle>
            <a:lvl1pPr algn="ctr">
              <a:defRPr sz="1000">
                <a:solidFill>
                  <a:schemeClr val="tx1">
                    <a:tint val="75000"/>
                  </a:schemeClr>
                </a:solidFill>
                <a:latin typeface="Aptos" panose="020B0004020202020204" pitchFamily="34" charset="0"/>
              </a:defRPr>
            </a:lvl1pPr>
          </a:lstStyle>
          <a:p>
            <a:pPr algn="ctr"/>
            <a:fld id="{39E7427F-21AC-4FC2-AC74-F5AF5A475796}" type="slidenum">
              <a:rPr lang="en-IN" smtClean="0"/>
              <a:pPr algn="ctr"/>
              <a:t>‹#›</a:t>
            </a:fld>
            <a:endParaRPr lang="en-IN"/>
          </a:p>
        </p:txBody>
      </p:sp>
    </p:spTree>
    <p:extLst>
      <p:ext uri="{BB962C8B-B14F-4D97-AF65-F5344CB8AC3E}">
        <p14:creationId xmlns:p14="http://schemas.microsoft.com/office/powerpoint/2010/main" val="4268937867"/>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Title Slide Light">
    <p:bg>
      <p:bgPr>
        <a:solidFill>
          <a:schemeClr val="bg1"/>
        </a:solidFill>
        <a:effectLst/>
      </p:bgPr>
    </p:bg>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5ACFEA14-8F6A-2DC1-2870-1A1D976B3398}"/>
              </a:ext>
            </a:extLst>
          </p:cNvPr>
          <p:cNvSpPr>
            <a:spLocks noGrp="1"/>
          </p:cNvSpPr>
          <p:nvPr>
            <p:ph type="body" sz="quarter" idx="13" hasCustomPrompt="1"/>
          </p:nvPr>
        </p:nvSpPr>
        <p:spPr>
          <a:xfrm>
            <a:off x="358438" y="5090984"/>
            <a:ext cx="6623130" cy="785707"/>
          </a:xfrm>
          <a:prstGeom prst="rect">
            <a:avLst/>
          </a:prstGeom>
        </p:spPr>
        <p:txBody>
          <a:bodyPr wrap="square" lIns="0" tIns="0" rIns="0" bIns="0" anchor="b">
            <a:noAutofit/>
          </a:bodyPr>
          <a:lstStyle>
            <a:lvl1pPr marL="0" indent="0">
              <a:spcBef>
                <a:spcPts val="500"/>
              </a:spcBef>
              <a:buNone/>
              <a:defRPr sz="3600" b="1" i="0">
                <a:solidFill>
                  <a:schemeClr val="accent3"/>
                </a:solidFill>
                <a:latin typeface="Aptos" panose="020B0004020202020204" pitchFamily="34" charset="0"/>
                <a:ea typeface="Open Sans SemiBold" panose="020B0606030504020204" pitchFamily="34" charset="0"/>
                <a:cs typeface="Calibri" panose="020F0502020204030204" pitchFamily="34" charset="0"/>
              </a:defRPr>
            </a:lvl1pPr>
          </a:lstStyle>
          <a:p>
            <a:pPr lvl="0"/>
            <a:r>
              <a:rPr lang="en-US"/>
              <a:t>Document title</a:t>
            </a:r>
            <a:br>
              <a:rPr lang="en-US"/>
            </a:br>
            <a:r>
              <a:rPr lang="en-US"/>
              <a:t>Calibri Bold 24pt</a:t>
            </a:r>
          </a:p>
        </p:txBody>
      </p:sp>
      <p:sp>
        <p:nvSpPr>
          <p:cNvPr id="11" name="Text Placeholder 16">
            <a:extLst>
              <a:ext uri="{FF2B5EF4-FFF2-40B4-BE49-F238E27FC236}">
                <a16:creationId xmlns:a16="http://schemas.microsoft.com/office/drawing/2014/main" id="{28313177-94AA-E600-636E-7A32DFA55FD2}"/>
              </a:ext>
            </a:extLst>
          </p:cNvPr>
          <p:cNvSpPr>
            <a:spLocks noGrp="1"/>
          </p:cNvSpPr>
          <p:nvPr>
            <p:ph type="body" sz="quarter" idx="15" hasCustomPrompt="1"/>
          </p:nvPr>
        </p:nvSpPr>
        <p:spPr>
          <a:xfrm>
            <a:off x="358437" y="5997783"/>
            <a:ext cx="4234459" cy="176980"/>
          </a:xfrm>
          <a:prstGeom prst="rect">
            <a:avLst/>
          </a:prstGeom>
        </p:spPr>
        <p:txBody>
          <a:bodyPr wrap="square" lIns="0" tIns="0" rIns="0" bIns="0">
            <a:noAutofit/>
          </a:bodyPr>
          <a:lstStyle>
            <a:lvl1pPr marL="0" indent="0">
              <a:buNone/>
              <a:defRPr sz="2400" b="0" i="0">
                <a:solidFill>
                  <a:schemeClr val="tx1"/>
                </a:solidFill>
                <a:latin typeface="Aptos" panose="020B0004020202020204" pitchFamily="34" charset="0"/>
                <a:ea typeface="Open Sans Light" pitchFamily="2" charset="0"/>
                <a:cs typeface="Calibri Light" panose="020F0302020204030204" pitchFamily="34" charset="0"/>
              </a:defRPr>
            </a:lvl1pPr>
          </a:lstStyle>
          <a:p>
            <a:pPr lvl="0"/>
            <a:r>
              <a:rPr lang="en-US"/>
              <a:t>Subheading Cal light 14pt</a:t>
            </a:r>
          </a:p>
        </p:txBody>
      </p:sp>
      <p:sp>
        <p:nvSpPr>
          <p:cNvPr id="12" name="Text Placeholder 16">
            <a:extLst>
              <a:ext uri="{FF2B5EF4-FFF2-40B4-BE49-F238E27FC236}">
                <a16:creationId xmlns:a16="http://schemas.microsoft.com/office/drawing/2014/main" id="{19BE6338-1142-256C-1C0E-3EA226479506}"/>
              </a:ext>
            </a:extLst>
          </p:cNvPr>
          <p:cNvSpPr>
            <a:spLocks noGrp="1"/>
          </p:cNvSpPr>
          <p:nvPr>
            <p:ph type="body" sz="quarter" idx="16" hasCustomPrompt="1"/>
          </p:nvPr>
        </p:nvSpPr>
        <p:spPr>
          <a:xfrm>
            <a:off x="358437" y="6369596"/>
            <a:ext cx="4234459" cy="176980"/>
          </a:xfrm>
          <a:prstGeom prst="rect">
            <a:avLst/>
          </a:prstGeom>
        </p:spPr>
        <p:txBody>
          <a:bodyPr wrap="square" lIns="0" tIns="0" rIns="0" bIns="0" anchor="b">
            <a:noAutofit/>
          </a:bodyPr>
          <a:lstStyle>
            <a:lvl1pPr marL="0" indent="0">
              <a:buNone/>
              <a:defRPr sz="1000" b="1" i="0">
                <a:solidFill>
                  <a:schemeClr val="tx1"/>
                </a:solidFill>
                <a:latin typeface="Aptos" panose="020B0004020202020204" pitchFamily="34" charset="0"/>
                <a:ea typeface="Open Sans SemiBold" panose="020B0606030504020204" pitchFamily="34" charset="0"/>
                <a:cs typeface="Calibri" panose="020F0502020204030204" pitchFamily="34" charset="0"/>
              </a:defRPr>
            </a:lvl1pPr>
          </a:lstStyle>
          <a:p>
            <a:pPr lvl="0"/>
            <a:r>
              <a:rPr lang="en-US"/>
              <a:t>Date here Calibri Bold 10pt</a:t>
            </a:r>
          </a:p>
        </p:txBody>
      </p:sp>
      <p:grpSp>
        <p:nvGrpSpPr>
          <p:cNvPr id="24" name="Group 23">
            <a:extLst>
              <a:ext uri="{FF2B5EF4-FFF2-40B4-BE49-F238E27FC236}">
                <a16:creationId xmlns:a16="http://schemas.microsoft.com/office/drawing/2014/main" id="{6F71838B-88EE-D9FB-BD09-7029AE0D8FD9}"/>
              </a:ext>
            </a:extLst>
          </p:cNvPr>
          <p:cNvGrpSpPr>
            <a:grpSpLocks noChangeAspect="1"/>
          </p:cNvGrpSpPr>
          <p:nvPr userDrawn="1"/>
        </p:nvGrpSpPr>
        <p:grpSpPr>
          <a:xfrm>
            <a:off x="358437" y="341312"/>
            <a:ext cx="1819109" cy="345828"/>
            <a:chOff x="398463" y="404813"/>
            <a:chExt cx="1627187" cy="307976"/>
          </a:xfrm>
          <a:solidFill>
            <a:schemeClr val="tx1"/>
          </a:solidFill>
        </p:grpSpPr>
        <p:sp>
          <p:nvSpPr>
            <p:cNvPr id="25" name="Oval 5">
              <a:extLst>
                <a:ext uri="{FF2B5EF4-FFF2-40B4-BE49-F238E27FC236}">
                  <a16:creationId xmlns:a16="http://schemas.microsoft.com/office/drawing/2014/main" id="{65528875-5CFF-9BAE-F5CE-094690B7301B}"/>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6" name="Freeform 6">
              <a:extLst>
                <a:ext uri="{FF2B5EF4-FFF2-40B4-BE49-F238E27FC236}">
                  <a16:creationId xmlns:a16="http://schemas.microsoft.com/office/drawing/2014/main" id="{4E056345-8F6B-CB28-8015-E5E1BE9F5631}"/>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7" name="Rectangle 7">
              <a:extLst>
                <a:ext uri="{FF2B5EF4-FFF2-40B4-BE49-F238E27FC236}">
                  <a16:creationId xmlns:a16="http://schemas.microsoft.com/office/drawing/2014/main" id="{894B0194-8832-DA84-C0DB-B0963F1247B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8" name="Freeform 8">
              <a:extLst>
                <a:ext uri="{FF2B5EF4-FFF2-40B4-BE49-F238E27FC236}">
                  <a16:creationId xmlns:a16="http://schemas.microsoft.com/office/drawing/2014/main" id="{2D234D69-3973-651A-2B47-0DE8005DE385}"/>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9" name="Rectangle 9">
              <a:extLst>
                <a:ext uri="{FF2B5EF4-FFF2-40B4-BE49-F238E27FC236}">
                  <a16:creationId xmlns:a16="http://schemas.microsoft.com/office/drawing/2014/main" id="{2A63C2CD-B009-5812-B33C-3AF221F1782E}"/>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30" name="Rectangle 10">
              <a:extLst>
                <a:ext uri="{FF2B5EF4-FFF2-40B4-BE49-F238E27FC236}">
                  <a16:creationId xmlns:a16="http://schemas.microsoft.com/office/drawing/2014/main" id="{3BF18E96-800D-B5E7-46B5-D162940EF066}"/>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31" name="Freeform 11">
              <a:extLst>
                <a:ext uri="{FF2B5EF4-FFF2-40B4-BE49-F238E27FC236}">
                  <a16:creationId xmlns:a16="http://schemas.microsoft.com/office/drawing/2014/main" id="{3380C43D-43C3-8A66-C8C0-5941F75B844B}"/>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32" name="Freeform 12">
              <a:extLst>
                <a:ext uri="{FF2B5EF4-FFF2-40B4-BE49-F238E27FC236}">
                  <a16:creationId xmlns:a16="http://schemas.microsoft.com/office/drawing/2014/main" id="{32773F60-4EA9-AC77-7F7C-6B392EF0EF98}"/>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33" name="Freeform 13">
              <a:extLst>
                <a:ext uri="{FF2B5EF4-FFF2-40B4-BE49-F238E27FC236}">
                  <a16:creationId xmlns:a16="http://schemas.microsoft.com/office/drawing/2014/main" id="{D4BC1233-CF6C-9F7C-36E8-4A9922E9D9C7}"/>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34" name="Freeform 14">
              <a:extLst>
                <a:ext uri="{FF2B5EF4-FFF2-40B4-BE49-F238E27FC236}">
                  <a16:creationId xmlns:a16="http://schemas.microsoft.com/office/drawing/2014/main" id="{9B99E8A2-03C8-8104-560E-A5E7311EB279}"/>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grpSp>
      <p:pic>
        <p:nvPicPr>
          <p:cNvPr id="4" name="Picture 3">
            <a:extLst>
              <a:ext uri="{FF2B5EF4-FFF2-40B4-BE49-F238E27FC236}">
                <a16:creationId xmlns:a16="http://schemas.microsoft.com/office/drawing/2014/main" id="{9D082280-8F72-8A65-8D30-A0FEB06A725F}"/>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562432" y="394778"/>
            <a:ext cx="5067136" cy="4608000"/>
          </a:xfrm>
          <a:prstGeom prst="rect">
            <a:avLst/>
          </a:prstGeom>
          <a:solidFill>
            <a:schemeClr val="tx1"/>
          </a:solidFill>
        </p:spPr>
      </p:pic>
    </p:spTree>
    <p:extLst>
      <p:ext uri="{BB962C8B-B14F-4D97-AF65-F5344CB8AC3E}">
        <p14:creationId xmlns:p14="http://schemas.microsoft.com/office/powerpoint/2010/main" val="40739053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Light">
    <p:bg>
      <p:bgPr>
        <a:solidFill>
          <a:schemeClr val="bg1">
            <a:lumMod val="95000"/>
          </a:schemeClr>
        </a:solidFill>
        <a:effectLst/>
      </p:bgPr>
    </p:bg>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5ACFEA14-8F6A-2DC1-2870-1A1D976B3398}"/>
              </a:ext>
            </a:extLst>
          </p:cNvPr>
          <p:cNvSpPr>
            <a:spLocks noGrp="1"/>
          </p:cNvSpPr>
          <p:nvPr>
            <p:ph type="body" sz="quarter" idx="13" hasCustomPrompt="1"/>
          </p:nvPr>
        </p:nvSpPr>
        <p:spPr>
          <a:xfrm>
            <a:off x="1855596" y="2900222"/>
            <a:ext cx="8480808" cy="1057556"/>
          </a:xfrm>
          <a:prstGeom prst="rect">
            <a:avLst/>
          </a:prstGeom>
        </p:spPr>
        <p:txBody>
          <a:bodyPr wrap="square" lIns="0" tIns="0" rIns="0" bIns="0" anchor="b">
            <a:noAutofit/>
          </a:bodyPr>
          <a:lstStyle>
            <a:lvl1pPr marL="0" indent="0" algn="ctr">
              <a:spcBef>
                <a:spcPts val="500"/>
              </a:spcBef>
              <a:buNone/>
              <a:defRPr sz="4000" b="1" i="0">
                <a:solidFill>
                  <a:srgbClr val="156082"/>
                </a:solidFill>
                <a:latin typeface="Aptos" panose="020B0004020202020204" pitchFamily="34" charset="0"/>
                <a:ea typeface="Open Sans SemiBold" panose="020B0606030504020204" pitchFamily="34" charset="0"/>
                <a:cs typeface="Calibri" panose="020F0502020204030204" pitchFamily="34" charset="0"/>
              </a:defRPr>
            </a:lvl1pPr>
          </a:lstStyle>
          <a:p>
            <a:pPr lvl="0"/>
            <a:r>
              <a:rPr lang="en-US"/>
              <a:t>Document title</a:t>
            </a:r>
            <a:br>
              <a:rPr lang="en-US"/>
            </a:br>
            <a:r>
              <a:rPr lang="en-US"/>
              <a:t>Calibri Bold 24pt</a:t>
            </a:r>
          </a:p>
        </p:txBody>
      </p:sp>
      <p:cxnSp>
        <p:nvCxnSpPr>
          <p:cNvPr id="3" name="Straight Connector 2">
            <a:extLst>
              <a:ext uri="{FF2B5EF4-FFF2-40B4-BE49-F238E27FC236}">
                <a16:creationId xmlns:a16="http://schemas.microsoft.com/office/drawing/2014/main" id="{C7D28D0B-6E28-0A5C-7CBD-7B7118516974}"/>
              </a:ext>
            </a:extLst>
          </p:cNvPr>
          <p:cNvCxnSpPr>
            <a:cxnSpLocks/>
          </p:cNvCxnSpPr>
          <p:nvPr userDrawn="1"/>
        </p:nvCxnSpPr>
        <p:spPr>
          <a:xfrm>
            <a:off x="815546" y="2258773"/>
            <a:ext cx="10540313" cy="0"/>
          </a:xfrm>
          <a:prstGeom prst="line">
            <a:avLst/>
          </a:prstGeom>
          <a:ln w="76200">
            <a:solidFill>
              <a:srgbClr val="156082"/>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B05FA38-7112-3D8A-EC76-BEA6F6AF483D}"/>
              </a:ext>
            </a:extLst>
          </p:cNvPr>
          <p:cNvCxnSpPr/>
          <p:nvPr userDrawn="1"/>
        </p:nvCxnSpPr>
        <p:spPr>
          <a:xfrm>
            <a:off x="815546" y="4534930"/>
            <a:ext cx="10540313" cy="0"/>
          </a:xfrm>
          <a:prstGeom prst="line">
            <a:avLst/>
          </a:prstGeom>
          <a:ln w="76200">
            <a:solidFill>
              <a:srgbClr val="15608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397940B-7935-D166-FAAF-F0A260FBC435}"/>
              </a:ext>
            </a:extLst>
          </p:cNvPr>
          <p:cNvSpPr/>
          <p:nvPr userDrawn="1"/>
        </p:nvSpPr>
        <p:spPr>
          <a:xfrm>
            <a:off x="5634680" y="1807752"/>
            <a:ext cx="902043" cy="902043"/>
          </a:xfrm>
          <a:prstGeom prst="rect">
            <a:avLst/>
          </a:prstGeom>
          <a:solidFill>
            <a:srgbClr val="156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 Placeholder 16">
            <a:extLst>
              <a:ext uri="{FF2B5EF4-FFF2-40B4-BE49-F238E27FC236}">
                <a16:creationId xmlns:a16="http://schemas.microsoft.com/office/drawing/2014/main" id="{28313177-94AA-E600-636E-7A32DFA55FD2}"/>
              </a:ext>
            </a:extLst>
          </p:cNvPr>
          <p:cNvSpPr>
            <a:spLocks noGrp="1"/>
          </p:cNvSpPr>
          <p:nvPr>
            <p:ph type="body" sz="quarter" idx="15" hasCustomPrompt="1"/>
          </p:nvPr>
        </p:nvSpPr>
        <p:spPr>
          <a:xfrm>
            <a:off x="5634680" y="1807752"/>
            <a:ext cx="902043" cy="892510"/>
          </a:xfrm>
          <a:prstGeom prst="rect">
            <a:avLst/>
          </a:prstGeom>
        </p:spPr>
        <p:txBody>
          <a:bodyPr wrap="square" lIns="0" tIns="0" rIns="0" bIns="0" anchor="ctr">
            <a:noAutofit/>
          </a:bodyPr>
          <a:lstStyle>
            <a:lvl1pPr marL="0" indent="0" algn="ctr">
              <a:buNone/>
              <a:defRPr sz="2400" b="1" i="0">
                <a:solidFill>
                  <a:schemeClr val="bg1"/>
                </a:solidFill>
                <a:latin typeface="Aptos" panose="020B0004020202020204" pitchFamily="34" charset="0"/>
                <a:ea typeface="Open Sans Light" pitchFamily="2" charset="0"/>
                <a:cs typeface="Calibri Light" panose="020F0302020204030204" pitchFamily="34" charset="0"/>
              </a:defRPr>
            </a:lvl1pPr>
          </a:lstStyle>
          <a:p>
            <a:pPr lvl="0"/>
            <a:r>
              <a:rPr lang="en-US"/>
              <a:t>Subheading Cal light 14pt</a:t>
            </a:r>
          </a:p>
        </p:txBody>
      </p:sp>
    </p:spTree>
    <p:extLst>
      <p:ext uri="{BB962C8B-B14F-4D97-AF65-F5344CB8AC3E}">
        <p14:creationId xmlns:p14="http://schemas.microsoft.com/office/powerpoint/2010/main" val="38091860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Slide Ligh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5ACFEA14-8F6A-2DC1-2870-1A1D976B3398}"/>
              </a:ext>
            </a:extLst>
          </p:cNvPr>
          <p:cNvSpPr>
            <a:spLocks noGrp="1"/>
          </p:cNvSpPr>
          <p:nvPr>
            <p:ph type="body" sz="quarter" idx="13" hasCustomPrompt="1"/>
          </p:nvPr>
        </p:nvSpPr>
        <p:spPr>
          <a:xfrm>
            <a:off x="1855596" y="2900222"/>
            <a:ext cx="8480808" cy="1057556"/>
          </a:xfrm>
          <a:prstGeom prst="rect">
            <a:avLst/>
          </a:prstGeom>
        </p:spPr>
        <p:txBody>
          <a:bodyPr wrap="square" lIns="0" tIns="0" rIns="0" bIns="0" anchor="ctr">
            <a:noAutofit/>
          </a:bodyPr>
          <a:lstStyle>
            <a:lvl1pPr marL="0" indent="0" algn="ctr">
              <a:spcBef>
                <a:spcPts val="500"/>
              </a:spcBef>
              <a:buNone/>
              <a:defRPr sz="4000" b="1" i="0">
                <a:solidFill>
                  <a:schemeClr val="accent4">
                    <a:lumMod val="50000"/>
                  </a:schemeClr>
                </a:solidFill>
                <a:latin typeface="Aptos" panose="020B0004020202020204" pitchFamily="34" charset="0"/>
                <a:ea typeface="Open Sans SemiBold" panose="020B0606030504020204" pitchFamily="34" charset="0"/>
                <a:cs typeface="Calibri" panose="020F0502020204030204" pitchFamily="34" charset="0"/>
              </a:defRPr>
            </a:lvl1pPr>
          </a:lstStyle>
          <a:p>
            <a:pPr lvl="0"/>
            <a:r>
              <a:rPr lang="en-US"/>
              <a:t>Document title</a:t>
            </a:r>
            <a:br>
              <a:rPr lang="en-US"/>
            </a:br>
            <a:r>
              <a:rPr lang="en-US"/>
              <a:t>Calibri Bold 24pt</a:t>
            </a:r>
          </a:p>
        </p:txBody>
      </p:sp>
      <p:cxnSp>
        <p:nvCxnSpPr>
          <p:cNvPr id="3" name="Straight Connector 2">
            <a:extLst>
              <a:ext uri="{FF2B5EF4-FFF2-40B4-BE49-F238E27FC236}">
                <a16:creationId xmlns:a16="http://schemas.microsoft.com/office/drawing/2014/main" id="{C7D28D0B-6E28-0A5C-7CBD-7B7118516974}"/>
              </a:ext>
            </a:extLst>
          </p:cNvPr>
          <p:cNvCxnSpPr>
            <a:cxnSpLocks/>
          </p:cNvCxnSpPr>
          <p:nvPr userDrawn="1"/>
        </p:nvCxnSpPr>
        <p:spPr>
          <a:xfrm>
            <a:off x="815546" y="2258773"/>
            <a:ext cx="10540313" cy="0"/>
          </a:xfrm>
          <a:prstGeom prst="line">
            <a:avLst/>
          </a:prstGeom>
          <a:ln w="762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B05FA38-7112-3D8A-EC76-BEA6F6AF483D}"/>
              </a:ext>
            </a:extLst>
          </p:cNvPr>
          <p:cNvCxnSpPr/>
          <p:nvPr userDrawn="1"/>
        </p:nvCxnSpPr>
        <p:spPr>
          <a:xfrm>
            <a:off x="815546" y="4534930"/>
            <a:ext cx="10540313" cy="0"/>
          </a:xfrm>
          <a:prstGeom prst="line">
            <a:avLst/>
          </a:prstGeom>
          <a:ln w="762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397940B-7935-D166-FAAF-F0A260FBC435}"/>
              </a:ext>
            </a:extLst>
          </p:cNvPr>
          <p:cNvSpPr/>
          <p:nvPr userDrawn="1"/>
        </p:nvSpPr>
        <p:spPr>
          <a:xfrm>
            <a:off x="5634680" y="1807752"/>
            <a:ext cx="902043" cy="902043"/>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 Placeholder 16">
            <a:extLst>
              <a:ext uri="{FF2B5EF4-FFF2-40B4-BE49-F238E27FC236}">
                <a16:creationId xmlns:a16="http://schemas.microsoft.com/office/drawing/2014/main" id="{28313177-94AA-E600-636E-7A32DFA55FD2}"/>
              </a:ext>
            </a:extLst>
          </p:cNvPr>
          <p:cNvSpPr>
            <a:spLocks noGrp="1"/>
          </p:cNvSpPr>
          <p:nvPr>
            <p:ph type="body" sz="quarter" idx="15" hasCustomPrompt="1"/>
          </p:nvPr>
        </p:nvSpPr>
        <p:spPr>
          <a:xfrm>
            <a:off x="5634679" y="1807752"/>
            <a:ext cx="902043" cy="892510"/>
          </a:xfrm>
          <a:prstGeom prst="rect">
            <a:avLst/>
          </a:prstGeom>
          <a:noFill/>
        </p:spPr>
        <p:txBody>
          <a:bodyPr wrap="square" lIns="0" tIns="0" rIns="0" bIns="0" anchor="ctr">
            <a:noAutofit/>
          </a:bodyPr>
          <a:lstStyle>
            <a:lvl1pPr marL="0" indent="0" algn="ctr">
              <a:buNone/>
              <a:defRPr sz="2800" b="1" i="0">
                <a:solidFill>
                  <a:schemeClr val="bg1"/>
                </a:solidFill>
                <a:latin typeface="Aptos" panose="020B0004020202020204" pitchFamily="34" charset="0"/>
                <a:ea typeface="Open Sans Light" pitchFamily="2" charset="0"/>
                <a:cs typeface="Calibri Light" panose="020F0302020204030204" pitchFamily="34" charset="0"/>
              </a:defRPr>
            </a:lvl1pPr>
          </a:lstStyle>
          <a:p>
            <a:pPr lvl="0"/>
            <a:r>
              <a:rPr lang="en-US"/>
              <a:t>Subheading Cal light 14pt</a:t>
            </a:r>
          </a:p>
        </p:txBody>
      </p:sp>
    </p:spTree>
    <p:extLst>
      <p:ext uri="{BB962C8B-B14F-4D97-AF65-F5344CB8AC3E}">
        <p14:creationId xmlns:p14="http://schemas.microsoft.com/office/powerpoint/2010/main" val="37138446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Title, subtitle, 1 column ">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76400"/>
            <a:ext cx="10356849" cy="4341628"/>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2" name="Title 1">
            <a:extLst>
              <a:ext uri="{FF2B5EF4-FFF2-40B4-BE49-F238E27FC236}">
                <a16:creationId xmlns:a16="http://schemas.microsoft.com/office/drawing/2014/main" id="{78F44A20-5A86-CE28-DA22-E1DA256A873B}"/>
              </a:ext>
            </a:extLst>
          </p:cNvPr>
          <p:cNvSpPr>
            <a:spLocks noGrp="1"/>
          </p:cNvSpPr>
          <p:nvPr>
            <p:ph type="title" hasCustomPrompt="1"/>
          </p:nvPr>
        </p:nvSpPr>
        <p:spPr>
          <a:xfrm>
            <a:off x="501649" y="304800"/>
            <a:ext cx="11086448" cy="342900"/>
          </a:xfrm>
        </p:spPr>
        <p:txBody>
          <a:bodyPr/>
          <a:lstStyle>
            <a:lvl1pPr>
              <a:defRPr/>
            </a:lvl1pPr>
          </a:lstStyle>
          <a:p>
            <a:r>
              <a:rPr lang="en-US"/>
              <a:t>Click to add title</a:t>
            </a:r>
            <a:endParaRPr lang="en-GB"/>
          </a:p>
        </p:txBody>
      </p:sp>
      <p:sp>
        <p:nvSpPr>
          <p:cNvPr id="3" name="Text Placeholder 8">
            <a:extLst>
              <a:ext uri="{FF2B5EF4-FFF2-40B4-BE49-F238E27FC236}">
                <a16:creationId xmlns:a16="http://schemas.microsoft.com/office/drawing/2014/main" id="{DB69A5E6-4554-37D7-D900-E7488CF222A7}"/>
              </a:ext>
            </a:extLst>
          </p:cNvPr>
          <p:cNvSpPr>
            <a:spLocks noGrp="1"/>
          </p:cNvSpPr>
          <p:nvPr>
            <p:ph type="body" sz="quarter" idx="13" hasCustomPrompt="1"/>
          </p:nvPr>
        </p:nvSpPr>
        <p:spPr>
          <a:xfrm>
            <a:off x="501649" y="651600"/>
            <a:ext cx="11086447"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5" name="Content Placeholder 3">
            <a:extLst>
              <a:ext uri="{FF2B5EF4-FFF2-40B4-BE49-F238E27FC236}">
                <a16:creationId xmlns:a16="http://schemas.microsoft.com/office/drawing/2014/main" id="{87E0D8BB-32E4-0044-8D81-8C6361A12A6B}"/>
              </a:ext>
            </a:extLst>
          </p:cNvPr>
          <p:cNvSpPr>
            <a:spLocks noGrp="1"/>
          </p:cNvSpPr>
          <p:nvPr>
            <p:ph sz="quarter" idx="17" hasCustomPrompt="1"/>
          </p:nvPr>
        </p:nvSpPr>
        <p:spPr>
          <a:xfrm>
            <a:off x="514515" y="6100693"/>
            <a:ext cx="10346442" cy="281058"/>
          </a:xfrm>
        </p:spPr>
        <p:txBody>
          <a:bodyPr wrap="none">
            <a:noAutofit/>
          </a:bodyPr>
          <a:lstStyle>
            <a:lvl1pPr>
              <a:spcAft>
                <a:spcPts val="0"/>
              </a:spcAft>
              <a:defRPr sz="800"/>
            </a:lvl1pPr>
          </a:lstStyle>
          <a:p>
            <a:pPr lvl="0"/>
            <a:r>
              <a:rPr lang="en-US"/>
              <a:t>Click to add notes and sources</a:t>
            </a:r>
          </a:p>
        </p:txBody>
      </p:sp>
    </p:spTree>
    <p:extLst>
      <p:ext uri="{BB962C8B-B14F-4D97-AF65-F5344CB8AC3E}">
        <p14:creationId xmlns:p14="http://schemas.microsoft.com/office/powerpoint/2010/main" val="1622587944"/>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blank">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404C168-2D7E-4F12-6641-078A809D4979}"/>
              </a:ext>
            </a:extLst>
          </p:cNvPr>
          <p:cNvSpPr>
            <a:spLocks noGrp="1"/>
          </p:cNvSpPr>
          <p:nvPr>
            <p:ph type="pic" sz="quarter" idx="10"/>
          </p:nvPr>
        </p:nvSpPr>
        <p:spPr>
          <a:xfrm>
            <a:off x="0" y="0"/>
            <a:ext cx="4649273" cy="6858000"/>
          </a:xfrm>
          <a:prstGeom prst="rect">
            <a:avLst/>
          </a:prstGeom>
        </p:spPr>
        <p:txBody>
          <a:bodyPr/>
          <a:lstStyle/>
          <a:p>
            <a:endParaRPr lang="en-CN"/>
          </a:p>
        </p:txBody>
      </p:sp>
    </p:spTree>
    <p:extLst>
      <p:ext uri="{BB962C8B-B14F-4D97-AF65-F5344CB8AC3E}">
        <p14:creationId xmlns:p14="http://schemas.microsoft.com/office/powerpoint/2010/main" val="352857583"/>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2F663-0DED-3607-2FA7-0A37F7184413}"/>
              </a:ext>
            </a:extLst>
          </p:cNvPr>
          <p:cNvSpPr>
            <a:spLocks noGrp="1"/>
          </p:cNvSpPr>
          <p:nvPr>
            <p:ph type="dt" sz="half" idx="10"/>
          </p:nvPr>
        </p:nvSpPr>
        <p:spPr/>
        <p:txBody>
          <a:bodyPr/>
          <a:lstStyle/>
          <a:p>
            <a:fld id="{9C34513E-C52A-4D00-91BC-832D4DED1021}" type="datetimeFigureOut">
              <a:rPr lang="en-IN" smtClean="0"/>
              <a:t>07-09-2026</a:t>
            </a:fld>
            <a:endParaRPr lang="en-IN"/>
          </a:p>
        </p:txBody>
      </p:sp>
      <p:sp>
        <p:nvSpPr>
          <p:cNvPr id="3" name="Footer Placeholder 2">
            <a:extLst>
              <a:ext uri="{FF2B5EF4-FFF2-40B4-BE49-F238E27FC236}">
                <a16:creationId xmlns:a16="http://schemas.microsoft.com/office/drawing/2014/main" id="{501795DB-4224-DC54-D2F5-86847802A3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4A6DBF4-1034-7ED0-61FC-7E804686E037}"/>
              </a:ext>
            </a:extLst>
          </p:cNvPr>
          <p:cNvSpPr>
            <a:spLocks noGrp="1"/>
          </p:cNvSpPr>
          <p:nvPr>
            <p:ph type="sldNum" sz="quarter" idx="12"/>
          </p:nvPr>
        </p:nvSpPr>
        <p:spPr/>
        <p:txBody>
          <a:bodyPr/>
          <a:lstStyle/>
          <a:p>
            <a:fld id="{E15D60B9-D0E7-4CD5-9531-2F4852BB5225}" type="slidenum">
              <a:rPr lang="en-IN" smtClean="0"/>
              <a:t>‹#›</a:t>
            </a:fld>
            <a:endParaRPr lang="en-IN"/>
          </a:p>
        </p:txBody>
      </p:sp>
    </p:spTree>
    <p:extLst>
      <p:ext uri="{BB962C8B-B14F-4D97-AF65-F5344CB8AC3E}">
        <p14:creationId xmlns:p14="http://schemas.microsoft.com/office/powerpoint/2010/main" val="3962582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theme" Target="../theme/theme3.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8330E-EF8F-99C0-90B3-FBFEB63948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4E27B8-ADB6-5F71-0CF0-0B9C6D92B2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BAE6BD-9339-048B-3296-BE37DB4210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34513E-C52A-4D00-91BC-832D4DED1021}" type="datetimeFigureOut">
              <a:rPr lang="en-IN" smtClean="0"/>
              <a:t>07-09-2026</a:t>
            </a:fld>
            <a:endParaRPr lang="en-IN"/>
          </a:p>
        </p:txBody>
      </p:sp>
      <p:sp>
        <p:nvSpPr>
          <p:cNvPr id="5" name="Footer Placeholder 4">
            <a:extLst>
              <a:ext uri="{FF2B5EF4-FFF2-40B4-BE49-F238E27FC236}">
                <a16:creationId xmlns:a16="http://schemas.microsoft.com/office/drawing/2014/main" id="{B1D55084-0688-E2D2-D18F-A747294D79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BE374E8-70EC-847A-0CE6-208A335A4F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5D60B9-D0E7-4CD5-9531-2F4852BB5225}" type="slidenum">
              <a:rPr lang="en-IN" smtClean="0"/>
              <a:t>‹#›</a:t>
            </a:fld>
            <a:endParaRPr lang="en-IN"/>
          </a:p>
        </p:txBody>
      </p:sp>
    </p:spTree>
    <p:extLst>
      <p:ext uri="{BB962C8B-B14F-4D97-AF65-F5344CB8AC3E}">
        <p14:creationId xmlns:p14="http://schemas.microsoft.com/office/powerpoint/2010/main" val="3185646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3208D1-4F92-EE24-72C8-595B8CEC77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19327B-600A-944C-7070-4AA85A5F9C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pyright">
            <a:extLst>
              <a:ext uri="{FF2B5EF4-FFF2-40B4-BE49-F238E27FC236}">
                <a16:creationId xmlns:a16="http://schemas.microsoft.com/office/drawing/2014/main" id="{C02FF6C1-F97D-1753-1730-A6DBD1001F21}"/>
              </a:ext>
            </a:extLst>
          </p:cNvPr>
          <p:cNvSpPr txBox="1"/>
          <p:nvPr userDrawn="1"/>
        </p:nvSpPr>
        <p:spPr>
          <a:xfrm>
            <a:off x="501649" y="6598670"/>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tx1"/>
                </a:solidFill>
                <a:latin typeface="Aptos" panose="020B0004020202020204" pitchFamily="34" charset="0"/>
                <a:cs typeface="Calibri" panose="020F0502020204030204" pitchFamily="34" charset="0"/>
              </a:rPr>
              <a:t>© 2026 Deloitte Touche </a:t>
            </a:r>
            <a:r>
              <a:rPr lang="fr-FR" sz="900" noProof="0" err="1">
                <a:solidFill>
                  <a:schemeClr val="tx1"/>
                </a:solidFill>
                <a:latin typeface="Aptos" panose="020B0004020202020204" pitchFamily="34" charset="0"/>
                <a:cs typeface="Calibri" panose="020F0502020204030204" pitchFamily="34" charset="0"/>
              </a:rPr>
              <a:t>Tohmatsu</a:t>
            </a:r>
            <a:r>
              <a:rPr lang="fr-FR" sz="900" noProof="0">
                <a:solidFill>
                  <a:schemeClr val="tx1"/>
                </a:solidFill>
                <a:latin typeface="Aptos" panose="020B0004020202020204" pitchFamily="34" charset="0"/>
                <a:cs typeface="Calibri" panose="020F0502020204030204" pitchFamily="34" charset="0"/>
              </a:rPr>
              <a:t> India LLP </a:t>
            </a:r>
          </a:p>
        </p:txBody>
      </p:sp>
      <p:sp>
        <p:nvSpPr>
          <p:cNvPr id="10" name="CaseCode">
            <a:extLst>
              <a:ext uri="{FF2B5EF4-FFF2-40B4-BE49-F238E27FC236}">
                <a16:creationId xmlns:a16="http://schemas.microsoft.com/office/drawing/2014/main" id="{8865CDD4-5374-285A-4EEA-6F6F3880F3FC}"/>
              </a:ext>
            </a:extLst>
          </p:cNvPr>
          <p:cNvSpPr txBox="1"/>
          <p:nvPr userDrawn="1"/>
        </p:nvSpPr>
        <p:spPr>
          <a:xfrm>
            <a:off x="5197874" y="6598670"/>
            <a:ext cx="6492477" cy="1384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Pct val="100000"/>
              <a:buFont typeface="Arial"/>
              <a:buNone/>
              <a:tabLst/>
              <a:defRPr/>
            </a:pPr>
            <a:r>
              <a:rPr kumimoji="0" lang="en-US" sz="900" b="0" i="0" u="none" strike="noStrike" kern="1200" cap="none" spc="0" normalizeH="0" baseline="0" noProof="0">
                <a:ln>
                  <a:noFill/>
                </a:ln>
                <a:solidFill>
                  <a:schemeClr val="tx1"/>
                </a:solidFill>
                <a:effectLst/>
                <a:uLnTx/>
                <a:uFillTx/>
                <a:latin typeface="Aptos" panose="020B0004020202020204" pitchFamily="34" charset="0"/>
                <a:ea typeface="Arial" pitchFamily="34" charset="-122"/>
                <a:cs typeface="Arial" pitchFamily="34" charset="-120"/>
              </a:rPr>
              <a:t>Strengthening Land and Revenue Governance through a Technical Support Unit (TSU)</a:t>
            </a:r>
            <a:endParaRPr lang="en-US" sz="900" b="0" noProof="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969136432"/>
      </p:ext>
    </p:extLst>
  </p:cSld>
  <p:clrMap bg1="lt1" tx1="dk1" bg2="lt2" tx2="dk2" accent1="accent1" accent2="accent2" accent3="accent3" accent4="accent4" accent5="accent5" accent6="accent6" hlink="hlink" folHlink="folHlink"/>
  <p:sldLayoutIdLst>
    <p:sldLayoutId id="2147483662" r:id="rId1"/>
    <p:sldLayoutId id="2147483664" r:id="rId2"/>
    <p:sldLayoutId id="2147483665" r:id="rId3"/>
    <p:sldLayoutId id="2147483666" r:id="rId4"/>
    <p:sldLayoutId id="2147483667" r:id="rId5"/>
    <p:sldLayoutId id="2147483696" r:id="rId6"/>
    <p:sldLayoutId id="2147483707" r:id="rId7"/>
    <p:sldLayoutId id="2147483708" r:id="rId8"/>
    <p:sldLayoutId id="2147483709"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8751E0-5400-203C-F95F-29AA4ED9C4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8C385B-4F45-B35C-1E00-5AB99B16C4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595955-EC7B-8FAA-F446-5CA5BE5D2C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668351-C7F7-4EEC-80F6-7BD30BFE179D}" type="datetimeFigureOut">
              <a:rPr lang="en-IN" smtClean="0"/>
              <a:t>07-09-2026</a:t>
            </a:fld>
            <a:endParaRPr lang="en-IN"/>
          </a:p>
        </p:txBody>
      </p:sp>
      <p:sp>
        <p:nvSpPr>
          <p:cNvPr id="5" name="Footer Placeholder 4">
            <a:extLst>
              <a:ext uri="{FF2B5EF4-FFF2-40B4-BE49-F238E27FC236}">
                <a16:creationId xmlns:a16="http://schemas.microsoft.com/office/drawing/2014/main" id="{6EA8E9A7-26D9-7682-A53F-B20CDB9242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6770274-0581-7C57-B17E-29A30F9DE3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24A631-81C1-4333-9621-69A0696A3604}" type="slidenum">
              <a:rPr lang="en-IN" smtClean="0"/>
              <a:t>‹#›</a:t>
            </a:fld>
            <a:endParaRPr lang="en-IN"/>
          </a:p>
        </p:txBody>
      </p:sp>
    </p:spTree>
    <p:extLst>
      <p:ext uri="{BB962C8B-B14F-4D97-AF65-F5344CB8AC3E}">
        <p14:creationId xmlns:p14="http://schemas.microsoft.com/office/powerpoint/2010/main" val="2980098132"/>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3208D1-4F92-EE24-72C8-595B8CEC77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19327B-600A-944C-7070-4AA85A5F9C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pyright">
            <a:extLst>
              <a:ext uri="{FF2B5EF4-FFF2-40B4-BE49-F238E27FC236}">
                <a16:creationId xmlns:a16="http://schemas.microsoft.com/office/drawing/2014/main" id="{C02FF6C1-F97D-1753-1730-A6DBD1001F21}"/>
              </a:ext>
            </a:extLst>
          </p:cNvPr>
          <p:cNvSpPr txBox="1"/>
          <p:nvPr userDrawn="1"/>
        </p:nvSpPr>
        <p:spPr>
          <a:xfrm>
            <a:off x="501649" y="6598670"/>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tx1"/>
                </a:solidFill>
                <a:latin typeface="Aptos" panose="020B0004020202020204" pitchFamily="34" charset="0"/>
                <a:cs typeface="Calibri" panose="020F0502020204030204" pitchFamily="34" charset="0"/>
              </a:rPr>
              <a:t>© 2026 Deloitte Touche </a:t>
            </a:r>
            <a:r>
              <a:rPr lang="fr-FR" sz="900" noProof="0" err="1">
                <a:solidFill>
                  <a:schemeClr val="tx1"/>
                </a:solidFill>
                <a:latin typeface="Aptos" panose="020B0004020202020204" pitchFamily="34" charset="0"/>
                <a:cs typeface="Calibri" panose="020F0502020204030204" pitchFamily="34" charset="0"/>
              </a:rPr>
              <a:t>Tohmatsu</a:t>
            </a:r>
            <a:r>
              <a:rPr lang="fr-FR" sz="900" noProof="0">
                <a:solidFill>
                  <a:schemeClr val="tx1"/>
                </a:solidFill>
                <a:latin typeface="Aptos" panose="020B0004020202020204" pitchFamily="34" charset="0"/>
                <a:cs typeface="Calibri" panose="020F0502020204030204" pitchFamily="34" charset="0"/>
              </a:rPr>
              <a:t> India LLP </a:t>
            </a:r>
          </a:p>
        </p:txBody>
      </p:sp>
      <p:sp>
        <p:nvSpPr>
          <p:cNvPr id="10" name="CaseCode">
            <a:extLst>
              <a:ext uri="{FF2B5EF4-FFF2-40B4-BE49-F238E27FC236}">
                <a16:creationId xmlns:a16="http://schemas.microsoft.com/office/drawing/2014/main" id="{8865CDD4-5374-285A-4EEA-6F6F3880F3FC}"/>
              </a:ext>
            </a:extLst>
          </p:cNvPr>
          <p:cNvSpPr txBox="1"/>
          <p:nvPr userDrawn="1"/>
        </p:nvSpPr>
        <p:spPr>
          <a:xfrm>
            <a:off x="5197874" y="6598670"/>
            <a:ext cx="6492477" cy="1384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Pct val="100000"/>
              <a:buFont typeface="Arial"/>
              <a:buNone/>
              <a:tabLst/>
              <a:defRPr/>
            </a:pPr>
            <a:r>
              <a:rPr kumimoji="0" lang="en-US" sz="900" b="0" i="0" u="none" strike="noStrike" kern="1200" cap="none" spc="0" normalizeH="0" baseline="0" noProof="0">
                <a:ln>
                  <a:noFill/>
                </a:ln>
                <a:solidFill>
                  <a:schemeClr val="tx1"/>
                </a:solidFill>
                <a:effectLst/>
                <a:uLnTx/>
                <a:uFillTx/>
                <a:latin typeface="Aptos" panose="020B0004020202020204" pitchFamily="34" charset="0"/>
                <a:ea typeface="Arial" pitchFamily="34" charset="-122"/>
                <a:cs typeface="Arial" pitchFamily="34" charset="-120"/>
              </a:rPr>
              <a:t>Strengthening Land and Revenue Governance through a Technical Support Unit (TSU)</a:t>
            </a:r>
            <a:endParaRPr lang="en-US" sz="900" b="0" noProof="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3606479069"/>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png"/><Relationship Id="rId12" Type="http://schemas.openxmlformats.org/officeDocument/2006/relationships/image" Target="../media/image13.jpe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jpeg"/><Relationship Id="rId11" Type="http://schemas.openxmlformats.org/officeDocument/2006/relationships/image" Target="../media/image12.jpe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4.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13.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slide" Target="slide35.xml"/><Relationship Id="rId4" Type="http://schemas.openxmlformats.org/officeDocument/2006/relationships/image" Target="../media/image23.pn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slide" Target="slide37.xml"/><Relationship Id="rId5" Type="http://schemas.openxmlformats.org/officeDocument/2006/relationships/image" Target="../media/image30.png"/><Relationship Id="rId4" Type="http://schemas.openxmlformats.org/officeDocument/2006/relationships/slide" Target="slide3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hyperlink" Target="https://www.indiacode.nic.in/handle/123456789/17001"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hyperlink" Target="https://landrevenue.rajasthan.gov.in/content/landrevenuenew/en/rajasthan-revenue-department/documents/rule.html" TargetMode="External"/><Relationship Id="rId4" Type="http://schemas.openxmlformats.org/officeDocument/2006/relationships/hyperlink" Target="https://bhubharati.telangana.gov.in/BhubharatiDocuments"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fincomindia.nic.in/asset/doc/commission-reports/16th-FC/studies/evaluation/Madhya%20Pradesh.pdf"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hyperlink" Target="https://newsonair.gov.in/mr/digital-satbara/" TargetMode="External"/><Relationship Id="rId5" Type="http://schemas.openxmlformats.org/officeDocument/2006/relationships/hyperlink" Target="https://www.aninews.in/news/national/general-news/mp-cm-invites-amit-shah-to-dedicate-cyber-tehsil-system-to-state20231230194240/" TargetMode="External"/><Relationship Id="rId4" Type="http://schemas.openxmlformats.org/officeDocument/2006/relationships/hyperlink" Target="https://bhumiabhilekh.maharashtra.gov.in/"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9.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8" Type="http://schemas.openxmlformats.org/officeDocument/2006/relationships/image" Target="../media/image42.jpe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37.jpe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 Type="http://schemas.openxmlformats.org/officeDocument/2006/relationships/notesSlide" Target="../notesSlides/notesSlide7.xml"/><Relationship Id="rId16" Type="http://schemas.openxmlformats.org/officeDocument/2006/relationships/image" Target="../media/image50.png"/><Relationship Id="rId1" Type="http://schemas.openxmlformats.org/officeDocument/2006/relationships/slideLayout" Target="../slideLayouts/slideLayout13.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49.jpe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7.jpeg"/></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2.jpeg"/></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chart" Target="../charts/chart1.xml"/><Relationship Id="rId1" Type="http://schemas.openxmlformats.org/officeDocument/2006/relationships/slideLayout" Target="../slideLayouts/slideLayout13.xml"/><Relationship Id="rId4" Type="http://schemas.openxmlformats.org/officeDocument/2006/relationships/image" Target="../media/image56.jpeg"/></Relationships>
</file>

<file path=ppt/slides/_rels/slide37.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jpe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chart" Target="../charts/chart2.xml"/><Relationship Id="rId1" Type="http://schemas.openxmlformats.org/officeDocument/2006/relationships/slideLayout" Target="../slideLayouts/slideLayout13.xml"/><Relationship Id="rId4" Type="http://schemas.openxmlformats.org/officeDocument/2006/relationships/slide" Target="slide39.xml"/></Relationships>
</file>

<file path=ppt/slides/_rels/slide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0CA213-15F3-EF5F-570A-1EBDA1BD0638}"/>
              </a:ext>
            </a:extLst>
          </p:cNvPr>
          <p:cNvSpPr>
            <a:spLocks noGrp="1"/>
          </p:cNvSpPr>
          <p:nvPr>
            <p:ph type="body" sz="quarter" idx="13"/>
          </p:nvPr>
        </p:nvSpPr>
        <p:spPr>
          <a:xfrm>
            <a:off x="358437" y="5062631"/>
            <a:ext cx="11617663" cy="785707"/>
          </a:xfrm>
        </p:spPr>
        <p:txBody>
          <a:bodyPr/>
          <a:lstStyle/>
          <a:p>
            <a:r>
              <a:rPr lang="en-US" sz="3200">
                <a:solidFill>
                  <a:schemeClr val="accent6">
                    <a:lumMod val="50000"/>
                  </a:schemeClr>
                </a:solidFill>
                <a:latin typeface="Aptos" panose="020B0004020202020204" pitchFamily="34" charset="0"/>
              </a:rPr>
              <a:t>Strengthening Land and Revenue Governance through a Technical Support Unit (TSU)</a:t>
            </a:r>
          </a:p>
        </p:txBody>
      </p:sp>
      <p:sp>
        <p:nvSpPr>
          <p:cNvPr id="6" name="Text Placeholder 5">
            <a:extLst>
              <a:ext uri="{FF2B5EF4-FFF2-40B4-BE49-F238E27FC236}">
                <a16:creationId xmlns:a16="http://schemas.microsoft.com/office/drawing/2014/main" id="{829554AF-CCA0-C615-0A41-D817E6E28257}"/>
              </a:ext>
            </a:extLst>
          </p:cNvPr>
          <p:cNvSpPr>
            <a:spLocks noGrp="1"/>
          </p:cNvSpPr>
          <p:nvPr>
            <p:ph type="body" sz="quarter" idx="15"/>
          </p:nvPr>
        </p:nvSpPr>
        <p:spPr>
          <a:xfrm>
            <a:off x="358437" y="5967114"/>
            <a:ext cx="10178934" cy="383104"/>
          </a:xfrm>
        </p:spPr>
        <p:txBody>
          <a:bodyPr/>
          <a:lstStyle/>
          <a:p>
            <a:pPr>
              <a:spcBef>
                <a:spcPts val="0"/>
              </a:spcBef>
              <a:spcAft>
                <a:spcPts val="600"/>
              </a:spcAft>
            </a:pPr>
            <a:r>
              <a:rPr lang="en-US" b="1"/>
              <a:t>Submitted to: Revenue Department, Government of Rajasthan</a:t>
            </a:r>
          </a:p>
        </p:txBody>
      </p:sp>
      <p:sp>
        <p:nvSpPr>
          <p:cNvPr id="4" name="Text Placeholder 3">
            <a:extLst>
              <a:ext uri="{FF2B5EF4-FFF2-40B4-BE49-F238E27FC236}">
                <a16:creationId xmlns:a16="http://schemas.microsoft.com/office/drawing/2014/main" id="{11D683ED-E024-E265-7E6B-89F1846D9E5A}"/>
              </a:ext>
            </a:extLst>
          </p:cNvPr>
          <p:cNvSpPr>
            <a:spLocks noGrp="1"/>
          </p:cNvSpPr>
          <p:nvPr>
            <p:ph type="body" sz="quarter" idx="16"/>
          </p:nvPr>
        </p:nvSpPr>
        <p:spPr>
          <a:xfrm>
            <a:off x="358437" y="6525549"/>
            <a:ext cx="4234459" cy="176980"/>
          </a:xfrm>
        </p:spPr>
        <p:txBody>
          <a:bodyPr/>
          <a:lstStyle/>
          <a:p>
            <a:pPr>
              <a:spcBef>
                <a:spcPts val="0"/>
              </a:spcBef>
            </a:pPr>
            <a:r>
              <a:rPr lang="en-US" sz="1200">
                <a:latin typeface="Aptos" panose="020B0004020202020204" pitchFamily="34" charset="0"/>
              </a:rPr>
              <a:t>September 2026</a:t>
            </a:r>
          </a:p>
          <a:p>
            <a:pPr>
              <a:spcBef>
                <a:spcPts val="0"/>
              </a:spcBef>
            </a:pPr>
            <a:r>
              <a:rPr lang="en-US" sz="1200">
                <a:latin typeface="Aptos" panose="020B0004020202020204" pitchFamily="34" charset="0"/>
              </a:rPr>
              <a:t>Private and confidential</a:t>
            </a:r>
          </a:p>
        </p:txBody>
      </p:sp>
    </p:spTree>
    <p:extLst>
      <p:ext uri="{BB962C8B-B14F-4D97-AF65-F5344CB8AC3E}">
        <p14:creationId xmlns:p14="http://schemas.microsoft.com/office/powerpoint/2010/main" val="1116903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A1F487A-3F9A-CFE0-BC4D-9B345356FA9D}"/>
              </a:ext>
            </a:extLst>
          </p:cNvPr>
          <p:cNvSpPr txBox="1"/>
          <p:nvPr/>
        </p:nvSpPr>
        <p:spPr>
          <a:xfrm>
            <a:off x="10065510" y="3590115"/>
            <a:ext cx="2011680" cy="584775"/>
          </a:xfrm>
          <a:prstGeom prst="rect">
            <a:avLst/>
          </a:prstGeom>
          <a:noFill/>
        </p:spPr>
        <p:txBody>
          <a:bodyPr wrap="square">
            <a:spAutoFit/>
          </a:bodyPr>
          <a:lstStyle/>
          <a:p>
            <a:pPr algn="ctr">
              <a:defRPr/>
            </a:pPr>
            <a:endParaRPr lang="en-US" b="1">
              <a:solidFill>
                <a:srgbClr val="002753"/>
              </a:solidFill>
              <a:latin typeface="Calibri"/>
              <a:ea typeface="Verdana" panose="020B0604030504040204" pitchFamily="34" charset="0"/>
              <a:cs typeface="Verdana" panose="020B0604030504040204" pitchFamily="34" charset="0"/>
            </a:endParaRPr>
          </a:p>
          <a:p>
            <a:pPr algn="ctr">
              <a:defRPr/>
            </a:pPr>
            <a:endParaRPr lang="en-US" sz="1400" b="1">
              <a:solidFill>
                <a:srgbClr val="002753"/>
              </a:solidFill>
              <a:latin typeface="Calibri"/>
              <a:ea typeface="Verdana" panose="020B0604030504040204" pitchFamily="34" charset="0"/>
              <a:cs typeface="Verdana" panose="020B0604030504040204" pitchFamily="34" charset="0"/>
            </a:endParaRPr>
          </a:p>
        </p:txBody>
      </p:sp>
      <p:sp>
        <p:nvSpPr>
          <p:cNvPr id="65" name="TextBox 64">
            <a:extLst>
              <a:ext uri="{FF2B5EF4-FFF2-40B4-BE49-F238E27FC236}">
                <a16:creationId xmlns:a16="http://schemas.microsoft.com/office/drawing/2014/main" id="{43A1171A-845F-15A8-0A46-CAA41E4B97D8}"/>
              </a:ext>
            </a:extLst>
          </p:cNvPr>
          <p:cNvSpPr txBox="1"/>
          <p:nvPr/>
        </p:nvSpPr>
        <p:spPr>
          <a:xfrm>
            <a:off x="3782503" y="189663"/>
            <a:ext cx="4419601" cy="738664"/>
          </a:xfrm>
          <a:prstGeom prst="rect">
            <a:avLst/>
          </a:prstGeom>
          <a:noFill/>
        </p:spPr>
        <p:txBody>
          <a:bodyPr wrap="square" lIns="0" tIns="0" rIns="0" bIns="0" rtlCol="0" anchor="b">
            <a:spAutoFit/>
          </a:bodyPr>
          <a:lstStyle/>
          <a:p>
            <a:pPr marL="0" marR="0" lvl="0" indent="0" defTabSz="914400" eaLnBrk="1" fontAlgn="auto" latinLnBrk="0" hangingPunct="1">
              <a:lnSpc>
                <a:spcPct val="100000"/>
              </a:lnSpc>
              <a:spcBef>
                <a:spcPts val="600"/>
              </a:spcBef>
              <a:spcAft>
                <a:spcPts val="0"/>
              </a:spcAft>
              <a:buClrTx/>
              <a:buSzPct val="100000"/>
              <a:buFontTx/>
              <a:buNone/>
              <a:tabLst/>
              <a:defRPr/>
            </a:pPr>
            <a:r>
              <a:rPr kumimoji="0" lang="en-US" sz="4800" b="1" i="1" u="none" strike="noStrike" kern="0" cap="none" spc="0" normalizeH="0" baseline="0" noProof="0">
                <a:ln>
                  <a:noFill/>
                </a:ln>
                <a:gradFill flip="none" rotWithShape="1">
                  <a:gsLst>
                    <a:gs pos="0">
                      <a:srgbClr val="00A3E0"/>
                    </a:gs>
                    <a:gs pos="100000">
                      <a:srgbClr val="26890D"/>
                    </a:gs>
                  </a:gsLst>
                  <a:lin ang="2700000" scaled="1"/>
                  <a:tileRect/>
                </a:gradFill>
                <a:effectLst/>
                <a:uLnTx/>
                <a:uFillTx/>
              </a:rPr>
              <a:t>With you today</a:t>
            </a:r>
            <a:endParaRPr kumimoji="0" lang="en-IN" sz="4800" b="1" i="1" u="none" strike="noStrike" kern="0" cap="none" spc="0" normalizeH="0" baseline="0" noProof="0">
              <a:ln>
                <a:noFill/>
              </a:ln>
              <a:gradFill flip="none" rotWithShape="1">
                <a:gsLst>
                  <a:gs pos="0">
                    <a:srgbClr val="00A3E0"/>
                  </a:gs>
                  <a:gs pos="100000">
                    <a:srgbClr val="26890D"/>
                  </a:gs>
                </a:gsLst>
                <a:lin ang="2700000" scaled="1"/>
                <a:tileRect/>
              </a:gradFill>
              <a:effectLst/>
              <a:uLnTx/>
              <a:uFillTx/>
            </a:endParaRPr>
          </a:p>
        </p:txBody>
      </p:sp>
      <p:grpSp>
        <p:nvGrpSpPr>
          <p:cNvPr id="12" name="Group 11">
            <a:extLst>
              <a:ext uri="{FF2B5EF4-FFF2-40B4-BE49-F238E27FC236}">
                <a16:creationId xmlns:a16="http://schemas.microsoft.com/office/drawing/2014/main" id="{C93AA020-17AE-546C-41AF-7C8C7F02D8B4}"/>
              </a:ext>
            </a:extLst>
          </p:cNvPr>
          <p:cNvGrpSpPr/>
          <p:nvPr/>
        </p:nvGrpSpPr>
        <p:grpSpPr>
          <a:xfrm>
            <a:off x="382344" y="1445517"/>
            <a:ext cx="1716715" cy="2525510"/>
            <a:chOff x="21239" y="1473795"/>
            <a:chExt cx="1716715" cy="2525510"/>
          </a:xfrm>
        </p:grpSpPr>
        <p:sp>
          <p:nvSpPr>
            <p:cNvPr id="44" name="TextBox 43">
              <a:extLst>
                <a:ext uri="{FF2B5EF4-FFF2-40B4-BE49-F238E27FC236}">
                  <a16:creationId xmlns:a16="http://schemas.microsoft.com/office/drawing/2014/main" id="{A0D3B529-7A87-FC63-6352-26C3D673D90F}"/>
                </a:ext>
              </a:extLst>
            </p:cNvPr>
            <p:cNvSpPr txBox="1"/>
            <p:nvPr/>
          </p:nvSpPr>
          <p:spPr>
            <a:xfrm>
              <a:off x="21239" y="2583533"/>
              <a:ext cx="1716715" cy="1415772"/>
            </a:xfrm>
            <a:prstGeom prst="rect">
              <a:avLst/>
            </a:prstGeom>
            <a:noFill/>
          </p:spPr>
          <p:txBody>
            <a:bodyPr wrap="square" rtlCol="0">
              <a:spAutoFit/>
            </a:bodyPr>
            <a:lstStyle/>
            <a:p>
              <a:pPr algn="ctr"/>
              <a:r>
                <a:rPr lang="en-US" sz="1600" b="1">
                  <a:solidFill>
                    <a:srgbClr val="002753"/>
                  </a:solidFill>
                  <a:latin typeface="+mj-lt"/>
                  <a:ea typeface="Open Sans" panose="020B0606030504020204" pitchFamily="34" charset="0"/>
                  <a:cs typeface="Open Sans" panose="020B0606030504020204" pitchFamily="34" charset="0"/>
                </a:rPr>
                <a:t>Pawan Tosniwal</a:t>
              </a:r>
            </a:p>
            <a:p>
              <a:pPr algn="ctr"/>
              <a:endParaRPr lang="en-US" sz="1400" i="1">
                <a:solidFill>
                  <a:srgbClr val="002753"/>
                </a:solidFill>
                <a:latin typeface="+mj-lt"/>
                <a:ea typeface="Open Sans" panose="020B0606030504020204" pitchFamily="34" charset="0"/>
                <a:cs typeface="Open Sans" panose="020B0606030504020204" pitchFamily="34" charset="0"/>
              </a:endParaRPr>
            </a:p>
            <a:p>
              <a:pPr algn="ctr"/>
              <a:r>
                <a:rPr lang="en-US" sz="1400" i="1">
                  <a:solidFill>
                    <a:srgbClr val="002753"/>
                  </a:solidFill>
                  <a:latin typeface="+mj-lt"/>
                  <a:ea typeface="Open Sans" panose="020B0606030504020204" pitchFamily="34" charset="0"/>
                  <a:cs typeface="Open Sans" panose="020B0606030504020204" pitchFamily="34" charset="0"/>
                </a:rPr>
                <a:t>Partner</a:t>
              </a:r>
            </a:p>
            <a:p>
              <a:pPr algn="ctr"/>
              <a:endParaRPr lang="en-US" sz="1400" i="1">
                <a:solidFill>
                  <a:srgbClr val="002753"/>
                </a:solidFill>
                <a:latin typeface="+mj-lt"/>
                <a:ea typeface="Open Sans" panose="020B0606030504020204" pitchFamily="34" charset="0"/>
                <a:cs typeface="Open Sans" panose="020B0606030504020204" pitchFamily="34" charset="0"/>
              </a:endParaRPr>
            </a:p>
            <a:p>
              <a:pPr algn="ctr"/>
              <a:r>
                <a:rPr lang="en-US" sz="1400" i="1">
                  <a:solidFill>
                    <a:srgbClr val="002753"/>
                  </a:solidFill>
                  <a:latin typeface="+mj-lt"/>
                  <a:ea typeface="Open Sans" panose="020B0606030504020204" pitchFamily="34" charset="0"/>
                  <a:cs typeface="Open Sans" panose="020B0606030504020204" pitchFamily="34" charset="0"/>
                </a:rPr>
                <a:t>Engagement Partner Deloitte</a:t>
              </a:r>
            </a:p>
          </p:txBody>
        </p:sp>
        <p:pic>
          <p:nvPicPr>
            <p:cNvPr id="67" name="Picture 66">
              <a:extLst>
                <a:ext uri="{FF2B5EF4-FFF2-40B4-BE49-F238E27FC236}">
                  <a16:creationId xmlns:a16="http://schemas.microsoft.com/office/drawing/2014/main" id="{B85DDD38-186F-7030-31F4-F586EF362C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346" y="1473795"/>
              <a:ext cx="953262" cy="951537"/>
            </a:xfrm>
            <a:prstGeom prst="flowChartConnector">
              <a:avLst/>
            </a:prstGeom>
          </p:spPr>
        </p:pic>
      </p:grpSp>
      <p:grpSp>
        <p:nvGrpSpPr>
          <p:cNvPr id="11" name="Group 10">
            <a:extLst>
              <a:ext uri="{FF2B5EF4-FFF2-40B4-BE49-F238E27FC236}">
                <a16:creationId xmlns:a16="http://schemas.microsoft.com/office/drawing/2014/main" id="{A6F7EE0E-39EB-D3EC-3F4D-32F8BE29E0D3}"/>
              </a:ext>
            </a:extLst>
          </p:cNvPr>
          <p:cNvGrpSpPr/>
          <p:nvPr/>
        </p:nvGrpSpPr>
        <p:grpSpPr>
          <a:xfrm>
            <a:off x="2083682" y="1445517"/>
            <a:ext cx="1826270" cy="2348602"/>
            <a:chOff x="1421048" y="1465743"/>
            <a:chExt cx="1826270" cy="2348602"/>
          </a:xfrm>
        </p:grpSpPr>
        <p:sp>
          <p:nvSpPr>
            <p:cNvPr id="22" name="TextBox 21">
              <a:extLst>
                <a:ext uri="{FF2B5EF4-FFF2-40B4-BE49-F238E27FC236}">
                  <a16:creationId xmlns:a16="http://schemas.microsoft.com/office/drawing/2014/main" id="{D44972B8-D8CD-0DC1-95C4-C0F96B9F2FBF}"/>
                </a:ext>
              </a:extLst>
            </p:cNvPr>
            <p:cNvSpPr txBox="1"/>
            <p:nvPr/>
          </p:nvSpPr>
          <p:spPr>
            <a:xfrm>
              <a:off x="1421048" y="2583239"/>
              <a:ext cx="1826270" cy="1231106"/>
            </a:xfrm>
            <a:prstGeom prst="rect">
              <a:avLst/>
            </a:prstGeom>
            <a:noFill/>
          </p:spPr>
          <p:txBody>
            <a:bodyPr wrap="square" rtlCol="0">
              <a:spAutoFit/>
            </a:bodyPr>
            <a:lstStyle/>
            <a:p>
              <a:pPr algn="ctr">
                <a:defRPr/>
              </a:pPr>
              <a:r>
                <a:rPr lang="en-US" sz="1600" b="1">
                  <a:solidFill>
                    <a:srgbClr val="002753"/>
                  </a:solidFill>
                  <a:latin typeface="+mj-lt"/>
                  <a:ea typeface="Open Sans" panose="020B0606030504020204" pitchFamily="34" charset="0"/>
                  <a:cs typeface="Open Sans" panose="020B0606030504020204" pitchFamily="34" charset="0"/>
                </a:rPr>
                <a:t>Ashwin Tiwari</a:t>
              </a:r>
            </a:p>
            <a:p>
              <a:pPr algn="ctr"/>
              <a:endParaRPr lang="en-US" sz="1400" i="1">
                <a:solidFill>
                  <a:srgbClr val="002753"/>
                </a:solidFill>
                <a:latin typeface="+mj-lt"/>
                <a:ea typeface="Open Sans" panose="020B0606030504020204" pitchFamily="34" charset="0"/>
                <a:cs typeface="Open Sans" panose="020B0606030504020204" pitchFamily="34" charset="0"/>
              </a:endParaRPr>
            </a:p>
            <a:p>
              <a:pPr algn="ctr"/>
              <a:r>
                <a:rPr lang="en-US" sz="1400" i="1">
                  <a:solidFill>
                    <a:srgbClr val="002753"/>
                  </a:solidFill>
                  <a:latin typeface="+mj-lt"/>
                  <a:ea typeface="Open Sans" panose="020B0606030504020204" pitchFamily="34" charset="0"/>
                  <a:cs typeface="Open Sans" panose="020B0606030504020204" pitchFamily="34" charset="0"/>
                </a:rPr>
                <a:t>Director</a:t>
              </a:r>
            </a:p>
            <a:p>
              <a:pPr algn="ctr"/>
              <a:endParaRPr lang="en-US" sz="1400" i="1">
                <a:solidFill>
                  <a:srgbClr val="002753"/>
                </a:solidFill>
                <a:latin typeface="+mj-lt"/>
                <a:ea typeface="Open Sans" panose="020B0606030504020204" pitchFamily="34" charset="0"/>
                <a:cs typeface="Open Sans" panose="020B0606030504020204" pitchFamily="34" charset="0"/>
              </a:endParaRPr>
            </a:p>
            <a:p>
              <a:pPr algn="ctr"/>
              <a:r>
                <a:rPr lang="en-US" sz="1400" i="1">
                  <a:solidFill>
                    <a:srgbClr val="002753"/>
                  </a:solidFill>
                  <a:latin typeface="+mj-lt"/>
                  <a:ea typeface="Open Sans" panose="020B0606030504020204" pitchFamily="34" charset="0"/>
                  <a:cs typeface="Open Sans" panose="020B0606030504020204" pitchFamily="34" charset="0"/>
                </a:rPr>
                <a:t>Team Leader</a:t>
              </a:r>
            </a:p>
          </p:txBody>
        </p:sp>
        <p:pic>
          <p:nvPicPr>
            <p:cNvPr id="77" name="Picture 76">
              <a:extLst>
                <a:ext uri="{FF2B5EF4-FFF2-40B4-BE49-F238E27FC236}">
                  <a16:creationId xmlns:a16="http://schemas.microsoft.com/office/drawing/2014/main" id="{D47A304E-2E0B-4879-AC24-912600C131D8}"/>
                </a:ext>
              </a:extLst>
            </p:cNvPr>
            <p:cNvPicPr>
              <a:picLocks noChangeAspect="1"/>
            </p:cNvPicPr>
            <p:nvPr/>
          </p:nvPicPr>
          <p:blipFill>
            <a:blip r:embed="rId3">
              <a:extLst>
                <a:ext uri="{28A0092B-C50C-407E-A947-70E740481C1C}">
                  <a14:useLocalDpi xmlns:a14="http://schemas.microsoft.com/office/drawing/2010/main" val="0"/>
                </a:ext>
              </a:extLst>
            </a:blip>
            <a:srcRect l="8001" t="2337" r="7205"/>
            <a:stretch>
              <a:fillRect/>
            </a:stretch>
          </p:blipFill>
          <p:spPr>
            <a:xfrm>
              <a:off x="1737954" y="1465743"/>
              <a:ext cx="1087761" cy="951537"/>
            </a:xfrm>
            <a:prstGeom prst="flowChartConnector">
              <a:avLst/>
            </a:prstGeom>
          </p:spPr>
        </p:pic>
      </p:grpSp>
      <p:sp>
        <p:nvSpPr>
          <p:cNvPr id="81" name="Rectangle 5">
            <a:extLst>
              <a:ext uri="{FF2B5EF4-FFF2-40B4-BE49-F238E27FC236}">
                <a16:creationId xmlns:a16="http://schemas.microsoft.com/office/drawing/2014/main" id="{7C735E9C-1AA9-BF2C-A8A8-2BA63742029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anose="020B0604020202020204" pitchFamily="34" charset="0"/>
                <a:ea typeface="Aptos" panose="020B0004020202020204" pitchFamily="34" charset="0"/>
                <a:cs typeface="Aptos" panose="020B00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0" name="Group 9">
            <a:extLst>
              <a:ext uri="{FF2B5EF4-FFF2-40B4-BE49-F238E27FC236}">
                <a16:creationId xmlns:a16="http://schemas.microsoft.com/office/drawing/2014/main" id="{9DEDBF1C-FCFE-41E7-8CF7-B10B6FA85D57}"/>
              </a:ext>
            </a:extLst>
          </p:cNvPr>
          <p:cNvGrpSpPr/>
          <p:nvPr/>
        </p:nvGrpSpPr>
        <p:grpSpPr>
          <a:xfrm>
            <a:off x="3757924" y="1400001"/>
            <a:ext cx="1826270" cy="2355014"/>
            <a:chOff x="2869368" y="1426239"/>
            <a:chExt cx="1826270" cy="2355014"/>
          </a:xfrm>
        </p:grpSpPr>
        <p:pic>
          <p:nvPicPr>
            <p:cNvPr id="88" name="Picture 87">
              <a:extLst>
                <a:ext uri="{FF2B5EF4-FFF2-40B4-BE49-F238E27FC236}">
                  <a16:creationId xmlns:a16="http://schemas.microsoft.com/office/drawing/2014/main" id="{55406D93-B00E-458A-B1A8-1ED61F46B3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0919" y="1426239"/>
              <a:ext cx="1129539" cy="999093"/>
            </a:xfrm>
            <a:prstGeom prst="flowChartConnector">
              <a:avLst/>
            </a:prstGeom>
            <a:ln w="9525">
              <a:noFill/>
            </a:ln>
          </p:spPr>
        </p:pic>
        <p:sp>
          <p:nvSpPr>
            <p:cNvPr id="90" name="TextBox 89">
              <a:extLst>
                <a:ext uri="{FF2B5EF4-FFF2-40B4-BE49-F238E27FC236}">
                  <a16:creationId xmlns:a16="http://schemas.microsoft.com/office/drawing/2014/main" id="{39F118B4-726F-D1E5-892F-48062D50778C}"/>
                </a:ext>
              </a:extLst>
            </p:cNvPr>
            <p:cNvSpPr txBox="1"/>
            <p:nvPr/>
          </p:nvSpPr>
          <p:spPr>
            <a:xfrm>
              <a:off x="2869368" y="2580924"/>
              <a:ext cx="1826270" cy="1200329"/>
            </a:xfrm>
            <a:prstGeom prst="rect">
              <a:avLst/>
            </a:prstGeom>
            <a:noFill/>
          </p:spPr>
          <p:txBody>
            <a:bodyPr wrap="square" rtlCol="0">
              <a:spAutoFit/>
            </a:bodyPr>
            <a:lstStyle/>
            <a:p>
              <a:pPr algn="ctr">
                <a:defRPr/>
              </a:pPr>
              <a:r>
                <a:rPr lang="en-US" sz="1600" b="1">
                  <a:solidFill>
                    <a:srgbClr val="002753"/>
                  </a:solidFill>
                  <a:latin typeface="+mj-lt"/>
                  <a:ea typeface="Open Sans" panose="020B0606030504020204" pitchFamily="34" charset="0"/>
                  <a:cs typeface="Open Sans" panose="020B0606030504020204" pitchFamily="34" charset="0"/>
                </a:rPr>
                <a:t>Rahul </a:t>
              </a:r>
              <a:r>
                <a:rPr lang="en-US" sz="1600" b="1" err="1">
                  <a:solidFill>
                    <a:srgbClr val="002753"/>
                  </a:solidFill>
                  <a:latin typeface="+mj-lt"/>
                  <a:ea typeface="Open Sans" panose="020B0606030504020204" pitchFamily="34" charset="0"/>
                  <a:cs typeface="Open Sans" panose="020B0606030504020204" pitchFamily="34" charset="0"/>
                </a:rPr>
                <a:t>Galtwani</a:t>
              </a:r>
              <a:r>
                <a:rPr lang="en-US" sz="1600" b="1">
                  <a:solidFill>
                    <a:srgbClr val="002753"/>
                  </a:solidFill>
                  <a:latin typeface="+mj-lt"/>
                  <a:ea typeface="Open Sans" panose="020B0606030504020204" pitchFamily="34" charset="0"/>
                  <a:cs typeface="Open Sans" panose="020B0606030504020204" pitchFamily="34" charset="0"/>
                </a:rPr>
                <a:t>*</a:t>
              </a:r>
            </a:p>
            <a:p>
              <a:pPr algn="ctr"/>
              <a:endParaRPr lang="en-US" sz="1400" i="1">
                <a:solidFill>
                  <a:srgbClr val="002753"/>
                </a:solidFill>
                <a:latin typeface="+mj-lt"/>
                <a:ea typeface="Open Sans" panose="020B0606030504020204" pitchFamily="34" charset="0"/>
                <a:cs typeface="Open Sans" panose="020B0606030504020204" pitchFamily="34" charset="0"/>
              </a:endParaRPr>
            </a:p>
            <a:p>
              <a:pPr algn="ctr"/>
              <a:endParaRPr lang="en-US" sz="1400" i="1">
                <a:solidFill>
                  <a:srgbClr val="002753"/>
                </a:solidFill>
                <a:latin typeface="+mj-lt"/>
                <a:ea typeface="Open Sans" panose="020B0606030504020204" pitchFamily="34" charset="0"/>
                <a:cs typeface="Open Sans" panose="020B0606030504020204" pitchFamily="34" charset="0"/>
              </a:endParaRPr>
            </a:p>
            <a:p>
              <a:pPr algn="ctr"/>
              <a:endParaRPr lang="en-US" sz="1400" i="1">
                <a:solidFill>
                  <a:srgbClr val="002753"/>
                </a:solidFill>
                <a:ea typeface="Open Sans" panose="020B0606030504020204" pitchFamily="34" charset="0"/>
                <a:cs typeface="Open Sans" panose="020B0606030504020204" pitchFamily="34" charset="0"/>
              </a:endParaRPr>
            </a:p>
            <a:p>
              <a:pPr algn="ctr"/>
              <a:r>
                <a:rPr lang="en-US" sz="1400" i="1">
                  <a:solidFill>
                    <a:srgbClr val="002753"/>
                  </a:solidFill>
                  <a:ea typeface="Open Sans" panose="020B0606030504020204" pitchFamily="34" charset="0"/>
                  <a:cs typeface="Open Sans" panose="020B0606030504020204" pitchFamily="34" charset="0"/>
                </a:rPr>
                <a:t>Policy Expert</a:t>
              </a:r>
            </a:p>
          </p:txBody>
        </p:sp>
      </p:grpSp>
      <p:grpSp>
        <p:nvGrpSpPr>
          <p:cNvPr id="9" name="Group 8">
            <a:extLst>
              <a:ext uri="{FF2B5EF4-FFF2-40B4-BE49-F238E27FC236}">
                <a16:creationId xmlns:a16="http://schemas.microsoft.com/office/drawing/2014/main" id="{46AB4BD2-535A-174E-2B4C-A2211F5DC686}"/>
              </a:ext>
            </a:extLst>
          </p:cNvPr>
          <p:cNvGrpSpPr/>
          <p:nvPr/>
        </p:nvGrpSpPr>
        <p:grpSpPr>
          <a:xfrm>
            <a:off x="5457910" y="1445517"/>
            <a:ext cx="1826270" cy="2499530"/>
            <a:chOff x="4290416" y="1473795"/>
            <a:chExt cx="1826270" cy="2499530"/>
          </a:xfrm>
        </p:grpSpPr>
        <p:sp>
          <p:nvSpPr>
            <p:cNvPr id="86" name="TextBox 85">
              <a:extLst>
                <a:ext uri="{FF2B5EF4-FFF2-40B4-BE49-F238E27FC236}">
                  <a16:creationId xmlns:a16="http://schemas.microsoft.com/office/drawing/2014/main" id="{4C900FF9-7825-B7D6-AEDA-30503BBE8912}"/>
                </a:ext>
              </a:extLst>
            </p:cNvPr>
            <p:cNvSpPr txBox="1"/>
            <p:nvPr/>
          </p:nvSpPr>
          <p:spPr>
            <a:xfrm>
              <a:off x="4290416" y="2588330"/>
              <a:ext cx="1826270" cy="1384995"/>
            </a:xfrm>
            <a:prstGeom prst="rect">
              <a:avLst/>
            </a:prstGeom>
            <a:noFill/>
          </p:spPr>
          <p:txBody>
            <a:bodyPr wrap="square" rtlCol="0">
              <a:spAutoFit/>
            </a:bodyPr>
            <a:lstStyle/>
            <a:p>
              <a:pPr algn="ctr"/>
              <a:r>
                <a:rPr lang="en-US" sz="1600" b="1">
                  <a:solidFill>
                    <a:srgbClr val="002753"/>
                  </a:solidFill>
                  <a:latin typeface="+mj-lt"/>
                  <a:ea typeface="Open Sans" panose="020B0606030504020204" pitchFamily="34" charset="0"/>
                  <a:cs typeface="Open Sans" panose="020B0606030504020204" pitchFamily="34" charset="0"/>
                </a:rPr>
                <a:t>Parul Tiwari</a:t>
              </a:r>
              <a:endParaRPr lang="en-US" sz="1400" b="1">
                <a:solidFill>
                  <a:srgbClr val="002753"/>
                </a:solidFill>
                <a:latin typeface="+mj-lt"/>
                <a:ea typeface="Open Sans" panose="020B0606030504020204" pitchFamily="34" charset="0"/>
                <a:cs typeface="Open Sans" panose="020B0606030504020204" pitchFamily="34" charset="0"/>
              </a:endParaRPr>
            </a:p>
            <a:p>
              <a:pPr algn="ctr"/>
              <a:endParaRPr lang="en-US" sz="1400" i="1">
                <a:solidFill>
                  <a:srgbClr val="002753"/>
                </a:solidFill>
                <a:latin typeface="+mj-lt"/>
                <a:ea typeface="Open Sans" panose="020B0606030504020204" pitchFamily="34" charset="0"/>
                <a:cs typeface="Open Sans" panose="020B0606030504020204" pitchFamily="34" charset="0"/>
              </a:endParaRPr>
            </a:p>
            <a:p>
              <a:pPr algn="ctr"/>
              <a:r>
                <a:rPr lang="en-US" sz="1400" i="1">
                  <a:solidFill>
                    <a:srgbClr val="002753"/>
                  </a:solidFill>
                  <a:ea typeface="Open Sans" panose="020B0606030504020204" pitchFamily="34" charset="0"/>
                  <a:cs typeface="Open Sans" panose="020B0606030504020204" pitchFamily="34" charset="0"/>
                </a:rPr>
                <a:t>Sr. Consultant</a:t>
              </a:r>
            </a:p>
            <a:p>
              <a:pPr algn="ctr"/>
              <a:endParaRPr lang="en-US" sz="1200" i="1">
                <a:solidFill>
                  <a:srgbClr val="002753"/>
                </a:solidFill>
                <a:ea typeface="Open Sans" panose="020B0606030504020204" pitchFamily="34" charset="0"/>
                <a:cs typeface="Open Sans" panose="020B0606030504020204" pitchFamily="34" charset="0"/>
              </a:endParaRPr>
            </a:p>
            <a:p>
              <a:pPr algn="ctr"/>
              <a:r>
                <a:rPr lang="en-US" sz="1400" i="1">
                  <a:solidFill>
                    <a:srgbClr val="002753"/>
                  </a:solidFill>
                  <a:ea typeface="Open Sans" panose="020B0606030504020204" pitchFamily="34" charset="0"/>
                  <a:cs typeface="Open Sans" panose="020B0606030504020204" pitchFamily="34" charset="0"/>
                </a:rPr>
                <a:t>Business Process Expert</a:t>
              </a:r>
            </a:p>
          </p:txBody>
        </p:sp>
        <p:pic>
          <p:nvPicPr>
            <p:cNvPr id="92" name="Picture 91">
              <a:extLst>
                <a:ext uri="{FF2B5EF4-FFF2-40B4-BE49-F238E27FC236}">
                  <a16:creationId xmlns:a16="http://schemas.microsoft.com/office/drawing/2014/main" id="{0BC3BF32-DF0E-A77B-B921-38BFF4EBE8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85662" y="1473795"/>
              <a:ext cx="913860" cy="943485"/>
            </a:xfrm>
            <a:prstGeom prst="flowChartConnector">
              <a:avLst/>
            </a:prstGeom>
          </p:spPr>
        </p:pic>
      </p:grpSp>
      <p:grpSp>
        <p:nvGrpSpPr>
          <p:cNvPr id="8" name="Group 7">
            <a:extLst>
              <a:ext uri="{FF2B5EF4-FFF2-40B4-BE49-F238E27FC236}">
                <a16:creationId xmlns:a16="http://schemas.microsoft.com/office/drawing/2014/main" id="{678DB64A-CB8C-4E10-E9E0-A00B3F17C1B1}"/>
              </a:ext>
            </a:extLst>
          </p:cNvPr>
          <p:cNvGrpSpPr/>
          <p:nvPr/>
        </p:nvGrpSpPr>
        <p:grpSpPr>
          <a:xfrm>
            <a:off x="7132152" y="1465109"/>
            <a:ext cx="1826270" cy="2514918"/>
            <a:chOff x="5756915" y="1473795"/>
            <a:chExt cx="1826270" cy="2514918"/>
          </a:xfrm>
        </p:grpSpPr>
        <p:sp>
          <p:nvSpPr>
            <p:cNvPr id="94" name="TextBox 93">
              <a:extLst>
                <a:ext uri="{FF2B5EF4-FFF2-40B4-BE49-F238E27FC236}">
                  <a16:creationId xmlns:a16="http://schemas.microsoft.com/office/drawing/2014/main" id="{5DAB2A56-0404-5BC7-203D-2CD3987140F2}"/>
                </a:ext>
              </a:extLst>
            </p:cNvPr>
            <p:cNvSpPr txBox="1"/>
            <p:nvPr/>
          </p:nvSpPr>
          <p:spPr>
            <a:xfrm>
              <a:off x="5756915" y="2572941"/>
              <a:ext cx="1826270" cy="1415772"/>
            </a:xfrm>
            <a:prstGeom prst="rect">
              <a:avLst/>
            </a:prstGeom>
            <a:noFill/>
          </p:spPr>
          <p:txBody>
            <a:bodyPr wrap="square" rtlCol="0">
              <a:spAutoFit/>
            </a:bodyPr>
            <a:lstStyle/>
            <a:p>
              <a:pPr algn="ctr"/>
              <a:r>
                <a:rPr lang="en-US" sz="1600" b="1">
                  <a:solidFill>
                    <a:srgbClr val="002753"/>
                  </a:solidFill>
                  <a:latin typeface="+mj-lt"/>
                  <a:ea typeface="Open Sans" panose="020B0606030504020204" pitchFamily="34" charset="0"/>
                  <a:cs typeface="Open Sans" panose="020B0606030504020204" pitchFamily="34" charset="0"/>
                </a:rPr>
                <a:t>Prerna Singh</a:t>
              </a:r>
              <a:endParaRPr lang="en-US" sz="1400" b="1">
                <a:solidFill>
                  <a:srgbClr val="002753"/>
                </a:solidFill>
                <a:latin typeface="+mj-lt"/>
                <a:ea typeface="Open Sans" panose="020B0606030504020204" pitchFamily="34" charset="0"/>
                <a:cs typeface="Open Sans" panose="020B0606030504020204" pitchFamily="34" charset="0"/>
              </a:endParaRPr>
            </a:p>
            <a:p>
              <a:pPr algn="ctr"/>
              <a:endParaRPr lang="en-US" sz="1400" i="1">
                <a:solidFill>
                  <a:srgbClr val="002753"/>
                </a:solidFill>
                <a:latin typeface="+mj-lt"/>
                <a:ea typeface="Open Sans" panose="020B0606030504020204" pitchFamily="34" charset="0"/>
                <a:cs typeface="Open Sans" panose="020B0606030504020204" pitchFamily="34" charset="0"/>
              </a:endParaRPr>
            </a:p>
            <a:p>
              <a:pPr algn="ctr"/>
              <a:r>
                <a:rPr lang="en-US" sz="1400" i="1">
                  <a:solidFill>
                    <a:srgbClr val="002753"/>
                  </a:solidFill>
                  <a:ea typeface="Open Sans" panose="020B0606030504020204" pitchFamily="34" charset="0"/>
                  <a:cs typeface="Open Sans" panose="020B0606030504020204" pitchFamily="34" charset="0"/>
                </a:rPr>
                <a:t>Consultant</a:t>
              </a:r>
            </a:p>
            <a:p>
              <a:pPr algn="ctr"/>
              <a:endParaRPr lang="en-US" sz="1400" i="1">
                <a:solidFill>
                  <a:srgbClr val="002753"/>
                </a:solidFill>
                <a:ea typeface="Open Sans" panose="020B0606030504020204" pitchFamily="34" charset="0"/>
                <a:cs typeface="Open Sans" panose="020B0606030504020204" pitchFamily="34" charset="0"/>
              </a:endParaRPr>
            </a:p>
            <a:p>
              <a:pPr algn="ctr"/>
              <a:r>
                <a:rPr lang="en-US" sz="1400" i="1">
                  <a:solidFill>
                    <a:srgbClr val="002753"/>
                  </a:solidFill>
                  <a:ea typeface="Open Sans" panose="020B0606030504020204" pitchFamily="34" charset="0"/>
                  <a:cs typeface="Open Sans" panose="020B0606030504020204" pitchFamily="34" charset="0"/>
                </a:rPr>
                <a:t>Research Analyst Expert</a:t>
              </a:r>
            </a:p>
          </p:txBody>
        </p:sp>
        <p:pic>
          <p:nvPicPr>
            <p:cNvPr id="96" name="Picture 95">
              <a:extLst>
                <a:ext uri="{FF2B5EF4-FFF2-40B4-BE49-F238E27FC236}">
                  <a16:creationId xmlns:a16="http://schemas.microsoft.com/office/drawing/2014/main" id="{8C379DAD-7CCB-577B-CA0D-138C41996BC7}"/>
                </a:ext>
              </a:extLst>
            </p:cNvPr>
            <p:cNvPicPr>
              <a:picLocks noChangeAspect="1"/>
            </p:cNvPicPr>
            <p:nvPr/>
          </p:nvPicPr>
          <p:blipFill>
            <a:blip r:embed="rId6">
              <a:extLst>
                <a:ext uri="{28A0092B-C50C-407E-A947-70E740481C1C}">
                  <a14:useLocalDpi xmlns:a14="http://schemas.microsoft.com/office/drawing/2010/main" val="0"/>
                </a:ext>
              </a:extLst>
            </a:blip>
            <a:srcRect l="23165" t="9405" r="19663" b="55052"/>
            <a:stretch>
              <a:fillRect/>
            </a:stretch>
          </p:blipFill>
          <p:spPr>
            <a:xfrm>
              <a:off x="6218108" y="1473795"/>
              <a:ext cx="903884" cy="943485"/>
            </a:xfrm>
            <a:prstGeom prst="flowChartConnector">
              <a:avLst/>
            </a:prstGeom>
          </p:spPr>
        </p:pic>
      </p:grpSp>
      <p:pic>
        <p:nvPicPr>
          <p:cNvPr id="55" name="Picture 54">
            <a:extLst>
              <a:ext uri="{FF2B5EF4-FFF2-40B4-BE49-F238E27FC236}">
                <a16:creationId xmlns:a16="http://schemas.microsoft.com/office/drawing/2014/main" id="{C0CCDFAE-06F4-9D35-2E0E-9EE16060B3CC}"/>
              </a:ext>
            </a:extLst>
          </p:cNvPr>
          <p:cNvPicPr>
            <a:picLocks noChangeAspect="1"/>
          </p:cNvPicPr>
          <p:nvPr/>
        </p:nvPicPr>
        <p:blipFill>
          <a:blip r:embed="rId7">
            <a:alphaModFix amt="20000"/>
          </a:blip>
          <a:srcRect t="36215" r="32536"/>
          <a:stretch>
            <a:fillRect/>
          </a:stretch>
        </p:blipFill>
        <p:spPr>
          <a:xfrm>
            <a:off x="0" y="0"/>
            <a:ext cx="12191999" cy="6858000"/>
          </a:xfrm>
          <a:prstGeom prst="rect">
            <a:avLst/>
          </a:prstGeom>
        </p:spPr>
      </p:pic>
      <p:grpSp>
        <p:nvGrpSpPr>
          <p:cNvPr id="14" name="Group 13">
            <a:extLst>
              <a:ext uri="{FF2B5EF4-FFF2-40B4-BE49-F238E27FC236}">
                <a16:creationId xmlns:a16="http://schemas.microsoft.com/office/drawing/2014/main" id="{591358CC-6B3B-07FE-7900-2B53FEA342FC}"/>
              </a:ext>
            </a:extLst>
          </p:cNvPr>
          <p:cNvGrpSpPr/>
          <p:nvPr/>
        </p:nvGrpSpPr>
        <p:grpSpPr>
          <a:xfrm>
            <a:off x="4841417" y="4131779"/>
            <a:ext cx="1826075" cy="2449238"/>
            <a:chOff x="4017203" y="4367108"/>
            <a:chExt cx="1826075" cy="2449238"/>
          </a:xfrm>
        </p:grpSpPr>
        <p:sp>
          <p:nvSpPr>
            <p:cNvPr id="25" name="TextBox 24">
              <a:extLst>
                <a:ext uri="{FF2B5EF4-FFF2-40B4-BE49-F238E27FC236}">
                  <a16:creationId xmlns:a16="http://schemas.microsoft.com/office/drawing/2014/main" id="{4B585144-E870-4318-F046-3A9573BFE902}"/>
                </a:ext>
              </a:extLst>
            </p:cNvPr>
            <p:cNvSpPr txBox="1"/>
            <p:nvPr/>
          </p:nvSpPr>
          <p:spPr>
            <a:xfrm>
              <a:off x="4017203" y="5369796"/>
              <a:ext cx="1826075" cy="1446550"/>
            </a:xfrm>
            <a:prstGeom prst="rect">
              <a:avLst/>
            </a:prstGeom>
            <a:noFill/>
          </p:spPr>
          <p:txBody>
            <a:bodyPr wrap="square" rtlCol="0">
              <a:spAutoFit/>
            </a:bodyPr>
            <a:lstStyle/>
            <a:p>
              <a:pPr algn="ctr"/>
              <a:r>
                <a:rPr lang="en-US" b="1">
                  <a:solidFill>
                    <a:srgbClr val="002753"/>
                  </a:solidFill>
                  <a:latin typeface="Calibri"/>
                  <a:ea typeface="Open Sans" panose="020B0606030504020204" pitchFamily="34" charset="0"/>
                  <a:cs typeface="Open Sans" panose="020B0606030504020204" pitchFamily="34" charset="0"/>
                </a:rPr>
                <a:t>Chetna Rathore</a:t>
              </a:r>
            </a:p>
            <a:p>
              <a:pPr algn="ctr"/>
              <a:endParaRPr lang="en-US" sz="1400" i="1">
                <a:solidFill>
                  <a:srgbClr val="002753"/>
                </a:solidFill>
                <a:latin typeface="Calibri"/>
                <a:ea typeface="Open Sans" panose="020B0606030504020204" pitchFamily="34" charset="0"/>
                <a:cs typeface="Open Sans" panose="020B0606030504020204" pitchFamily="34" charset="0"/>
              </a:endParaRPr>
            </a:p>
            <a:p>
              <a:pPr algn="ctr"/>
              <a:r>
                <a:rPr lang="en-US" sz="1400" i="1">
                  <a:solidFill>
                    <a:srgbClr val="002753"/>
                  </a:solidFill>
                  <a:latin typeface="Calibri"/>
                  <a:ea typeface="Open Sans" panose="020B0606030504020204" pitchFamily="34" charset="0"/>
                  <a:cs typeface="Open Sans" panose="020B0606030504020204" pitchFamily="34" charset="0"/>
                </a:rPr>
                <a:t>Senior  Consultant</a:t>
              </a:r>
            </a:p>
            <a:p>
              <a:pPr algn="ctr"/>
              <a:endParaRPr lang="en-US" sz="1400" i="1">
                <a:solidFill>
                  <a:srgbClr val="002753"/>
                </a:solidFill>
                <a:latin typeface="Calibri"/>
                <a:ea typeface="Open Sans" panose="020B0606030504020204" pitchFamily="34" charset="0"/>
                <a:cs typeface="Open Sans" panose="020B0606030504020204" pitchFamily="34" charset="0"/>
              </a:endParaRPr>
            </a:p>
            <a:p>
              <a:pPr algn="ctr"/>
              <a:r>
                <a:rPr lang="en-US" sz="1400" i="1">
                  <a:solidFill>
                    <a:srgbClr val="002753"/>
                  </a:solidFill>
                  <a:latin typeface="Calibri"/>
                  <a:ea typeface="Open Sans" panose="020B0606030504020204" pitchFamily="34" charset="0"/>
                  <a:cs typeface="Open Sans" panose="020B0606030504020204" pitchFamily="34" charset="0"/>
                </a:rPr>
                <a:t>Additional Support to the Team</a:t>
              </a:r>
            </a:p>
          </p:txBody>
        </p:sp>
        <p:pic>
          <p:nvPicPr>
            <p:cNvPr id="64" name="Picture 63">
              <a:extLst>
                <a:ext uri="{FF2B5EF4-FFF2-40B4-BE49-F238E27FC236}">
                  <a16:creationId xmlns:a16="http://schemas.microsoft.com/office/drawing/2014/main" id="{6ED1BC69-44F0-3D1B-CF70-4B9802BD7DD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396000" y="4367108"/>
              <a:ext cx="971643" cy="961191"/>
            </a:xfrm>
            <a:prstGeom prst="flowChartConnector">
              <a:avLst/>
            </a:prstGeom>
          </p:spPr>
        </p:pic>
      </p:grpSp>
      <p:grpSp>
        <p:nvGrpSpPr>
          <p:cNvPr id="13" name="Group 12">
            <a:extLst>
              <a:ext uri="{FF2B5EF4-FFF2-40B4-BE49-F238E27FC236}">
                <a16:creationId xmlns:a16="http://schemas.microsoft.com/office/drawing/2014/main" id="{8051F2A3-D648-BE1C-7ADB-27AC1F43E826}"/>
              </a:ext>
            </a:extLst>
          </p:cNvPr>
          <p:cNvGrpSpPr/>
          <p:nvPr/>
        </p:nvGrpSpPr>
        <p:grpSpPr>
          <a:xfrm>
            <a:off x="2659379" y="4131779"/>
            <a:ext cx="2011680" cy="2451058"/>
            <a:chOff x="2159535" y="4345452"/>
            <a:chExt cx="2011680" cy="2451058"/>
          </a:xfrm>
        </p:grpSpPr>
        <p:sp>
          <p:nvSpPr>
            <p:cNvPr id="32" name="TextBox 31">
              <a:extLst>
                <a:ext uri="{FF2B5EF4-FFF2-40B4-BE49-F238E27FC236}">
                  <a16:creationId xmlns:a16="http://schemas.microsoft.com/office/drawing/2014/main" id="{83CE665D-3B8E-E9E4-9632-E596FCF7979C}"/>
                </a:ext>
              </a:extLst>
            </p:cNvPr>
            <p:cNvSpPr txBox="1"/>
            <p:nvPr/>
          </p:nvSpPr>
          <p:spPr>
            <a:xfrm>
              <a:off x="2159535" y="5349960"/>
              <a:ext cx="2011680" cy="1446550"/>
            </a:xfrm>
            <a:prstGeom prst="rect">
              <a:avLst/>
            </a:prstGeom>
            <a:noFill/>
          </p:spPr>
          <p:txBody>
            <a:bodyPr wrap="square" rtlCol="0">
              <a:spAutoFit/>
            </a:bodyPr>
            <a:lstStyle/>
            <a:p>
              <a:pPr algn="ctr"/>
              <a:r>
                <a:rPr lang="en-US" b="1">
                  <a:solidFill>
                    <a:srgbClr val="002753"/>
                  </a:solidFill>
                  <a:latin typeface="Calibri"/>
                  <a:ea typeface="Open Sans" panose="020B0606030504020204" pitchFamily="34" charset="0"/>
                  <a:cs typeface="Open Sans" panose="020B0606030504020204" pitchFamily="34" charset="0"/>
                </a:rPr>
                <a:t>Apeksha Sharma </a:t>
              </a:r>
            </a:p>
            <a:p>
              <a:pPr algn="ctr"/>
              <a:endParaRPr lang="en-US" sz="1400" i="1">
                <a:solidFill>
                  <a:srgbClr val="002753"/>
                </a:solidFill>
                <a:latin typeface="Calibri"/>
                <a:ea typeface="Open Sans" panose="020B0606030504020204" pitchFamily="34" charset="0"/>
                <a:cs typeface="Open Sans" panose="020B0606030504020204" pitchFamily="34" charset="0"/>
              </a:endParaRPr>
            </a:p>
            <a:p>
              <a:pPr algn="ctr"/>
              <a:r>
                <a:rPr lang="en-US" sz="1400" i="1">
                  <a:solidFill>
                    <a:srgbClr val="002753"/>
                  </a:solidFill>
                  <a:latin typeface="Calibri"/>
                  <a:ea typeface="Open Sans" panose="020B0606030504020204" pitchFamily="34" charset="0"/>
                  <a:cs typeface="Open Sans" panose="020B0606030504020204" pitchFamily="34" charset="0"/>
                </a:rPr>
                <a:t>Associate Director</a:t>
              </a:r>
            </a:p>
            <a:p>
              <a:pPr algn="ctr"/>
              <a:endParaRPr lang="en-US" sz="1400" i="1">
                <a:solidFill>
                  <a:srgbClr val="002753"/>
                </a:solidFill>
                <a:latin typeface="Calibri"/>
                <a:ea typeface="Open Sans" panose="020B0606030504020204" pitchFamily="34" charset="0"/>
                <a:cs typeface="Open Sans" panose="020B0606030504020204" pitchFamily="34" charset="0"/>
              </a:endParaRPr>
            </a:p>
            <a:p>
              <a:pPr algn="ctr"/>
              <a:r>
                <a:rPr lang="en-US" sz="1400" i="1">
                  <a:solidFill>
                    <a:srgbClr val="002753"/>
                  </a:solidFill>
                  <a:latin typeface="Calibri"/>
                  <a:ea typeface="Open Sans" panose="020B0606030504020204" pitchFamily="34" charset="0"/>
                  <a:cs typeface="Open Sans" panose="020B0606030504020204" pitchFamily="34" charset="0"/>
                </a:rPr>
                <a:t>Additional Support to the Team</a:t>
              </a:r>
            </a:p>
          </p:txBody>
        </p:sp>
        <p:pic>
          <p:nvPicPr>
            <p:cNvPr id="75" name="Picture 74">
              <a:extLst>
                <a:ext uri="{FF2B5EF4-FFF2-40B4-BE49-F238E27FC236}">
                  <a16:creationId xmlns:a16="http://schemas.microsoft.com/office/drawing/2014/main" id="{1A2CD597-C9FE-C546-5645-532551188DFC}"/>
                </a:ext>
              </a:extLst>
            </p:cNvPr>
            <p:cNvPicPr>
              <a:picLocks noChangeAspect="1"/>
            </p:cNvPicPr>
            <p:nvPr/>
          </p:nvPicPr>
          <p:blipFill>
            <a:blip r:embed="rId9">
              <a:extLst>
                <a:ext uri="{28A0092B-C50C-407E-A947-70E740481C1C}">
                  <a14:useLocalDpi xmlns:a14="http://schemas.microsoft.com/office/drawing/2010/main" val="0"/>
                </a:ext>
              </a:extLst>
            </a:blip>
            <a:srcRect l="9033" t="13882" r="9183" b="26049"/>
            <a:stretch>
              <a:fillRect/>
            </a:stretch>
          </p:blipFill>
          <p:spPr>
            <a:xfrm>
              <a:off x="2705098" y="4345452"/>
              <a:ext cx="971642" cy="951537"/>
            </a:xfrm>
            <a:prstGeom prst="flowChartConnector">
              <a:avLst/>
            </a:prstGeom>
          </p:spPr>
        </p:pic>
      </p:grpSp>
      <p:grpSp>
        <p:nvGrpSpPr>
          <p:cNvPr id="15" name="Group 14">
            <a:extLst>
              <a:ext uri="{FF2B5EF4-FFF2-40B4-BE49-F238E27FC236}">
                <a16:creationId xmlns:a16="http://schemas.microsoft.com/office/drawing/2014/main" id="{2DB5E946-83B8-5FB7-DFBD-0ED79C7233E9}"/>
              </a:ext>
            </a:extLst>
          </p:cNvPr>
          <p:cNvGrpSpPr/>
          <p:nvPr/>
        </p:nvGrpSpPr>
        <p:grpSpPr>
          <a:xfrm>
            <a:off x="6837745" y="4131779"/>
            <a:ext cx="2011680" cy="2451058"/>
            <a:chOff x="5764311" y="4345452"/>
            <a:chExt cx="2011680" cy="2451058"/>
          </a:xfrm>
        </p:grpSpPr>
        <p:sp>
          <p:nvSpPr>
            <p:cNvPr id="102" name="TextBox 101">
              <a:extLst>
                <a:ext uri="{FF2B5EF4-FFF2-40B4-BE49-F238E27FC236}">
                  <a16:creationId xmlns:a16="http://schemas.microsoft.com/office/drawing/2014/main" id="{E6213D0C-4CCA-4677-F756-1C4EE6A53C81}"/>
                </a:ext>
              </a:extLst>
            </p:cNvPr>
            <p:cNvSpPr txBox="1"/>
            <p:nvPr/>
          </p:nvSpPr>
          <p:spPr>
            <a:xfrm>
              <a:off x="5764311" y="5349960"/>
              <a:ext cx="2011680" cy="1446550"/>
            </a:xfrm>
            <a:prstGeom prst="rect">
              <a:avLst/>
            </a:prstGeom>
            <a:noFill/>
          </p:spPr>
          <p:txBody>
            <a:bodyPr wrap="square" rtlCol="0">
              <a:spAutoFit/>
            </a:bodyPr>
            <a:lstStyle/>
            <a:p>
              <a:pPr algn="ctr"/>
              <a:r>
                <a:rPr lang="en-US" b="1">
                  <a:solidFill>
                    <a:srgbClr val="002753"/>
                  </a:solidFill>
                  <a:latin typeface="Calibri"/>
                  <a:ea typeface="Open Sans" panose="020B0606030504020204" pitchFamily="34" charset="0"/>
                  <a:cs typeface="Open Sans" panose="020B0606030504020204" pitchFamily="34" charset="0"/>
                </a:rPr>
                <a:t>Shreya Dalmia</a:t>
              </a:r>
            </a:p>
            <a:p>
              <a:pPr algn="ctr"/>
              <a:endParaRPr lang="en-US" sz="1400" i="1">
                <a:solidFill>
                  <a:srgbClr val="002753"/>
                </a:solidFill>
                <a:latin typeface="Calibri"/>
                <a:ea typeface="Open Sans" panose="020B0606030504020204" pitchFamily="34" charset="0"/>
                <a:cs typeface="Open Sans" panose="020B0606030504020204" pitchFamily="34" charset="0"/>
              </a:endParaRPr>
            </a:p>
            <a:p>
              <a:pPr algn="ctr"/>
              <a:r>
                <a:rPr lang="en-US" sz="1400" i="1">
                  <a:solidFill>
                    <a:srgbClr val="002753"/>
                  </a:solidFill>
                  <a:latin typeface="Calibri"/>
                  <a:ea typeface="Open Sans" panose="020B0606030504020204" pitchFamily="34" charset="0"/>
                  <a:cs typeface="Open Sans" panose="020B0606030504020204" pitchFamily="34" charset="0"/>
                </a:rPr>
                <a:t>Associate Director</a:t>
              </a:r>
            </a:p>
            <a:p>
              <a:pPr algn="ctr"/>
              <a:endParaRPr lang="en-US" sz="1400" i="1">
                <a:solidFill>
                  <a:srgbClr val="002753"/>
                </a:solidFill>
                <a:latin typeface="Calibri"/>
                <a:ea typeface="Open Sans" panose="020B0606030504020204" pitchFamily="34" charset="0"/>
                <a:cs typeface="Open Sans" panose="020B0606030504020204" pitchFamily="34" charset="0"/>
              </a:endParaRPr>
            </a:p>
            <a:p>
              <a:pPr algn="ctr"/>
              <a:r>
                <a:rPr lang="en-US" sz="1400" i="1">
                  <a:solidFill>
                    <a:srgbClr val="002753"/>
                  </a:solidFill>
                  <a:latin typeface="Calibri"/>
                  <a:ea typeface="Open Sans" panose="020B0606030504020204" pitchFamily="34" charset="0"/>
                  <a:cs typeface="Open Sans" panose="020B0606030504020204" pitchFamily="34" charset="0"/>
                </a:rPr>
                <a:t>Additional Support to the Team</a:t>
              </a:r>
            </a:p>
          </p:txBody>
        </p:sp>
        <p:pic>
          <p:nvPicPr>
            <p:cNvPr id="114" name="Picture 113">
              <a:extLst>
                <a:ext uri="{FF2B5EF4-FFF2-40B4-BE49-F238E27FC236}">
                  <a16:creationId xmlns:a16="http://schemas.microsoft.com/office/drawing/2014/main" id="{6FFC8B12-E037-0BC5-8A4F-F62EAE5C6818}"/>
                </a:ext>
              </a:extLst>
            </p:cNvPr>
            <p:cNvPicPr>
              <a:picLocks noChangeAspect="1"/>
            </p:cNvPicPr>
            <p:nvPr/>
          </p:nvPicPr>
          <p:blipFill>
            <a:blip r:embed="rId10"/>
            <a:stretch>
              <a:fillRect/>
            </a:stretch>
          </p:blipFill>
          <p:spPr>
            <a:xfrm>
              <a:off x="6252113" y="4345452"/>
              <a:ext cx="992833" cy="1004507"/>
            </a:xfrm>
            <a:prstGeom prst="flowChartConnector">
              <a:avLst/>
            </a:prstGeom>
          </p:spPr>
        </p:pic>
      </p:grpSp>
      <p:grpSp>
        <p:nvGrpSpPr>
          <p:cNvPr id="7" name="Group 6">
            <a:extLst>
              <a:ext uri="{FF2B5EF4-FFF2-40B4-BE49-F238E27FC236}">
                <a16:creationId xmlns:a16="http://schemas.microsoft.com/office/drawing/2014/main" id="{E1FBD516-67A7-BA03-0114-86362FBDBF8F}"/>
              </a:ext>
            </a:extLst>
          </p:cNvPr>
          <p:cNvGrpSpPr/>
          <p:nvPr/>
        </p:nvGrpSpPr>
        <p:grpSpPr>
          <a:xfrm>
            <a:off x="8749401" y="1484386"/>
            <a:ext cx="1826270" cy="2514919"/>
            <a:chOff x="7177963" y="1473794"/>
            <a:chExt cx="1826270" cy="2514919"/>
          </a:xfrm>
        </p:grpSpPr>
        <p:sp>
          <p:nvSpPr>
            <p:cNvPr id="98" name="TextBox 97">
              <a:extLst>
                <a:ext uri="{FF2B5EF4-FFF2-40B4-BE49-F238E27FC236}">
                  <a16:creationId xmlns:a16="http://schemas.microsoft.com/office/drawing/2014/main" id="{CEAB0F08-83F9-0F7E-F404-34C2216110C5}"/>
                </a:ext>
              </a:extLst>
            </p:cNvPr>
            <p:cNvSpPr txBox="1"/>
            <p:nvPr/>
          </p:nvSpPr>
          <p:spPr>
            <a:xfrm>
              <a:off x="7177963" y="2572941"/>
              <a:ext cx="1826270" cy="1415772"/>
            </a:xfrm>
            <a:prstGeom prst="rect">
              <a:avLst/>
            </a:prstGeom>
            <a:noFill/>
          </p:spPr>
          <p:txBody>
            <a:bodyPr wrap="square" rtlCol="0">
              <a:spAutoFit/>
            </a:bodyPr>
            <a:lstStyle/>
            <a:p>
              <a:pPr algn="ctr"/>
              <a:r>
                <a:rPr lang="en-US" sz="1600" b="1">
                  <a:solidFill>
                    <a:srgbClr val="002753"/>
                  </a:solidFill>
                  <a:latin typeface="+mj-lt"/>
                  <a:ea typeface="Open Sans" panose="020B0606030504020204" pitchFamily="34" charset="0"/>
                  <a:cs typeface="Open Sans" panose="020B0606030504020204" pitchFamily="34" charset="0"/>
                </a:rPr>
                <a:t>Payal Sharma*</a:t>
              </a:r>
              <a:endParaRPr lang="en-US" sz="1400" b="1">
                <a:solidFill>
                  <a:srgbClr val="002753"/>
                </a:solidFill>
                <a:latin typeface="+mj-lt"/>
                <a:ea typeface="Open Sans" panose="020B0606030504020204" pitchFamily="34" charset="0"/>
                <a:cs typeface="Open Sans" panose="020B0606030504020204" pitchFamily="34" charset="0"/>
              </a:endParaRPr>
            </a:p>
            <a:p>
              <a:pPr algn="ctr"/>
              <a:endParaRPr lang="en-US" sz="1400" i="1">
                <a:solidFill>
                  <a:srgbClr val="002753"/>
                </a:solidFill>
                <a:latin typeface="+mj-lt"/>
                <a:ea typeface="Open Sans" panose="020B0606030504020204" pitchFamily="34" charset="0"/>
                <a:cs typeface="Open Sans" panose="020B0606030504020204" pitchFamily="34" charset="0"/>
              </a:endParaRPr>
            </a:p>
            <a:p>
              <a:pPr algn="ctr"/>
              <a:endParaRPr lang="en-US" sz="1400" i="1">
                <a:solidFill>
                  <a:srgbClr val="002753"/>
                </a:solidFill>
                <a:ea typeface="Open Sans" panose="020B0606030504020204" pitchFamily="34" charset="0"/>
                <a:cs typeface="Open Sans" panose="020B0606030504020204" pitchFamily="34" charset="0"/>
              </a:endParaRPr>
            </a:p>
            <a:p>
              <a:pPr algn="ctr"/>
              <a:endParaRPr lang="en-US" sz="1400" i="1">
                <a:solidFill>
                  <a:srgbClr val="002753"/>
                </a:solidFill>
                <a:ea typeface="Open Sans" panose="020B0606030504020204" pitchFamily="34" charset="0"/>
                <a:cs typeface="Open Sans" panose="020B0606030504020204" pitchFamily="34" charset="0"/>
              </a:endParaRPr>
            </a:p>
            <a:p>
              <a:pPr algn="ctr"/>
              <a:r>
                <a:rPr lang="en-US" sz="1400" i="1">
                  <a:solidFill>
                    <a:srgbClr val="002753"/>
                  </a:solidFill>
                  <a:ea typeface="Open Sans" panose="020B0606030504020204" pitchFamily="34" charset="0"/>
                  <a:cs typeface="Open Sans" panose="020B0606030504020204" pitchFamily="34" charset="0"/>
                </a:rPr>
                <a:t>Data Analytics</a:t>
              </a:r>
            </a:p>
            <a:p>
              <a:pPr algn="ctr"/>
              <a:r>
                <a:rPr lang="en-US" sz="1400" i="1">
                  <a:solidFill>
                    <a:srgbClr val="002753"/>
                  </a:solidFill>
                  <a:ea typeface="Open Sans" panose="020B0606030504020204" pitchFamily="34" charset="0"/>
                  <a:cs typeface="Open Sans" panose="020B0606030504020204" pitchFamily="34" charset="0"/>
                </a:rPr>
                <a:t> Expert - 1  </a:t>
              </a:r>
            </a:p>
          </p:txBody>
        </p:sp>
        <p:pic>
          <p:nvPicPr>
            <p:cNvPr id="3" name="Picture 2">
              <a:extLst>
                <a:ext uri="{FF2B5EF4-FFF2-40B4-BE49-F238E27FC236}">
                  <a16:creationId xmlns:a16="http://schemas.microsoft.com/office/drawing/2014/main" id="{D127CFC5-7B53-3C4B-ED63-EAAE2A867DD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611831" y="1473794"/>
              <a:ext cx="903884" cy="943483"/>
            </a:xfrm>
            <a:prstGeom prst="flowChartConnector">
              <a:avLst/>
            </a:prstGeom>
          </p:spPr>
        </p:pic>
      </p:grpSp>
      <p:grpSp>
        <p:nvGrpSpPr>
          <p:cNvPr id="6" name="Group 5">
            <a:extLst>
              <a:ext uri="{FF2B5EF4-FFF2-40B4-BE49-F238E27FC236}">
                <a16:creationId xmlns:a16="http://schemas.microsoft.com/office/drawing/2014/main" id="{A73340BE-E4C4-E3D0-3A0F-7BA61FBEB693}"/>
              </a:ext>
            </a:extLst>
          </p:cNvPr>
          <p:cNvGrpSpPr/>
          <p:nvPr/>
        </p:nvGrpSpPr>
        <p:grpSpPr>
          <a:xfrm>
            <a:off x="10267392" y="1445517"/>
            <a:ext cx="1826270" cy="3186935"/>
            <a:chOff x="8520520" y="1505623"/>
            <a:chExt cx="1826270" cy="3186935"/>
          </a:xfrm>
        </p:grpSpPr>
        <p:sp>
          <p:nvSpPr>
            <p:cNvPr id="100" name="TextBox 99">
              <a:extLst>
                <a:ext uri="{FF2B5EF4-FFF2-40B4-BE49-F238E27FC236}">
                  <a16:creationId xmlns:a16="http://schemas.microsoft.com/office/drawing/2014/main" id="{C656662A-616D-92DD-8D78-B4AA8CAD609A}"/>
                </a:ext>
              </a:extLst>
            </p:cNvPr>
            <p:cNvSpPr txBox="1"/>
            <p:nvPr/>
          </p:nvSpPr>
          <p:spPr>
            <a:xfrm>
              <a:off x="8520520" y="2568900"/>
              <a:ext cx="1826270" cy="2123658"/>
            </a:xfrm>
            <a:prstGeom prst="rect">
              <a:avLst/>
            </a:prstGeom>
            <a:noFill/>
          </p:spPr>
          <p:txBody>
            <a:bodyPr wrap="square" rtlCol="0">
              <a:spAutoFit/>
            </a:bodyPr>
            <a:lstStyle/>
            <a:p>
              <a:pPr algn="ctr"/>
              <a:r>
                <a:rPr lang="en-US" sz="1600" b="1">
                  <a:solidFill>
                    <a:srgbClr val="002753"/>
                  </a:solidFill>
                  <a:latin typeface="+mj-lt"/>
                  <a:ea typeface="Open Sans" panose="020B0606030504020204" pitchFamily="34" charset="0"/>
                  <a:cs typeface="Open Sans" panose="020B0606030504020204" pitchFamily="34" charset="0"/>
                </a:rPr>
                <a:t>Ajay </a:t>
              </a:r>
              <a:r>
                <a:rPr lang="en-US" sz="1600" b="1">
                  <a:solidFill>
                    <a:srgbClr val="002753"/>
                  </a:solidFill>
                  <a:latin typeface="Aptos" panose="020B0004020202020204" pitchFamily="34" charset="0"/>
                  <a:ea typeface="Cambria" pitchFamily="34" charset="-122"/>
                  <a:cs typeface="Cambria" pitchFamily="34" charset="-120"/>
                </a:rPr>
                <a:t>Singh Nathawat*</a:t>
              </a:r>
            </a:p>
            <a:p>
              <a:pPr algn="ctr"/>
              <a:endParaRPr lang="en-US" sz="1600" b="1">
                <a:solidFill>
                  <a:srgbClr val="1A1A1A"/>
                </a:solidFill>
                <a:latin typeface="Aptos" panose="020B0004020202020204" pitchFamily="34" charset="0"/>
                <a:ea typeface="Cambria" pitchFamily="34" charset="-122"/>
                <a:cs typeface="Open Sans" panose="020B0606030504020204" pitchFamily="34" charset="0"/>
              </a:endParaRPr>
            </a:p>
            <a:p>
              <a:pPr algn="ctr"/>
              <a:endParaRPr lang="en-US" sz="1400" i="1">
                <a:solidFill>
                  <a:srgbClr val="002753"/>
                </a:solidFill>
                <a:latin typeface="+mj-lt"/>
                <a:ea typeface="Open Sans" panose="020B0606030504020204" pitchFamily="34" charset="0"/>
                <a:cs typeface="Open Sans" panose="020B0606030504020204" pitchFamily="34" charset="0"/>
              </a:endParaRPr>
            </a:p>
            <a:p>
              <a:pPr algn="ctr"/>
              <a:r>
                <a:rPr lang="en-US" sz="1400" i="1">
                  <a:solidFill>
                    <a:srgbClr val="002753"/>
                  </a:solidFill>
                  <a:latin typeface="+mj-lt"/>
                  <a:ea typeface="Open Sans" panose="020B0606030504020204" pitchFamily="34" charset="0"/>
                  <a:cs typeface="Open Sans" panose="020B0606030504020204" pitchFamily="34" charset="0"/>
                </a:rPr>
                <a:t>Data Analytics </a:t>
              </a:r>
            </a:p>
            <a:p>
              <a:pPr algn="ctr"/>
              <a:r>
                <a:rPr lang="en-US" sz="1400" i="1">
                  <a:solidFill>
                    <a:srgbClr val="002753"/>
                  </a:solidFill>
                  <a:latin typeface="+mj-lt"/>
                  <a:ea typeface="Open Sans" panose="020B0606030504020204" pitchFamily="34" charset="0"/>
                  <a:cs typeface="Open Sans" panose="020B0606030504020204" pitchFamily="34" charset="0"/>
                </a:rPr>
                <a:t>Expert - 1 </a:t>
              </a:r>
              <a:endParaRPr lang="en-US" sz="1200" i="1">
                <a:solidFill>
                  <a:srgbClr val="002753"/>
                </a:solidFill>
                <a:latin typeface="+mj-lt"/>
                <a:ea typeface="Open Sans" panose="020B0606030504020204" pitchFamily="34" charset="0"/>
                <a:cs typeface="Open Sans" panose="020B0606030504020204" pitchFamily="34" charset="0"/>
              </a:endParaRPr>
            </a:p>
            <a:p>
              <a:pPr algn="ctr"/>
              <a:endParaRPr lang="en-US" sz="1400" i="1">
                <a:solidFill>
                  <a:srgbClr val="002753"/>
                </a:solidFill>
                <a:latin typeface="+mj-lt"/>
                <a:ea typeface="Open Sans" panose="020B0606030504020204" pitchFamily="34" charset="0"/>
                <a:cs typeface="Open Sans" panose="020B0606030504020204" pitchFamily="34" charset="0"/>
              </a:endParaRPr>
            </a:p>
            <a:p>
              <a:pPr algn="ctr"/>
              <a:endParaRPr lang="en-US" sz="1400" i="1">
                <a:solidFill>
                  <a:srgbClr val="002753"/>
                </a:solidFill>
                <a:ea typeface="Open Sans" panose="020B0606030504020204" pitchFamily="34" charset="0"/>
                <a:cs typeface="Open Sans" panose="020B0606030504020204" pitchFamily="34" charset="0"/>
              </a:endParaRPr>
            </a:p>
            <a:p>
              <a:pPr algn="ctr"/>
              <a:endParaRPr lang="en-US" sz="1400" i="1">
                <a:solidFill>
                  <a:srgbClr val="002753"/>
                </a:solidFill>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FFE37B7E-C665-114B-08F1-2142BF5E1C25}"/>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8994475" y="1505623"/>
              <a:ext cx="878359" cy="919709"/>
            </a:xfrm>
            <a:prstGeom prst="flowChartConnector">
              <a:avLst/>
            </a:prstGeom>
          </p:spPr>
        </p:pic>
      </p:grpSp>
      <p:sp>
        <p:nvSpPr>
          <p:cNvPr id="16" name="TextBox 15">
            <a:extLst>
              <a:ext uri="{FF2B5EF4-FFF2-40B4-BE49-F238E27FC236}">
                <a16:creationId xmlns:a16="http://schemas.microsoft.com/office/drawing/2014/main" id="{C9BB8147-FC04-1481-34ED-94EECB513FC0}"/>
              </a:ext>
            </a:extLst>
          </p:cNvPr>
          <p:cNvSpPr txBox="1"/>
          <p:nvPr/>
        </p:nvSpPr>
        <p:spPr>
          <a:xfrm>
            <a:off x="224239" y="6571152"/>
            <a:ext cx="6472048" cy="215444"/>
          </a:xfrm>
          <a:prstGeom prst="rect">
            <a:avLst/>
          </a:prstGeom>
          <a:noFill/>
        </p:spPr>
        <p:txBody>
          <a:bodyPr wrap="square" rtlCol="0">
            <a:spAutoFit/>
          </a:bodyPr>
          <a:lstStyle/>
          <a:p>
            <a:r>
              <a:rPr lang="en-US" sz="800" i="1"/>
              <a:t>Note* - The * candidates will join the firm soon</a:t>
            </a:r>
          </a:p>
        </p:txBody>
      </p:sp>
    </p:spTree>
    <p:extLst>
      <p:ext uri="{BB962C8B-B14F-4D97-AF65-F5344CB8AC3E}">
        <p14:creationId xmlns:p14="http://schemas.microsoft.com/office/powerpoint/2010/main" val="3889819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F9592-9833-34D2-3E9E-C4B890562CDB}"/>
            </a:ext>
          </a:extLst>
        </p:cNvPr>
        <p:cNvGrpSpPr/>
        <p:nvPr/>
      </p:nvGrpSpPr>
      <p:grpSpPr>
        <a:xfrm>
          <a:off x="0" y="0"/>
          <a:ext cx="0" cy="0"/>
          <a:chOff x="0" y="0"/>
          <a:chExt cx="0" cy="0"/>
        </a:xfrm>
      </p:grpSpPr>
      <p:pic>
        <p:nvPicPr>
          <p:cNvPr id="55" name="Picture 54">
            <a:extLst>
              <a:ext uri="{FF2B5EF4-FFF2-40B4-BE49-F238E27FC236}">
                <a16:creationId xmlns:a16="http://schemas.microsoft.com/office/drawing/2014/main" id="{7AAC1E5E-2CEC-5538-2EDB-189CB56FB2F7}"/>
              </a:ext>
            </a:extLst>
          </p:cNvPr>
          <p:cNvPicPr>
            <a:picLocks noChangeAspect="1"/>
          </p:cNvPicPr>
          <p:nvPr/>
        </p:nvPicPr>
        <p:blipFill>
          <a:blip r:embed="rId2">
            <a:alphaModFix amt="20000"/>
          </a:blip>
          <a:srcRect t="36215" r="32536"/>
          <a:stretch>
            <a:fillRect/>
          </a:stretch>
        </p:blipFill>
        <p:spPr>
          <a:xfrm>
            <a:off x="1" y="0"/>
            <a:ext cx="12191999" cy="6858000"/>
          </a:xfrm>
          <a:prstGeom prst="rect">
            <a:avLst/>
          </a:prstGeom>
        </p:spPr>
      </p:pic>
      <p:sp>
        <p:nvSpPr>
          <p:cNvPr id="27" name="TextBox 26">
            <a:extLst>
              <a:ext uri="{FF2B5EF4-FFF2-40B4-BE49-F238E27FC236}">
                <a16:creationId xmlns:a16="http://schemas.microsoft.com/office/drawing/2014/main" id="{4F40A1E2-4B35-8A18-D4D4-0D0A1A711D8A}"/>
              </a:ext>
            </a:extLst>
          </p:cNvPr>
          <p:cNvSpPr txBox="1"/>
          <p:nvPr/>
        </p:nvSpPr>
        <p:spPr>
          <a:xfrm>
            <a:off x="495298" y="644996"/>
            <a:ext cx="4419601" cy="615553"/>
          </a:xfrm>
          <a:prstGeom prst="rect">
            <a:avLst/>
          </a:prstGeom>
          <a:noFill/>
        </p:spPr>
        <p:txBody>
          <a:bodyPr wrap="square" lIns="0" tIns="0" rIns="0" bIns="0" rtlCol="0" anchor="b">
            <a:spAutoFit/>
          </a:bodyPr>
          <a:lstStyle/>
          <a:p>
            <a:pPr marL="0" marR="0" lvl="0" indent="0" defTabSz="914400" eaLnBrk="1" fontAlgn="auto" latinLnBrk="0" hangingPunct="1">
              <a:lnSpc>
                <a:spcPct val="100000"/>
              </a:lnSpc>
              <a:spcBef>
                <a:spcPts val="600"/>
              </a:spcBef>
              <a:spcAft>
                <a:spcPts val="0"/>
              </a:spcAft>
              <a:buClrTx/>
              <a:buSzPct val="100000"/>
              <a:buFontTx/>
              <a:buNone/>
              <a:tabLst/>
              <a:defRPr/>
            </a:pPr>
            <a:r>
              <a:rPr kumimoji="0" lang="en-US" sz="4000" b="1" i="0" u="none" strike="noStrike" kern="0" cap="none" spc="0" normalizeH="0" baseline="0" noProof="0">
                <a:ln>
                  <a:noFill/>
                </a:ln>
                <a:gradFill flip="none" rotWithShape="1">
                  <a:gsLst>
                    <a:gs pos="0">
                      <a:srgbClr val="00A3E0"/>
                    </a:gs>
                    <a:gs pos="100000">
                      <a:srgbClr val="26890D"/>
                    </a:gs>
                  </a:gsLst>
                  <a:lin ang="2700000" scaled="1"/>
                  <a:tileRect/>
                </a:gradFill>
                <a:effectLst/>
                <a:uLnTx/>
                <a:uFillTx/>
              </a:rPr>
              <a:t>Table of Content</a:t>
            </a:r>
            <a:endParaRPr kumimoji="0" lang="en-IN" sz="4000" b="1" i="0" u="none" strike="noStrike" kern="0" cap="none" spc="0" normalizeH="0" baseline="0" noProof="0">
              <a:ln>
                <a:noFill/>
              </a:ln>
              <a:gradFill flip="none" rotWithShape="1">
                <a:gsLst>
                  <a:gs pos="0">
                    <a:srgbClr val="00A3E0"/>
                  </a:gs>
                  <a:gs pos="100000">
                    <a:srgbClr val="26890D"/>
                  </a:gs>
                </a:gsLst>
                <a:lin ang="2700000" scaled="1"/>
                <a:tileRect/>
              </a:gradFill>
              <a:effectLst/>
              <a:uLnTx/>
              <a:uFillTx/>
            </a:endParaRPr>
          </a:p>
        </p:txBody>
      </p:sp>
      <p:sp>
        <p:nvSpPr>
          <p:cNvPr id="30" name="TextBox 29">
            <a:extLst>
              <a:ext uri="{FF2B5EF4-FFF2-40B4-BE49-F238E27FC236}">
                <a16:creationId xmlns:a16="http://schemas.microsoft.com/office/drawing/2014/main" id="{34C9AC50-8623-F71C-0C0E-44DFE5D1D171}"/>
              </a:ext>
            </a:extLst>
          </p:cNvPr>
          <p:cNvSpPr txBox="1"/>
          <p:nvPr/>
        </p:nvSpPr>
        <p:spPr>
          <a:xfrm>
            <a:off x="1286847" y="1730099"/>
            <a:ext cx="7380000" cy="276999"/>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600"/>
              </a:spcBef>
              <a:spcAft>
                <a:spcPts val="0"/>
              </a:spcAft>
              <a:buClrTx/>
              <a:buSzPct val="100000"/>
              <a:buFontTx/>
              <a:buNone/>
              <a:tabLst/>
              <a:defRPr/>
            </a:pPr>
            <a:r>
              <a:rPr kumimoji="0" lang="en-US" sz="2400" b="1" i="0" u="none" strike="noStrike" kern="0" cap="none" spc="0" normalizeH="0" baseline="0" noProof="0">
                <a:ln>
                  <a:noFill/>
                </a:ln>
                <a:solidFill>
                  <a:srgbClr val="313131"/>
                </a:solidFill>
                <a:effectLst/>
                <a:uLnTx/>
                <a:uFillTx/>
              </a:rPr>
              <a:t>Introduction</a:t>
            </a:r>
            <a:endParaRPr kumimoji="0" lang="en-IN" sz="2400" b="1" i="0" u="none" strike="noStrike" kern="0" cap="none" spc="0" normalizeH="0" baseline="0" noProof="0">
              <a:ln>
                <a:noFill/>
              </a:ln>
              <a:solidFill>
                <a:srgbClr val="313131"/>
              </a:solidFill>
              <a:effectLst/>
              <a:uLnTx/>
              <a:uFillTx/>
            </a:endParaRPr>
          </a:p>
        </p:txBody>
      </p:sp>
      <p:grpSp>
        <p:nvGrpSpPr>
          <p:cNvPr id="56" name="Group 55">
            <a:extLst>
              <a:ext uri="{FF2B5EF4-FFF2-40B4-BE49-F238E27FC236}">
                <a16:creationId xmlns:a16="http://schemas.microsoft.com/office/drawing/2014/main" id="{0901A714-74D7-947E-F709-6A082B1A75C0}"/>
              </a:ext>
            </a:extLst>
          </p:cNvPr>
          <p:cNvGrpSpPr/>
          <p:nvPr/>
        </p:nvGrpSpPr>
        <p:grpSpPr>
          <a:xfrm>
            <a:off x="495299" y="1528579"/>
            <a:ext cx="680038" cy="680038"/>
            <a:chOff x="495299" y="1528579"/>
            <a:chExt cx="419100" cy="419100"/>
          </a:xfrm>
        </p:grpSpPr>
        <p:sp>
          <p:nvSpPr>
            <p:cNvPr id="29" name="Graphic 1170">
              <a:extLst>
                <a:ext uri="{FF2B5EF4-FFF2-40B4-BE49-F238E27FC236}">
                  <a16:creationId xmlns:a16="http://schemas.microsoft.com/office/drawing/2014/main" id="{441DFFB9-D59F-0D25-A55A-4E15FC46A8FF}"/>
                </a:ext>
              </a:extLst>
            </p:cNvPr>
            <p:cNvSpPr/>
            <p:nvPr/>
          </p:nvSpPr>
          <p:spPr>
            <a:xfrm>
              <a:off x="495299" y="1528579"/>
              <a:ext cx="419100" cy="419100"/>
            </a:xfrm>
            <a:custGeom>
              <a:avLst/>
              <a:gdLst>
                <a:gd name="csX0" fmla="*/ 361342 w 722683"/>
                <a:gd name="csY0" fmla="*/ 0 h 722683"/>
                <a:gd name="csX1" fmla="*/ 616836 w 722683"/>
                <a:gd name="csY1" fmla="*/ 105848 h 722683"/>
                <a:gd name="csX2" fmla="*/ 722683 w 722683"/>
                <a:gd name="csY2" fmla="*/ 361342 h 722683"/>
                <a:gd name="csX3" fmla="*/ 616836 w 722683"/>
                <a:gd name="csY3" fmla="*/ 616836 h 722683"/>
                <a:gd name="csX4" fmla="*/ 361342 w 722683"/>
                <a:gd name="csY4" fmla="*/ 722683 h 722683"/>
                <a:gd name="csX5" fmla="*/ 105848 w 722683"/>
                <a:gd name="csY5" fmla="*/ 616836 h 722683"/>
                <a:gd name="csX6" fmla="*/ 0 w 722683"/>
                <a:gd name="csY6" fmla="*/ 361342 h 722683"/>
                <a:gd name="csX7" fmla="*/ 105848 w 722683"/>
                <a:gd name="csY7" fmla="*/ 105848 h 722683"/>
                <a:gd name="csX8" fmla="*/ 361342 w 722683"/>
                <a:gd name="csY8" fmla="*/ 0 h 722683"/>
                <a:gd name="csX9" fmla="*/ 361342 w 722683"/>
                <a:gd name="csY9" fmla="*/ 0 h 722683"/>
                <a:gd name="csX10" fmla="*/ 614737 w 722683"/>
                <a:gd name="csY10" fmla="*/ 451860 h 722683"/>
                <a:gd name="csX11" fmla="*/ 582831 w 722683"/>
                <a:gd name="csY11" fmla="*/ 521877 h 722683"/>
                <a:gd name="csX12" fmla="*/ 320615 w 722683"/>
                <a:gd name="csY12" fmla="*/ 670064 h 722683"/>
                <a:gd name="csX13" fmla="*/ 42248 w 722683"/>
                <a:gd name="csY13" fmla="*/ 491248 h 722683"/>
                <a:gd name="csX14" fmla="*/ 19101 w 722683"/>
                <a:gd name="csY14" fmla="*/ 421231 h 722683"/>
                <a:gd name="csX15" fmla="*/ 115702 w 722683"/>
                <a:gd name="csY15" fmla="*/ 606981 h 722683"/>
                <a:gd name="csX16" fmla="*/ 361342 w 722683"/>
                <a:gd name="csY16" fmla="*/ 708753 h 722683"/>
                <a:gd name="csX17" fmla="*/ 606981 w 722683"/>
                <a:gd name="csY17" fmla="*/ 606981 h 722683"/>
                <a:gd name="csX18" fmla="*/ 708753 w 722683"/>
                <a:gd name="csY18" fmla="*/ 361342 h 722683"/>
                <a:gd name="csX19" fmla="*/ 606981 w 722683"/>
                <a:gd name="csY19" fmla="*/ 115702 h 722683"/>
                <a:gd name="csX20" fmla="*/ 361342 w 722683"/>
                <a:gd name="csY20" fmla="*/ 13961 h 722683"/>
                <a:gd name="csX21" fmla="*/ 115702 w 722683"/>
                <a:gd name="csY21" fmla="*/ 115733 h 722683"/>
                <a:gd name="csX22" fmla="*/ 22356 w 722683"/>
                <a:gd name="csY22" fmla="*/ 285058 h 722683"/>
                <a:gd name="csX23" fmla="*/ 103201 w 722683"/>
                <a:gd name="csY23" fmla="*/ 142773 h 722683"/>
                <a:gd name="csX24" fmla="*/ 277759 w 722683"/>
                <a:gd name="csY24" fmla="*/ 55600 h 722683"/>
                <a:gd name="csX25" fmla="*/ 589796 w 722683"/>
                <a:gd name="csY25" fmla="*/ 214554 h 722683"/>
                <a:gd name="csX26" fmla="*/ 587119 w 722683"/>
                <a:gd name="csY26" fmla="*/ 216014 h 722683"/>
                <a:gd name="csX27" fmla="*/ 279188 w 722683"/>
                <a:gd name="csY27" fmla="*/ 63417 h 722683"/>
                <a:gd name="csX28" fmla="*/ 47418 w 722683"/>
                <a:gd name="csY28" fmla="*/ 345191 h 722683"/>
                <a:gd name="csX29" fmla="*/ 51677 w 722683"/>
                <a:gd name="csY29" fmla="*/ 394556 h 722683"/>
                <a:gd name="csX30" fmla="*/ 158406 w 722683"/>
                <a:gd name="csY30" fmla="*/ 231435 h 722683"/>
                <a:gd name="csX31" fmla="*/ 159623 w 722683"/>
                <a:gd name="csY31" fmla="*/ 233351 h 722683"/>
                <a:gd name="csX32" fmla="*/ 57608 w 722683"/>
                <a:gd name="csY32" fmla="*/ 421231 h 722683"/>
                <a:gd name="csX33" fmla="*/ 334515 w 722683"/>
                <a:gd name="csY33" fmla="*/ 632287 h 722683"/>
                <a:gd name="csX34" fmla="*/ 621642 w 722683"/>
                <a:gd name="csY34" fmla="*/ 345160 h 722683"/>
                <a:gd name="csX35" fmla="*/ 610722 w 722683"/>
                <a:gd name="csY35" fmla="*/ 266535 h 722683"/>
                <a:gd name="csX36" fmla="*/ 626599 w 722683"/>
                <a:gd name="csY36" fmla="*/ 364049 h 722683"/>
                <a:gd name="csX37" fmla="*/ 613855 w 722683"/>
                <a:gd name="csY37" fmla="*/ 451586 h 722683"/>
                <a:gd name="csX38" fmla="*/ 614707 w 722683"/>
                <a:gd name="csY38" fmla="*/ 451860 h 7226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722683" h="722683">
                  <a:moveTo>
                    <a:pt x="361342" y="0"/>
                  </a:moveTo>
                  <a:cubicBezTo>
                    <a:pt x="461106" y="0"/>
                    <a:pt x="551442" y="40453"/>
                    <a:pt x="616836" y="105848"/>
                  </a:cubicBezTo>
                  <a:cubicBezTo>
                    <a:pt x="682230" y="171242"/>
                    <a:pt x="722683" y="261577"/>
                    <a:pt x="722683" y="361342"/>
                  </a:cubicBezTo>
                  <a:cubicBezTo>
                    <a:pt x="722683" y="461106"/>
                    <a:pt x="682230" y="551442"/>
                    <a:pt x="616836" y="616836"/>
                  </a:cubicBezTo>
                  <a:cubicBezTo>
                    <a:pt x="551442" y="682230"/>
                    <a:pt x="461106" y="722683"/>
                    <a:pt x="361342" y="722683"/>
                  </a:cubicBezTo>
                  <a:cubicBezTo>
                    <a:pt x="261577" y="722683"/>
                    <a:pt x="171242" y="682230"/>
                    <a:pt x="105848" y="616836"/>
                  </a:cubicBezTo>
                  <a:cubicBezTo>
                    <a:pt x="40453" y="551442"/>
                    <a:pt x="0" y="461106"/>
                    <a:pt x="0" y="361342"/>
                  </a:cubicBezTo>
                  <a:cubicBezTo>
                    <a:pt x="0" y="261577"/>
                    <a:pt x="40453" y="171242"/>
                    <a:pt x="105848" y="105848"/>
                  </a:cubicBezTo>
                  <a:cubicBezTo>
                    <a:pt x="171242" y="40453"/>
                    <a:pt x="261577" y="0"/>
                    <a:pt x="361342" y="0"/>
                  </a:cubicBezTo>
                  <a:lnTo>
                    <a:pt x="361342" y="0"/>
                  </a:lnTo>
                  <a:close/>
                  <a:moveTo>
                    <a:pt x="614737" y="451860"/>
                  </a:moveTo>
                  <a:cubicBezTo>
                    <a:pt x="607011" y="476679"/>
                    <a:pt x="596214" y="500160"/>
                    <a:pt x="582831" y="521877"/>
                  </a:cubicBezTo>
                  <a:cubicBezTo>
                    <a:pt x="529268" y="610692"/>
                    <a:pt x="431876" y="670064"/>
                    <a:pt x="320615" y="670064"/>
                  </a:cubicBezTo>
                  <a:cubicBezTo>
                    <a:pt x="197035" y="670064"/>
                    <a:pt x="90548" y="596761"/>
                    <a:pt x="42248" y="491248"/>
                  </a:cubicBezTo>
                  <a:cubicBezTo>
                    <a:pt x="31876" y="469197"/>
                    <a:pt x="24029" y="445746"/>
                    <a:pt x="19101" y="421231"/>
                  </a:cubicBezTo>
                  <a:cubicBezTo>
                    <a:pt x="31602" y="493134"/>
                    <a:pt x="66216" y="557494"/>
                    <a:pt x="115702" y="606981"/>
                  </a:cubicBezTo>
                  <a:cubicBezTo>
                    <a:pt x="178572" y="669851"/>
                    <a:pt x="265410" y="708753"/>
                    <a:pt x="361342" y="708753"/>
                  </a:cubicBezTo>
                  <a:cubicBezTo>
                    <a:pt x="457274" y="708753"/>
                    <a:pt x="544111" y="669851"/>
                    <a:pt x="606981" y="606981"/>
                  </a:cubicBezTo>
                  <a:cubicBezTo>
                    <a:pt x="669851" y="544111"/>
                    <a:pt x="708753" y="457274"/>
                    <a:pt x="708753" y="361342"/>
                  </a:cubicBezTo>
                  <a:cubicBezTo>
                    <a:pt x="708753" y="265410"/>
                    <a:pt x="669851" y="178572"/>
                    <a:pt x="606981" y="115702"/>
                  </a:cubicBezTo>
                  <a:cubicBezTo>
                    <a:pt x="544111" y="52833"/>
                    <a:pt x="457243" y="13961"/>
                    <a:pt x="361342" y="13961"/>
                  </a:cubicBezTo>
                  <a:cubicBezTo>
                    <a:pt x="265440" y="13961"/>
                    <a:pt x="178572" y="52863"/>
                    <a:pt x="115702" y="115733"/>
                  </a:cubicBezTo>
                  <a:cubicBezTo>
                    <a:pt x="70018" y="161418"/>
                    <a:pt x="37016" y="219755"/>
                    <a:pt x="22356" y="285058"/>
                  </a:cubicBezTo>
                  <a:cubicBezTo>
                    <a:pt x="36134" y="230340"/>
                    <a:pt x="64543" y="181431"/>
                    <a:pt x="103201" y="142773"/>
                  </a:cubicBezTo>
                  <a:cubicBezTo>
                    <a:pt x="149312" y="96662"/>
                    <a:pt x="210022" y="65090"/>
                    <a:pt x="277759" y="55600"/>
                  </a:cubicBezTo>
                  <a:cubicBezTo>
                    <a:pt x="406357" y="37594"/>
                    <a:pt x="528417" y="101559"/>
                    <a:pt x="589796" y="214554"/>
                  </a:cubicBezTo>
                  <a:lnTo>
                    <a:pt x="587119" y="216014"/>
                  </a:lnTo>
                  <a:cubicBezTo>
                    <a:pt x="528690" y="108463"/>
                    <a:pt x="399544" y="46719"/>
                    <a:pt x="279188" y="63417"/>
                  </a:cubicBezTo>
                  <a:cubicBezTo>
                    <a:pt x="147152" y="89180"/>
                    <a:pt x="47418" y="205551"/>
                    <a:pt x="47418" y="345191"/>
                  </a:cubicBezTo>
                  <a:cubicBezTo>
                    <a:pt x="47418" y="362041"/>
                    <a:pt x="48878" y="378527"/>
                    <a:pt x="51677" y="394556"/>
                  </a:cubicBezTo>
                  <a:cubicBezTo>
                    <a:pt x="60771" y="325664"/>
                    <a:pt x="99977" y="268877"/>
                    <a:pt x="158406" y="231435"/>
                  </a:cubicBezTo>
                  <a:lnTo>
                    <a:pt x="159623" y="233351"/>
                  </a:lnTo>
                  <a:cubicBezTo>
                    <a:pt x="97757" y="272983"/>
                    <a:pt x="58824" y="348263"/>
                    <a:pt x="57608" y="421231"/>
                  </a:cubicBezTo>
                  <a:cubicBezTo>
                    <a:pt x="90944" y="542864"/>
                    <a:pt x="202297" y="632287"/>
                    <a:pt x="334515" y="632287"/>
                  </a:cubicBezTo>
                  <a:cubicBezTo>
                    <a:pt x="493073" y="632287"/>
                    <a:pt x="621642" y="503719"/>
                    <a:pt x="621642" y="345160"/>
                  </a:cubicBezTo>
                  <a:cubicBezTo>
                    <a:pt x="621642" y="317908"/>
                    <a:pt x="617840" y="291507"/>
                    <a:pt x="610722" y="266535"/>
                  </a:cubicBezTo>
                  <a:cubicBezTo>
                    <a:pt x="621003" y="297164"/>
                    <a:pt x="626599" y="329952"/>
                    <a:pt x="626599" y="364049"/>
                  </a:cubicBezTo>
                  <a:cubicBezTo>
                    <a:pt x="626599" y="394465"/>
                    <a:pt x="622128" y="423847"/>
                    <a:pt x="613855" y="451586"/>
                  </a:cubicBezTo>
                  <a:lnTo>
                    <a:pt x="614707" y="451860"/>
                  </a:lnTo>
                  <a:close/>
                </a:path>
              </a:pathLst>
            </a:custGeom>
            <a:solidFill>
              <a:srgbClr val="43B02A"/>
            </a:solidFill>
            <a:ln w="3042" cap="flat">
              <a:noFill/>
              <a:prstDash val="solid"/>
              <a:miter/>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2800" b="0" i="0" u="none" strike="noStrike" kern="0" cap="none" spc="0" normalizeH="0" baseline="0" noProof="0">
                <a:ln>
                  <a:noFill/>
                </a:ln>
                <a:solidFill>
                  <a:prstClr val="black"/>
                </a:solidFill>
                <a:effectLst/>
                <a:uLnTx/>
                <a:uFillTx/>
                <a:latin typeface="Calibri"/>
              </a:endParaRPr>
            </a:p>
          </p:txBody>
        </p:sp>
        <p:sp>
          <p:nvSpPr>
            <p:cNvPr id="31" name="TextBox 30">
              <a:extLst>
                <a:ext uri="{FF2B5EF4-FFF2-40B4-BE49-F238E27FC236}">
                  <a16:creationId xmlns:a16="http://schemas.microsoft.com/office/drawing/2014/main" id="{5D969A7A-1E1B-63B7-5193-4AE4663BCC23}"/>
                </a:ext>
              </a:extLst>
            </p:cNvPr>
            <p:cNvSpPr txBox="1"/>
            <p:nvPr/>
          </p:nvSpPr>
          <p:spPr>
            <a:xfrm>
              <a:off x="589897" y="1634071"/>
              <a:ext cx="229904" cy="208114"/>
            </a:xfrm>
            <a:prstGeom prst="rect">
              <a:avLst/>
            </a:prstGeom>
            <a:noFill/>
          </p:spPr>
          <p:txBody>
            <a:bodyPr wrap="square" lIns="0" tIns="0" rIns="0" bIns="0" rtlCol="0" anchor="ctr">
              <a:no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2400" b="1" i="0" u="none" strike="noStrike" kern="0" cap="none" spc="0" normalizeH="0" baseline="0" noProof="0">
                  <a:ln>
                    <a:noFill/>
                  </a:ln>
                  <a:solidFill>
                    <a:srgbClr val="43B02A"/>
                  </a:solidFill>
                  <a:effectLst/>
                  <a:uLnTx/>
                  <a:uFillTx/>
                </a:rPr>
                <a:t>01</a:t>
              </a:r>
              <a:endParaRPr kumimoji="0" lang="en-IN" sz="2400" b="1" i="0" u="none" strike="noStrike" kern="0" cap="none" spc="0" normalizeH="0" baseline="0" noProof="0">
                <a:ln>
                  <a:noFill/>
                </a:ln>
                <a:solidFill>
                  <a:srgbClr val="43B02A"/>
                </a:solidFill>
                <a:effectLst/>
                <a:uLnTx/>
                <a:uFillTx/>
              </a:endParaRPr>
            </a:p>
          </p:txBody>
        </p:sp>
      </p:grpSp>
      <p:sp>
        <p:nvSpPr>
          <p:cNvPr id="34" name="TextBox 33">
            <a:extLst>
              <a:ext uri="{FF2B5EF4-FFF2-40B4-BE49-F238E27FC236}">
                <a16:creationId xmlns:a16="http://schemas.microsoft.com/office/drawing/2014/main" id="{0D228C92-C686-39C8-3489-5CFC61270452}"/>
              </a:ext>
            </a:extLst>
          </p:cNvPr>
          <p:cNvSpPr txBox="1"/>
          <p:nvPr/>
        </p:nvSpPr>
        <p:spPr>
          <a:xfrm>
            <a:off x="1286847" y="2518404"/>
            <a:ext cx="7380000" cy="276999"/>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600"/>
              </a:spcBef>
              <a:spcAft>
                <a:spcPts val="0"/>
              </a:spcAft>
              <a:buClrTx/>
              <a:buSzPct val="100000"/>
              <a:buFontTx/>
              <a:buNone/>
              <a:tabLst/>
              <a:defRPr/>
            </a:pPr>
            <a:r>
              <a:rPr kumimoji="0" lang="en-US" sz="2400" b="1" i="0" u="none" strike="noStrike" kern="0" cap="none" spc="0" normalizeH="0" baseline="0" noProof="0">
                <a:ln>
                  <a:noFill/>
                </a:ln>
                <a:solidFill>
                  <a:srgbClr val="313131"/>
                </a:solidFill>
                <a:effectLst/>
                <a:uLnTx/>
                <a:uFillTx/>
              </a:rPr>
              <a:t>Deloitte’s Point of View</a:t>
            </a:r>
            <a:endParaRPr kumimoji="0" lang="en-IN" sz="2400" b="1" i="0" u="none" strike="noStrike" kern="0" cap="none" spc="0" normalizeH="0" baseline="0" noProof="0">
              <a:ln>
                <a:noFill/>
              </a:ln>
              <a:solidFill>
                <a:srgbClr val="313131"/>
              </a:solidFill>
              <a:effectLst/>
              <a:uLnTx/>
              <a:uFillTx/>
            </a:endParaRPr>
          </a:p>
        </p:txBody>
      </p:sp>
      <p:grpSp>
        <p:nvGrpSpPr>
          <p:cNvPr id="57" name="Group 56">
            <a:extLst>
              <a:ext uri="{FF2B5EF4-FFF2-40B4-BE49-F238E27FC236}">
                <a16:creationId xmlns:a16="http://schemas.microsoft.com/office/drawing/2014/main" id="{0CF13054-6528-4818-6F61-4B48978C1083}"/>
              </a:ext>
            </a:extLst>
          </p:cNvPr>
          <p:cNvGrpSpPr/>
          <p:nvPr/>
        </p:nvGrpSpPr>
        <p:grpSpPr>
          <a:xfrm>
            <a:off x="495299" y="2317144"/>
            <a:ext cx="680038" cy="680038"/>
            <a:chOff x="495299" y="2064534"/>
            <a:chExt cx="419100" cy="419100"/>
          </a:xfrm>
        </p:grpSpPr>
        <p:sp>
          <p:nvSpPr>
            <p:cNvPr id="33" name="Graphic 1170">
              <a:extLst>
                <a:ext uri="{FF2B5EF4-FFF2-40B4-BE49-F238E27FC236}">
                  <a16:creationId xmlns:a16="http://schemas.microsoft.com/office/drawing/2014/main" id="{8AC8F345-4110-3CB4-002C-1AD4581089FC}"/>
                </a:ext>
              </a:extLst>
            </p:cNvPr>
            <p:cNvSpPr/>
            <p:nvPr/>
          </p:nvSpPr>
          <p:spPr>
            <a:xfrm flipH="1">
              <a:off x="495299" y="2064534"/>
              <a:ext cx="419100" cy="419100"/>
            </a:xfrm>
            <a:custGeom>
              <a:avLst/>
              <a:gdLst>
                <a:gd name="csX0" fmla="*/ 361342 w 722683"/>
                <a:gd name="csY0" fmla="*/ 0 h 722683"/>
                <a:gd name="csX1" fmla="*/ 616836 w 722683"/>
                <a:gd name="csY1" fmla="*/ 105848 h 722683"/>
                <a:gd name="csX2" fmla="*/ 722683 w 722683"/>
                <a:gd name="csY2" fmla="*/ 361342 h 722683"/>
                <a:gd name="csX3" fmla="*/ 616836 w 722683"/>
                <a:gd name="csY3" fmla="*/ 616836 h 722683"/>
                <a:gd name="csX4" fmla="*/ 361342 w 722683"/>
                <a:gd name="csY4" fmla="*/ 722683 h 722683"/>
                <a:gd name="csX5" fmla="*/ 105848 w 722683"/>
                <a:gd name="csY5" fmla="*/ 616836 h 722683"/>
                <a:gd name="csX6" fmla="*/ 0 w 722683"/>
                <a:gd name="csY6" fmla="*/ 361342 h 722683"/>
                <a:gd name="csX7" fmla="*/ 105848 w 722683"/>
                <a:gd name="csY7" fmla="*/ 105848 h 722683"/>
                <a:gd name="csX8" fmla="*/ 361342 w 722683"/>
                <a:gd name="csY8" fmla="*/ 0 h 722683"/>
                <a:gd name="csX9" fmla="*/ 361342 w 722683"/>
                <a:gd name="csY9" fmla="*/ 0 h 722683"/>
                <a:gd name="csX10" fmla="*/ 614737 w 722683"/>
                <a:gd name="csY10" fmla="*/ 451860 h 722683"/>
                <a:gd name="csX11" fmla="*/ 582831 w 722683"/>
                <a:gd name="csY11" fmla="*/ 521877 h 722683"/>
                <a:gd name="csX12" fmla="*/ 320615 w 722683"/>
                <a:gd name="csY12" fmla="*/ 670064 h 722683"/>
                <a:gd name="csX13" fmla="*/ 42248 w 722683"/>
                <a:gd name="csY13" fmla="*/ 491248 h 722683"/>
                <a:gd name="csX14" fmla="*/ 19101 w 722683"/>
                <a:gd name="csY14" fmla="*/ 421231 h 722683"/>
                <a:gd name="csX15" fmla="*/ 115702 w 722683"/>
                <a:gd name="csY15" fmla="*/ 606981 h 722683"/>
                <a:gd name="csX16" fmla="*/ 361342 w 722683"/>
                <a:gd name="csY16" fmla="*/ 708753 h 722683"/>
                <a:gd name="csX17" fmla="*/ 606981 w 722683"/>
                <a:gd name="csY17" fmla="*/ 606981 h 722683"/>
                <a:gd name="csX18" fmla="*/ 708753 w 722683"/>
                <a:gd name="csY18" fmla="*/ 361342 h 722683"/>
                <a:gd name="csX19" fmla="*/ 606981 w 722683"/>
                <a:gd name="csY19" fmla="*/ 115702 h 722683"/>
                <a:gd name="csX20" fmla="*/ 361342 w 722683"/>
                <a:gd name="csY20" fmla="*/ 13961 h 722683"/>
                <a:gd name="csX21" fmla="*/ 115702 w 722683"/>
                <a:gd name="csY21" fmla="*/ 115733 h 722683"/>
                <a:gd name="csX22" fmla="*/ 22356 w 722683"/>
                <a:gd name="csY22" fmla="*/ 285058 h 722683"/>
                <a:gd name="csX23" fmla="*/ 103201 w 722683"/>
                <a:gd name="csY23" fmla="*/ 142773 h 722683"/>
                <a:gd name="csX24" fmla="*/ 277759 w 722683"/>
                <a:gd name="csY24" fmla="*/ 55600 h 722683"/>
                <a:gd name="csX25" fmla="*/ 589796 w 722683"/>
                <a:gd name="csY25" fmla="*/ 214554 h 722683"/>
                <a:gd name="csX26" fmla="*/ 587119 w 722683"/>
                <a:gd name="csY26" fmla="*/ 216014 h 722683"/>
                <a:gd name="csX27" fmla="*/ 279188 w 722683"/>
                <a:gd name="csY27" fmla="*/ 63417 h 722683"/>
                <a:gd name="csX28" fmla="*/ 47418 w 722683"/>
                <a:gd name="csY28" fmla="*/ 345191 h 722683"/>
                <a:gd name="csX29" fmla="*/ 51677 w 722683"/>
                <a:gd name="csY29" fmla="*/ 394556 h 722683"/>
                <a:gd name="csX30" fmla="*/ 158406 w 722683"/>
                <a:gd name="csY30" fmla="*/ 231435 h 722683"/>
                <a:gd name="csX31" fmla="*/ 159623 w 722683"/>
                <a:gd name="csY31" fmla="*/ 233351 h 722683"/>
                <a:gd name="csX32" fmla="*/ 57608 w 722683"/>
                <a:gd name="csY32" fmla="*/ 421231 h 722683"/>
                <a:gd name="csX33" fmla="*/ 334515 w 722683"/>
                <a:gd name="csY33" fmla="*/ 632287 h 722683"/>
                <a:gd name="csX34" fmla="*/ 621642 w 722683"/>
                <a:gd name="csY34" fmla="*/ 345160 h 722683"/>
                <a:gd name="csX35" fmla="*/ 610722 w 722683"/>
                <a:gd name="csY35" fmla="*/ 266535 h 722683"/>
                <a:gd name="csX36" fmla="*/ 626599 w 722683"/>
                <a:gd name="csY36" fmla="*/ 364049 h 722683"/>
                <a:gd name="csX37" fmla="*/ 613855 w 722683"/>
                <a:gd name="csY37" fmla="*/ 451586 h 722683"/>
                <a:gd name="csX38" fmla="*/ 614707 w 722683"/>
                <a:gd name="csY38" fmla="*/ 451860 h 7226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722683" h="722683">
                  <a:moveTo>
                    <a:pt x="361342" y="0"/>
                  </a:moveTo>
                  <a:cubicBezTo>
                    <a:pt x="461106" y="0"/>
                    <a:pt x="551442" y="40453"/>
                    <a:pt x="616836" y="105848"/>
                  </a:cubicBezTo>
                  <a:cubicBezTo>
                    <a:pt x="682230" y="171242"/>
                    <a:pt x="722683" y="261577"/>
                    <a:pt x="722683" y="361342"/>
                  </a:cubicBezTo>
                  <a:cubicBezTo>
                    <a:pt x="722683" y="461106"/>
                    <a:pt x="682230" y="551442"/>
                    <a:pt x="616836" y="616836"/>
                  </a:cubicBezTo>
                  <a:cubicBezTo>
                    <a:pt x="551442" y="682230"/>
                    <a:pt x="461106" y="722683"/>
                    <a:pt x="361342" y="722683"/>
                  </a:cubicBezTo>
                  <a:cubicBezTo>
                    <a:pt x="261577" y="722683"/>
                    <a:pt x="171242" y="682230"/>
                    <a:pt x="105848" y="616836"/>
                  </a:cubicBezTo>
                  <a:cubicBezTo>
                    <a:pt x="40453" y="551442"/>
                    <a:pt x="0" y="461106"/>
                    <a:pt x="0" y="361342"/>
                  </a:cubicBezTo>
                  <a:cubicBezTo>
                    <a:pt x="0" y="261577"/>
                    <a:pt x="40453" y="171242"/>
                    <a:pt x="105848" y="105848"/>
                  </a:cubicBezTo>
                  <a:cubicBezTo>
                    <a:pt x="171242" y="40453"/>
                    <a:pt x="261577" y="0"/>
                    <a:pt x="361342" y="0"/>
                  </a:cubicBezTo>
                  <a:lnTo>
                    <a:pt x="361342" y="0"/>
                  </a:lnTo>
                  <a:close/>
                  <a:moveTo>
                    <a:pt x="614737" y="451860"/>
                  </a:moveTo>
                  <a:cubicBezTo>
                    <a:pt x="607011" y="476679"/>
                    <a:pt x="596214" y="500160"/>
                    <a:pt x="582831" y="521877"/>
                  </a:cubicBezTo>
                  <a:cubicBezTo>
                    <a:pt x="529268" y="610692"/>
                    <a:pt x="431876" y="670064"/>
                    <a:pt x="320615" y="670064"/>
                  </a:cubicBezTo>
                  <a:cubicBezTo>
                    <a:pt x="197035" y="670064"/>
                    <a:pt x="90548" y="596761"/>
                    <a:pt x="42248" y="491248"/>
                  </a:cubicBezTo>
                  <a:cubicBezTo>
                    <a:pt x="31876" y="469197"/>
                    <a:pt x="24029" y="445746"/>
                    <a:pt x="19101" y="421231"/>
                  </a:cubicBezTo>
                  <a:cubicBezTo>
                    <a:pt x="31602" y="493134"/>
                    <a:pt x="66216" y="557494"/>
                    <a:pt x="115702" y="606981"/>
                  </a:cubicBezTo>
                  <a:cubicBezTo>
                    <a:pt x="178572" y="669851"/>
                    <a:pt x="265410" y="708753"/>
                    <a:pt x="361342" y="708753"/>
                  </a:cubicBezTo>
                  <a:cubicBezTo>
                    <a:pt x="457274" y="708753"/>
                    <a:pt x="544111" y="669851"/>
                    <a:pt x="606981" y="606981"/>
                  </a:cubicBezTo>
                  <a:cubicBezTo>
                    <a:pt x="669851" y="544111"/>
                    <a:pt x="708753" y="457274"/>
                    <a:pt x="708753" y="361342"/>
                  </a:cubicBezTo>
                  <a:cubicBezTo>
                    <a:pt x="708753" y="265410"/>
                    <a:pt x="669851" y="178572"/>
                    <a:pt x="606981" y="115702"/>
                  </a:cubicBezTo>
                  <a:cubicBezTo>
                    <a:pt x="544111" y="52833"/>
                    <a:pt x="457243" y="13961"/>
                    <a:pt x="361342" y="13961"/>
                  </a:cubicBezTo>
                  <a:cubicBezTo>
                    <a:pt x="265440" y="13961"/>
                    <a:pt x="178572" y="52863"/>
                    <a:pt x="115702" y="115733"/>
                  </a:cubicBezTo>
                  <a:cubicBezTo>
                    <a:pt x="70018" y="161418"/>
                    <a:pt x="37016" y="219755"/>
                    <a:pt x="22356" y="285058"/>
                  </a:cubicBezTo>
                  <a:cubicBezTo>
                    <a:pt x="36134" y="230340"/>
                    <a:pt x="64543" y="181431"/>
                    <a:pt x="103201" y="142773"/>
                  </a:cubicBezTo>
                  <a:cubicBezTo>
                    <a:pt x="149312" y="96662"/>
                    <a:pt x="210022" y="65090"/>
                    <a:pt x="277759" y="55600"/>
                  </a:cubicBezTo>
                  <a:cubicBezTo>
                    <a:pt x="406357" y="37594"/>
                    <a:pt x="528417" y="101559"/>
                    <a:pt x="589796" y="214554"/>
                  </a:cubicBezTo>
                  <a:lnTo>
                    <a:pt x="587119" y="216014"/>
                  </a:lnTo>
                  <a:cubicBezTo>
                    <a:pt x="528690" y="108463"/>
                    <a:pt x="399544" y="46719"/>
                    <a:pt x="279188" y="63417"/>
                  </a:cubicBezTo>
                  <a:cubicBezTo>
                    <a:pt x="147152" y="89180"/>
                    <a:pt x="47418" y="205551"/>
                    <a:pt x="47418" y="345191"/>
                  </a:cubicBezTo>
                  <a:cubicBezTo>
                    <a:pt x="47418" y="362041"/>
                    <a:pt x="48878" y="378527"/>
                    <a:pt x="51677" y="394556"/>
                  </a:cubicBezTo>
                  <a:cubicBezTo>
                    <a:pt x="60771" y="325664"/>
                    <a:pt x="99977" y="268877"/>
                    <a:pt x="158406" y="231435"/>
                  </a:cubicBezTo>
                  <a:lnTo>
                    <a:pt x="159623" y="233351"/>
                  </a:lnTo>
                  <a:cubicBezTo>
                    <a:pt x="97757" y="272983"/>
                    <a:pt x="58824" y="348263"/>
                    <a:pt x="57608" y="421231"/>
                  </a:cubicBezTo>
                  <a:cubicBezTo>
                    <a:pt x="90944" y="542864"/>
                    <a:pt x="202297" y="632287"/>
                    <a:pt x="334515" y="632287"/>
                  </a:cubicBezTo>
                  <a:cubicBezTo>
                    <a:pt x="493073" y="632287"/>
                    <a:pt x="621642" y="503719"/>
                    <a:pt x="621642" y="345160"/>
                  </a:cubicBezTo>
                  <a:cubicBezTo>
                    <a:pt x="621642" y="317908"/>
                    <a:pt x="617840" y="291507"/>
                    <a:pt x="610722" y="266535"/>
                  </a:cubicBezTo>
                  <a:cubicBezTo>
                    <a:pt x="621003" y="297164"/>
                    <a:pt x="626599" y="329952"/>
                    <a:pt x="626599" y="364049"/>
                  </a:cubicBezTo>
                  <a:cubicBezTo>
                    <a:pt x="626599" y="394465"/>
                    <a:pt x="622128" y="423847"/>
                    <a:pt x="613855" y="451586"/>
                  </a:cubicBezTo>
                  <a:lnTo>
                    <a:pt x="614707" y="451860"/>
                  </a:lnTo>
                  <a:close/>
                </a:path>
              </a:pathLst>
            </a:custGeom>
            <a:solidFill>
              <a:srgbClr val="43B02A"/>
            </a:solidFill>
            <a:ln w="3042" cap="flat">
              <a:noFill/>
              <a:prstDash val="solid"/>
              <a:miter/>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2800" b="0" i="0" u="none" strike="noStrike" kern="0" cap="none" spc="0" normalizeH="0" baseline="0" noProof="0">
                <a:ln>
                  <a:noFill/>
                </a:ln>
                <a:solidFill>
                  <a:prstClr val="black"/>
                </a:solidFill>
                <a:effectLst/>
                <a:uLnTx/>
                <a:uFillTx/>
                <a:latin typeface="Calibri"/>
              </a:endParaRPr>
            </a:p>
          </p:txBody>
        </p:sp>
        <p:sp>
          <p:nvSpPr>
            <p:cNvPr id="35" name="TextBox 34">
              <a:extLst>
                <a:ext uri="{FF2B5EF4-FFF2-40B4-BE49-F238E27FC236}">
                  <a16:creationId xmlns:a16="http://schemas.microsoft.com/office/drawing/2014/main" id="{37044D63-91D0-245F-5C1C-7B90A4C6F13C}"/>
                </a:ext>
              </a:extLst>
            </p:cNvPr>
            <p:cNvSpPr txBox="1"/>
            <p:nvPr/>
          </p:nvSpPr>
          <p:spPr>
            <a:xfrm>
              <a:off x="589897" y="2170027"/>
              <a:ext cx="229904" cy="208114"/>
            </a:xfrm>
            <a:prstGeom prst="rect">
              <a:avLst/>
            </a:prstGeom>
            <a:noFill/>
          </p:spPr>
          <p:txBody>
            <a:bodyPr wrap="square" lIns="0" tIns="0" rIns="0" bIns="0" rtlCol="0" anchor="ctr">
              <a:no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2400" b="1" i="0" u="none" strike="noStrike" kern="0" cap="none" spc="0" normalizeH="0" baseline="0" noProof="0">
                  <a:ln>
                    <a:noFill/>
                  </a:ln>
                  <a:solidFill>
                    <a:srgbClr val="43B02A"/>
                  </a:solidFill>
                  <a:effectLst/>
                  <a:uLnTx/>
                  <a:uFillTx/>
                </a:rPr>
                <a:t>02</a:t>
              </a:r>
              <a:endParaRPr kumimoji="0" lang="en-IN" sz="2400" b="1" i="0" u="none" strike="noStrike" kern="0" cap="none" spc="0" normalizeH="0" baseline="0" noProof="0">
                <a:ln>
                  <a:noFill/>
                </a:ln>
                <a:solidFill>
                  <a:srgbClr val="43B02A"/>
                </a:solidFill>
                <a:effectLst/>
                <a:uLnTx/>
                <a:uFillTx/>
              </a:endParaRPr>
            </a:p>
          </p:txBody>
        </p:sp>
      </p:grpSp>
      <p:sp>
        <p:nvSpPr>
          <p:cNvPr id="38" name="TextBox 37">
            <a:extLst>
              <a:ext uri="{FF2B5EF4-FFF2-40B4-BE49-F238E27FC236}">
                <a16:creationId xmlns:a16="http://schemas.microsoft.com/office/drawing/2014/main" id="{981D558F-7AEB-B855-D94A-3EEEC2123B38}"/>
              </a:ext>
            </a:extLst>
          </p:cNvPr>
          <p:cNvSpPr txBox="1"/>
          <p:nvPr/>
        </p:nvSpPr>
        <p:spPr>
          <a:xfrm>
            <a:off x="1286847" y="3306709"/>
            <a:ext cx="7380000" cy="312740"/>
          </a:xfrm>
          <a:prstGeom prst="rect">
            <a:avLst/>
          </a:prstGeom>
          <a:noFill/>
        </p:spPr>
        <p:txBody>
          <a:bodyPr wrap="square" lIns="0" tIns="0" rIns="0" bIns="0" rtlCol="0" anchor="ctr">
            <a:noAutofit/>
          </a:bodyPr>
          <a:lstStyle/>
          <a:p>
            <a:pPr lvl="0">
              <a:spcBef>
                <a:spcPts val="600"/>
              </a:spcBef>
              <a:buSzPct val="100000"/>
              <a:defRPr/>
            </a:pPr>
            <a:r>
              <a:rPr lang="en-US" sz="2400" b="1" kern="0">
                <a:solidFill>
                  <a:srgbClr val="313131"/>
                </a:solidFill>
              </a:rPr>
              <a:t>Delivery framework, methodology &amp; workplan</a:t>
            </a:r>
            <a:endParaRPr lang="en-IN" sz="2400" b="1" kern="0">
              <a:solidFill>
                <a:srgbClr val="313131"/>
              </a:solidFill>
            </a:endParaRPr>
          </a:p>
        </p:txBody>
      </p:sp>
      <p:grpSp>
        <p:nvGrpSpPr>
          <p:cNvPr id="58" name="Group 57">
            <a:extLst>
              <a:ext uri="{FF2B5EF4-FFF2-40B4-BE49-F238E27FC236}">
                <a16:creationId xmlns:a16="http://schemas.microsoft.com/office/drawing/2014/main" id="{537345A5-4AD3-EAB1-D11D-2C8B5F0E0302}"/>
              </a:ext>
            </a:extLst>
          </p:cNvPr>
          <p:cNvGrpSpPr/>
          <p:nvPr/>
        </p:nvGrpSpPr>
        <p:grpSpPr>
          <a:xfrm>
            <a:off x="495299" y="3105709"/>
            <a:ext cx="680038" cy="680038"/>
            <a:chOff x="495299" y="2600489"/>
            <a:chExt cx="419100" cy="419100"/>
          </a:xfrm>
        </p:grpSpPr>
        <p:sp>
          <p:nvSpPr>
            <p:cNvPr id="37" name="Graphic 1170">
              <a:extLst>
                <a:ext uri="{FF2B5EF4-FFF2-40B4-BE49-F238E27FC236}">
                  <a16:creationId xmlns:a16="http://schemas.microsoft.com/office/drawing/2014/main" id="{77F206C7-4F54-9C24-BBAE-CA3A82B32398}"/>
                </a:ext>
              </a:extLst>
            </p:cNvPr>
            <p:cNvSpPr/>
            <p:nvPr/>
          </p:nvSpPr>
          <p:spPr>
            <a:xfrm>
              <a:off x="495299" y="2600489"/>
              <a:ext cx="419100" cy="419100"/>
            </a:xfrm>
            <a:custGeom>
              <a:avLst/>
              <a:gdLst>
                <a:gd name="csX0" fmla="*/ 361342 w 722683"/>
                <a:gd name="csY0" fmla="*/ 0 h 722683"/>
                <a:gd name="csX1" fmla="*/ 616836 w 722683"/>
                <a:gd name="csY1" fmla="*/ 105848 h 722683"/>
                <a:gd name="csX2" fmla="*/ 722683 w 722683"/>
                <a:gd name="csY2" fmla="*/ 361342 h 722683"/>
                <a:gd name="csX3" fmla="*/ 616836 w 722683"/>
                <a:gd name="csY3" fmla="*/ 616836 h 722683"/>
                <a:gd name="csX4" fmla="*/ 361342 w 722683"/>
                <a:gd name="csY4" fmla="*/ 722683 h 722683"/>
                <a:gd name="csX5" fmla="*/ 105848 w 722683"/>
                <a:gd name="csY5" fmla="*/ 616836 h 722683"/>
                <a:gd name="csX6" fmla="*/ 0 w 722683"/>
                <a:gd name="csY6" fmla="*/ 361342 h 722683"/>
                <a:gd name="csX7" fmla="*/ 105848 w 722683"/>
                <a:gd name="csY7" fmla="*/ 105848 h 722683"/>
                <a:gd name="csX8" fmla="*/ 361342 w 722683"/>
                <a:gd name="csY8" fmla="*/ 0 h 722683"/>
                <a:gd name="csX9" fmla="*/ 361342 w 722683"/>
                <a:gd name="csY9" fmla="*/ 0 h 722683"/>
                <a:gd name="csX10" fmla="*/ 614737 w 722683"/>
                <a:gd name="csY10" fmla="*/ 451860 h 722683"/>
                <a:gd name="csX11" fmla="*/ 582831 w 722683"/>
                <a:gd name="csY11" fmla="*/ 521877 h 722683"/>
                <a:gd name="csX12" fmla="*/ 320615 w 722683"/>
                <a:gd name="csY12" fmla="*/ 670064 h 722683"/>
                <a:gd name="csX13" fmla="*/ 42248 w 722683"/>
                <a:gd name="csY13" fmla="*/ 491248 h 722683"/>
                <a:gd name="csX14" fmla="*/ 19101 w 722683"/>
                <a:gd name="csY14" fmla="*/ 421231 h 722683"/>
                <a:gd name="csX15" fmla="*/ 115702 w 722683"/>
                <a:gd name="csY15" fmla="*/ 606981 h 722683"/>
                <a:gd name="csX16" fmla="*/ 361342 w 722683"/>
                <a:gd name="csY16" fmla="*/ 708753 h 722683"/>
                <a:gd name="csX17" fmla="*/ 606981 w 722683"/>
                <a:gd name="csY17" fmla="*/ 606981 h 722683"/>
                <a:gd name="csX18" fmla="*/ 708753 w 722683"/>
                <a:gd name="csY18" fmla="*/ 361342 h 722683"/>
                <a:gd name="csX19" fmla="*/ 606981 w 722683"/>
                <a:gd name="csY19" fmla="*/ 115702 h 722683"/>
                <a:gd name="csX20" fmla="*/ 361342 w 722683"/>
                <a:gd name="csY20" fmla="*/ 13961 h 722683"/>
                <a:gd name="csX21" fmla="*/ 115702 w 722683"/>
                <a:gd name="csY21" fmla="*/ 115733 h 722683"/>
                <a:gd name="csX22" fmla="*/ 22356 w 722683"/>
                <a:gd name="csY22" fmla="*/ 285058 h 722683"/>
                <a:gd name="csX23" fmla="*/ 103201 w 722683"/>
                <a:gd name="csY23" fmla="*/ 142773 h 722683"/>
                <a:gd name="csX24" fmla="*/ 277759 w 722683"/>
                <a:gd name="csY24" fmla="*/ 55600 h 722683"/>
                <a:gd name="csX25" fmla="*/ 589796 w 722683"/>
                <a:gd name="csY25" fmla="*/ 214554 h 722683"/>
                <a:gd name="csX26" fmla="*/ 587119 w 722683"/>
                <a:gd name="csY26" fmla="*/ 216014 h 722683"/>
                <a:gd name="csX27" fmla="*/ 279188 w 722683"/>
                <a:gd name="csY27" fmla="*/ 63417 h 722683"/>
                <a:gd name="csX28" fmla="*/ 47418 w 722683"/>
                <a:gd name="csY28" fmla="*/ 345191 h 722683"/>
                <a:gd name="csX29" fmla="*/ 51677 w 722683"/>
                <a:gd name="csY29" fmla="*/ 394556 h 722683"/>
                <a:gd name="csX30" fmla="*/ 158406 w 722683"/>
                <a:gd name="csY30" fmla="*/ 231435 h 722683"/>
                <a:gd name="csX31" fmla="*/ 159623 w 722683"/>
                <a:gd name="csY31" fmla="*/ 233351 h 722683"/>
                <a:gd name="csX32" fmla="*/ 57608 w 722683"/>
                <a:gd name="csY32" fmla="*/ 421231 h 722683"/>
                <a:gd name="csX33" fmla="*/ 334515 w 722683"/>
                <a:gd name="csY33" fmla="*/ 632287 h 722683"/>
                <a:gd name="csX34" fmla="*/ 621642 w 722683"/>
                <a:gd name="csY34" fmla="*/ 345160 h 722683"/>
                <a:gd name="csX35" fmla="*/ 610722 w 722683"/>
                <a:gd name="csY35" fmla="*/ 266535 h 722683"/>
                <a:gd name="csX36" fmla="*/ 626599 w 722683"/>
                <a:gd name="csY36" fmla="*/ 364049 h 722683"/>
                <a:gd name="csX37" fmla="*/ 613855 w 722683"/>
                <a:gd name="csY37" fmla="*/ 451586 h 722683"/>
                <a:gd name="csX38" fmla="*/ 614707 w 722683"/>
                <a:gd name="csY38" fmla="*/ 451860 h 7226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722683" h="722683">
                  <a:moveTo>
                    <a:pt x="361342" y="0"/>
                  </a:moveTo>
                  <a:cubicBezTo>
                    <a:pt x="461106" y="0"/>
                    <a:pt x="551442" y="40453"/>
                    <a:pt x="616836" y="105848"/>
                  </a:cubicBezTo>
                  <a:cubicBezTo>
                    <a:pt x="682230" y="171242"/>
                    <a:pt x="722683" y="261577"/>
                    <a:pt x="722683" y="361342"/>
                  </a:cubicBezTo>
                  <a:cubicBezTo>
                    <a:pt x="722683" y="461106"/>
                    <a:pt x="682230" y="551442"/>
                    <a:pt x="616836" y="616836"/>
                  </a:cubicBezTo>
                  <a:cubicBezTo>
                    <a:pt x="551442" y="682230"/>
                    <a:pt x="461106" y="722683"/>
                    <a:pt x="361342" y="722683"/>
                  </a:cubicBezTo>
                  <a:cubicBezTo>
                    <a:pt x="261577" y="722683"/>
                    <a:pt x="171242" y="682230"/>
                    <a:pt x="105848" y="616836"/>
                  </a:cubicBezTo>
                  <a:cubicBezTo>
                    <a:pt x="40453" y="551442"/>
                    <a:pt x="0" y="461106"/>
                    <a:pt x="0" y="361342"/>
                  </a:cubicBezTo>
                  <a:cubicBezTo>
                    <a:pt x="0" y="261577"/>
                    <a:pt x="40453" y="171242"/>
                    <a:pt x="105848" y="105848"/>
                  </a:cubicBezTo>
                  <a:cubicBezTo>
                    <a:pt x="171242" y="40453"/>
                    <a:pt x="261577" y="0"/>
                    <a:pt x="361342" y="0"/>
                  </a:cubicBezTo>
                  <a:lnTo>
                    <a:pt x="361342" y="0"/>
                  </a:lnTo>
                  <a:close/>
                  <a:moveTo>
                    <a:pt x="614737" y="451860"/>
                  </a:moveTo>
                  <a:cubicBezTo>
                    <a:pt x="607011" y="476679"/>
                    <a:pt x="596214" y="500160"/>
                    <a:pt x="582831" y="521877"/>
                  </a:cubicBezTo>
                  <a:cubicBezTo>
                    <a:pt x="529268" y="610692"/>
                    <a:pt x="431876" y="670064"/>
                    <a:pt x="320615" y="670064"/>
                  </a:cubicBezTo>
                  <a:cubicBezTo>
                    <a:pt x="197035" y="670064"/>
                    <a:pt x="90548" y="596761"/>
                    <a:pt x="42248" y="491248"/>
                  </a:cubicBezTo>
                  <a:cubicBezTo>
                    <a:pt x="31876" y="469197"/>
                    <a:pt x="24029" y="445746"/>
                    <a:pt x="19101" y="421231"/>
                  </a:cubicBezTo>
                  <a:cubicBezTo>
                    <a:pt x="31602" y="493134"/>
                    <a:pt x="66216" y="557494"/>
                    <a:pt x="115702" y="606981"/>
                  </a:cubicBezTo>
                  <a:cubicBezTo>
                    <a:pt x="178572" y="669851"/>
                    <a:pt x="265410" y="708753"/>
                    <a:pt x="361342" y="708753"/>
                  </a:cubicBezTo>
                  <a:cubicBezTo>
                    <a:pt x="457274" y="708753"/>
                    <a:pt x="544111" y="669851"/>
                    <a:pt x="606981" y="606981"/>
                  </a:cubicBezTo>
                  <a:cubicBezTo>
                    <a:pt x="669851" y="544111"/>
                    <a:pt x="708753" y="457274"/>
                    <a:pt x="708753" y="361342"/>
                  </a:cubicBezTo>
                  <a:cubicBezTo>
                    <a:pt x="708753" y="265410"/>
                    <a:pt x="669851" y="178572"/>
                    <a:pt x="606981" y="115702"/>
                  </a:cubicBezTo>
                  <a:cubicBezTo>
                    <a:pt x="544111" y="52833"/>
                    <a:pt x="457243" y="13961"/>
                    <a:pt x="361342" y="13961"/>
                  </a:cubicBezTo>
                  <a:cubicBezTo>
                    <a:pt x="265440" y="13961"/>
                    <a:pt x="178572" y="52863"/>
                    <a:pt x="115702" y="115733"/>
                  </a:cubicBezTo>
                  <a:cubicBezTo>
                    <a:pt x="70018" y="161418"/>
                    <a:pt x="37016" y="219755"/>
                    <a:pt x="22356" y="285058"/>
                  </a:cubicBezTo>
                  <a:cubicBezTo>
                    <a:pt x="36134" y="230340"/>
                    <a:pt x="64543" y="181431"/>
                    <a:pt x="103201" y="142773"/>
                  </a:cubicBezTo>
                  <a:cubicBezTo>
                    <a:pt x="149312" y="96662"/>
                    <a:pt x="210022" y="65090"/>
                    <a:pt x="277759" y="55600"/>
                  </a:cubicBezTo>
                  <a:cubicBezTo>
                    <a:pt x="406357" y="37594"/>
                    <a:pt x="528417" y="101559"/>
                    <a:pt x="589796" y="214554"/>
                  </a:cubicBezTo>
                  <a:lnTo>
                    <a:pt x="587119" y="216014"/>
                  </a:lnTo>
                  <a:cubicBezTo>
                    <a:pt x="528690" y="108463"/>
                    <a:pt x="399544" y="46719"/>
                    <a:pt x="279188" y="63417"/>
                  </a:cubicBezTo>
                  <a:cubicBezTo>
                    <a:pt x="147152" y="89180"/>
                    <a:pt x="47418" y="205551"/>
                    <a:pt x="47418" y="345191"/>
                  </a:cubicBezTo>
                  <a:cubicBezTo>
                    <a:pt x="47418" y="362041"/>
                    <a:pt x="48878" y="378527"/>
                    <a:pt x="51677" y="394556"/>
                  </a:cubicBezTo>
                  <a:cubicBezTo>
                    <a:pt x="60771" y="325664"/>
                    <a:pt x="99977" y="268877"/>
                    <a:pt x="158406" y="231435"/>
                  </a:cubicBezTo>
                  <a:lnTo>
                    <a:pt x="159623" y="233351"/>
                  </a:lnTo>
                  <a:cubicBezTo>
                    <a:pt x="97757" y="272983"/>
                    <a:pt x="58824" y="348263"/>
                    <a:pt x="57608" y="421231"/>
                  </a:cubicBezTo>
                  <a:cubicBezTo>
                    <a:pt x="90944" y="542864"/>
                    <a:pt x="202297" y="632287"/>
                    <a:pt x="334515" y="632287"/>
                  </a:cubicBezTo>
                  <a:cubicBezTo>
                    <a:pt x="493073" y="632287"/>
                    <a:pt x="621642" y="503719"/>
                    <a:pt x="621642" y="345160"/>
                  </a:cubicBezTo>
                  <a:cubicBezTo>
                    <a:pt x="621642" y="317908"/>
                    <a:pt x="617840" y="291507"/>
                    <a:pt x="610722" y="266535"/>
                  </a:cubicBezTo>
                  <a:cubicBezTo>
                    <a:pt x="621003" y="297164"/>
                    <a:pt x="626599" y="329952"/>
                    <a:pt x="626599" y="364049"/>
                  </a:cubicBezTo>
                  <a:cubicBezTo>
                    <a:pt x="626599" y="394465"/>
                    <a:pt x="622128" y="423847"/>
                    <a:pt x="613855" y="451586"/>
                  </a:cubicBezTo>
                  <a:lnTo>
                    <a:pt x="614707" y="451860"/>
                  </a:lnTo>
                  <a:close/>
                </a:path>
              </a:pathLst>
            </a:custGeom>
            <a:solidFill>
              <a:srgbClr val="43B02A"/>
            </a:solidFill>
            <a:ln w="3042" cap="flat">
              <a:noFill/>
              <a:prstDash val="solid"/>
              <a:miter/>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2800" b="0" i="0" u="none" strike="noStrike" kern="0" cap="none" spc="0" normalizeH="0" baseline="0" noProof="0">
                <a:ln>
                  <a:noFill/>
                </a:ln>
                <a:solidFill>
                  <a:prstClr val="black"/>
                </a:solidFill>
                <a:effectLst/>
                <a:uLnTx/>
                <a:uFillTx/>
                <a:latin typeface="Calibri"/>
              </a:endParaRPr>
            </a:p>
          </p:txBody>
        </p:sp>
        <p:sp>
          <p:nvSpPr>
            <p:cNvPr id="39" name="TextBox 38">
              <a:extLst>
                <a:ext uri="{FF2B5EF4-FFF2-40B4-BE49-F238E27FC236}">
                  <a16:creationId xmlns:a16="http://schemas.microsoft.com/office/drawing/2014/main" id="{07F195DF-88BC-4F14-3727-2FD3FBCABF46}"/>
                </a:ext>
              </a:extLst>
            </p:cNvPr>
            <p:cNvSpPr txBox="1"/>
            <p:nvPr/>
          </p:nvSpPr>
          <p:spPr>
            <a:xfrm>
              <a:off x="589897" y="2705982"/>
              <a:ext cx="229904" cy="208114"/>
            </a:xfrm>
            <a:prstGeom prst="rect">
              <a:avLst/>
            </a:prstGeom>
            <a:noFill/>
          </p:spPr>
          <p:txBody>
            <a:bodyPr wrap="square" lIns="0" tIns="0" rIns="0" bIns="0" rtlCol="0" anchor="ctr">
              <a:no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2400" b="1" i="0" u="none" strike="noStrike" kern="0" cap="none" spc="0" normalizeH="0" baseline="0" noProof="0">
                  <a:ln>
                    <a:noFill/>
                  </a:ln>
                  <a:solidFill>
                    <a:srgbClr val="43B02A"/>
                  </a:solidFill>
                  <a:effectLst/>
                  <a:uLnTx/>
                  <a:uFillTx/>
                </a:rPr>
                <a:t>03</a:t>
              </a:r>
              <a:endParaRPr kumimoji="0" lang="en-IN" sz="2400" b="1" i="0" u="none" strike="noStrike" kern="0" cap="none" spc="0" normalizeH="0" baseline="0" noProof="0">
                <a:ln>
                  <a:noFill/>
                </a:ln>
                <a:solidFill>
                  <a:srgbClr val="43B02A"/>
                </a:solidFill>
                <a:effectLst/>
                <a:uLnTx/>
                <a:uFillTx/>
              </a:endParaRPr>
            </a:p>
          </p:txBody>
        </p:sp>
      </p:grpSp>
      <p:sp>
        <p:nvSpPr>
          <p:cNvPr id="42" name="TextBox 41">
            <a:extLst>
              <a:ext uri="{FF2B5EF4-FFF2-40B4-BE49-F238E27FC236}">
                <a16:creationId xmlns:a16="http://schemas.microsoft.com/office/drawing/2014/main" id="{613498AD-CFC8-D7D4-F4EC-ED5E6D243549}"/>
              </a:ext>
            </a:extLst>
          </p:cNvPr>
          <p:cNvSpPr txBox="1"/>
          <p:nvPr/>
        </p:nvSpPr>
        <p:spPr>
          <a:xfrm>
            <a:off x="1286847" y="4130755"/>
            <a:ext cx="7380000" cy="242557"/>
          </a:xfrm>
          <a:prstGeom prst="rect">
            <a:avLst/>
          </a:prstGeom>
          <a:noFill/>
        </p:spPr>
        <p:txBody>
          <a:bodyPr wrap="square" lIns="0" tIns="0" rIns="0" bIns="0" rtlCol="0" anchor="ctr">
            <a:noAutofit/>
          </a:bodyPr>
          <a:lstStyle/>
          <a:p>
            <a:pPr lvl="0">
              <a:spcBef>
                <a:spcPts val="600"/>
              </a:spcBef>
              <a:buSzPct val="100000"/>
              <a:defRPr/>
            </a:pPr>
            <a:r>
              <a:rPr lang="en-US" sz="2400" b="1" kern="0">
                <a:solidFill>
                  <a:srgbClr val="313131"/>
                </a:solidFill>
              </a:rPr>
              <a:t>Team Overview</a:t>
            </a:r>
            <a:endParaRPr lang="en-IN" sz="2400" b="1" kern="0">
              <a:solidFill>
                <a:srgbClr val="313131"/>
              </a:solidFill>
            </a:endParaRPr>
          </a:p>
        </p:txBody>
      </p:sp>
      <p:grpSp>
        <p:nvGrpSpPr>
          <p:cNvPr id="59" name="Group 58">
            <a:extLst>
              <a:ext uri="{FF2B5EF4-FFF2-40B4-BE49-F238E27FC236}">
                <a16:creationId xmlns:a16="http://schemas.microsoft.com/office/drawing/2014/main" id="{BEE64568-5697-3C33-1838-F016ED0A67CD}"/>
              </a:ext>
            </a:extLst>
          </p:cNvPr>
          <p:cNvGrpSpPr/>
          <p:nvPr/>
        </p:nvGrpSpPr>
        <p:grpSpPr>
          <a:xfrm>
            <a:off x="495299" y="3894274"/>
            <a:ext cx="680038" cy="680038"/>
            <a:chOff x="495299" y="3136444"/>
            <a:chExt cx="419100" cy="419100"/>
          </a:xfrm>
        </p:grpSpPr>
        <p:sp>
          <p:nvSpPr>
            <p:cNvPr id="41" name="Graphic 1170">
              <a:extLst>
                <a:ext uri="{FF2B5EF4-FFF2-40B4-BE49-F238E27FC236}">
                  <a16:creationId xmlns:a16="http://schemas.microsoft.com/office/drawing/2014/main" id="{E855828B-8887-8158-5B51-4312EF8059A9}"/>
                </a:ext>
              </a:extLst>
            </p:cNvPr>
            <p:cNvSpPr/>
            <p:nvPr/>
          </p:nvSpPr>
          <p:spPr>
            <a:xfrm flipH="1">
              <a:off x="495299" y="3136444"/>
              <a:ext cx="419100" cy="419100"/>
            </a:xfrm>
            <a:custGeom>
              <a:avLst/>
              <a:gdLst>
                <a:gd name="csX0" fmla="*/ 361342 w 722683"/>
                <a:gd name="csY0" fmla="*/ 0 h 722683"/>
                <a:gd name="csX1" fmla="*/ 616836 w 722683"/>
                <a:gd name="csY1" fmla="*/ 105848 h 722683"/>
                <a:gd name="csX2" fmla="*/ 722683 w 722683"/>
                <a:gd name="csY2" fmla="*/ 361342 h 722683"/>
                <a:gd name="csX3" fmla="*/ 616836 w 722683"/>
                <a:gd name="csY3" fmla="*/ 616836 h 722683"/>
                <a:gd name="csX4" fmla="*/ 361342 w 722683"/>
                <a:gd name="csY4" fmla="*/ 722683 h 722683"/>
                <a:gd name="csX5" fmla="*/ 105848 w 722683"/>
                <a:gd name="csY5" fmla="*/ 616836 h 722683"/>
                <a:gd name="csX6" fmla="*/ 0 w 722683"/>
                <a:gd name="csY6" fmla="*/ 361342 h 722683"/>
                <a:gd name="csX7" fmla="*/ 105848 w 722683"/>
                <a:gd name="csY7" fmla="*/ 105848 h 722683"/>
                <a:gd name="csX8" fmla="*/ 361342 w 722683"/>
                <a:gd name="csY8" fmla="*/ 0 h 722683"/>
                <a:gd name="csX9" fmla="*/ 361342 w 722683"/>
                <a:gd name="csY9" fmla="*/ 0 h 722683"/>
                <a:gd name="csX10" fmla="*/ 614737 w 722683"/>
                <a:gd name="csY10" fmla="*/ 451860 h 722683"/>
                <a:gd name="csX11" fmla="*/ 582831 w 722683"/>
                <a:gd name="csY11" fmla="*/ 521877 h 722683"/>
                <a:gd name="csX12" fmla="*/ 320615 w 722683"/>
                <a:gd name="csY12" fmla="*/ 670064 h 722683"/>
                <a:gd name="csX13" fmla="*/ 42248 w 722683"/>
                <a:gd name="csY13" fmla="*/ 491248 h 722683"/>
                <a:gd name="csX14" fmla="*/ 19101 w 722683"/>
                <a:gd name="csY14" fmla="*/ 421231 h 722683"/>
                <a:gd name="csX15" fmla="*/ 115702 w 722683"/>
                <a:gd name="csY15" fmla="*/ 606981 h 722683"/>
                <a:gd name="csX16" fmla="*/ 361342 w 722683"/>
                <a:gd name="csY16" fmla="*/ 708753 h 722683"/>
                <a:gd name="csX17" fmla="*/ 606981 w 722683"/>
                <a:gd name="csY17" fmla="*/ 606981 h 722683"/>
                <a:gd name="csX18" fmla="*/ 708753 w 722683"/>
                <a:gd name="csY18" fmla="*/ 361342 h 722683"/>
                <a:gd name="csX19" fmla="*/ 606981 w 722683"/>
                <a:gd name="csY19" fmla="*/ 115702 h 722683"/>
                <a:gd name="csX20" fmla="*/ 361342 w 722683"/>
                <a:gd name="csY20" fmla="*/ 13961 h 722683"/>
                <a:gd name="csX21" fmla="*/ 115702 w 722683"/>
                <a:gd name="csY21" fmla="*/ 115733 h 722683"/>
                <a:gd name="csX22" fmla="*/ 22356 w 722683"/>
                <a:gd name="csY22" fmla="*/ 285058 h 722683"/>
                <a:gd name="csX23" fmla="*/ 103201 w 722683"/>
                <a:gd name="csY23" fmla="*/ 142773 h 722683"/>
                <a:gd name="csX24" fmla="*/ 277759 w 722683"/>
                <a:gd name="csY24" fmla="*/ 55600 h 722683"/>
                <a:gd name="csX25" fmla="*/ 589796 w 722683"/>
                <a:gd name="csY25" fmla="*/ 214554 h 722683"/>
                <a:gd name="csX26" fmla="*/ 587119 w 722683"/>
                <a:gd name="csY26" fmla="*/ 216014 h 722683"/>
                <a:gd name="csX27" fmla="*/ 279188 w 722683"/>
                <a:gd name="csY27" fmla="*/ 63417 h 722683"/>
                <a:gd name="csX28" fmla="*/ 47418 w 722683"/>
                <a:gd name="csY28" fmla="*/ 345191 h 722683"/>
                <a:gd name="csX29" fmla="*/ 51677 w 722683"/>
                <a:gd name="csY29" fmla="*/ 394556 h 722683"/>
                <a:gd name="csX30" fmla="*/ 158406 w 722683"/>
                <a:gd name="csY30" fmla="*/ 231435 h 722683"/>
                <a:gd name="csX31" fmla="*/ 159623 w 722683"/>
                <a:gd name="csY31" fmla="*/ 233351 h 722683"/>
                <a:gd name="csX32" fmla="*/ 57608 w 722683"/>
                <a:gd name="csY32" fmla="*/ 421231 h 722683"/>
                <a:gd name="csX33" fmla="*/ 334515 w 722683"/>
                <a:gd name="csY33" fmla="*/ 632287 h 722683"/>
                <a:gd name="csX34" fmla="*/ 621642 w 722683"/>
                <a:gd name="csY34" fmla="*/ 345160 h 722683"/>
                <a:gd name="csX35" fmla="*/ 610722 w 722683"/>
                <a:gd name="csY35" fmla="*/ 266535 h 722683"/>
                <a:gd name="csX36" fmla="*/ 626599 w 722683"/>
                <a:gd name="csY36" fmla="*/ 364049 h 722683"/>
                <a:gd name="csX37" fmla="*/ 613855 w 722683"/>
                <a:gd name="csY37" fmla="*/ 451586 h 722683"/>
                <a:gd name="csX38" fmla="*/ 614707 w 722683"/>
                <a:gd name="csY38" fmla="*/ 451860 h 7226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722683" h="722683">
                  <a:moveTo>
                    <a:pt x="361342" y="0"/>
                  </a:moveTo>
                  <a:cubicBezTo>
                    <a:pt x="461106" y="0"/>
                    <a:pt x="551442" y="40453"/>
                    <a:pt x="616836" y="105848"/>
                  </a:cubicBezTo>
                  <a:cubicBezTo>
                    <a:pt x="682230" y="171242"/>
                    <a:pt x="722683" y="261577"/>
                    <a:pt x="722683" y="361342"/>
                  </a:cubicBezTo>
                  <a:cubicBezTo>
                    <a:pt x="722683" y="461106"/>
                    <a:pt x="682230" y="551442"/>
                    <a:pt x="616836" y="616836"/>
                  </a:cubicBezTo>
                  <a:cubicBezTo>
                    <a:pt x="551442" y="682230"/>
                    <a:pt x="461106" y="722683"/>
                    <a:pt x="361342" y="722683"/>
                  </a:cubicBezTo>
                  <a:cubicBezTo>
                    <a:pt x="261577" y="722683"/>
                    <a:pt x="171242" y="682230"/>
                    <a:pt x="105848" y="616836"/>
                  </a:cubicBezTo>
                  <a:cubicBezTo>
                    <a:pt x="40453" y="551442"/>
                    <a:pt x="0" y="461106"/>
                    <a:pt x="0" y="361342"/>
                  </a:cubicBezTo>
                  <a:cubicBezTo>
                    <a:pt x="0" y="261577"/>
                    <a:pt x="40453" y="171242"/>
                    <a:pt x="105848" y="105848"/>
                  </a:cubicBezTo>
                  <a:cubicBezTo>
                    <a:pt x="171242" y="40453"/>
                    <a:pt x="261577" y="0"/>
                    <a:pt x="361342" y="0"/>
                  </a:cubicBezTo>
                  <a:lnTo>
                    <a:pt x="361342" y="0"/>
                  </a:lnTo>
                  <a:close/>
                  <a:moveTo>
                    <a:pt x="614737" y="451860"/>
                  </a:moveTo>
                  <a:cubicBezTo>
                    <a:pt x="607011" y="476679"/>
                    <a:pt x="596214" y="500160"/>
                    <a:pt x="582831" y="521877"/>
                  </a:cubicBezTo>
                  <a:cubicBezTo>
                    <a:pt x="529268" y="610692"/>
                    <a:pt x="431876" y="670064"/>
                    <a:pt x="320615" y="670064"/>
                  </a:cubicBezTo>
                  <a:cubicBezTo>
                    <a:pt x="197035" y="670064"/>
                    <a:pt x="90548" y="596761"/>
                    <a:pt x="42248" y="491248"/>
                  </a:cubicBezTo>
                  <a:cubicBezTo>
                    <a:pt x="31876" y="469197"/>
                    <a:pt x="24029" y="445746"/>
                    <a:pt x="19101" y="421231"/>
                  </a:cubicBezTo>
                  <a:cubicBezTo>
                    <a:pt x="31602" y="493134"/>
                    <a:pt x="66216" y="557494"/>
                    <a:pt x="115702" y="606981"/>
                  </a:cubicBezTo>
                  <a:cubicBezTo>
                    <a:pt x="178572" y="669851"/>
                    <a:pt x="265410" y="708753"/>
                    <a:pt x="361342" y="708753"/>
                  </a:cubicBezTo>
                  <a:cubicBezTo>
                    <a:pt x="457274" y="708753"/>
                    <a:pt x="544111" y="669851"/>
                    <a:pt x="606981" y="606981"/>
                  </a:cubicBezTo>
                  <a:cubicBezTo>
                    <a:pt x="669851" y="544111"/>
                    <a:pt x="708753" y="457274"/>
                    <a:pt x="708753" y="361342"/>
                  </a:cubicBezTo>
                  <a:cubicBezTo>
                    <a:pt x="708753" y="265410"/>
                    <a:pt x="669851" y="178572"/>
                    <a:pt x="606981" y="115702"/>
                  </a:cubicBezTo>
                  <a:cubicBezTo>
                    <a:pt x="544111" y="52833"/>
                    <a:pt x="457243" y="13961"/>
                    <a:pt x="361342" y="13961"/>
                  </a:cubicBezTo>
                  <a:cubicBezTo>
                    <a:pt x="265440" y="13961"/>
                    <a:pt x="178572" y="52863"/>
                    <a:pt x="115702" y="115733"/>
                  </a:cubicBezTo>
                  <a:cubicBezTo>
                    <a:pt x="70018" y="161418"/>
                    <a:pt x="37016" y="219755"/>
                    <a:pt x="22356" y="285058"/>
                  </a:cubicBezTo>
                  <a:cubicBezTo>
                    <a:pt x="36134" y="230340"/>
                    <a:pt x="64543" y="181431"/>
                    <a:pt x="103201" y="142773"/>
                  </a:cubicBezTo>
                  <a:cubicBezTo>
                    <a:pt x="149312" y="96662"/>
                    <a:pt x="210022" y="65090"/>
                    <a:pt x="277759" y="55600"/>
                  </a:cubicBezTo>
                  <a:cubicBezTo>
                    <a:pt x="406357" y="37594"/>
                    <a:pt x="528417" y="101559"/>
                    <a:pt x="589796" y="214554"/>
                  </a:cubicBezTo>
                  <a:lnTo>
                    <a:pt x="587119" y="216014"/>
                  </a:lnTo>
                  <a:cubicBezTo>
                    <a:pt x="528690" y="108463"/>
                    <a:pt x="399544" y="46719"/>
                    <a:pt x="279188" y="63417"/>
                  </a:cubicBezTo>
                  <a:cubicBezTo>
                    <a:pt x="147152" y="89180"/>
                    <a:pt x="47418" y="205551"/>
                    <a:pt x="47418" y="345191"/>
                  </a:cubicBezTo>
                  <a:cubicBezTo>
                    <a:pt x="47418" y="362041"/>
                    <a:pt x="48878" y="378527"/>
                    <a:pt x="51677" y="394556"/>
                  </a:cubicBezTo>
                  <a:cubicBezTo>
                    <a:pt x="60771" y="325664"/>
                    <a:pt x="99977" y="268877"/>
                    <a:pt x="158406" y="231435"/>
                  </a:cubicBezTo>
                  <a:lnTo>
                    <a:pt x="159623" y="233351"/>
                  </a:lnTo>
                  <a:cubicBezTo>
                    <a:pt x="97757" y="272983"/>
                    <a:pt x="58824" y="348263"/>
                    <a:pt x="57608" y="421231"/>
                  </a:cubicBezTo>
                  <a:cubicBezTo>
                    <a:pt x="90944" y="542864"/>
                    <a:pt x="202297" y="632287"/>
                    <a:pt x="334515" y="632287"/>
                  </a:cubicBezTo>
                  <a:cubicBezTo>
                    <a:pt x="493073" y="632287"/>
                    <a:pt x="621642" y="503719"/>
                    <a:pt x="621642" y="345160"/>
                  </a:cubicBezTo>
                  <a:cubicBezTo>
                    <a:pt x="621642" y="317908"/>
                    <a:pt x="617840" y="291507"/>
                    <a:pt x="610722" y="266535"/>
                  </a:cubicBezTo>
                  <a:cubicBezTo>
                    <a:pt x="621003" y="297164"/>
                    <a:pt x="626599" y="329952"/>
                    <a:pt x="626599" y="364049"/>
                  </a:cubicBezTo>
                  <a:cubicBezTo>
                    <a:pt x="626599" y="394465"/>
                    <a:pt x="622128" y="423847"/>
                    <a:pt x="613855" y="451586"/>
                  </a:cubicBezTo>
                  <a:lnTo>
                    <a:pt x="614707" y="451860"/>
                  </a:lnTo>
                  <a:close/>
                </a:path>
              </a:pathLst>
            </a:custGeom>
            <a:solidFill>
              <a:srgbClr val="43B02A"/>
            </a:solidFill>
            <a:ln w="3042" cap="flat">
              <a:noFill/>
              <a:prstDash val="solid"/>
              <a:miter/>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2800" b="0" i="0" u="none" strike="noStrike" kern="0" cap="none" spc="0" normalizeH="0" baseline="0" noProof="0">
                <a:ln>
                  <a:noFill/>
                </a:ln>
                <a:solidFill>
                  <a:prstClr val="black"/>
                </a:solidFill>
                <a:effectLst/>
                <a:uLnTx/>
                <a:uFillTx/>
                <a:latin typeface="Calibri"/>
              </a:endParaRPr>
            </a:p>
          </p:txBody>
        </p:sp>
        <p:sp>
          <p:nvSpPr>
            <p:cNvPr id="43" name="TextBox 42">
              <a:extLst>
                <a:ext uri="{FF2B5EF4-FFF2-40B4-BE49-F238E27FC236}">
                  <a16:creationId xmlns:a16="http://schemas.microsoft.com/office/drawing/2014/main" id="{FA14C23A-2165-62EE-C8D8-08235BBAD4FF}"/>
                </a:ext>
              </a:extLst>
            </p:cNvPr>
            <p:cNvSpPr txBox="1"/>
            <p:nvPr/>
          </p:nvSpPr>
          <p:spPr>
            <a:xfrm>
              <a:off x="589897" y="3241937"/>
              <a:ext cx="229904" cy="208114"/>
            </a:xfrm>
            <a:prstGeom prst="rect">
              <a:avLst/>
            </a:prstGeom>
            <a:noFill/>
          </p:spPr>
          <p:txBody>
            <a:bodyPr wrap="square" lIns="0" tIns="0" rIns="0" bIns="0" rtlCol="0" anchor="ctr">
              <a:no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2400" b="1" i="0" u="none" strike="noStrike" kern="0" cap="none" spc="0" normalizeH="0" baseline="0" noProof="0">
                  <a:ln>
                    <a:noFill/>
                  </a:ln>
                  <a:solidFill>
                    <a:srgbClr val="43B02A"/>
                  </a:solidFill>
                  <a:effectLst/>
                  <a:uLnTx/>
                  <a:uFillTx/>
                </a:rPr>
                <a:t>04</a:t>
              </a:r>
              <a:endParaRPr kumimoji="0" lang="en-IN" sz="2400" b="1" i="0" u="none" strike="noStrike" kern="0" cap="none" spc="0" normalizeH="0" baseline="0" noProof="0">
                <a:ln>
                  <a:noFill/>
                </a:ln>
                <a:solidFill>
                  <a:srgbClr val="43B02A"/>
                </a:solidFill>
                <a:effectLst/>
                <a:uLnTx/>
                <a:uFillTx/>
              </a:endParaRPr>
            </a:p>
          </p:txBody>
        </p:sp>
      </p:grpSp>
      <p:sp>
        <p:nvSpPr>
          <p:cNvPr id="46" name="TextBox 45">
            <a:extLst>
              <a:ext uri="{FF2B5EF4-FFF2-40B4-BE49-F238E27FC236}">
                <a16:creationId xmlns:a16="http://schemas.microsoft.com/office/drawing/2014/main" id="{074ED9F9-5533-2A2E-48F1-20C9EB0BD799}"/>
              </a:ext>
            </a:extLst>
          </p:cNvPr>
          <p:cNvSpPr txBox="1"/>
          <p:nvPr/>
        </p:nvSpPr>
        <p:spPr>
          <a:xfrm>
            <a:off x="1286847" y="4884618"/>
            <a:ext cx="7380000" cy="276999"/>
          </a:xfrm>
          <a:prstGeom prst="rect">
            <a:avLst/>
          </a:prstGeom>
          <a:noFill/>
        </p:spPr>
        <p:txBody>
          <a:bodyPr wrap="square" lIns="0" tIns="0" rIns="0" bIns="0" rtlCol="0" anchor="ctr">
            <a:noAutofit/>
          </a:bodyPr>
          <a:lstStyle/>
          <a:p>
            <a:pPr lvl="0">
              <a:spcBef>
                <a:spcPts val="600"/>
              </a:spcBef>
              <a:buSzPct val="100000"/>
              <a:defRPr/>
            </a:pPr>
            <a:r>
              <a:rPr lang="en-US" sz="2400" b="1" kern="0">
                <a:solidFill>
                  <a:srgbClr val="313131"/>
                </a:solidFill>
              </a:rPr>
              <a:t>Our Experience</a:t>
            </a:r>
            <a:endParaRPr lang="en-IN" sz="2400" b="1" kern="0">
              <a:solidFill>
                <a:srgbClr val="313131"/>
              </a:solidFill>
            </a:endParaRPr>
          </a:p>
        </p:txBody>
      </p:sp>
      <p:grpSp>
        <p:nvGrpSpPr>
          <p:cNvPr id="60" name="Group 59">
            <a:extLst>
              <a:ext uri="{FF2B5EF4-FFF2-40B4-BE49-F238E27FC236}">
                <a16:creationId xmlns:a16="http://schemas.microsoft.com/office/drawing/2014/main" id="{35CE8B80-6D9C-FEE1-76B5-45EAB2FC1627}"/>
              </a:ext>
            </a:extLst>
          </p:cNvPr>
          <p:cNvGrpSpPr/>
          <p:nvPr/>
        </p:nvGrpSpPr>
        <p:grpSpPr>
          <a:xfrm>
            <a:off x="495299" y="4682839"/>
            <a:ext cx="680038" cy="680038"/>
            <a:chOff x="495299" y="3672399"/>
            <a:chExt cx="419100" cy="419100"/>
          </a:xfrm>
        </p:grpSpPr>
        <p:sp>
          <p:nvSpPr>
            <p:cNvPr id="45" name="Graphic 1170">
              <a:extLst>
                <a:ext uri="{FF2B5EF4-FFF2-40B4-BE49-F238E27FC236}">
                  <a16:creationId xmlns:a16="http://schemas.microsoft.com/office/drawing/2014/main" id="{6CAF68CA-A351-BEA8-91C9-DB6E2B2861A7}"/>
                </a:ext>
              </a:extLst>
            </p:cNvPr>
            <p:cNvSpPr/>
            <p:nvPr/>
          </p:nvSpPr>
          <p:spPr>
            <a:xfrm>
              <a:off x="495299" y="3672399"/>
              <a:ext cx="419100" cy="419100"/>
            </a:xfrm>
            <a:custGeom>
              <a:avLst/>
              <a:gdLst>
                <a:gd name="csX0" fmla="*/ 361342 w 722683"/>
                <a:gd name="csY0" fmla="*/ 0 h 722683"/>
                <a:gd name="csX1" fmla="*/ 616836 w 722683"/>
                <a:gd name="csY1" fmla="*/ 105848 h 722683"/>
                <a:gd name="csX2" fmla="*/ 722683 w 722683"/>
                <a:gd name="csY2" fmla="*/ 361342 h 722683"/>
                <a:gd name="csX3" fmla="*/ 616836 w 722683"/>
                <a:gd name="csY3" fmla="*/ 616836 h 722683"/>
                <a:gd name="csX4" fmla="*/ 361342 w 722683"/>
                <a:gd name="csY4" fmla="*/ 722683 h 722683"/>
                <a:gd name="csX5" fmla="*/ 105848 w 722683"/>
                <a:gd name="csY5" fmla="*/ 616836 h 722683"/>
                <a:gd name="csX6" fmla="*/ 0 w 722683"/>
                <a:gd name="csY6" fmla="*/ 361342 h 722683"/>
                <a:gd name="csX7" fmla="*/ 105848 w 722683"/>
                <a:gd name="csY7" fmla="*/ 105848 h 722683"/>
                <a:gd name="csX8" fmla="*/ 361342 w 722683"/>
                <a:gd name="csY8" fmla="*/ 0 h 722683"/>
                <a:gd name="csX9" fmla="*/ 361342 w 722683"/>
                <a:gd name="csY9" fmla="*/ 0 h 722683"/>
                <a:gd name="csX10" fmla="*/ 614737 w 722683"/>
                <a:gd name="csY10" fmla="*/ 451860 h 722683"/>
                <a:gd name="csX11" fmla="*/ 582831 w 722683"/>
                <a:gd name="csY11" fmla="*/ 521877 h 722683"/>
                <a:gd name="csX12" fmla="*/ 320615 w 722683"/>
                <a:gd name="csY12" fmla="*/ 670064 h 722683"/>
                <a:gd name="csX13" fmla="*/ 42248 w 722683"/>
                <a:gd name="csY13" fmla="*/ 491248 h 722683"/>
                <a:gd name="csX14" fmla="*/ 19101 w 722683"/>
                <a:gd name="csY14" fmla="*/ 421231 h 722683"/>
                <a:gd name="csX15" fmla="*/ 115702 w 722683"/>
                <a:gd name="csY15" fmla="*/ 606981 h 722683"/>
                <a:gd name="csX16" fmla="*/ 361342 w 722683"/>
                <a:gd name="csY16" fmla="*/ 708753 h 722683"/>
                <a:gd name="csX17" fmla="*/ 606981 w 722683"/>
                <a:gd name="csY17" fmla="*/ 606981 h 722683"/>
                <a:gd name="csX18" fmla="*/ 708753 w 722683"/>
                <a:gd name="csY18" fmla="*/ 361342 h 722683"/>
                <a:gd name="csX19" fmla="*/ 606981 w 722683"/>
                <a:gd name="csY19" fmla="*/ 115702 h 722683"/>
                <a:gd name="csX20" fmla="*/ 361342 w 722683"/>
                <a:gd name="csY20" fmla="*/ 13961 h 722683"/>
                <a:gd name="csX21" fmla="*/ 115702 w 722683"/>
                <a:gd name="csY21" fmla="*/ 115733 h 722683"/>
                <a:gd name="csX22" fmla="*/ 22356 w 722683"/>
                <a:gd name="csY22" fmla="*/ 285058 h 722683"/>
                <a:gd name="csX23" fmla="*/ 103201 w 722683"/>
                <a:gd name="csY23" fmla="*/ 142773 h 722683"/>
                <a:gd name="csX24" fmla="*/ 277759 w 722683"/>
                <a:gd name="csY24" fmla="*/ 55600 h 722683"/>
                <a:gd name="csX25" fmla="*/ 589796 w 722683"/>
                <a:gd name="csY25" fmla="*/ 214554 h 722683"/>
                <a:gd name="csX26" fmla="*/ 587119 w 722683"/>
                <a:gd name="csY26" fmla="*/ 216014 h 722683"/>
                <a:gd name="csX27" fmla="*/ 279188 w 722683"/>
                <a:gd name="csY27" fmla="*/ 63417 h 722683"/>
                <a:gd name="csX28" fmla="*/ 47418 w 722683"/>
                <a:gd name="csY28" fmla="*/ 345191 h 722683"/>
                <a:gd name="csX29" fmla="*/ 51677 w 722683"/>
                <a:gd name="csY29" fmla="*/ 394556 h 722683"/>
                <a:gd name="csX30" fmla="*/ 158406 w 722683"/>
                <a:gd name="csY30" fmla="*/ 231435 h 722683"/>
                <a:gd name="csX31" fmla="*/ 159623 w 722683"/>
                <a:gd name="csY31" fmla="*/ 233351 h 722683"/>
                <a:gd name="csX32" fmla="*/ 57608 w 722683"/>
                <a:gd name="csY32" fmla="*/ 421231 h 722683"/>
                <a:gd name="csX33" fmla="*/ 334515 w 722683"/>
                <a:gd name="csY33" fmla="*/ 632287 h 722683"/>
                <a:gd name="csX34" fmla="*/ 621642 w 722683"/>
                <a:gd name="csY34" fmla="*/ 345160 h 722683"/>
                <a:gd name="csX35" fmla="*/ 610722 w 722683"/>
                <a:gd name="csY35" fmla="*/ 266535 h 722683"/>
                <a:gd name="csX36" fmla="*/ 626599 w 722683"/>
                <a:gd name="csY36" fmla="*/ 364049 h 722683"/>
                <a:gd name="csX37" fmla="*/ 613855 w 722683"/>
                <a:gd name="csY37" fmla="*/ 451586 h 722683"/>
                <a:gd name="csX38" fmla="*/ 614707 w 722683"/>
                <a:gd name="csY38" fmla="*/ 451860 h 7226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722683" h="722683">
                  <a:moveTo>
                    <a:pt x="361342" y="0"/>
                  </a:moveTo>
                  <a:cubicBezTo>
                    <a:pt x="461106" y="0"/>
                    <a:pt x="551442" y="40453"/>
                    <a:pt x="616836" y="105848"/>
                  </a:cubicBezTo>
                  <a:cubicBezTo>
                    <a:pt x="682230" y="171242"/>
                    <a:pt x="722683" y="261577"/>
                    <a:pt x="722683" y="361342"/>
                  </a:cubicBezTo>
                  <a:cubicBezTo>
                    <a:pt x="722683" y="461106"/>
                    <a:pt x="682230" y="551442"/>
                    <a:pt x="616836" y="616836"/>
                  </a:cubicBezTo>
                  <a:cubicBezTo>
                    <a:pt x="551442" y="682230"/>
                    <a:pt x="461106" y="722683"/>
                    <a:pt x="361342" y="722683"/>
                  </a:cubicBezTo>
                  <a:cubicBezTo>
                    <a:pt x="261577" y="722683"/>
                    <a:pt x="171242" y="682230"/>
                    <a:pt x="105848" y="616836"/>
                  </a:cubicBezTo>
                  <a:cubicBezTo>
                    <a:pt x="40453" y="551442"/>
                    <a:pt x="0" y="461106"/>
                    <a:pt x="0" y="361342"/>
                  </a:cubicBezTo>
                  <a:cubicBezTo>
                    <a:pt x="0" y="261577"/>
                    <a:pt x="40453" y="171242"/>
                    <a:pt x="105848" y="105848"/>
                  </a:cubicBezTo>
                  <a:cubicBezTo>
                    <a:pt x="171242" y="40453"/>
                    <a:pt x="261577" y="0"/>
                    <a:pt x="361342" y="0"/>
                  </a:cubicBezTo>
                  <a:lnTo>
                    <a:pt x="361342" y="0"/>
                  </a:lnTo>
                  <a:close/>
                  <a:moveTo>
                    <a:pt x="614737" y="451860"/>
                  </a:moveTo>
                  <a:cubicBezTo>
                    <a:pt x="607011" y="476679"/>
                    <a:pt x="596214" y="500160"/>
                    <a:pt x="582831" y="521877"/>
                  </a:cubicBezTo>
                  <a:cubicBezTo>
                    <a:pt x="529268" y="610692"/>
                    <a:pt x="431876" y="670064"/>
                    <a:pt x="320615" y="670064"/>
                  </a:cubicBezTo>
                  <a:cubicBezTo>
                    <a:pt x="197035" y="670064"/>
                    <a:pt x="90548" y="596761"/>
                    <a:pt x="42248" y="491248"/>
                  </a:cubicBezTo>
                  <a:cubicBezTo>
                    <a:pt x="31876" y="469197"/>
                    <a:pt x="24029" y="445746"/>
                    <a:pt x="19101" y="421231"/>
                  </a:cubicBezTo>
                  <a:cubicBezTo>
                    <a:pt x="31602" y="493134"/>
                    <a:pt x="66216" y="557494"/>
                    <a:pt x="115702" y="606981"/>
                  </a:cubicBezTo>
                  <a:cubicBezTo>
                    <a:pt x="178572" y="669851"/>
                    <a:pt x="265410" y="708753"/>
                    <a:pt x="361342" y="708753"/>
                  </a:cubicBezTo>
                  <a:cubicBezTo>
                    <a:pt x="457274" y="708753"/>
                    <a:pt x="544111" y="669851"/>
                    <a:pt x="606981" y="606981"/>
                  </a:cubicBezTo>
                  <a:cubicBezTo>
                    <a:pt x="669851" y="544111"/>
                    <a:pt x="708753" y="457274"/>
                    <a:pt x="708753" y="361342"/>
                  </a:cubicBezTo>
                  <a:cubicBezTo>
                    <a:pt x="708753" y="265410"/>
                    <a:pt x="669851" y="178572"/>
                    <a:pt x="606981" y="115702"/>
                  </a:cubicBezTo>
                  <a:cubicBezTo>
                    <a:pt x="544111" y="52833"/>
                    <a:pt x="457243" y="13961"/>
                    <a:pt x="361342" y="13961"/>
                  </a:cubicBezTo>
                  <a:cubicBezTo>
                    <a:pt x="265440" y="13961"/>
                    <a:pt x="178572" y="52863"/>
                    <a:pt x="115702" y="115733"/>
                  </a:cubicBezTo>
                  <a:cubicBezTo>
                    <a:pt x="70018" y="161418"/>
                    <a:pt x="37016" y="219755"/>
                    <a:pt x="22356" y="285058"/>
                  </a:cubicBezTo>
                  <a:cubicBezTo>
                    <a:pt x="36134" y="230340"/>
                    <a:pt x="64543" y="181431"/>
                    <a:pt x="103201" y="142773"/>
                  </a:cubicBezTo>
                  <a:cubicBezTo>
                    <a:pt x="149312" y="96662"/>
                    <a:pt x="210022" y="65090"/>
                    <a:pt x="277759" y="55600"/>
                  </a:cubicBezTo>
                  <a:cubicBezTo>
                    <a:pt x="406357" y="37594"/>
                    <a:pt x="528417" y="101559"/>
                    <a:pt x="589796" y="214554"/>
                  </a:cubicBezTo>
                  <a:lnTo>
                    <a:pt x="587119" y="216014"/>
                  </a:lnTo>
                  <a:cubicBezTo>
                    <a:pt x="528690" y="108463"/>
                    <a:pt x="399544" y="46719"/>
                    <a:pt x="279188" y="63417"/>
                  </a:cubicBezTo>
                  <a:cubicBezTo>
                    <a:pt x="147152" y="89180"/>
                    <a:pt x="47418" y="205551"/>
                    <a:pt x="47418" y="345191"/>
                  </a:cubicBezTo>
                  <a:cubicBezTo>
                    <a:pt x="47418" y="362041"/>
                    <a:pt x="48878" y="378527"/>
                    <a:pt x="51677" y="394556"/>
                  </a:cubicBezTo>
                  <a:cubicBezTo>
                    <a:pt x="60771" y="325664"/>
                    <a:pt x="99977" y="268877"/>
                    <a:pt x="158406" y="231435"/>
                  </a:cubicBezTo>
                  <a:lnTo>
                    <a:pt x="159623" y="233351"/>
                  </a:lnTo>
                  <a:cubicBezTo>
                    <a:pt x="97757" y="272983"/>
                    <a:pt x="58824" y="348263"/>
                    <a:pt x="57608" y="421231"/>
                  </a:cubicBezTo>
                  <a:cubicBezTo>
                    <a:pt x="90944" y="542864"/>
                    <a:pt x="202297" y="632287"/>
                    <a:pt x="334515" y="632287"/>
                  </a:cubicBezTo>
                  <a:cubicBezTo>
                    <a:pt x="493073" y="632287"/>
                    <a:pt x="621642" y="503719"/>
                    <a:pt x="621642" y="345160"/>
                  </a:cubicBezTo>
                  <a:cubicBezTo>
                    <a:pt x="621642" y="317908"/>
                    <a:pt x="617840" y="291507"/>
                    <a:pt x="610722" y="266535"/>
                  </a:cubicBezTo>
                  <a:cubicBezTo>
                    <a:pt x="621003" y="297164"/>
                    <a:pt x="626599" y="329952"/>
                    <a:pt x="626599" y="364049"/>
                  </a:cubicBezTo>
                  <a:cubicBezTo>
                    <a:pt x="626599" y="394465"/>
                    <a:pt x="622128" y="423847"/>
                    <a:pt x="613855" y="451586"/>
                  </a:cubicBezTo>
                  <a:lnTo>
                    <a:pt x="614707" y="451860"/>
                  </a:lnTo>
                  <a:close/>
                </a:path>
              </a:pathLst>
            </a:custGeom>
            <a:solidFill>
              <a:srgbClr val="43B02A"/>
            </a:solidFill>
            <a:ln w="3042" cap="flat">
              <a:noFill/>
              <a:prstDash val="solid"/>
              <a:miter/>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2800" b="0" i="0" u="none" strike="noStrike" kern="0" cap="none" spc="0" normalizeH="0" baseline="0" noProof="0">
                <a:ln>
                  <a:noFill/>
                </a:ln>
                <a:solidFill>
                  <a:prstClr val="black"/>
                </a:solidFill>
                <a:effectLst/>
                <a:uLnTx/>
                <a:uFillTx/>
                <a:latin typeface="Calibri"/>
              </a:endParaRPr>
            </a:p>
          </p:txBody>
        </p:sp>
        <p:sp>
          <p:nvSpPr>
            <p:cNvPr id="47" name="TextBox 46">
              <a:extLst>
                <a:ext uri="{FF2B5EF4-FFF2-40B4-BE49-F238E27FC236}">
                  <a16:creationId xmlns:a16="http://schemas.microsoft.com/office/drawing/2014/main" id="{4C4FB1A4-6ABF-5C06-7568-E3F1439DE5AB}"/>
                </a:ext>
              </a:extLst>
            </p:cNvPr>
            <p:cNvSpPr txBox="1"/>
            <p:nvPr/>
          </p:nvSpPr>
          <p:spPr>
            <a:xfrm>
              <a:off x="589897" y="3777892"/>
              <a:ext cx="229904" cy="208114"/>
            </a:xfrm>
            <a:prstGeom prst="rect">
              <a:avLst/>
            </a:prstGeom>
            <a:noFill/>
          </p:spPr>
          <p:txBody>
            <a:bodyPr wrap="square" lIns="0" tIns="0" rIns="0" bIns="0" rtlCol="0" anchor="ctr">
              <a:no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2400" b="1" i="0" u="none" strike="noStrike" kern="0" cap="none" spc="0" normalizeH="0" baseline="0" noProof="0">
                  <a:ln>
                    <a:noFill/>
                  </a:ln>
                  <a:solidFill>
                    <a:srgbClr val="43B02A"/>
                  </a:solidFill>
                  <a:effectLst/>
                  <a:uLnTx/>
                  <a:uFillTx/>
                </a:rPr>
                <a:t>05</a:t>
              </a:r>
              <a:endParaRPr kumimoji="0" lang="en-IN" sz="2400" b="1" i="0" u="none" strike="noStrike" kern="0" cap="none" spc="0" normalizeH="0" baseline="0" noProof="0">
                <a:ln>
                  <a:noFill/>
                </a:ln>
                <a:solidFill>
                  <a:srgbClr val="43B02A"/>
                </a:solidFill>
                <a:effectLst/>
                <a:uLnTx/>
                <a:uFillTx/>
              </a:endParaRPr>
            </a:p>
          </p:txBody>
        </p:sp>
      </p:grpSp>
    </p:spTree>
    <p:extLst>
      <p:ext uri="{BB962C8B-B14F-4D97-AF65-F5344CB8AC3E}">
        <p14:creationId xmlns:p14="http://schemas.microsoft.com/office/powerpoint/2010/main" val="2419716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66EDF2-6178-F692-BFCC-444634606F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4" name="Rectangle 3">
            <a:extLst>
              <a:ext uri="{FF2B5EF4-FFF2-40B4-BE49-F238E27FC236}">
                <a16:creationId xmlns:a16="http://schemas.microsoft.com/office/drawing/2014/main" id="{8A29FF47-0F4B-9AEC-44D5-45E4703D5CF0}"/>
              </a:ext>
            </a:extLst>
          </p:cNvPr>
          <p:cNvSpPr/>
          <p:nvPr/>
        </p:nvSpPr>
        <p:spPr>
          <a:xfrm>
            <a:off x="496956" y="487017"/>
            <a:ext cx="3796747" cy="1977887"/>
          </a:xfrm>
          <a:prstGeom prst="rect">
            <a:avLst/>
          </a:prstGeom>
          <a:gradFill>
            <a:gsLst>
              <a:gs pos="0">
                <a:sysClr val="window" lastClr="FFFFFF"/>
              </a:gs>
              <a:gs pos="91000">
                <a:srgbClr val="ABC2DE"/>
              </a:gs>
              <a:gs pos="0">
                <a:srgbClr val="D8DCE0"/>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200" b="1">
                <a:solidFill>
                  <a:srgbClr val="002753"/>
                </a:solidFill>
              </a:rPr>
              <a:t>1. Introduction</a:t>
            </a:r>
            <a:endParaRPr lang="en-IN" sz="4200" b="1">
              <a:solidFill>
                <a:srgbClr val="002753"/>
              </a:solidFill>
            </a:endParaRPr>
          </a:p>
        </p:txBody>
      </p:sp>
    </p:spTree>
    <p:extLst>
      <p:ext uri="{BB962C8B-B14F-4D97-AF65-F5344CB8AC3E}">
        <p14:creationId xmlns:p14="http://schemas.microsoft.com/office/powerpoint/2010/main" val="148168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FD493-CB07-C01A-AE60-48F5ADC8C250}"/>
            </a:ext>
          </a:extLst>
        </p:cNvPr>
        <p:cNvGrpSpPr/>
        <p:nvPr/>
      </p:nvGrpSpPr>
      <p:grpSpPr>
        <a:xfrm>
          <a:off x="0" y="0"/>
          <a:ext cx="0" cy="0"/>
          <a:chOff x="0" y="0"/>
          <a:chExt cx="0" cy="0"/>
        </a:xfrm>
      </p:grpSpPr>
      <p:sp>
        <p:nvSpPr>
          <p:cNvPr id="47" name="Rectangle: Rounded Corners 46">
            <a:extLst>
              <a:ext uri="{FF2B5EF4-FFF2-40B4-BE49-F238E27FC236}">
                <a16:creationId xmlns:a16="http://schemas.microsoft.com/office/drawing/2014/main" id="{33A326E5-A63B-713B-455E-69023F1B5C24}"/>
              </a:ext>
            </a:extLst>
          </p:cNvPr>
          <p:cNvSpPr/>
          <p:nvPr/>
        </p:nvSpPr>
        <p:spPr bwMode="gray">
          <a:xfrm>
            <a:off x="5503663" y="2580160"/>
            <a:ext cx="3106938" cy="2526096"/>
          </a:xfrm>
          <a:prstGeom prst="roundRect">
            <a:avLst>
              <a:gd name="adj" fmla="val 1887"/>
            </a:avLst>
          </a:prstGeom>
          <a:solidFill>
            <a:schemeClr val="bg1">
              <a:alpha val="25000"/>
            </a:schemeClr>
          </a:solidFill>
          <a:ln w="6350">
            <a:solidFill>
              <a:srgbClr val="75787B"/>
            </a:solidFill>
            <a:prstDash val="dash"/>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Aptos (Body)"/>
              <a:ea typeface="+mn-ea"/>
              <a:cs typeface="+mn-cs"/>
            </a:endParaRPr>
          </a:p>
        </p:txBody>
      </p:sp>
      <p:sp>
        <p:nvSpPr>
          <p:cNvPr id="46" name="Rectangle: Rounded Corners 45">
            <a:extLst>
              <a:ext uri="{FF2B5EF4-FFF2-40B4-BE49-F238E27FC236}">
                <a16:creationId xmlns:a16="http://schemas.microsoft.com/office/drawing/2014/main" id="{1554D974-95FD-DD6A-C6EF-4CD4B774716B}"/>
              </a:ext>
            </a:extLst>
          </p:cNvPr>
          <p:cNvSpPr/>
          <p:nvPr/>
        </p:nvSpPr>
        <p:spPr bwMode="gray">
          <a:xfrm>
            <a:off x="351203" y="2385880"/>
            <a:ext cx="5056365" cy="4089685"/>
          </a:xfrm>
          <a:prstGeom prst="roundRect">
            <a:avLst>
              <a:gd name="adj" fmla="val 1887"/>
            </a:avLst>
          </a:prstGeom>
          <a:solidFill>
            <a:schemeClr val="bg1">
              <a:alpha val="25000"/>
            </a:schemeClr>
          </a:solidFill>
          <a:ln w="6350">
            <a:solidFill>
              <a:srgbClr val="75787B"/>
            </a:solidFill>
            <a:prstDash val="dash"/>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Aptos (Body)"/>
              <a:ea typeface="+mn-ea"/>
              <a:cs typeface="+mn-cs"/>
            </a:endParaRPr>
          </a:p>
        </p:txBody>
      </p:sp>
      <p:sp>
        <p:nvSpPr>
          <p:cNvPr id="2" name="Title 1">
            <a:extLst>
              <a:ext uri="{FF2B5EF4-FFF2-40B4-BE49-F238E27FC236}">
                <a16:creationId xmlns:a16="http://schemas.microsoft.com/office/drawing/2014/main" id="{88050264-54F8-5360-A660-C0A667FAAD35}"/>
              </a:ext>
            </a:extLst>
          </p:cNvPr>
          <p:cNvSpPr>
            <a:spLocks noGrp="1"/>
          </p:cNvSpPr>
          <p:nvPr>
            <p:ph type="title"/>
          </p:nvPr>
        </p:nvSpPr>
        <p:spPr/>
        <p:txBody>
          <a:bodyPr/>
          <a:lstStyle/>
          <a:p>
            <a:r>
              <a:rPr lang="en-US"/>
              <a:t>Introduction</a:t>
            </a:r>
            <a:endParaRPr lang="en-IN"/>
          </a:p>
        </p:txBody>
      </p:sp>
      <p:sp>
        <p:nvSpPr>
          <p:cNvPr id="3" name="Text Placeholder 2">
            <a:extLst>
              <a:ext uri="{FF2B5EF4-FFF2-40B4-BE49-F238E27FC236}">
                <a16:creationId xmlns:a16="http://schemas.microsoft.com/office/drawing/2014/main" id="{55BF047D-132A-2F5E-01AD-C357BBFE873C}"/>
              </a:ext>
            </a:extLst>
          </p:cNvPr>
          <p:cNvSpPr>
            <a:spLocks noGrp="1"/>
          </p:cNvSpPr>
          <p:nvPr>
            <p:ph type="body" sz="quarter" idx="13"/>
          </p:nvPr>
        </p:nvSpPr>
        <p:spPr/>
        <p:txBody>
          <a:bodyPr/>
          <a:lstStyle/>
          <a:p>
            <a:r>
              <a:rPr lang="en-US"/>
              <a:t>Rajasthan has an extensive land administration ecosystem, with significant digital and institutional foundations</a:t>
            </a:r>
            <a:endParaRPr lang="en-IN"/>
          </a:p>
        </p:txBody>
      </p:sp>
      <p:graphicFrame>
        <p:nvGraphicFramePr>
          <p:cNvPr id="8" name="Content Placeholder 7">
            <a:extLst>
              <a:ext uri="{FF2B5EF4-FFF2-40B4-BE49-F238E27FC236}">
                <a16:creationId xmlns:a16="http://schemas.microsoft.com/office/drawing/2014/main" id="{BC479EE1-B8D5-CC4B-3D60-1B6C9595103E}"/>
              </a:ext>
            </a:extLst>
          </p:cNvPr>
          <p:cNvGraphicFramePr>
            <a:graphicFrameLocks noGrp="1"/>
          </p:cNvGraphicFramePr>
          <p:nvPr>
            <p:ph sz="quarter" idx="17"/>
            <p:extLst>
              <p:ext uri="{D42A27DB-BD31-4B8C-83A1-F6EECF244321}">
                <p14:modId xmlns:p14="http://schemas.microsoft.com/office/powerpoint/2010/main" val="2463940662"/>
              </p:ext>
            </p:extLst>
          </p:nvPr>
        </p:nvGraphicFramePr>
        <p:xfrm>
          <a:off x="501648" y="1030227"/>
          <a:ext cx="11160000" cy="103632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578430736"/>
                    </a:ext>
                  </a:extLst>
                </a:gridCol>
                <a:gridCol w="288000">
                  <a:extLst>
                    <a:ext uri="{9D8B030D-6E8A-4147-A177-3AD203B41FA5}">
                      <a16:colId xmlns:a16="http://schemas.microsoft.com/office/drawing/2014/main" val="1923070839"/>
                    </a:ext>
                  </a:extLst>
                </a:gridCol>
                <a:gridCol w="2520000">
                  <a:extLst>
                    <a:ext uri="{9D8B030D-6E8A-4147-A177-3AD203B41FA5}">
                      <a16:colId xmlns:a16="http://schemas.microsoft.com/office/drawing/2014/main" val="3991557540"/>
                    </a:ext>
                  </a:extLst>
                </a:gridCol>
                <a:gridCol w="288000">
                  <a:extLst>
                    <a:ext uri="{9D8B030D-6E8A-4147-A177-3AD203B41FA5}">
                      <a16:colId xmlns:a16="http://schemas.microsoft.com/office/drawing/2014/main" val="4211307498"/>
                    </a:ext>
                  </a:extLst>
                </a:gridCol>
                <a:gridCol w="2736000">
                  <a:extLst>
                    <a:ext uri="{9D8B030D-6E8A-4147-A177-3AD203B41FA5}">
                      <a16:colId xmlns:a16="http://schemas.microsoft.com/office/drawing/2014/main" val="2045139174"/>
                    </a:ext>
                  </a:extLst>
                </a:gridCol>
                <a:gridCol w="288000">
                  <a:extLst>
                    <a:ext uri="{9D8B030D-6E8A-4147-A177-3AD203B41FA5}">
                      <a16:colId xmlns:a16="http://schemas.microsoft.com/office/drawing/2014/main" val="1637911025"/>
                    </a:ext>
                  </a:extLst>
                </a:gridCol>
                <a:gridCol w="2520000">
                  <a:extLst>
                    <a:ext uri="{9D8B030D-6E8A-4147-A177-3AD203B41FA5}">
                      <a16:colId xmlns:a16="http://schemas.microsoft.com/office/drawing/2014/main" val="513745394"/>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a:solidFill>
                            <a:srgbClr val="002753"/>
                          </a:solidFill>
                          <a:latin typeface="Aptos" panose="020B0004020202020204" pitchFamily="34" charset="0"/>
                        </a:rPr>
                        <a:t>51,000+</a:t>
                      </a:r>
                      <a:endParaRPr lang="en-IN" sz="2400" b="1">
                        <a:solidFill>
                          <a:srgbClr val="002753"/>
                        </a:solidFill>
                        <a:latin typeface="Aptos" panose="020B0004020202020204" pitchFamily="34" charset="0"/>
                      </a:endParaRPr>
                    </a:p>
                  </a:txBody>
                  <a:tcPr>
                    <a:lnB w="28575" cap="flat" cmpd="sng" algn="ctr">
                      <a:solidFill>
                        <a:srgbClr val="002753"/>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2400" b="1">
                        <a:solidFill>
                          <a:srgbClr val="002753"/>
                        </a:solidFill>
                        <a:latin typeface="Aptos" panose="020B0004020202020204" pitchFamily="34" charset="0"/>
                      </a:endParaRPr>
                    </a:p>
                  </a:txBody>
                  <a:tcPr>
                    <a:noFill/>
                  </a:tcPr>
                </a:tc>
                <a:tc>
                  <a:txBody>
                    <a:bodyPr/>
                    <a:lstStyle/>
                    <a:p>
                      <a:pPr algn="ctr"/>
                      <a:r>
                        <a:rPr lang="en-US" sz="2400">
                          <a:solidFill>
                            <a:srgbClr val="002753"/>
                          </a:solidFill>
                          <a:latin typeface="Aptos" panose="020B0004020202020204" pitchFamily="34" charset="0"/>
                        </a:rPr>
                        <a:t>8+</a:t>
                      </a:r>
                      <a:endParaRPr lang="en-IN" sz="2400">
                        <a:solidFill>
                          <a:srgbClr val="002753"/>
                        </a:solidFill>
                        <a:latin typeface="Aptos" panose="020B0004020202020204" pitchFamily="34" charset="0"/>
                      </a:endParaRPr>
                    </a:p>
                  </a:txBody>
                  <a:tcPr>
                    <a:lnB w="28575" cap="flat" cmpd="sng" algn="ctr">
                      <a:solidFill>
                        <a:srgbClr val="002753"/>
                      </a:solidFill>
                      <a:prstDash val="solid"/>
                      <a:round/>
                      <a:headEnd type="none" w="med" len="med"/>
                      <a:tailEnd type="none" w="med" len="med"/>
                    </a:lnB>
                    <a:noFill/>
                  </a:tcPr>
                </a:tc>
                <a:tc>
                  <a:txBody>
                    <a:bodyPr/>
                    <a:lstStyle/>
                    <a:p>
                      <a:pPr algn="ctr"/>
                      <a:endParaRPr lang="en-IN" sz="2400">
                        <a:solidFill>
                          <a:srgbClr val="002753"/>
                        </a:solidFill>
                        <a:latin typeface="Aptos" panose="020B0004020202020204" pitchFamily="34" charset="0"/>
                      </a:endParaRPr>
                    </a:p>
                  </a:txBody>
                  <a:tcPr>
                    <a:noFill/>
                  </a:tcPr>
                </a:tc>
                <a:tc>
                  <a:txBody>
                    <a:bodyPr/>
                    <a:lstStyle/>
                    <a:p>
                      <a:pPr algn="ctr"/>
                      <a:r>
                        <a:rPr lang="en-US" sz="2400">
                          <a:solidFill>
                            <a:srgbClr val="002753"/>
                          </a:solidFill>
                          <a:latin typeface="Aptos" panose="020B0004020202020204" pitchFamily="34" charset="0"/>
                        </a:rPr>
                        <a:t>15+</a:t>
                      </a:r>
                      <a:endParaRPr lang="en-IN" sz="2400">
                        <a:solidFill>
                          <a:srgbClr val="002753"/>
                        </a:solidFill>
                        <a:latin typeface="Aptos" panose="020B0004020202020204" pitchFamily="34" charset="0"/>
                      </a:endParaRPr>
                    </a:p>
                  </a:txBody>
                  <a:tcPr>
                    <a:lnB w="28575" cap="flat" cmpd="sng" algn="ctr">
                      <a:solidFill>
                        <a:srgbClr val="002753"/>
                      </a:solidFill>
                      <a:prstDash val="solid"/>
                      <a:round/>
                      <a:headEnd type="none" w="med" len="med"/>
                      <a:tailEnd type="none" w="med" len="med"/>
                    </a:lnB>
                    <a:noFill/>
                  </a:tcPr>
                </a:tc>
                <a:tc>
                  <a:txBody>
                    <a:bodyPr/>
                    <a:lstStyle/>
                    <a:p>
                      <a:pPr algn="ctr"/>
                      <a:endParaRPr lang="en-IN" sz="2400">
                        <a:solidFill>
                          <a:srgbClr val="002753"/>
                        </a:solidFill>
                        <a:latin typeface="Aptos" panose="020B0004020202020204" pitchFamily="34" charset="0"/>
                      </a:endParaRPr>
                    </a:p>
                  </a:txBody>
                  <a:tcPr>
                    <a:noFill/>
                  </a:tcPr>
                </a:tc>
                <a:tc>
                  <a:txBody>
                    <a:bodyPr/>
                    <a:lstStyle/>
                    <a:p>
                      <a:pPr algn="ctr"/>
                      <a:r>
                        <a:rPr lang="en-IN" sz="2400">
                          <a:solidFill>
                            <a:srgbClr val="002753"/>
                          </a:solidFill>
                          <a:latin typeface="Aptos" panose="020B0004020202020204" pitchFamily="34" charset="0"/>
                        </a:rPr>
                        <a:t>₹ 1,700+ Cr.</a:t>
                      </a:r>
                    </a:p>
                  </a:txBody>
                  <a:tcPr>
                    <a:lnB w="28575" cap="flat" cmpd="sng" algn="ctr">
                      <a:solidFill>
                        <a:srgbClr val="002753"/>
                      </a:solidFill>
                      <a:prstDash val="solid"/>
                      <a:round/>
                      <a:headEnd type="none" w="med" len="med"/>
                      <a:tailEnd type="none" w="med" len="med"/>
                    </a:lnB>
                    <a:noFill/>
                  </a:tcPr>
                </a:tc>
                <a:extLst>
                  <a:ext uri="{0D108BD9-81ED-4DB2-BD59-A6C34878D82A}">
                    <a16:rowId xmlns:a16="http://schemas.microsoft.com/office/drawing/2014/main" val="200785157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latin typeface="Aptos" panose="020B0004020202020204" pitchFamily="34" charset="0"/>
                        </a:rPr>
                        <a:t>Villages across 41 districts for land governance</a:t>
                      </a:r>
                      <a:endParaRPr lang="en-IN" sz="1600">
                        <a:latin typeface="Aptos" panose="020B0004020202020204" pitchFamily="34" charset="0"/>
                      </a:endParaRPr>
                    </a:p>
                  </a:txBody>
                  <a:tcPr marL="0" marR="0">
                    <a:lnT w="28575" cap="flat" cmpd="sng" algn="ctr">
                      <a:solidFill>
                        <a:srgbClr val="002753"/>
                      </a:solidFill>
                      <a:prstDash val="solid"/>
                      <a:round/>
                      <a:headEnd type="none" w="med" len="med"/>
                      <a:tailEnd type="none" w="med" len="med"/>
                    </a:lnT>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600">
                        <a:latin typeface="Aptos" panose="020B0004020202020204" pitchFamily="34" charset="0"/>
                      </a:endParaRPr>
                    </a:p>
                  </a:txBody>
                  <a:tcPr>
                    <a:noFill/>
                  </a:tcPr>
                </a:tc>
                <a:tc>
                  <a:txBody>
                    <a:bodyPr/>
                    <a:lstStyle/>
                    <a:p>
                      <a:pPr algn="ctr"/>
                      <a:r>
                        <a:rPr lang="en-US" sz="1600">
                          <a:latin typeface="Aptos" panose="020B0004020202020204" pitchFamily="34" charset="0"/>
                        </a:rPr>
                        <a:t>Services provided to 8+ crore citizens in the State</a:t>
                      </a:r>
                      <a:endParaRPr lang="en-IN" sz="1600">
                        <a:latin typeface="Aptos" panose="020B0004020202020204" pitchFamily="34" charset="0"/>
                      </a:endParaRPr>
                    </a:p>
                  </a:txBody>
                  <a:tcPr>
                    <a:lnT w="28575" cap="flat" cmpd="sng" algn="ctr">
                      <a:solidFill>
                        <a:srgbClr val="002753"/>
                      </a:solidFill>
                      <a:prstDash val="solid"/>
                      <a:round/>
                      <a:headEnd type="none" w="med" len="med"/>
                      <a:tailEnd type="none" w="med" len="med"/>
                    </a:lnT>
                    <a:solidFill>
                      <a:schemeClr val="accent5">
                        <a:lumMod val="20000"/>
                        <a:lumOff val="80000"/>
                      </a:schemeClr>
                    </a:solidFill>
                  </a:tcPr>
                </a:tc>
                <a:tc>
                  <a:txBody>
                    <a:bodyPr/>
                    <a:lstStyle/>
                    <a:p>
                      <a:pPr algn="ctr"/>
                      <a:endParaRPr lang="en-IN" sz="1600">
                        <a:latin typeface="Aptos" panose="020B0004020202020204" pitchFamily="34" charset="0"/>
                      </a:endParaRPr>
                    </a:p>
                  </a:txBody>
                  <a:tcPr>
                    <a:noFill/>
                  </a:tcPr>
                </a:tc>
                <a:tc>
                  <a:txBody>
                    <a:bodyPr/>
                    <a:lstStyle/>
                    <a:p>
                      <a:pPr algn="ctr"/>
                      <a:r>
                        <a:rPr lang="en-US" sz="1600">
                          <a:latin typeface="Aptos" panose="020B0004020202020204" pitchFamily="34" charset="0"/>
                        </a:rPr>
                        <a:t>Acts administered along with relevant rules, policies etc. </a:t>
                      </a:r>
                      <a:endParaRPr lang="en-IN" sz="1600">
                        <a:latin typeface="Aptos" panose="020B0004020202020204" pitchFamily="34" charset="0"/>
                      </a:endParaRPr>
                    </a:p>
                  </a:txBody>
                  <a:tcPr>
                    <a:lnT w="28575" cap="flat" cmpd="sng" algn="ctr">
                      <a:solidFill>
                        <a:srgbClr val="002753"/>
                      </a:solidFill>
                      <a:prstDash val="solid"/>
                      <a:round/>
                      <a:headEnd type="none" w="med" len="med"/>
                      <a:tailEnd type="none" w="med" len="med"/>
                    </a:lnT>
                    <a:solidFill>
                      <a:schemeClr val="accent5">
                        <a:lumMod val="20000"/>
                        <a:lumOff val="80000"/>
                      </a:schemeClr>
                    </a:solidFill>
                  </a:tcPr>
                </a:tc>
                <a:tc>
                  <a:txBody>
                    <a:bodyPr/>
                    <a:lstStyle/>
                    <a:p>
                      <a:pPr algn="ctr"/>
                      <a:endParaRPr lang="en-IN" sz="1600">
                        <a:latin typeface="Aptos" panose="020B0004020202020204" pitchFamily="34" charset="0"/>
                      </a:endParaRPr>
                    </a:p>
                  </a:txBody>
                  <a:tcPr>
                    <a:noFill/>
                  </a:tcPr>
                </a:tc>
                <a:tc>
                  <a:txBody>
                    <a:bodyPr/>
                    <a:lstStyle/>
                    <a:p>
                      <a:pPr algn="ctr"/>
                      <a:r>
                        <a:rPr lang="en-US" sz="1600">
                          <a:latin typeface="Aptos" panose="020B0004020202020204" pitchFamily="34" charset="0"/>
                        </a:rPr>
                        <a:t>Land revenue collected in 2025-26 (RE)</a:t>
                      </a:r>
                      <a:endParaRPr lang="en-IN" sz="1600">
                        <a:latin typeface="Aptos" panose="020B0004020202020204" pitchFamily="34" charset="0"/>
                      </a:endParaRPr>
                    </a:p>
                  </a:txBody>
                  <a:tcPr>
                    <a:lnT w="28575" cap="flat" cmpd="sng" algn="ctr">
                      <a:solidFill>
                        <a:srgbClr val="002753"/>
                      </a:solidFill>
                      <a:prstDash val="solid"/>
                      <a:round/>
                      <a:headEnd type="none" w="med" len="med"/>
                      <a:tailEnd type="none" w="med" len="med"/>
                    </a:lnT>
                    <a:solidFill>
                      <a:schemeClr val="accent5">
                        <a:lumMod val="20000"/>
                        <a:lumOff val="80000"/>
                      </a:schemeClr>
                    </a:solidFill>
                  </a:tcPr>
                </a:tc>
                <a:extLst>
                  <a:ext uri="{0D108BD9-81ED-4DB2-BD59-A6C34878D82A}">
                    <a16:rowId xmlns:a16="http://schemas.microsoft.com/office/drawing/2014/main" val="1049740233"/>
                  </a:ext>
                </a:extLst>
              </a:tr>
            </a:tbl>
          </a:graphicData>
        </a:graphic>
      </p:graphicFrame>
      <p:sp>
        <p:nvSpPr>
          <p:cNvPr id="5" name="Slide Number Placeholder 4">
            <a:extLst>
              <a:ext uri="{FF2B5EF4-FFF2-40B4-BE49-F238E27FC236}">
                <a16:creationId xmlns:a16="http://schemas.microsoft.com/office/drawing/2014/main" id="{7BAF1F92-2F05-AD0F-D24D-9DAA8492788E}"/>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9E7427F-21AC-4FC2-AC74-F5AF5A475796}" type="slidenum">
              <a:rPr kumimoji="0" lang="en-IN" sz="1000" b="0" i="0" u="none" strike="noStrike" kern="1200" cap="none" spc="0" normalizeH="0" baseline="0" noProof="0" smtClean="0">
                <a:ln>
                  <a:noFill/>
                </a:ln>
                <a:solidFill>
                  <a:prstClr val="black">
                    <a:tint val="75000"/>
                  </a:prstClr>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IN" sz="1000" b="0" i="0" u="none" strike="noStrike" kern="1200" cap="none" spc="0" normalizeH="0" baseline="0" noProof="0">
              <a:ln>
                <a:noFill/>
              </a:ln>
              <a:solidFill>
                <a:prstClr val="black">
                  <a:tint val="75000"/>
                </a:prstClr>
              </a:solidFill>
              <a:effectLst/>
              <a:uLnTx/>
              <a:uFillTx/>
              <a:latin typeface="Aptos" panose="020B0004020202020204" pitchFamily="34" charset="0"/>
              <a:ea typeface="+mn-ea"/>
              <a:cs typeface="+mn-cs"/>
            </a:endParaRPr>
          </a:p>
        </p:txBody>
      </p:sp>
      <p:sp>
        <p:nvSpPr>
          <p:cNvPr id="10" name="Text 3">
            <a:extLst>
              <a:ext uri="{FF2B5EF4-FFF2-40B4-BE49-F238E27FC236}">
                <a16:creationId xmlns:a16="http://schemas.microsoft.com/office/drawing/2014/main" id="{E08D9182-8EBC-CAB6-6EE4-03B4D48B7E54}"/>
              </a:ext>
            </a:extLst>
          </p:cNvPr>
          <p:cNvSpPr txBox="1"/>
          <p:nvPr/>
        </p:nvSpPr>
        <p:spPr>
          <a:xfrm>
            <a:off x="1396290" y="2248720"/>
            <a:ext cx="2880000" cy="274320"/>
          </a:xfrm>
          <a:prstGeom prst="rect">
            <a:avLst/>
          </a:prstGeom>
          <a:solidFill>
            <a:schemeClr val="bg1"/>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50" normalizeH="0" baseline="0" noProof="0">
                <a:ln>
                  <a:noFill/>
                </a:ln>
                <a:solidFill>
                  <a:prstClr val="black"/>
                </a:solidFill>
                <a:effectLst/>
                <a:uLnTx/>
                <a:uFillTx/>
                <a:latin typeface="Aptos" panose="020B0004020202020204" pitchFamily="34" charset="0"/>
                <a:ea typeface="Calibri" pitchFamily="34" charset="-122"/>
                <a:cs typeface="Calibri" pitchFamily="34" charset="-120"/>
              </a:rPr>
              <a:t>Institutional Structure</a:t>
            </a:r>
            <a:endParaRPr kumimoji="0" lang="en-US" sz="16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2" name="Shape 4">
            <a:extLst>
              <a:ext uri="{FF2B5EF4-FFF2-40B4-BE49-F238E27FC236}">
                <a16:creationId xmlns:a16="http://schemas.microsoft.com/office/drawing/2014/main" id="{2A0991AA-AA7D-A8FE-91FC-74FFCB731BEF}"/>
              </a:ext>
            </a:extLst>
          </p:cNvPr>
          <p:cNvSpPr/>
          <p:nvPr/>
        </p:nvSpPr>
        <p:spPr>
          <a:xfrm>
            <a:off x="501648" y="2860044"/>
            <a:ext cx="457200" cy="457200"/>
          </a:xfrm>
          <a:prstGeom prst="ellipse">
            <a:avLst/>
          </a:prstGeom>
          <a:solidFill>
            <a:srgbClr val="1B2A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14" name="Image 0" descr="/home/claude/land_pitch2/icons/landmark.png">
            <a:extLst>
              <a:ext uri="{FF2B5EF4-FFF2-40B4-BE49-F238E27FC236}">
                <a16:creationId xmlns:a16="http://schemas.microsoft.com/office/drawing/2014/main" id="{A33CB7A1-9942-B566-1D1C-B548E0144C58}"/>
              </a:ext>
            </a:extLst>
          </p:cNvPr>
          <p:cNvPicPr>
            <a:picLocks noChangeAspect="1"/>
          </p:cNvPicPr>
          <p:nvPr/>
        </p:nvPicPr>
        <p:blipFill>
          <a:blip r:embed="rId2"/>
          <a:stretch>
            <a:fillRect/>
          </a:stretch>
        </p:blipFill>
        <p:spPr>
          <a:xfrm>
            <a:off x="611376" y="2969772"/>
            <a:ext cx="237744" cy="237744"/>
          </a:xfrm>
          <a:prstGeom prst="rect">
            <a:avLst/>
          </a:prstGeom>
        </p:spPr>
      </p:pic>
      <p:sp>
        <p:nvSpPr>
          <p:cNvPr id="16" name="Text 5">
            <a:extLst>
              <a:ext uri="{FF2B5EF4-FFF2-40B4-BE49-F238E27FC236}">
                <a16:creationId xmlns:a16="http://schemas.microsoft.com/office/drawing/2014/main" id="{F0EBA4B6-7345-7E8E-FCFB-494079B0F1CC}"/>
              </a:ext>
            </a:extLst>
          </p:cNvPr>
          <p:cNvSpPr txBox="1"/>
          <p:nvPr/>
        </p:nvSpPr>
        <p:spPr>
          <a:xfrm>
            <a:off x="1082073" y="2480387"/>
            <a:ext cx="4248000" cy="89255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B2A4A"/>
                </a:solidFill>
                <a:effectLst/>
                <a:uLnTx/>
                <a:uFillTx/>
                <a:latin typeface="Aptos" panose="020B0004020202020204" pitchFamily="34" charset="0"/>
                <a:ea typeface="Calibri" pitchFamily="34" charset="-122"/>
                <a:cs typeface="Calibri" pitchFamily="34" charset="-120"/>
              </a:rPr>
              <a:t>Revenue Department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Nodal responsible for land administration, land records, revenue collection, settlement and land management across Rajasthan</a:t>
            </a:r>
          </a:p>
        </p:txBody>
      </p:sp>
      <p:sp>
        <p:nvSpPr>
          <p:cNvPr id="20" name="Shape 7">
            <a:extLst>
              <a:ext uri="{FF2B5EF4-FFF2-40B4-BE49-F238E27FC236}">
                <a16:creationId xmlns:a16="http://schemas.microsoft.com/office/drawing/2014/main" id="{C9510366-F93C-D431-71CB-FC1159F4A5DE}"/>
              </a:ext>
            </a:extLst>
          </p:cNvPr>
          <p:cNvSpPr/>
          <p:nvPr/>
        </p:nvSpPr>
        <p:spPr>
          <a:xfrm>
            <a:off x="501648" y="3572786"/>
            <a:ext cx="457200" cy="457200"/>
          </a:xfrm>
          <a:prstGeom prst="ellipse">
            <a:avLst/>
          </a:prstGeom>
          <a:solidFill>
            <a:srgbClr val="1B2A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22" name="Image 1" descr="/home/claude/land_pitch2/icons/building.png">
            <a:extLst>
              <a:ext uri="{FF2B5EF4-FFF2-40B4-BE49-F238E27FC236}">
                <a16:creationId xmlns:a16="http://schemas.microsoft.com/office/drawing/2014/main" id="{2ECD900A-786A-C5FB-0C84-B35EBD287087}"/>
              </a:ext>
            </a:extLst>
          </p:cNvPr>
          <p:cNvPicPr>
            <a:picLocks noChangeAspect="1"/>
          </p:cNvPicPr>
          <p:nvPr/>
        </p:nvPicPr>
        <p:blipFill>
          <a:blip r:embed="rId3"/>
          <a:stretch>
            <a:fillRect/>
          </a:stretch>
        </p:blipFill>
        <p:spPr>
          <a:xfrm>
            <a:off x="611376" y="3682514"/>
            <a:ext cx="237744" cy="237744"/>
          </a:xfrm>
          <a:prstGeom prst="rect">
            <a:avLst/>
          </a:prstGeom>
        </p:spPr>
      </p:pic>
      <p:sp>
        <p:nvSpPr>
          <p:cNvPr id="24" name="Text 8">
            <a:extLst>
              <a:ext uri="{FF2B5EF4-FFF2-40B4-BE49-F238E27FC236}">
                <a16:creationId xmlns:a16="http://schemas.microsoft.com/office/drawing/2014/main" id="{F264B9AD-68BD-6566-2EFF-452D50293F24}"/>
              </a:ext>
            </a:extLst>
          </p:cNvPr>
          <p:cNvSpPr txBox="1"/>
          <p:nvPr/>
        </p:nvSpPr>
        <p:spPr>
          <a:xfrm>
            <a:off x="1059208" y="3329379"/>
            <a:ext cx="4333096" cy="2400657"/>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B2A4A"/>
                </a:solidFill>
                <a:effectLst/>
                <a:uLnTx/>
                <a:uFillTx/>
                <a:latin typeface="Aptos" panose="020B0004020202020204" pitchFamily="34" charset="0"/>
                <a:ea typeface="Calibri" pitchFamily="34" charset="-122"/>
                <a:cs typeface="Calibri" pitchFamily="34" charset="-120"/>
              </a:rPr>
              <a:t>Departments/Agencies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Board of Revenue for Rajasthan</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 Ajmer: Apex authority for revenue adjudication and administrative oversight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Settlement Department</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 Conducts land surveys, settlement operations and record updates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Colonization Department</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 Administers land allotment and rehabilitation initiative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Revenue Research &amp; Training Institute (RRTI)</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 Ajmer: Builds capacity through training, research and revenue reforms</a:t>
            </a:r>
          </a:p>
        </p:txBody>
      </p:sp>
      <p:sp>
        <p:nvSpPr>
          <p:cNvPr id="28" name="Shape 10">
            <a:extLst>
              <a:ext uri="{FF2B5EF4-FFF2-40B4-BE49-F238E27FC236}">
                <a16:creationId xmlns:a16="http://schemas.microsoft.com/office/drawing/2014/main" id="{AA4D48B1-1533-2A18-685A-EB5800089EE4}"/>
              </a:ext>
            </a:extLst>
          </p:cNvPr>
          <p:cNvSpPr/>
          <p:nvPr/>
        </p:nvSpPr>
        <p:spPr>
          <a:xfrm>
            <a:off x="501648" y="5488777"/>
            <a:ext cx="457200" cy="457200"/>
          </a:xfrm>
          <a:prstGeom prst="ellipse">
            <a:avLst/>
          </a:prstGeom>
          <a:solidFill>
            <a:srgbClr val="1B2A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30" name="Image 2" descr="/home/claude/land_pitch2/icons/industry.png">
            <a:extLst>
              <a:ext uri="{FF2B5EF4-FFF2-40B4-BE49-F238E27FC236}">
                <a16:creationId xmlns:a16="http://schemas.microsoft.com/office/drawing/2014/main" id="{6A6594C7-F5C1-B165-E731-D92381569E49}"/>
              </a:ext>
            </a:extLst>
          </p:cNvPr>
          <p:cNvPicPr>
            <a:picLocks noChangeAspect="1"/>
          </p:cNvPicPr>
          <p:nvPr/>
        </p:nvPicPr>
        <p:blipFill>
          <a:blip r:embed="rId4"/>
          <a:stretch>
            <a:fillRect/>
          </a:stretch>
        </p:blipFill>
        <p:spPr>
          <a:xfrm>
            <a:off x="611376" y="5598505"/>
            <a:ext cx="237744" cy="237744"/>
          </a:xfrm>
          <a:prstGeom prst="rect">
            <a:avLst/>
          </a:prstGeom>
        </p:spPr>
      </p:pic>
      <p:sp>
        <p:nvSpPr>
          <p:cNvPr id="32" name="Text 11">
            <a:extLst>
              <a:ext uri="{FF2B5EF4-FFF2-40B4-BE49-F238E27FC236}">
                <a16:creationId xmlns:a16="http://schemas.microsoft.com/office/drawing/2014/main" id="{8FE13F3D-EFDA-1E61-A403-F37D7AEED582}"/>
              </a:ext>
            </a:extLst>
          </p:cNvPr>
          <p:cNvSpPr txBox="1"/>
          <p:nvPr/>
        </p:nvSpPr>
        <p:spPr>
          <a:xfrm>
            <a:off x="1082073" y="5651131"/>
            <a:ext cx="4248000" cy="86177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2A4A"/>
                </a:solidFill>
                <a:effectLst/>
                <a:uLnTx/>
                <a:uFillTx/>
                <a:latin typeface="Aptos" panose="020B0004020202020204" pitchFamily="34" charset="0"/>
                <a:ea typeface="Calibri" pitchFamily="34" charset="-122"/>
                <a:cs typeface="Calibri" pitchFamily="34" charset="-120"/>
              </a:rPr>
              <a:t>Field Offices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Divisional Commissioner » District Collector » Sub-Divisional Officer / Assistant Collector » Tehsildar / Naib Tehsildar » Inspector Land Records / Patwari</a:t>
            </a:r>
          </a:p>
        </p:txBody>
      </p:sp>
      <p:sp>
        <p:nvSpPr>
          <p:cNvPr id="35" name="Text 3">
            <a:extLst>
              <a:ext uri="{FF2B5EF4-FFF2-40B4-BE49-F238E27FC236}">
                <a16:creationId xmlns:a16="http://schemas.microsoft.com/office/drawing/2014/main" id="{7BCC1269-5A4C-81AD-D100-86BE7A02786E}"/>
              </a:ext>
            </a:extLst>
          </p:cNvPr>
          <p:cNvSpPr txBox="1"/>
          <p:nvPr/>
        </p:nvSpPr>
        <p:spPr>
          <a:xfrm>
            <a:off x="5977132" y="2445174"/>
            <a:ext cx="2160000" cy="274320"/>
          </a:xfrm>
          <a:prstGeom prst="rect">
            <a:avLst/>
          </a:prstGeom>
          <a:solidFill>
            <a:schemeClr val="bg1"/>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50" normalizeH="0" baseline="0" noProof="0">
                <a:ln>
                  <a:noFill/>
                </a:ln>
                <a:solidFill>
                  <a:prstClr val="black"/>
                </a:solidFill>
                <a:effectLst/>
                <a:uLnTx/>
                <a:uFillTx/>
                <a:latin typeface="Aptos" panose="020B0004020202020204" pitchFamily="34" charset="0"/>
                <a:ea typeface="Calibri" pitchFamily="34" charset="-122"/>
                <a:cs typeface="Calibri" pitchFamily="34" charset="-120"/>
              </a:rPr>
              <a:t>Digital Ecosystem</a:t>
            </a:r>
            <a:endParaRPr kumimoji="0" lang="en-US" sz="16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39" name="Picture 38" descr="ApnaKhata - Google Play पर ऐप्लिकेशन">
            <a:extLst>
              <a:ext uri="{FF2B5EF4-FFF2-40B4-BE49-F238E27FC236}">
                <a16:creationId xmlns:a16="http://schemas.microsoft.com/office/drawing/2014/main" id="{7DE98C97-E753-619C-73FC-2F099E4B8933}"/>
              </a:ext>
            </a:extLst>
          </p:cNvPr>
          <p:cNvPicPr>
            <a:picLocks noChangeAspect="1"/>
          </p:cNvPicPr>
          <p:nvPr/>
        </p:nvPicPr>
        <p:blipFill>
          <a:blip r:embed="rId5"/>
          <a:stretch>
            <a:fillRect/>
          </a:stretch>
        </p:blipFill>
        <p:spPr>
          <a:xfrm>
            <a:off x="5566807" y="2990235"/>
            <a:ext cx="748529" cy="748529"/>
          </a:xfrm>
          <a:prstGeom prst="rect">
            <a:avLst/>
          </a:prstGeom>
        </p:spPr>
      </p:pic>
      <p:sp>
        <p:nvSpPr>
          <p:cNvPr id="40" name="Text 5">
            <a:extLst>
              <a:ext uri="{FF2B5EF4-FFF2-40B4-BE49-F238E27FC236}">
                <a16:creationId xmlns:a16="http://schemas.microsoft.com/office/drawing/2014/main" id="{49B196DB-EB50-53D7-8705-247A5EFBA674}"/>
              </a:ext>
            </a:extLst>
          </p:cNvPr>
          <p:cNvSpPr txBox="1"/>
          <p:nvPr/>
        </p:nvSpPr>
        <p:spPr>
          <a:xfrm>
            <a:off x="6467661" y="2825890"/>
            <a:ext cx="2008519" cy="1077218"/>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753"/>
                </a:solidFill>
                <a:effectLst/>
                <a:uLnTx/>
                <a:uFillTx/>
                <a:latin typeface="Aptos" panose="020B0004020202020204" pitchFamily="34" charset="0"/>
                <a:ea typeface="+mn-ea"/>
                <a:cs typeface="+mn-cs"/>
              </a:rPr>
              <a:t>Apna </a:t>
            </a:r>
            <a:r>
              <a:rPr kumimoji="0" lang="en-US" sz="1400" b="1" i="0" u="none" strike="noStrike" kern="1200" cap="none" spc="0" normalizeH="0" baseline="0" noProof="0" err="1">
                <a:ln>
                  <a:noFill/>
                </a:ln>
                <a:solidFill>
                  <a:srgbClr val="002753"/>
                </a:solidFill>
                <a:effectLst/>
                <a:uLnTx/>
                <a:uFillTx/>
                <a:latin typeface="Aptos" panose="020B0004020202020204" pitchFamily="34" charset="0"/>
                <a:ea typeface="+mn-ea"/>
                <a:cs typeface="+mn-cs"/>
              </a:rPr>
              <a:t>Khata</a:t>
            </a:r>
            <a:r>
              <a:rPr kumimoji="0" lang="en-US" sz="1400" b="1" i="0" u="none" strike="noStrike" kern="1200" cap="none" spc="0" normalizeH="0" baseline="0" noProof="0">
                <a:ln>
                  <a:noFill/>
                </a:ln>
                <a:solidFill>
                  <a:srgbClr val="002753"/>
                </a:solidFill>
                <a:effectLst/>
                <a:uLnTx/>
                <a:uFillTx/>
                <a:latin typeface="Aptos" panose="020B0004020202020204" pitchFamily="34" charset="0"/>
                <a:ea typeface="+mn-ea"/>
                <a:cs typeface="+mn-cs"/>
              </a:rPr>
              <a:t>: </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Online land-record platform providing citizens access to </a:t>
            </a:r>
            <a:r>
              <a:rPr kumimoji="0" lang="en-US" sz="1400" b="0" i="0" u="none" strike="noStrike" kern="1200" cap="none" spc="0" normalizeH="0" baseline="0" noProof="0" err="1">
                <a:ln>
                  <a:noFill/>
                </a:ln>
                <a:solidFill>
                  <a:prstClr val="black"/>
                </a:solidFill>
                <a:effectLst/>
                <a:uLnTx/>
                <a:uFillTx/>
                <a:latin typeface="Aptos" panose="020B0004020202020204" pitchFamily="34" charset="0"/>
                <a:ea typeface="+mn-ea"/>
                <a:cs typeface="+mn-cs"/>
              </a:rPr>
              <a:t>Jamabandi</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 </a:t>
            </a:r>
            <a:r>
              <a:rPr kumimoji="0" lang="en-US" sz="1400" b="0" i="0" u="none" strike="noStrike" kern="1200" cap="none" spc="0" normalizeH="0" baseline="0" noProof="0" err="1">
                <a:ln>
                  <a:noFill/>
                </a:ln>
                <a:solidFill>
                  <a:prstClr val="black"/>
                </a:solidFill>
                <a:effectLst/>
                <a:uLnTx/>
                <a:uFillTx/>
                <a:latin typeface="Aptos" panose="020B0004020202020204" pitchFamily="34" charset="0"/>
                <a:ea typeface="+mn-ea"/>
                <a:cs typeface="+mn-cs"/>
              </a:rPr>
              <a:t>RoR</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 and land-related services</a:t>
            </a:r>
          </a:p>
        </p:txBody>
      </p:sp>
      <p:pic>
        <p:nvPicPr>
          <p:cNvPr id="41" name="Picture 40" descr="Bhu Naksha Rajasthan: View Land Maps of Rajasthan Online">
            <a:extLst>
              <a:ext uri="{FF2B5EF4-FFF2-40B4-BE49-F238E27FC236}">
                <a16:creationId xmlns:a16="http://schemas.microsoft.com/office/drawing/2014/main" id="{A617E536-2B2C-A403-BEF3-36C16EAA4BA2}"/>
              </a:ext>
            </a:extLst>
          </p:cNvPr>
          <p:cNvPicPr>
            <a:picLocks noChangeAspect="1"/>
          </p:cNvPicPr>
          <p:nvPr/>
        </p:nvPicPr>
        <p:blipFill>
          <a:blip r:embed="rId6"/>
          <a:srcRect l="32534" r="31511" b="12333"/>
          <a:stretch>
            <a:fillRect/>
          </a:stretch>
        </p:blipFill>
        <p:spPr>
          <a:xfrm>
            <a:off x="5593826" y="4009504"/>
            <a:ext cx="721510" cy="750887"/>
          </a:xfrm>
          <a:prstGeom prst="rect">
            <a:avLst/>
          </a:prstGeom>
        </p:spPr>
      </p:pic>
      <p:sp>
        <p:nvSpPr>
          <p:cNvPr id="42" name="Text 5">
            <a:extLst>
              <a:ext uri="{FF2B5EF4-FFF2-40B4-BE49-F238E27FC236}">
                <a16:creationId xmlns:a16="http://schemas.microsoft.com/office/drawing/2014/main" id="{DE6ECE40-8464-6B92-2C83-7291CEB7CC50}"/>
              </a:ext>
            </a:extLst>
          </p:cNvPr>
          <p:cNvSpPr txBox="1"/>
          <p:nvPr/>
        </p:nvSpPr>
        <p:spPr>
          <a:xfrm>
            <a:off x="6467423" y="3920809"/>
            <a:ext cx="2008519" cy="1077218"/>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err="1">
                <a:ln>
                  <a:noFill/>
                </a:ln>
                <a:solidFill>
                  <a:srgbClr val="002753"/>
                </a:solidFill>
                <a:effectLst/>
                <a:uLnTx/>
                <a:uFillTx/>
                <a:latin typeface="Aptos" panose="020B0004020202020204" pitchFamily="34" charset="0"/>
                <a:ea typeface="+mn-ea"/>
                <a:cs typeface="+mn-cs"/>
              </a:rPr>
              <a:t>BhuNaksha</a:t>
            </a:r>
            <a:r>
              <a:rPr kumimoji="0" lang="en-US" sz="1400" b="1" i="0" u="none" strike="noStrike" kern="1200" cap="none" spc="0" normalizeH="0" baseline="0" noProof="0">
                <a:ln>
                  <a:noFill/>
                </a:ln>
                <a:solidFill>
                  <a:srgbClr val="002753"/>
                </a:solidFill>
                <a:effectLst/>
                <a:uLnTx/>
                <a:uFillTx/>
                <a:latin typeface="Aptos" panose="020B0004020202020204" pitchFamily="34" charset="0"/>
                <a:ea typeface="+mn-ea"/>
                <a:cs typeface="+mn-cs"/>
              </a:rPr>
              <a:t>: </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Digital cadastral mapping platform providing parcel-level maps and spatial land information</a:t>
            </a:r>
          </a:p>
        </p:txBody>
      </p:sp>
      <p:sp>
        <p:nvSpPr>
          <p:cNvPr id="44" name="TextBox 43">
            <a:extLst>
              <a:ext uri="{FF2B5EF4-FFF2-40B4-BE49-F238E27FC236}">
                <a16:creationId xmlns:a16="http://schemas.microsoft.com/office/drawing/2014/main" id="{BE5F1437-37F0-E1C2-CA10-29093FBEA5E8}"/>
              </a:ext>
            </a:extLst>
          </p:cNvPr>
          <p:cNvSpPr txBox="1"/>
          <p:nvPr/>
        </p:nvSpPr>
        <p:spPr>
          <a:xfrm>
            <a:off x="5561743" y="5325264"/>
            <a:ext cx="6099901" cy="1077218"/>
          </a:xfrm>
          <a:prstGeom prst="rect">
            <a:avLst/>
          </a:prstGeom>
          <a:solidFill>
            <a:srgbClr val="92D050"/>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Aptos" panose="020B0004020202020204" pitchFamily="34" charset="0"/>
                <a:ea typeface="+mn-ea"/>
                <a:cs typeface="+mn-cs"/>
              </a:rPr>
              <a:t>Rajasthan has established significant digital and institutional foundations for its vast land administration - the opportunity now is to integrate these foundations, improve process efficiency and unlock the economic and revenue potential of land.</a:t>
            </a:r>
          </a:p>
        </p:txBody>
      </p:sp>
      <p:sp>
        <p:nvSpPr>
          <p:cNvPr id="48" name="Rectangle: Rounded Corners 47">
            <a:extLst>
              <a:ext uri="{FF2B5EF4-FFF2-40B4-BE49-F238E27FC236}">
                <a16:creationId xmlns:a16="http://schemas.microsoft.com/office/drawing/2014/main" id="{9D1529A6-E01E-8809-48E4-012FA7238795}"/>
              </a:ext>
            </a:extLst>
          </p:cNvPr>
          <p:cNvSpPr/>
          <p:nvPr/>
        </p:nvSpPr>
        <p:spPr bwMode="gray">
          <a:xfrm>
            <a:off x="8762926" y="2580160"/>
            <a:ext cx="2898718" cy="2526096"/>
          </a:xfrm>
          <a:prstGeom prst="roundRect">
            <a:avLst>
              <a:gd name="adj" fmla="val 1887"/>
            </a:avLst>
          </a:prstGeom>
          <a:solidFill>
            <a:schemeClr val="bg1">
              <a:alpha val="25000"/>
            </a:schemeClr>
          </a:solidFill>
          <a:ln w="6350">
            <a:solidFill>
              <a:srgbClr val="75787B"/>
            </a:solidFill>
            <a:prstDash val="dash"/>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Aptos (Body)"/>
              <a:ea typeface="+mn-ea"/>
              <a:cs typeface="+mn-cs"/>
            </a:endParaRPr>
          </a:p>
        </p:txBody>
      </p:sp>
      <p:sp>
        <p:nvSpPr>
          <p:cNvPr id="49" name="Text 3">
            <a:extLst>
              <a:ext uri="{FF2B5EF4-FFF2-40B4-BE49-F238E27FC236}">
                <a16:creationId xmlns:a16="http://schemas.microsoft.com/office/drawing/2014/main" id="{4A3F8AFE-8056-92DD-A235-8E32D4C62B14}"/>
              </a:ext>
            </a:extLst>
          </p:cNvPr>
          <p:cNvSpPr txBox="1"/>
          <p:nvPr/>
        </p:nvSpPr>
        <p:spPr>
          <a:xfrm>
            <a:off x="9132285" y="2445174"/>
            <a:ext cx="2160000" cy="274320"/>
          </a:xfrm>
          <a:prstGeom prst="rect">
            <a:avLst/>
          </a:prstGeom>
          <a:solidFill>
            <a:schemeClr val="bg1"/>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50" normalizeH="0" baseline="0" noProof="0">
                <a:ln>
                  <a:noFill/>
                </a:ln>
                <a:solidFill>
                  <a:prstClr val="black"/>
                </a:solidFill>
                <a:effectLst/>
                <a:uLnTx/>
                <a:uFillTx/>
                <a:latin typeface="Aptos" panose="020B0004020202020204" pitchFamily="34" charset="0"/>
                <a:ea typeface="Calibri" pitchFamily="34" charset="-122"/>
                <a:cs typeface="Calibri" pitchFamily="34" charset="-120"/>
              </a:rPr>
              <a:t>Mandate &amp; Functions</a:t>
            </a:r>
            <a:endParaRPr kumimoji="0" lang="en-US" sz="16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54" name="Graphic 4">
            <a:extLst>
              <a:ext uri="{FF2B5EF4-FFF2-40B4-BE49-F238E27FC236}">
                <a16:creationId xmlns:a16="http://schemas.microsoft.com/office/drawing/2014/main" id="{B9C5DE6D-681F-7431-C4ED-151EC8C608D0}"/>
              </a:ext>
            </a:extLst>
          </p:cNvPr>
          <p:cNvSpPr/>
          <p:nvPr/>
        </p:nvSpPr>
        <p:spPr>
          <a:xfrm>
            <a:off x="8894652" y="2915479"/>
            <a:ext cx="432000" cy="432000"/>
          </a:xfrm>
          <a:custGeom>
            <a:avLst/>
            <a:gdLst>
              <a:gd name="connsiteX0" fmla="*/ 278602 w 362309"/>
              <a:gd name="connsiteY0" fmla="*/ 284725 h 362610"/>
              <a:gd name="connsiteX1" fmla="*/ 273489 w 362309"/>
              <a:gd name="connsiteY1" fmla="*/ 287917 h 362610"/>
              <a:gd name="connsiteX2" fmla="*/ 88820 w 362309"/>
              <a:gd name="connsiteY2" fmla="*/ 287917 h 362610"/>
              <a:gd name="connsiteX3" fmla="*/ 82430 w 362309"/>
              <a:gd name="connsiteY3" fmla="*/ 281533 h 362610"/>
              <a:gd name="connsiteX4" fmla="*/ 83069 w 362309"/>
              <a:gd name="connsiteY4" fmla="*/ 278341 h 362610"/>
              <a:gd name="connsiteX5" fmla="*/ 98405 w 362309"/>
              <a:gd name="connsiteY5" fmla="*/ 247698 h 362610"/>
              <a:gd name="connsiteX6" fmla="*/ 104156 w 362309"/>
              <a:gd name="connsiteY6" fmla="*/ 244506 h 362610"/>
              <a:gd name="connsiteX7" fmla="*/ 258154 w 362309"/>
              <a:gd name="connsiteY7" fmla="*/ 244506 h 362610"/>
              <a:gd name="connsiteX8" fmla="*/ 263905 w 362309"/>
              <a:gd name="connsiteY8" fmla="*/ 247698 h 362610"/>
              <a:gd name="connsiteX9" fmla="*/ 279879 w 362309"/>
              <a:gd name="connsiteY9" fmla="*/ 278341 h 362610"/>
              <a:gd name="connsiteX10" fmla="*/ 278602 w 362309"/>
              <a:gd name="connsiteY10" fmla="*/ 284725 h 362610"/>
              <a:gd name="connsiteX11" fmla="*/ 118214 w 362309"/>
              <a:gd name="connsiteY11" fmla="*/ 158323 h 362610"/>
              <a:gd name="connsiteX12" fmla="*/ 118214 w 362309"/>
              <a:gd name="connsiteY12" fmla="*/ 219609 h 362610"/>
              <a:gd name="connsiteX13" fmla="*/ 111824 w 362309"/>
              <a:gd name="connsiteY13" fmla="*/ 225993 h 362610"/>
              <a:gd name="connsiteX14" fmla="*/ 105434 w 362309"/>
              <a:gd name="connsiteY14" fmla="*/ 219609 h 362610"/>
              <a:gd name="connsiteX15" fmla="*/ 105434 w 362309"/>
              <a:gd name="connsiteY15" fmla="*/ 158323 h 362610"/>
              <a:gd name="connsiteX16" fmla="*/ 111824 w 362309"/>
              <a:gd name="connsiteY16" fmla="*/ 151939 h 362610"/>
              <a:gd name="connsiteX17" fmla="*/ 118214 w 362309"/>
              <a:gd name="connsiteY17" fmla="*/ 158323 h 362610"/>
              <a:gd name="connsiteX18" fmla="*/ 164221 w 362309"/>
              <a:gd name="connsiteY18" fmla="*/ 158323 h 362610"/>
              <a:gd name="connsiteX19" fmla="*/ 164221 w 362309"/>
              <a:gd name="connsiteY19" fmla="*/ 219609 h 362610"/>
              <a:gd name="connsiteX20" fmla="*/ 157832 w 362309"/>
              <a:gd name="connsiteY20" fmla="*/ 225993 h 362610"/>
              <a:gd name="connsiteX21" fmla="*/ 151442 w 362309"/>
              <a:gd name="connsiteY21" fmla="*/ 219609 h 362610"/>
              <a:gd name="connsiteX22" fmla="*/ 151442 w 362309"/>
              <a:gd name="connsiteY22" fmla="*/ 158323 h 362610"/>
              <a:gd name="connsiteX23" fmla="*/ 157832 w 362309"/>
              <a:gd name="connsiteY23" fmla="*/ 151939 h 362610"/>
              <a:gd name="connsiteX24" fmla="*/ 164221 w 362309"/>
              <a:gd name="connsiteY24" fmla="*/ 158323 h 362610"/>
              <a:gd name="connsiteX25" fmla="*/ 210868 w 362309"/>
              <a:gd name="connsiteY25" fmla="*/ 158323 h 362610"/>
              <a:gd name="connsiteX26" fmla="*/ 210868 w 362309"/>
              <a:gd name="connsiteY26" fmla="*/ 219609 h 362610"/>
              <a:gd name="connsiteX27" fmla="*/ 204478 w 362309"/>
              <a:gd name="connsiteY27" fmla="*/ 225993 h 362610"/>
              <a:gd name="connsiteX28" fmla="*/ 198088 w 362309"/>
              <a:gd name="connsiteY28" fmla="*/ 219609 h 362610"/>
              <a:gd name="connsiteX29" fmla="*/ 198088 w 362309"/>
              <a:gd name="connsiteY29" fmla="*/ 158323 h 362610"/>
              <a:gd name="connsiteX30" fmla="*/ 204478 w 362309"/>
              <a:gd name="connsiteY30" fmla="*/ 151939 h 362610"/>
              <a:gd name="connsiteX31" fmla="*/ 210868 w 362309"/>
              <a:gd name="connsiteY31" fmla="*/ 158323 h 362610"/>
              <a:gd name="connsiteX32" fmla="*/ 256876 w 362309"/>
              <a:gd name="connsiteY32" fmla="*/ 158323 h 362610"/>
              <a:gd name="connsiteX33" fmla="*/ 256876 w 362309"/>
              <a:gd name="connsiteY33" fmla="*/ 219609 h 362610"/>
              <a:gd name="connsiteX34" fmla="*/ 250486 w 362309"/>
              <a:gd name="connsiteY34" fmla="*/ 225993 h 362610"/>
              <a:gd name="connsiteX35" fmla="*/ 244096 w 362309"/>
              <a:gd name="connsiteY35" fmla="*/ 219609 h 362610"/>
              <a:gd name="connsiteX36" fmla="*/ 244096 w 362309"/>
              <a:gd name="connsiteY36" fmla="*/ 158323 h 362610"/>
              <a:gd name="connsiteX37" fmla="*/ 250486 w 362309"/>
              <a:gd name="connsiteY37" fmla="*/ 151939 h 362610"/>
              <a:gd name="connsiteX38" fmla="*/ 256876 w 362309"/>
              <a:gd name="connsiteY38" fmla="*/ 158323 h 362610"/>
              <a:gd name="connsiteX39" fmla="*/ 93293 w 362309"/>
              <a:gd name="connsiteY39" fmla="*/ 121934 h 362610"/>
              <a:gd name="connsiteX40" fmla="*/ 177640 w 362309"/>
              <a:gd name="connsiteY40" fmla="*/ 75969 h 362610"/>
              <a:gd name="connsiteX41" fmla="*/ 184030 w 362309"/>
              <a:gd name="connsiteY41" fmla="*/ 75969 h 362610"/>
              <a:gd name="connsiteX42" fmla="*/ 268377 w 362309"/>
              <a:gd name="connsiteY42" fmla="*/ 121934 h 362610"/>
              <a:gd name="connsiteX43" fmla="*/ 271572 w 362309"/>
              <a:gd name="connsiteY43" fmla="*/ 128956 h 362610"/>
              <a:gd name="connsiteX44" fmla="*/ 265182 w 362309"/>
              <a:gd name="connsiteY44" fmla="*/ 134064 h 362610"/>
              <a:gd name="connsiteX45" fmla="*/ 95849 w 362309"/>
              <a:gd name="connsiteY45" fmla="*/ 134064 h 362610"/>
              <a:gd name="connsiteX46" fmla="*/ 89459 w 362309"/>
              <a:gd name="connsiteY46" fmla="*/ 128956 h 362610"/>
              <a:gd name="connsiteX47" fmla="*/ 93293 w 362309"/>
              <a:gd name="connsiteY47" fmla="*/ 121934 h 362610"/>
              <a:gd name="connsiteX48" fmla="*/ 180835 w 362309"/>
              <a:gd name="connsiteY48" fmla="*/ 638 h 362610"/>
              <a:gd name="connsiteX49" fmla="*/ 0 w 362309"/>
              <a:gd name="connsiteY49" fmla="*/ 181944 h 362610"/>
              <a:gd name="connsiteX50" fmla="*/ 181474 w 362309"/>
              <a:gd name="connsiteY50" fmla="*/ 362610 h 362610"/>
              <a:gd name="connsiteX51" fmla="*/ 362310 w 362309"/>
              <a:gd name="connsiteY51" fmla="*/ 181305 h 362610"/>
              <a:gd name="connsiteX52" fmla="*/ 181474 w 362309"/>
              <a:gd name="connsiteY52" fmla="*/ 0 h 362610"/>
              <a:gd name="connsiteX53" fmla="*/ 180835 w 362309"/>
              <a:gd name="connsiteY53" fmla="*/ 638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2309" h="362610">
                <a:moveTo>
                  <a:pt x="278602" y="284725"/>
                </a:moveTo>
                <a:cubicBezTo>
                  <a:pt x="277323" y="286641"/>
                  <a:pt x="275407" y="287917"/>
                  <a:pt x="273489" y="287917"/>
                </a:cubicBezTo>
                <a:lnTo>
                  <a:pt x="88820" y="287917"/>
                </a:lnTo>
                <a:cubicBezTo>
                  <a:pt x="84986" y="287917"/>
                  <a:pt x="82430" y="285364"/>
                  <a:pt x="82430" y="281533"/>
                </a:cubicBezTo>
                <a:cubicBezTo>
                  <a:pt x="82430" y="280257"/>
                  <a:pt x="82430" y="279618"/>
                  <a:pt x="83069" y="278341"/>
                </a:cubicBezTo>
                <a:lnTo>
                  <a:pt x="98405" y="247698"/>
                </a:lnTo>
                <a:cubicBezTo>
                  <a:pt x="99683" y="245783"/>
                  <a:pt x="101600" y="244506"/>
                  <a:pt x="104156" y="244506"/>
                </a:cubicBezTo>
                <a:lnTo>
                  <a:pt x="258154" y="244506"/>
                </a:lnTo>
                <a:cubicBezTo>
                  <a:pt x="260710" y="244506"/>
                  <a:pt x="262626" y="245783"/>
                  <a:pt x="263905" y="247698"/>
                </a:cubicBezTo>
                <a:lnTo>
                  <a:pt x="279879" y="278341"/>
                </a:lnTo>
                <a:cubicBezTo>
                  <a:pt x="280518" y="280257"/>
                  <a:pt x="279879" y="282810"/>
                  <a:pt x="278602" y="284725"/>
                </a:cubicBezTo>
                <a:moveTo>
                  <a:pt x="118214" y="158323"/>
                </a:moveTo>
                <a:lnTo>
                  <a:pt x="118214" y="219609"/>
                </a:lnTo>
                <a:cubicBezTo>
                  <a:pt x="118214" y="223439"/>
                  <a:pt x="115658" y="225993"/>
                  <a:pt x="111824" y="225993"/>
                </a:cubicBezTo>
                <a:cubicBezTo>
                  <a:pt x="107990" y="225993"/>
                  <a:pt x="105434" y="223439"/>
                  <a:pt x="105434" y="219609"/>
                </a:cubicBezTo>
                <a:lnTo>
                  <a:pt x="105434" y="158323"/>
                </a:lnTo>
                <a:cubicBezTo>
                  <a:pt x="105434" y="154492"/>
                  <a:pt x="107990" y="151939"/>
                  <a:pt x="111824" y="151939"/>
                </a:cubicBezTo>
                <a:cubicBezTo>
                  <a:pt x="115658" y="151939"/>
                  <a:pt x="118214" y="155131"/>
                  <a:pt x="118214" y="158323"/>
                </a:cubicBezTo>
                <a:moveTo>
                  <a:pt x="164221" y="158323"/>
                </a:moveTo>
                <a:lnTo>
                  <a:pt x="164221" y="219609"/>
                </a:lnTo>
                <a:cubicBezTo>
                  <a:pt x="164221" y="223439"/>
                  <a:pt x="161666" y="225993"/>
                  <a:pt x="157832" y="225993"/>
                </a:cubicBezTo>
                <a:cubicBezTo>
                  <a:pt x="153998" y="225993"/>
                  <a:pt x="151442" y="223439"/>
                  <a:pt x="151442" y="219609"/>
                </a:cubicBezTo>
                <a:lnTo>
                  <a:pt x="151442" y="158323"/>
                </a:lnTo>
                <a:cubicBezTo>
                  <a:pt x="151442" y="154492"/>
                  <a:pt x="153998" y="151939"/>
                  <a:pt x="157832" y="151939"/>
                </a:cubicBezTo>
                <a:cubicBezTo>
                  <a:pt x="161666" y="151939"/>
                  <a:pt x="164221" y="155131"/>
                  <a:pt x="164221" y="158323"/>
                </a:cubicBezTo>
                <a:moveTo>
                  <a:pt x="210868" y="158323"/>
                </a:moveTo>
                <a:lnTo>
                  <a:pt x="210868" y="219609"/>
                </a:lnTo>
                <a:cubicBezTo>
                  <a:pt x="210868" y="223439"/>
                  <a:pt x="208312" y="225993"/>
                  <a:pt x="204478" y="225993"/>
                </a:cubicBezTo>
                <a:cubicBezTo>
                  <a:pt x="200644" y="225993"/>
                  <a:pt x="198088" y="223439"/>
                  <a:pt x="198088" y="219609"/>
                </a:cubicBezTo>
                <a:lnTo>
                  <a:pt x="198088" y="158323"/>
                </a:lnTo>
                <a:cubicBezTo>
                  <a:pt x="198088" y="154492"/>
                  <a:pt x="200644" y="151939"/>
                  <a:pt x="204478" y="151939"/>
                </a:cubicBezTo>
                <a:cubicBezTo>
                  <a:pt x="208312" y="151939"/>
                  <a:pt x="210868" y="155131"/>
                  <a:pt x="210868" y="158323"/>
                </a:cubicBezTo>
                <a:moveTo>
                  <a:pt x="256876" y="158323"/>
                </a:moveTo>
                <a:lnTo>
                  <a:pt x="256876" y="219609"/>
                </a:lnTo>
                <a:cubicBezTo>
                  <a:pt x="256876" y="223439"/>
                  <a:pt x="254320" y="225993"/>
                  <a:pt x="250486" y="225993"/>
                </a:cubicBezTo>
                <a:cubicBezTo>
                  <a:pt x="246652" y="225993"/>
                  <a:pt x="244096" y="223439"/>
                  <a:pt x="244096" y="219609"/>
                </a:cubicBezTo>
                <a:lnTo>
                  <a:pt x="244096" y="158323"/>
                </a:lnTo>
                <a:cubicBezTo>
                  <a:pt x="244096" y="154492"/>
                  <a:pt x="246652" y="151939"/>
                  <a:pt x="250486" y="151939"/>
                </a:cubicBezTo>
                <a:cubicBezTo>
                  <a:pt x="254320" y="151939"/>
                  <a:pt x="256876" y="155131"/>
                  <a:pt x="256876" y="158323"/>
                </a:cubicBezTo>
                <a:moveTo>
                  <a:pt x="93293" y="121934"/>
                </a:moveTo>
                <a:lnTo>
                  <a:pt x="177640" y="75969"/>
                </a:lnTo>
                <a:cubicBezTo>
                  <a:pt x="179557" y="74692"/>
                  <a:pt x="182113" y="74692"/>
                  <a:pt x="184030" y="75969"/>
                </a:cubicBezTo>
                <a:lnTo>
                  <a:pt x="268377" y="121934"/>
                </a:lnTo>
                <a:cubicBezTo>
                  <a:pt x="270934" y="123211"/>
                  <a:pt x="272211" y="126403"/>
                  <a:pt x="271572" y="128956"/>
                </a:cubicBezTo>
                <a:cubicBezTo>
                  <a:pt x="270934" y="132148"/>
                  <a:pt x="268377" y="134064"/>
                  <a:pt x="265182" y="134064"/>
                </a:cubicBezTo>
                <a:lnTo>
                  <a:pt x="95849" y="134064"/>
                </a:lnTo>
                <a:cubicBezTo>
                  <a:pt x="92654" y="134064"/>
                  <a:pt x="90098" y="132148"/>
                  <a:pt x="89459" y="128956"/>
                </a:cubicBezTo>
                <a:cubicBezTo>
                  <a:pt x="88820" y="126403"/>
                  <a:pt x="90098" y="123211"/>
                  <a:pt x="93293" y="121934"/>
                </a:cubicBezTo>
                <a:moveTo>
                  <a:pt x="180835" y="638"/>
                </a:moveTo>
                <a:cubicBezTo>
                  <a:pt x="80513" y="638"/>
                  <a:pt x="0" y="82353"/>
                  <a:pt x="0" y="181944"/>
                </a:cubicBezTo>
                <a:cubicBezTo>
                  <a:pt x="0" y="282172"/>
                  <a:pt x="81791" y="362610"/>
                  <a:pt x="181474" y="362610"/>
                </a:cubicBezTo>
                <a:cubicBezTo>
                  <a:pt x="281796" y="362610"/>
                  <a:pt x="362310" y="280895"/>
                  <a:pt x="362310" y="181305"/>
                </a:cubicBezTo>
                <a:cubicBezTo>
                  <a:pt x="362310" y="81076"/>
                  <a:pt x="281157" y="638"/>
                  <a:pt x="181474" y="0"/>
                </a:cubicBezTo>
                <a:cubicBezTo>
                  <a:pt x="181474" y="638"/>
                  <a:pt x="181474" y="638"/>
                  <a:pt x="180835" y="638"/>
                </a:cubicBezTo>
              </a:path>
            </a:pathLst>
          </a:custGeom>
          <a:solidFill>
            <a:srgbClr val="002753"/>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55" name="Graphic 4">
            <a:extLst>
              <a:ext uri="{FF2B5EF4-FFF2-40B4-BE49-F238E27FC236}">
                <a16:creationId xmlns:a16="http://schemas.microsoft.com/office/drawing/2014/main" id="{80676DD3-D118-05B7-CAA9-80DC22E128D6}"/>
              </a:ext>
            </a:extLst>
          </p:cNvPr>
          <p:cNvSpPr/>
          <p:nvPr/>
        </p:nvSpPr>
        <p:spPr>
          <a:xfrm>
            <a:off x="8894652" y="3668178"/>
            <a:ext cx="432000" cy="432000"/>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0 w 361670"/>
              <a:gd name="connsiteY3" fmla="*/ 180667 h 361333"/>
              <a:gd name="connsiteX4" fmla="*/ 180836 w 361670"/>
              <a:gd name="connsiteY4" fmla="*/ 0 h 361333"/>
              <a:gd name="connsiteX5" fmla="*/ 259431 w 361670"/>
              <a:gd name="connsiteY5" fmla="*/ 98313 h 361333"/>
              <a:gd name="connsiteX6" fmla="*/ 292021 w 361670"/>
              <a:gd name="connsiteY6" fmla="*/ 130872 h 361333"/>
              <a:gd name="connsiteX7" fmla="*/ 259431 w 361670"/>
              <a:gd name="connsiteY7" fmla="*/ 163430 h 361333"/>
              <a:gd name="connsiteX8" fmla="*/ 226843 w 361670"/>
              <a:gd name="connsiteY8" fmla="*/ 130872 h 361333"/>
              <a:gd name="connsiteX9" fmla="*/ 259431 w 361670"/>
              <a:gd name="connsiteY9" fmla="*/ 98313 h 361333"/>
              <a:gd name="connsiteX10" fmla="*/ 181474 w 361670"/>
              <a:gd name="connsiteY10" fmla="*/ 75970 h 361333"/>
              <a:gd name="connsiteX11" fmla="*/ 221092 w 361670"/>
              <a:gd name="connsiteY11" fmla="*/ 115550 h 361333"/>
              <a:gd name="connsiteX12" fmla="*/ 181474 w 361670"/>
              <a:gd name="connsiteY12" fmla="*/ 155131 h 361333"/>
              <a:gd name="connsiteX13" fmla="*/ 141857 w 361670"/>
              <a:gd name="connsiteY13" fmla="*/ 115550 h 361333"/>
              <a:gd name="connsiteX14" fmla="*/ 181474 w 361670"/>
              <a:gd name="connsiteY14" fmla="*/ 75970 h 361333"/>
              <a:gd name="connsiteX15" fmla="*/ 104156 w 361670"/>
              <a:gd name="connsiteY15" fmla="*/ 98313 h 361333"/>
              <a:gd name="connsiteX16" fmla="*/ 136745 w 361670"/>
              <a:gd name="connsiteY16" fmla="*/ 130872 h 361333"/>
              <a:gd name="connsiteX17" fmla="*/ 104156 w 361670"/>
              <a:gd name="connsiteY17" fmla="*/ 163430 h 361333"/>
              <a:gd name="connsiteX18" fmla="*/ 71568 w 361670"/>
              <a:gd name="connsiteY18" fmla="*/ 130872 h 361333"/>
              <a:gd name="connsiteX19" fmla="*/ 104156 w 361670"/>
              <a:gd name="connsiteY19" fmla="*/ 98313 h 361333"/>
              <a:gd name="connsiteX20" fmla="*/ 70289 w 361670"/>
              <a:gd name="connsiteY20" fmla="*/ 209395 h 361333"/>
              <a:gd name="connsiteX21" fmla="*/ 70289 w 361670"/>
              <a:gd name="connsiteY21" fmla="*/ 260467 h 361333"/>
              <a:gd name="connsiteX22" fmla="*/ 63899 w 361670"/>
              <a:gd name="connsiteY22" fmla="*/ 266851 h 361333"/>
              <a:gd name="connsiteX23" fmla="*/ 57509 w 361670"/>
              <a:gd name="connsiteY23" fmla="*/ 260467 h 361333"/>
              <a:gd name="connsiteX24" fmla="*/ 57509 w 361670"/>
              <a:gd name="connsiteY24" fmla="*/ 209395 h 361333"/>
              <a:gd name="connsiteX25" fmla="*/ 115019 w 361670"/>
              <a:gd name="connsiteY25" fmla="*/ 172368 h 361333"/>
              <a:gd name="connsiteX26" fmla="*/ 120131 w 361670"/>
              <a:gd name="connsiteY26" fmla="*/ 172368 h 361333"/>
              <a:gd name="connsiteX27" fmla="*/ 126521 w 361670"/>
              <a:gd name="connsiteY27" fmla="*/ 178752 h 361333"/>
              <a:gd name="connsiteX28" fmla="*/ 120131 w 361670"/>
              <a:gd name="connsiteY28" fmla="*/ 185135 h 361333"/>
              <a:gd name="connsiteX29" fmla="*/ 115019 w 361670"/>
              <a:gd name="connsiteY29" fmla="*/ 185135 h 361333"/>
              <a:gd name="connsiteX30" fmla="*/ 70289 w 361670"/>
              <a:gd name="connsiteY30" fmla="*/ 209395 h 361333"/>
              <a:gd name="connsiteX31" fmla="*/ 244096 w 361670"/>
              <a:gd name="connsiteY31" fmla="*/ 265574 h 361333"/>
              <a:gd name="connsiteX32" fmla="*/ 237706 w 361670"/>
              <a:gd name="connsiteY32" fmla="*/ 271958 h 361333"/>
              <a:gd name="connsiteX33" fmla="*/ 231316 w 361670"/>
              <a:gd name="connsiteY33" fmla="*/ 265574 h 361333"/>
              <a:gd name="connsiteX34" fmla="*/ 231316 w 361670"/>
              <a:gd name="connsiteY34" fmla="*/ 199180 h 361333"/>
              <a:gd name="connsiteX35" fmla="*/ 181474 w 361670"/>
              <a:gd name="connsiteY35" fmla="*/ 174921 h 361333"/>
              <a:gd name="connsiteX36" fmla="*/ 131633 w 361670"/>
              <a:gd name="connsiteY36" fmla="*/ 199180 h 361333"/>
              <a:gd name="connsiteX37" fmla="*/ 131633 w 361670"/>
              <a:gd name="connsiteY37" fmla="*/ 265574 h 361333"/>
              <a:gd name="connsiteX38" fmla="*/ 125243 w 361670"/>
              <a:gd name="connsiteY38" fmla="*/ 271958 h 361333"/>
              <a:gd name="connsiteX39" fmla="*/ 118853 w 361670"/>
              <a:gd name="connsiteY39" fmla="*/ 265574 h 361333"/>
              <a:gd name="connsiteX40" fmla="*/ 118853 w 361670"/>
              <a:gd name="connsiteY40" fmla="*/ 199180 h 361333"/>
              <a:gd name="connsiteX41" fmla="*/ 181474 w 361670"/>
              <a:gd name="connsiteY41" fmla="*/ 162153 h 361333"/>
              <a:gd name="connsiteX42" fmla="*/ 244096 w 361670"/>
              <a:gd name="connsiteY42" fmla="*/ 199180 h 361333"/>
              <a:gd name="connsiteX43" fmla="*/ 244096 w 361670"/>
              <a:gd name="connsiteY43" fmla="*/ 265574 h 361333"/>
              <a:gd name="connsiteX44" fmla="*/ 305439 w 361670"/>
              <a:gd name="connsiteY44" fmla="*/ 260467 h 361333"/>
              <a:gd name="connsiteX45" fmla="*/ 299049 w 361670"/>
              <a:gd name="connsiteY45" fmla="*/ 266851 h 361333"/>
              <a:gd name="connsiteX46" fmla="*/ 292659 w 361670"/>
              <a:gd name="connsiteY46" fmla="*/ 260467 h 361333"/>
              <a:gd name="connsiteX47" fmla="*/ 292659 w 361670"/>
              <a:gd name="connsiteY47" fmla="*/ 209395 h 361333"/>
              <a:gd name="connsiteX48" fmla="*/ 247930 w 361670"/>
              <a:gd name="connsiteY48" fmla="*/ 185135 h 361333"/>
              <a:gd name="connsiteX49" fmla="*/ 242818 w 361670"/>
              <a:gd name="connsiteY49" fmla="*/ 185135 h 361333"/>
              <a:gd name="connsiteX50" fmla="*/ 236428 w 361670"/>
              <a:gd name="connsiteY50" fmla="*/ 178752 h 361333"/>
              <a:gd name="connsiteX51" fmla="*/ 242818 w 361670"/>
              <a:gd name="connsiteY51" fmla="*/ 172368 h 361333"/>
              <a:gd name="connsiteX52" fmla="*/ 247930 w 361670"/>
              <a:gd name="connsiteY52" fmla="*/ 172368 h 361333"/>
              <a:gd name="connsiteX53" fmla="*/ 305439 w 361670"/>
              <a:gd name="connsiteY53" fmla="*/ 209395 h 361333"/>
              <a:gd name="connsiteX54" fmla="*/ 305439 w 361670"/>
              <a:gd name="connsiteY54" fmla="*/ 260467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61670" h="361333">
                <a:moveTo>
                  <a:pt x="180836" y="0"/>
                </a:moveTo>
                <a:cubicBezTo>
                  <a:pt x="80513" y="0"/>
                  <a:pt x="0" y="81077"/>
                  <a:pt x="0" y="180667"/>
                </a:cubicBezTo>
                <a:cubicBezTo>
                  <a:pt x="0" y="280257"/>
                  <a:pt x="81153" y="361333"/>
                  <a:pt x="180836" y="361333"/>
                </a:cubicBezTo>
                <a:cubicBezTo>
                  <a:pt x="280518" y="361333"/>
                  <a:pt x="361670" y="280257"/>
                  <a:pt x="361670" y="180667"/>
                </a:cubicBezTo>
                <a:cubicBezTo>
                  <a:pt x="361670" y="81077"/>
                  <a:pt x="281157" y="0"/>
                  <a:pt x="180836" y="0"/>
                </a:cubicBezTo>
                <a:close/>
                <a:moveTo>
                  <a:pt x="259431" y="98313"/>
                </a:moveTo>
                <a:cubicBezTo>
                  <a:pt x="277323" y="98313"/>
                  <a:pt x="292021" y="112997"/>
                  <a:pt x="292021" y="130872"/>
                </a:cubicBezTo>
                <a:cubicBezTo>
                  <a:pt x="292021" y="148747"/>
                  <a:pt x="277323" y="163430"/>
                  <a:pt x="259431" y="163430"/>
                </a:cubicBezTo>
                <a:cubicBezTo>
                  <a:pt x="241540" y="163430"/>
                  <a:pt x="226843" y="148747"/>
                  <a:pt x="226843" y="130872"/>
                </a:cubicBezTo>
                <a:cubicBezTo>
                  <a:pt x="226204" y="112997"/>
                  <a:pt x="240901" y="98313"/>
                  <a:pt x="259431" y="98313"/>
                </a:cubicBezTo>
                <a:close/>
                <a:moveTo>
                  <a:pt x="181474" y="75970"/>
                </a:moveTo>
                <a:cubicBezTo>
                  <a:pt x="203200" y="75970"/>
                  <a:pt x="221092" y="93845"/>
                  <a:pt x="221092" y="115550"/>
                </a:cubicBezTo>
                <a:cubicBezTo>
                  <a:pt x="221092" y="137256"/>
                  <a:pt x="203200" y="155131"/>
                  <a:pt x="181474" y="155131"/>
                </a:cubicBezTo>
                <a:cubicBezTo>
                  <a:pt x="159748" y="155131"/>
                  <a:pt x="141857" y="137256"/>
                  <a:pt x="141857" y="115550"/>
                </a:cubicBezTo>
                <a:cubicBezTo>
                  <a:pt x="141857" y="93845"/>
                  <a:pt x="159748" y="75970"/>
                  <a:pt x="181474" y="75970"/>
                </a:cubicBezTo>
                <a:close/>
                <a:moveTo>
                  <a:pt x="104156" y="98313"/>
                </a:moveTo>
                <a:cubicBezTo>
                  <a:pt x="122048" y="98313"/>
                  <a:pt x="136745" y="112997"/>
                  <a:pt x="136745" y="130872"/>
                </a:cubicBezTo>
                <a:cubicBezTo>
                  <a:pt x="136745" y="148747"/>
                  <a:pt x="122048" y="163430"/>
                  <a:pt x="104156" y="163430"/>
                </a:cubicBezTo>
                <a:cubicBezTo>
                  <a:pt x="86264" y="163430"/>
                  <a:pt x="71568" y="148747"/>
                  <a:pt x="71568" y="130872"/>
                </a:cubicBezTo>
                <a:cubicBezTo>
                  <a:pt x="71568" y="112997"/>
                  <a:pt x="86264" y="98313"/>
                  <a:pt x="104156" y="98313"/>
                </a:cubicBezTo>
                <a:close/>
                <a:moveTo>
                  <a:pt x="70289" y="209395"/>
                </a:moveTo>
                <a:lnTo>
                  <a:pt x="70289" y="260467"/>
                </a:lnTo>
                <a:cubicBezTo>
                  <a:pt x="70289" y="264297"/>
                  <a:pt x="67733" y="266851"/>
                  <a:pt x="63899" y="266851"/>
                </a:cubicBezTo>
                <a:cubicBezTo>
                  <a:pt x="60066" y="266851"/>
                  <a:pt x="57509" y="264297"/>
                  <a:pt x="57509" y="260467"/>
                </a:cubicBezTo>
                <a:lnTo>
                  <a:pt x="57509" y="209395"/>
                </a:lnTo>
                <a:cubicBezTo>
                  <a:pt x="57509" y="187689"/>
                  <a:pt x="94571" y="172368"/>
                  <a:pt x="115019" y="172368"/>
                </a:cubicBezTo>
                <a:lnTo>
                  <a:pt x="120131" y="172368"/>
                </a:lnTo>
                <a:cubicBezTo>
                  <a:pt x="123965" y="172368"/>
                  <a:pt x="126521" y="174921"/>
                  <a:pt x="126521" y="178752"/>
                </a:cubicBezTo>
                <a:cubicBezTo>
                  <a:pt x="126521" y="182582"/>
                  <a:pt x="123965" y="185135"/>
                  <a:pt x="120131" y="185135"/>
                </a:cubicBezTo>
                <a:lnTo>
                  <a:pt x="115019" y="185135"/>
                </a:lnTo>
                <a:cubicBezTo>
                  <a:pt x="97766" y="185135"/>
                  <a:pt x="70289" y="198542"/>
                  <a:pt x="70289" y="209395"/>
                </a:cubicBezTo>
                <a:close/>
                <a:moveTo>
                  <a:pt x="244096" y="265574"/>
                </a:moveTo>
                <a:cubicBezTo>
                  <a:pt x="244096" y="269404"/>
                  <a:pt x="241540" y="271958"/>
                  <a:pt x="237706" y="271958"/>
                </a:cubicBezTo>
                <a:cubicBezTo>
                  <a:pt x="233872" y="271958"/>
                  <a:pt x="231316" y="269404"/>
                  <a:pt x="231316" y="265574"/>
                </a:cubicBezTo>
                <a:lnTo>
                  <a:pt x="231316" y="199180"/>
                </a:lnTo>
                <a:cubicBezTo>
                  <a:pt x="231316" y="187051"/>
                  <a:pt x="200005" y="174921"/>
                  <a:pt x="181474" y="174921"/>
                </a:cubicBezTo>
                <a:cubicBezTo>
                  <a:pt x="162943" y="174921"/>
                  <a:pt x="131633" y="187051"/>
                  <a:pt x="131633" y="199180"/>
                </a:cubicBezTo>
                <a:lnTo>
                  <a:pt x="131633" y="265574"/>
                </a:lnTo>
                <a:cubicBezTo>
                  <a:pt x="131633" y="269404"/>
                  <a:pt x="129077" y="271958"/>
                  <a:pt x="125243" y="271958"/>
                </a:cubicBezTo>
                <a:cubicBezTo>
                  <a:pt x="121409" y="271958"/>
                  <a:pt x="118853" y="269404"/>
                  <a:pt x="118853" y="265574"/>
                </a:cubicBezTo>
                <a:lnTo>
                  <a:pt x="118853" y="199180"/>
                </a:lnTo>
                <a:cubicBezTo>
                  <a:pt x="118853" y="176198"/>
                  <a:pt x="159110" y="162153"/>
                  <a:pt x="181474" y="162153"/>
                </a:cubicBezTo>
                <a:cubicBezTo>
                  <a:pt x="203839" y="162153"/>
                  <a:pt x="244096" y="176198"/>
                  <a:pt x="244096" y="199180"/>
                </a:cubicBezTo>
                <a:lnTo>
                  <a:pt x="244096" y="265574"/>
                </a:lnTo>
                <a:close/>
                <a:moveTo>
                  <a:pt x="305439" y="260467"/>
                </a:moveTo>
                <a:cubicBezTo>
                  <a:pt x="305439" y="264297"/>
                  <a:pt x="302883" y="266851"/>
                  <a:pt x="299049" y="266851"/>
                </a:cubicBezTo>
                <a:cubicBezTo>
                  <a:pt x="295216" y="266851"/>
                  <a:pt x="292659" y="264297"/>
                  <a:pt x="292659" y="260467"/>
                </a:cubicBezTo>
                <a:lnTo>
                  <a:pt x="292659" y="209395"/>
                </a:lnTo>
                <a:cubicBezTo>
                  <a:pt x="292659" y="198542"/>
                  <a:pt x="265182" y="185135"/>
                  <a:pt x="247930" y="185135"/>
                </a:cubicBezTo>
                <a:lnTo>
                  <a:pt x="242818" y="185135"/>
                </a:lnTo>
                <a:cubicBezTo>
                  <a:pt x="238984" y="185135"/>
                  <a:pt x="236428" y="182582"/>
                  <a:pt x="236428" y="178752"/>
                </a:cubicBezTo>
                <a:cubicBezTo>
                  <a:pt x="236428" y="174921"/>
                  <a:pt x="238984" y="172368"/>
                  <a:pt x="242818" y="172368"/>
                </a:cubicBezTo>
                <a:lnTo>
                  <a:pt x="247930" y="172368"/>
                </a:lnTo>
                <a:cubicBezTo>
                  <a:pt x="268377" y="172368"/>
                  <a:pt x="305439" y="187689"/>
                  <a:pt x="305439" y="209395"/>
                </a:cubicBezTo>
                <a:lnTo>
                  <a:pt x="305439" y="260467"/>
                </a:lnTo>
                <a:close/>
              </a:path>
            </a:pathLst>
          </a:custGeom>
          <a:solidFill>
            <a:srgbClr val="002753"/>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nvGrpSpPr>
          <p:cNvPr id="157" name="Graphic 4">
            <a:extLst>
              <a:ext uri="{FF2B5EF4-FFF2-40B4-BE49-F238E27FC236}">
                <a16:creationId xmlns:a16="http://schemas.microsoft.com/office/drawing/2014/main" id="{C7FCF85A-C59C-F9C1-1969-7E8812170BF9}"/>
              </a:ext>
            </a:extLst>
          </p:cNvPr>
          <p:cNvGrpSpPr/>
          <p:nvPr/>
        </p:nvGrpSpPr>
        <p:grpSpPr>
          <a:xfrm>
            <a:off x="8894652" y="4419171"/>
            <a:ext cx="432000" cy="432000"/>
            <a:chOff x="10324860" y="918179"/>
            <a:chExt cx="361674" cy="361333"/>
          </a:xfrm>
          <a:solidFill>
            <a:srgbClr val="002753"/>
          </a:solidFill>
        </p:grpSpPr>
        <p:sp>
          <p:nvSpPr>
            <p:cNvPr id="158" name="Graphic 4">
              <a:extLst>
                <a:ext uri="{FF2B5EF4-FFF2-40B4-BE49-F238E27FC236}">
                  <a16:creationId xmlns:a16="http://schemas.microsoft.com/office/drawing/2014/main" id="{645F5F36-45F9-2B36-9F45-7F63A3C5F863}"/>
                </a:ext>
              </a:extLst>
            </p:cNvPr>
            <p:cNvSpPr/>
            <p:nvPr/>
          </p:nvSpPr>
          <p:spPr>
            <a:xfrm>
              <a:off x="10437962" y="1059265"/>
              <a:ext cx="8307" cy="1276"/>
            </a:xfrm>
            <a:custGeom>
              <a:avLst/>
              <a:gdLst>
                <a:gd name="connsiteX0" fmla="*/ 8307 w 8307"/>
                <a:gd name="connsiteY0" fmla="*/ 1277 h 1276"/>
                <a:gd name="connsiteX1" fmla="*/ 8307 w 8307"/>
                <a:gd name="connsiteY1" fmla="*/ 0 h 1276"/>
                <a:gd name="connsiteX2" fmla="*/ 0 w 8307"/>
                <a:gd name="connsiteY2" fmla="*/ 1277 h 1276"/>
                <a:gd name="connsiteX3" fmla="*/ 8307 w 8307"/>
                <a:gd name="connsiteY3" fmla="*/ 1277 h 1276"/>
              </a:gdLst>
              <a:ahLst/>
              <a:cxnLst>
                <a:cxn ang="0">
                  <a:pos x="connsiteX0" y="connsiteY0"/>
                </a:cxn>
                <a:cxn ang="0">
                  <a:pos x="connsiteX1" y="connsiteY1"/>
                </a:cxn>
                <a:cxn ang="0">
                  <a:pos x="connsiteX2" y="connsiteY2"/>
                </a:cxn>
                <a:cxn ang="0">
                  <a:pos x="connsiteX3" y="connsiteY3"/>
                </a:cxn>
              </a:cxnLst>
              <a:rect l="l" t="t" r="r" b="b"/>
              <a:pathLst>
                <a:path w="8307" h="1276">
                  <a:moveTo>
                    <a:pt x="8307" y="1277"/>
                  </a:moveTo>
                  <a:cubicBezTo>
                    <a:pt x="8307" y="638"/>
                    <a:pt x="8307" y="638"/>
                    <a:pt x="8307" y="0"/>
                  </a:cubicBezTo>
                  <a:lnTo>
                    <a:pt x="0" y="1277"/>
                  </a:lnTo>
                  <a:lnTo>
                    <a:pt x="8307" y="127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59" name="Graphic 4">
              <a:extLst>
                <a:ext uri="{FF2B5EF4-FFF2-40B4-BE49-F238E27FC236}">
                  <a16:creationId xmlns:a16="http://schemas.microsoft.com/office/drawing/2014/main" id="{07A44123-FA21-40B7-738A-6D2EA4F38E5A}"/>
                </a:ext>
              </a:extLst>
            </p:cNvPr>
            <p:cNvSpPr/>
            <p:nvPr/>
          </p:nvSpPr>
          <p:spPr>
            <a:xfrm>
              <a:off x="10555537" y="1073948"/>
              <a:ext cx="14696" cy="14683"/>
            </a:xfrm>
            <a:custGeom>
              <a:avLst/>
              <a:gdLst>
                <a:gd name="connsiteX0" fmla="*/ 14696 w 14696"/>
                <a:gd name="connsiteY0" fmla="*/ 14683 h 14683"/>
                <a:gd name="connsiteX1" fmla="*/ 14696 w 14696"/>
                <a:gd name="connsiteY1" fmla="*/ 0 h 14683"/>
                <a:gd name="connsiteX2" fmla="*/ 0 w 14696"/>
                <a:gd name="connsiteY2" fmla="*/ 0 h 14683"/>
                <a:gd name="connsiteX3" fmla="*/ 14696 w 14696"/>
                <a:gd name="connsiteY3" fmla="*/ 14683 h 14683"/>
              </a:gdLst>
              <a:ahLst/>
              <a:cxnLst>
                <a:cxn ang="0">
                  <a:pos x="connsiteX0" y="connsiteY0"/>
                </a:cxn>
                <a:cxn ang="0">
                  <a:pos x="connsiteX1" y="connsiteY1"/>
                </a:cxn>
                <a:cxn ang="0">
                  <a:pos x="connsiteX2" y="connsiteY2"/>
                </a:cxn>
                <a:cxn ang="0">
                  <a:pos x="connsiteX3" y="connsiteY3"/>
                </a:cxn>
              </a:cxnLst>
              <a:rect l="l" t="t" r="r" b="b"/>
              <a:pathLst>
                <a:path w="14696" h="14683">
                  <a:moveTo>
                    <a:pt x="14696" y="14683"/>
                  </a:moveTo>
                  <a:lnTo>
                    <a:pt x="14696" y="0"/>
                  </a:lnTo>
                  <a:lnTo>
                    <a:pt x="0" y="0"/>
                  </a:lnTo>
                  <a:cubicBezTo>
                    <a:pt x="1917" y="7022"/>
                    <a:pt x="7668" y="12130"/>
                    <a:pt x="14696" y="14683"/>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60" name="Graphic 4">
              <a:extLst>
                <a:ext uri="{FF2B5EF4-FFF2-40B4-BE49-F238E27FC236}">
                  <a16:creationId xmlns:a16="http://schemas.microsoft.com/office/drawing/2014/main" id="{961A39EE-3DC5-796F-08C2-086A267FC92C}"/>
                </a:ext>
              </a:extLst>
            </p:cNvPr>
            <p:cNvSpPr/>
            <p:nvPr/>
          </p:nvSpPr>
          <p:spPr>
            <a:xfrm>
              <a:off x="10459049" y="1044582"/>
              <a:ext cx="110545" cy="15959"/>
            </a:xfrm>
            <a:custGeom>
              <a:avLst/>
              <a:gdLst>
                <a:gd name="connsiteX0" fmla="*/ 0 w 110545"/>
                <a:gd name="connsiteY0" fmla="*/ 15960 h 15959"/>
                <a:gd name="connsiteX1" fmla="*/ 110545 w 110545"/>
                <a:gd name="connsiteY1" fmla="*/ 15960 h 15959"/>
                <a:gd name="connsiteX2" fmla="*/ 99683 w 110545"/>
                <a:gd name="connsiteY2" fmla="*/ 0 h 15959"/>
                <a:gd name="connsiteX3" fmla="*/ 0 w 110545"/>
                <a:gd name="connsiteY3" fmla="*/ 12768 h 15959"/>
                <a:gd name="connsiteX4" fmla="*/ 0 w 110545"/>
                <a:gd name="connsiteY4" fmla="*/ 15960 h 15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545" h="15959">
                  <a:moveTo>
                    <a:pt x="0" y="15960"/>
                  </a:moveTo>
                  <a:lnTo>
                    <a:pt x="110545" y="15960"/>
                  </a:lnTo>
                  <a:cubicBezTo>
                    <a:pt x="105434" y="11491"/>
                    <a:pt x="101599" y="6384"/>
                    <a:pt x="99683" y="0"/>
                  </a:cubicBezTo>
                  <a:lnTo>
                    <a:pt x="0" y="12768"/>
                  </a:lnTo>
                  <a:cubicBezTo>
                    <a:pt x="0" y="14045"/>
                    <a:pt x="0" y="15322"/>
                    <a:pt x="0" y="1596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61" name="Graphic 4">
              <a:extLst>
                <a:ext uri="{FF2B5EF4-FFF2-40B4-BE49-F238E27FC236}">
                  <a16:creationId xmlns:a16="http://schemas.microsoft.com/office/drawing/2014/main" id="{A56CD4EC-8A62-17DC-B43F-13A03356FEF1}"/>
                </a:ext>
              </a:extLst>
            </p:cNvPr>
            <p:cNvSpPr/>
            <p:nvPr/>
          </p:nvSpPr>
          <p:spPr>
            <a:xfrm>
              <a:off x="10572150" y="1041390"/>
              <a:ext cx="16613" cy="14683"/>
            </a:xfrm>
            <a:custGeom>
              <a:avLst/>
              <a:gdLst>
                <a:gd name="connsiteX0" fmla="*/ 6390 w 16613"/>
                <a:gd name="connsiteY0" fmla="*/ 10214 h 14683"/>
                <a:gd name="connsiteX1" fmla="*/ 16614 w 16613"/>
                <a:gd name="connsiteY1" fmla="*/ 14683 h 14683"/>
                <a:gd name="connsiteX2" fmla="*/ 14697 w 16613"/>
                <a:gd name="connsiteY2" fmla="*/ 0 h 14683"/>
                <a:gd name="connsiteX3" fmla="*/ 0 w 16613"/>
                <a:gd name="connsiteY3" fmla="*/ 1915 h 14683"/>
                <a:gd name="connsiteX4" fmla="*/ 6390 w 16613"/>
                <a:gd name="connsiteY4" fmla="*/ 10214 h 14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13" h="14683">
                  <a:moveTo>
                    <a:pt x="6390" y="10214"/>
                  </a:moveTo>
                  <a:cubicBezTo>
                    <a:pt x="9585" y="12768"/>
                    <a:pt x="12780" y="14045"/>
                    <a:pt x="16614" y="14683"/>
                  </a:cubicBezTo>
                  <a:lnTo>
                    <a:pt x="14697" y="0"/>
                  </a:lnTo>
                  <a:lnTo>
                    <a:pt x="0" y="1915"/>
                  </a:lnTo>
                  <a:cubicBezTo>
                    <a:pt x="1278" y="5107"/>
                    <a:pt x="3195" y="8299"/>
                    <a:pt x="6390" y="1021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62" name="Graphic 4">
              <a:extLst>
                <a:ext uri="{FF2B5EF4-FFF2-40B4-BE49-F238E27FC236}">
                  <a16:creationId xmlns:a16="http://schemas.microsoft.com/office/drawing/2014/main" id="{4B04A11F-F45D-B164-C1AB-2F52BC756356}"/>
                </a:ext>
              </a:extLst>
            </p:cNvPr>
            <p:cNvSpPr/>
            <p:nvPr/>
          </p:nvSpPr>
          <p:spPr>
            <a:xfrm>
              <a:off x="10476301" y="1099484"/>
              <a:ext cx="31949" cy="31919"/>
            </a:xfrm>
            <a:custGeom>
              <a:avLst/>
              <a:gdLst>
                <a:gd name="connsiteX0" fmla="*/ 15975 w 31949"/>
                <a:gd name="connsiteY0" fmla="*/ 0 h 31919"/>
                <a:gd name="connsiteX1" fmla="*/ 0 w 31949"/>
                <a:gd name="connsiteY1" fmla="*/ 15960 h 31919"/>
                <a:gd name="connsiteX2" fmla="*/ 15975 w 31949"/>
                <a:gd name="connsiteY2" fmla="*/ 31920 h 31919"/>
                <a:gd name="connsiteX3" fmla="*/ 31950 w 31949"/>
                <a:gd name="connsiteY3" fmla="*/ 15960 h 31919"/>
                <a:gd name="connsiteX4" fmla="*/ 15975 w 31949"/>
                <a:gd name="connsiteY4" fmla="*/ 0 h 3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49" h="31919">
                  <a:moveTo>
                    <a:pt x="15975" y="0"/>
                  </a:moveTo>
                  <a:cubicBezTo>
                    <a:pt x="7029" y="0"/>
                    <a:pt x="0" y="7022"/>
                    <a:pt x="0" y="15960"/>
                  </a:cubicBezTo>
                  <a:cubicBezTo>
                    <a:pt x="0" y="24897"/>
                    <a:pt x="7029" y="31920"/>
                    <a:pt x="15975" y="31920"/>
                  </a:cubicBezTo>
                  <a:cubicBezTo>
                    <a:pt x="24921" y="31920"/>
                    <a:pt x="31950" y="24897"/>
                    <a:pt x="31950" y="15960"/>
                  </a:cubicBezTo>
                  <a:cubicBezTo>
                    <a:pt x="31950" y="7022"/>
                    <a:pt x="24282" y="0"/>
                    <a:pt x="15975"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63" name="Graphic 4">
              <a:extLst>
                <a:ext uri="{FF2B5EF4-FFF2-40B4-BE49-F238E27FC236}">
                  <a16:creationId xmlns:a16="http://schemas.microsoft.com/office/drawing/2014/main" id="{A6A77B02-0C72-9921-44EE-C69AE0711671}"/>
                </a:ext>
              </a:extLst>
            </p:cNvPr>
            <p:cNvSpPr/>
            <p:nvPr/>
          </p:nvSpPr>
          <p:spPr>
            <a:xfrm>
              <a:off x="10413680" y="1073310"/>
              <a:ext cx="156553" cy="83630"/>
            </a:xfrm>
            <a:custGeom>
              <a:avLst/>
              <a:gdLst>
                <a:gd name="connsiteX0" fmla="*/ 156553 w 156553"/>
                <a:gd name="connsiteY0" fmla="*/ 28089 h 83630"/>
                <a:gd name="connsiteX1" fmla="*/ 128438 w 156553"/>
                <a:gd name="connsiteY1" fmla="*/ 0 h 83630"/>
                <a:gd name="connsiteX2" fmla="*/ 28116 w 156553"/>
                <a:gd name="connsiteY2" fmla="*/ 0 h 83630"/>
                <a:gd name="connsiteX3" fmla="*/ 0 w 156553"/>
                <a:gd name="connsiteY3" fmla="*/ 28089 h 83630"/>
                <a:gd name="connsiteX4" fmla="*/ 0 w 156553"/>
                <a:gd name="connsiteY4" fmla="*/ 55541 h 83630"/>
                <a:gd name="connsiteX5" fmla="*/ 28116 w 156553"/>
                <a:gd name="connsiteY5" fmla="*/ 83630 h 83630"/>
                <a:gd name="connsiteX6" fmla="*/ 128438 w 156553"/>
                <a:gd name="connsiteY6" fmla="*/ 83630 h 83630"/>
                <a:gd name="connsiteX7" fmla="*/ 156553 w 156553"/>
                <a:gd name="connsiteY7" fmla="*/ 55541 h 83630"/>
                <a:gd name="connsiteX8" fmla="*/ 156553 w 156553"/>
                <a:gd name="connsiteY8" fmla="*/ 28089 h 83630"/>
                <a:gd name="connsiteX9" fmla="*/ 78597 w 156553"/>
                <a:gd name="connsiteY9" fmla="*/ 70862 h 83630"/>
                <a:gd name="connsiteX10" fmla="*/ 49842 w 156553"/>
                <a:gd name="connsiteY10" fmla="*/ 42134 h 83630"/>
                <a:gd name="connsiteX11" fmla="*/ 78597 w 156553"/>
                <a:gd name="connsiteY11" fmla="*/ 13406 h 83630"/>
                <a:gd name="connsiteX12" fmla="*/ 107351 w 156553"/>
                <a:gd name="connsiteY12" fmla="*/ 42134 h 83630"/>
                <a:gd name="connsiteX13" fmla="*/ 78597 w 156553"/>
                <a:gd name="connsiteY13" fmla="*/ 70862 h 8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553" h="83630">
                  <a:moveTo>
                    <a:pt x="156553" y="28089"/>
                  </a:moveTo>
                  <a:cubicBezTo>
                    <a:pt x="142496" y="25536"/>
                    <a:pt x="130994" y="14045"/>
                    <a:pt x="128438" y="0"/>
                  </a:cubicBezTo>
                  <a:lnTo>
                    <a:pt x="28116" y="0"/>
                  </a:lnTo>
                  <a:cubicBezTo>
                    <a:pt x="25560" y="14045"/>
                    <a:pt x="14058" y="25536"/>
                    <a:pt x="0" y="28089"/>
                  </a:cubicBezTo>
                  <a:lnTo>
                    <a:pt x="0" y="55541"/>
                  </a:lnTo>
                  <a:cubicBezTo>
                    <a:pt x="14058" y="58094"/>
                    <a:pt x="25560" y="69585"/>
                    <a:pt x="28116" y="83630"/>
                  </a:cubicBezTo>
                  <a:lnTo>
                    <a:pt x="128438" y="83630"/>
                  </a:lnTo>
                  <a:cubicBezTo>
                    <a:pt x="130994" y="69585"/>
                    <a:pt x="142496" y="58094"/>
                    <a:pt x="156553" y="55541"/>
                  </a:cubicBezTo>
                  <a:lnTo>
                    <a:pt x="156553" y="28089"/>
                  </a:lnTo>
                  <a:close/>
                  <a:moveTo>
                    <a:pt x="78597" y="70862"/>
                  </a:moveTo>
                  <a:cubicBezTo>
                    <a:pt x="62622" y="70862"/>
                    <a:pt x="49842" y="58094"/>
                    <a:pt x="49842" y="42134"/>
                  </a:cubicBezTo>
                  <a:cubicBezTo>
                    <a:pt x="49842" y="26174"/>
                    <a:pt x="62622" y="13406"/>
                    <a:pt x="78597" y="13406"/>
                  </a:cubicBezTo>
                  <a:cubicBezTo>
                    <a:pt x="94571" y="13406"/>
                    <a:pt x="107351" y="26174"/>
                    <a:pt x="107351" y="42134"/>
                  </a:cubicBezTo>
                  <a:cubicBezTo>
                    <a:pt x="107351" y="58094"/>
                    <a:pt x="93933" y="70862"/>
                    <a:pt x="78597" y="7086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64" name="Graphic 4">
              <a:extLst>
                <a:ext uri="{FF2B5EF4-FFF2-40B4-BE49-F238E27FC236}">
                  <a16:creationId xmlns:a16="http://schemas.microsoft.com/office/drawing/2014/main" id="{357C743D-F384-A515-647B-29878D0762DC}"/>
                </a:ext>
              </a:extLst>
            </p:cNvPr>
            <p:cNvSpPr/>
            <p:nvPr/>
          </p:nvSpPr>
          <p:spPr>
            <a:xfrm>
              <a:off x="10555537" y="1142895"/>
              <a:ext cx="14696" cy="14683"/>
            </a:xfrm>
            <a:custGeom>
              <a:avLst/>
              <a:gdLst>
                <a:gd name="connsiteX0" fmla="*/ 0 w 14696"/>
                <a:gd name="connsiteY0" fmla="*/ 14683 h 14683"/>
                <a:gd name="connsiteX1" fmla="*/ 14696 w 14696"/>
                <a:gd name="connsiteY1" fmla="*/ 14683 h 14683"/>
                <a:gd name="connsiteX2" fmla="*/ 14696 w 14696"/>
                <a:gd name="connsiteY2" fmla="*/ 0 h 14683"/>
                <a:gd name="connsiteX3" fmla="*/ 0 w 14696"/>
                <a:gd name="connsiteY3" fmla="*/ 14683 h 14683"/>
              </a:gdLst>
              <a:ahLst/>
              <a:cxnLst>
                <a:cxn ang="0">
                  <a:pos x="connsiteX0" y="connsiteY0"/>
                </a:cxn>
                <a:cxn ang="0">
                  <a:pos x="connsiteX1" y="connsiteY1"/>
                </a:cxn>
                <a:cxn ang="0">
                  <a:pos x="connsiteX2" y="connsiteY2"/>
                </a:cxn>
                <a:cxn ang="0">
                  <a:pos x="connsiteX3" y="connsiteY3"/>
                </a:cxn>
              </a:cxnLst>
              <a:rect l="l" t="t" r="r" b="b"/>
              <a:pathLst>
                <a:path w="14696" h="14683">
                  <a:moveTo>
                    <a:pt x="0" y="14683"/>
                  </a:moveTo>
                  <a:lnTo>
                    <a:pt x="14696" y="14683"/>
                  </a:lnTo>
                  <a:lnTo>
                    <a:pt x="14696" y="0"/>
                  </a:lnTo>
                  <a:cubicBezTo>
                    <a:pt x="7668" y="1915"/>
                    <a:pt x="1917" y="7022"/>
                    <a:pt x="0" y="14683"/>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65" name="Graphic 4">
              <a:extLst>
                <a:ext uri="{FF2B5EF4-FFF2-40B4-BE49-F238E27FC236}">
                  <a16:creationId xmlns:a16="http://schemas.microsoft.com/office/drawing/2014/main" id="{8E957CAE-F58A-F439-8BFE-115279F704E2}"/>
                </a:ext>
              </a:extLst>
            </p:cNvPr>
            <p:cNvSpPr/>
            <p:nvPr/>
          </p:nvSpPr>
          <p:spPr>
            <a:xfrm>
              <a:off x="10413680" y="1073310"/>
              <a:ext cx="14697" cy="14683"/>
            </a:xfrm>
            <a:custGeom>
              <a:avLst/>
              <a:gdLst>
                <a:gd name="connsiteX0" fmla="*/ 14697 w 14697"/>
                <a:gd name="connsiteY0" fmla="*/ 0 h 14683"/>
                <a:gd name="connsiteX1" fmla="*/ 0 w 14697"/>
                <a:gd name="connsiteY1" fmla="*/ 0 h 14683"/>
                <a:gd name="connsiteX2" fmla="*/ 0 w 14697"/>
                <a:gd name="connsiteY2" fmla="*/ 14683 h 14683"/>
                <a:gd name="connsiteX3" fmla="*/ 14697 w 14697"/>
                <a:gd name="connsiteY3" fmla="*/ 0 h 14683"/>
              </a:gdLst>
              <a:ahLst/>
              <a:cxnLst>
                <a:cxn ang="0">
                  <a:pos x="connsiteX0" y="connsiteY0"/>
                </a:cxn>
                <a:cxn ang="0">
                  <a:pos x="connsiteX1" y="connsiteY1"/>
                </a:cxn>
                <a:cxn ang="0">
                  <a:pos x="connsiteX2" y="connsiteY2"/>
                </a:cxn>
                <a:cxn ang="0">
                  <a:pos x="connsiteX3" y="connsiteY3"/>
                </a:cxn>
              </a:cxnLst>
              <a:rect l="l" t="t" r="r" b="b"/>
              <a:pathLst>
                <a:path w="14697" h="14683">
                  <a:moveTo>
                    <a:pt x="14697" y="0"/>
                  </a:moveTo>
                  <a:lnTo>
                    <a:pt x="0" y="0"/>
                  </a:lnTo>
                  <a:lnTo>
                    <a:pt x="0" y="14683"/>
                  </a:lnTo>
                  <a:cubicBezTo>
                    <a:pt x="7030" y="12768"/>
                    <a:pt x="12780" y="7661"/>
                    <a:pt x="14697"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66" name="Graphic 4">
              <a:extLst>
                <a:ext uri="{FF2B5EF4-FFF2-40B4-BE49-F238E27FC236}">
                  <a16:creationId xmlns:a16="http://schemas.microsoft.com/office/drawing/2014/main" id="{AAAE5509-7212-B115-C93B-0F1C52D270BD}"/>
                </a:ext>
              </a:extLst>
            </p:cNvPr>
            <p:cNvSpPr/>
            <p:nvPr/>
          </p:nvSpPr>
          <p:spPr>
            <a:xfrm>
              <a:off x="10583013" y="1068202"/>
              <a:ext cx="14697" cy="58094"/>
            </a:xfrm>
            <a:custGeom>
              <a:avLst/>
              <a:gdLst>
                <a:gd name="connsiteX0" fmla="*/ 0 w 14697"/>
                <a:gd name="connsiteY0" fmla="*/ 0 h 58094"/>
                <a:gd name="connsiteX1" fmla="*/ 0 w 14697"/>
                <a:gd name="connsiteY1" fmla="*/ 58094 h 58094"/>
                <a:gd name="connsiteX2" fmla="*/ 14697 w 14697"/>
                <a:gd name="connsiteY2" fmla="*/ 56179 h 58094"/>
                <a:gd name="connsiteX3" fmla="*/ 7668 w 14697"/>
                <a:gd name="connsiteY3" fmla="*/ 638 h 58094"/>
                <a:gd name="connsiteX4" fmla="*/ 0 w 14697"/>
                <a:gd name="connsiteY4" fmla="*/ 0 h 58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97" h="58094">
                  <a:moveTo>
                    <a:pt x="0" y="0"/>
                  </a:moveTo>
                  <a:lnTo>
                    <a:pt x="0" y="58094"/>
                  </a:lnTo>
                  <a:lnTo>
                    <a:pt x="14697" y="56179"/>
                  </a:lnTo>
                  <a:lnTo>
                    <a:pt x="7668" y="638"/>
                  </a:lnTo>
                  <a:cubicBezTo>
                    <a:pt x="5112" y="638"/>
                    <a:pt x="2556" y="638"/>
                    <a:pt x="0"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67" name="Graphic 4">
              <a:extLst>
                <a:ext uri="{FF2B5EF4-FFF2-40B4-BE49-F238E27FC236}">
                  <a16:creationId xmlns:a16="http://schemas.microsoft.com/office/drawing/2014/main" id="{6ECCB4FF-7006-DA71-9AE6-654877FB0CC5}"/>
                </a:ext>
              </a:extLst>
            </p:cNvPr>
            <p:cNvSpPr/>
            <p:nvPr/>
          </p:nvSpPr>
          <p:spPr>
            <a:xfrm>
              <a:off x="10324860" y="918179"/>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80518 w 361674"/>
                <a:gd name="connsiteY5" fmla="*/ 218332 h 361333"/>
                <a:gd name="connsiteX6" fmla="*/ 258153 w 361674"/>
                <a:gd name="connsiteY6" fmla="*/ 221524 h 361333"/>
                <a:gd name="connsiteX7" fmla="*/ 258153 w 361674"/>
                <a:gd name="connsiteY7" fmla="*/ 245783 h 361333"/>
                <a:gd name="connsiteX8" fmla="*/ 251763 w 361674"/>
                <a:gd name="connsiteY8" fmla="*/ 252167 h 361333"/>
                <a:gd name="connsiteX9" fmla="*/ 82430 w 361674"/>
                <a:gd name="connsiteY9" fmla="*/ 252167 h 361333"/>
                <a:gd name="connsiteX10" fmla="*/ 76040 w 361674"/>
                <a:gd name="connsiteY10" fmla="*/ 245783 h 361333"/>
                <a:gd name="connsiteX11" fmla="*/ 76040 w 361674"/>
                <a:gd name="connsiteY11" fmla="*/ 149385 h 361333"/>
                <a:gd name="connsiteX12" fmla="*/ 82430 w 361674"/>
                <a:gd name="connsiteY12" fmla="*/ 143001 h 361333"/>
                <a:gd name="connsiteX13" fmla="*/ 93293 w 361674"/>
                <a:gd name="connsiteY13" fmla="*/ 143001 h 361333"/>
                <a:gd name="connsiteX14" fmla="*/ 92654 w 361674"/>
                <a:gd name="connsiteY14" fmla="*/ 139171 h 361333"/>
                <a:gd name="connsiteX15" fmla="*/ 98404 w 361674"/>
                <a:gd name="connsiteY15" fmla="*/ 132148 h 361333"/>
                <a:gd name="connsiteX16" fmla="*/ 237705 w 361674"/>
                <a:gd name="connsiteY16" fmla="*/ 113635 h 361333"/>
                <a:gd name="connsiteX17" fmla="*/ 237705 w 361674"/>
                <a:gd name="connsiteY17" fmla="*/ 113635 h 361333"/>
                <a:gd name="connsiteX18" fmla="*/ 237705 w 361674"/>
                <a:gd name="connsiteY18" fmla="*/ 113635 h 361333"/>
                <a:gd name="connsiteX19" fmla="*/ 266460 w 361674"/>
                <a:gd name="connsiteY19" fmla="*/ 109804 h 361333"/>
                <a:gd name="connsiteX20" fmla="*/ 273489 w 361674"/>
                <a:gd name="connsiteY20" fmla="*/ 115550 h 361333"/>
                <a:gd name="connsiteX21" fmla="*/ 277323 w 361674"/>
                <a:gd name="connsiteY21" fmla="*/ 144278 h 361333"/>
                <a:gd name="connsiteX22" fmla="*/ 277323 w 361674"/>
                <a:gd name="connsiteY22" fmla="*/ 144278 h 361333"/>
                <a:gd name="connsiteX23" fmla="*/ 277323 w 361674"/>
                <a:gd name="connsiteY23" fmla="*/ 144278 h 361333"/>
                <a:gd name="connsiteX24" fmla="*/ 286269 w 361674"/>
                <a:gd name="connsiteY24" fmla="*/ 211310 h 361333"/>
                <a:gd name="connsiteX25" fmla="*/ 280518 w 361674"/>
                <a:gd name="connsiteY25" fmla="*/ 21833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1674"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2309" y="81077"/>
                    <a:pt x="281157" y="0"/>
                    <a:pt x="180835" y="0"/>
                  </a:cubicBezTo>
                  <a:close/>
                  <a:moveTo>
                    <a:pt x="280518" y="218332"/>
                  </a:moveTo>
                  <a:lnTo>
                    <a:pt x="258153" y="221524"/>
                  </a:lnTo>
                  <a:lnTo>
                    <a:pt x="258153" y="245783"/>
                  </a:lnTo>
                  <a:cubicBezTo>
                    <a:pt x="258153" y="249614"/>
                    <a:pt x="255597" y="252167"/>
                    <a:pt x="251763" y="252167"/>
                  </a:cubicBezTo>
                  <a:lnTo>
                    <a:pt x="82430" y="252167"/>
                  </a:lnTo>
                  <a:cubicBezTo>
                    <a:pt x="78596" y="252167"/>
                    <a:pt x="76040" y="249614"/>
                    <a:pt x="76040" y="245783"/>
                  </a:cubicBezTo>
                  <a:lnTo>
                    <a:pt x="76040" y="149385"/>
                  </a:lnTo>
                  <a:cubicBezTo>
                    <a:pt x="76040" y="145555"/>
                    <a:pt x="78596" y="143001"/>
                    <a:pt x="82430" y="143001"/>
                  </a:cubicBezTo>
                  <a:lnTo>
                    <a:pt x="93293" y="143001"/>
                  </a:lnTo>
                  <a:lnTo>
                    <a:pt x="92654" y="139171"/>
                  </a:lnTo>
                  <a:cubicBezTo>
                    <a:pt x="92014" y="135979"/>
                    <a:pt x="94571" y="132787"/>
                    <a:pt x="98404" y="132148"/>
                  </a:cubicBezTo>
                  <a:lnTo>
                    <a:pt x="237705" y="113635"/>
                  </a:lnTo>
                  <a:cubicBezTo>
                    <a:pt x="237705" y="113635"/>
                    <a:pt x="237705" y="113635"/>
                    <a:pt x="237705" y="113635"/>
                  </a:cubicBezTo>
                  <a:cubicBezTo>
                    <a:pt x="237705" y="113635"/>
                    <a:pt x="237705" y="113635"/>
                    <a:pt x="237705" y="113635"/>
                  </a:cubicBezTo>
                  <a:lnTo>
                    <a:pt x="266460" y="109804"/>
                  </a:lnTo>
                  <a:cubicBezTo>
                    <a:pt x="269655" y="109166"/>
                    <a:pt x="272850" y="111720"/>
                    <a:pt x="273489" y="115550"/>
                  </a:cubicBezTo>
                  <a:lnTo>
                    <a:pt x="277323" y="144278"/>
                  </a:lnTo>
                  <a:cubicBezTo>
                    <a:pt x="277323" y="144278"/>
                    <a:pt x="277323" y="144278"/>
                    <a:pt x="277323" y="144278"/>
                  </a:cubicBezTo>
                  <a:cubicBezTo>
                    <a:pt x="277323" y="144278"/>
                    <a:pt x="277323" y="144278"/>
                    <a:pt x="277323" y="144278"/>
                  </a:cubicBezTo>
                  <a:lnTo>
                    <a:pt x="286269" y="211310"/>
                  </a:lnTo>
                  <a:cubicBezTo>
                    <a:pt x="286269" y="214502"/>
                    <a:pt x="284352" y="217694"/>
                    <a:pt x="280518" y="21833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68" name="Graphic 4">
              <a:extLst>
                <a:ext uri="{FF2B5EF4-FFF2-40B4-BE49-F238E27FC236}">
                  <a16:creationId xmlns:a16="http://schemas.microsoft.com/office/drawing/2014/main" id="{3F832BB7-5D29-1513-3EAF-B4BC163E4E23}"/>
                </a:ext>
              </a:extLst>
            </p:cNvPr>
            <p:cNvSpPr/>
            <p:nvPr/>
          </p:nvSpPr>
          <p:spPr>
            <a:xfrm>
              <a:off x="10413680" y="1142257"/>
              <a:ext cx="14697" cy="14683"/>
            </a:xfrm>
            <a:custGeom>
              <a:avLst/>
              <a:gdLst>
                <a:gd name="connsiteX0" fmla="*/ 0 w 14697"/>
                <a:gd name="connsiteY0" fmla="*/ 0 h 14683"/>
                <a:gd name="connsiteX1" fmla="*/ 0 w 14697"/>
                <a:gd name="connsiteY1" fmla="*/ 14683 h 14683"/>
                <a:gd name="connsiteX2" fmla="*/ 14697 w 14697"/>
                <a:gd name="connsiteY2" fmla="*/ 14683 h 14683"/>
                <a:gd name="connsiteX3" fmla="*/ 0 w 14697"/>
                <a:gd name="connsiteY3" fmla="*/ 0 h 14683"/>
              </a:gdLst>
              <a:ahLst/>
              <a:cxnLst>
                <a:cxn ang="0">
                  <a:pos x="connsiteX0" y="connsiteY0"/>
                </a:cxn>
                <a:cxn ang="0">
                  <a:pos x="connsiteX1" y="connsiteY1"/>
                </a:cxn>
                <a:cxn ang="0">
                  <a:pos x="connsiteX2" y="connsiteY2"/>
                </a:cxn>
                <a:cxn ang="0">
                  <a:pos x="connsiteX3" y="connsiteY3"/>
                </a:cxn>
              </a:cxnLst>
              <a:rect l="l" t="t" r="r" b="b"/>
              <a:pathLst>
                <a:path w="14697" h="14683">
                  <a:moveTo>
                    <a:pt x="0" y="0"/>
                  </a:moveTo>
                  <a:lnTo>
                    <a:pt x="0" y="14683"/>
                  </a:lnTo>
                  <a:lnTo>
                    <a:pt x="14697" y="14683"/>
                  </a:lnTo>
                  <a:cubicBezTo>
                    <a:pt x="12780" y="7661"/>
                    <a:pt x="7030" y="2554"/>
                    <a:pt x="0"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grpSp>
      <p:sp>
        <p:nvSpPr>
          <p:cNvPr id="169" name="Text 5">
            <a:extLst>
              <a:ext uri="{FF2B5EF4-FFF2-40B4-BE49-F238E27FC236}">
                <a16:creationId xmlns:a16="http://schemas.microsoft.com/office/drawing/2014/main" id="{0A3B749C-4661-2123-CAC5-05DD525A26A4}"/>
              </a:ext>
            </a:extLst>
          </p:cNvPr>
          <p:cNvSpPr txBox="1"/>
          <p:nvPr/>
        </p:nvSpPr>
        <p:spPr>
          <a:xfrm>
            <a:off x="9396225" y="2733317"/>
            <a:ext cx="2160000" cy="86177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753"/>
                </a:solidFill>
                <a:effectLst/>
                <a:uLnTx/>
                <a:uFillTx/>
                <a:latin typeface="Aptos" panose="020B0004020202020204" pitchFamily="34" charset="0"/>
                <a:ea typeface="+mn-ea"/>
                <a:cs typeface="+mn-cs"/>
              </a:rPr>
              <a:t>Land administration: </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Land records, survey &amp; settlement, maps, govt. land etc.</a:t>
            </a:r>
          </a:p>
        </p:txBody>
      </p:sp>
      <p:sp>
        <p:nvSpPr>
          <p:cNvPr id="170" name="Text 5">
            <a:extLst>
              <a:ext uri="{FF2B5EF4-FFF2-40B4-BE49-F238E27FC236}">
                <a16:creationId xmlns:a16="http://schemas.microsoft.com/office/drawing/2014/main" id="{6A4991FC-0421-6A17-BE4A-28756F93DC58}"/>
              </a:ext>
            </a:extLst>
          </p:cNvPr>
          <p:cNvSpPr txBox="1"/>
          <p:nvPr/>
        </p:nvSpPr>
        <p:spPr>
          <a:xfrm>
            <a:off x="9396225" y="3597093"/>
            <a:ext cx="2160000" cy="646331"/>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753"/>
                </a:solidFill>
                <a:effectLst/>
                <a:uLnTx/>
                <a:uFillTx/>
                <a:latin typeface="Aptos" panose="020B0004020202020204" pitchFamily="34" charset="0"/>
                <a:ea typeface="+mn-ea"/>
                <a:cs typeface="+mn-cs"/>
              </a:rPr>
              <a:t>Service delivery: </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Mutation, partition, conversion, boundary demarcation etc.</a:t>
            </a:r>
          </a:p>
        </p:txBody>
      </p:sp>
      <p:sp>
        <p:nvSpPr>
          <p:cNvPr id="171" name="Text 5">
            <a:extLst>
              <a:ext uri="{FF2B5EF4-FFF2-40B4-BE49-F238E27FC236}">
                <a16:creationId xmlns:a16="http://schemas.microsoft.com/office/drawing/2014/main" id="{0D97A2A5-3A71-A0DE-9077-9A0B3D6EC26A}"/>
              </a:ext>
            </a:extLst>
          </p:cNvPr>
          <p:cNvSpPr txBox="1"/>
          <p:nvPr/>
        </p:nvSpPr>
        <p:spPr>
          <a:xfrm>
            <a:off x="9396225" y="4310097"/>
            <a:ext cx="2160000" cy="646331"/>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753"/>
                </a:solidFill>
                <a:effectLst/>
                <a:uLnTx/>
                <a:uFillTx/>
                <a:latin typeface="Aptos" panose="020B0004020202020204" pitchFamily="34" charset="0"/>
                <a:ea typeface="+mn-ea"/>
                <a:cs typeface="+mn-cs"/>
              </a:rPr>
              <a:t>Revenue collection: </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Lease revenue, land allotment, conversion premium etc.</a:t>
            </a:r>
          </a:p>
        </p:txBody>
      </p:sp>
    </p:spTree>
    <p:extLst>
      <p:ext uri="{BB962C8B-B14F-4D97-AF65-F5344CB8AC3E}">
        <p14:creationId xmlns:p14="http://schemas.microsoft.com/office/powerpoint/2010/main" val="159574400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CE404-397B-AB7A-9048-EEC9DEECCBF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1675F9B-2A60-233E-C992-BB58A2A9B7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4" name="Rectangle 3">
            <a:extLst>
              <a:ext uri="{FF2B5EF4-FFF2-40B4-BE49-F238E27FC236}">
                <a16:creationId xmlns:a16="http://schemas.microsoft.com/office/drawing/2014/main" id="{4E5BBFF2-7AF1-5989-8244-368D458582A2}"/>
              </a:ext>
            </a:extLst>
          </p:cNvPr>
          <p:cNvSpPr/>
          <p:nvPr/>
        </p:nvSpPr>
        <p:spPr>
          <a:xfrm>
            <a:off x="496956" y="487017"/>
            <a:ext cx="3796747" cy="1977887"/>
          </a:xfrm>
          <a:prstGeom prst="rect">
            <a:avLst/>
          </a:prstGeom>
          <a:gradFill>
            <a:gsLst>
              <a:gs pos="0">
                <a:sysClr val="window" lastClr="FFFFFF"/>
              </a:gs>
              <a:gs pos="91000">
                <a:srgbClr val="ABC2DE"/>
              </a:gs>
              <a:gs pos="0">
                <a:srgbClr val="D8DCE0"/>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200" b="1">
                <a:solidFill>
                  <a:srgbClr val="002753"/>
                </a:solidFill>
                <a:latin typeface="Aptos" panose="020B0004020202020204" pitchFamily="34" charset="0"/>
              </a:rPr>
              <a:t>2. Deloitte’s Point of View</a:t>
            </a:r>
            <a:endParaRPr lang="en-IN" sz="4200" b="1">
              <a:solidFill>
                <a:srgbClr val="002753"/>
              </a:solidFill>
              <a:latin typeface="Aptos" panose="020B0004020202020204" pitchFamily="34" charset="0"/>
            </a:endParaRPr>
          </a:p>
        </p:txBody>
      </p:sp>
    </p:spTree>
    <p:extLst>
      <p:ext uri="{BB962C8B-B14F-4D97-AF65-F5344CB8AC3E}">
        <p14:creationId xmlns:p14="http://schemas.microsoft.com/office/powerpoint/2010/main" val="1596016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9C586-005A-B57B-1A38-BA5FF9F75F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9BB701-1777-D372-68FC-A247AD429FA5}"/>
              </a:ext>
            </a:extLst>
          </p:cNvPr>
          <p:cNvSpPr>
            <a:spLocks noGrp="1"/>
          </p:cNvSpPr>
          <p:nvPr>
            <p:ph type="title"/>
          </p:nvPr>
        </p:nvSpPr>
        <p:spPr/>
        <p:txBody>
          <a:bodyPr/>
          <a:lstStyle/>
          <a:p>
            <a:r>
              <a:rPr lang="en-US"/>
              <a:t>Five Strategic Priorities for Trusted Land Governance</a:t>
            </a:r>
            <a:endParaRPr lang="en-IN"/>
          </a:p>
        </p:txBody>
      </p:sp>
      <p:sp>
        <p:nvSpPr>
          <p:cNvPr id="3" name="Text Placeholder 2">
            <a:extLst>
              <a:ext uri="{FF2B5EF4-FFF2-40B4-BE49-F238E27FC236}">
                <a16:creationId xmlns:a16="http://schemas.microsoft.com/office/drawing/2014/main" id="{6CD30750-22B4-6889-B8B3-FD63A3236E48}"/>
              </a:ext>
            </a:extLst>
          </p:cNvPr>
          <p:cNvSpPr>
            <a:spLocks noGrp="1"/>
          </p:cNvSpPr>
          <p:nvPr>
            <p:ph type="body" sz="quarter" idx="13"/>
          </p:nvPr>
        </p:nvSpPr>
        <p:spPr>
          <a:xfrm>
            <a:off x="501649" y="651601"/>
            <a:ext cx="11086447" cy="329720"/>
          </a:xfrm>
        </p:spPr>
        <p:txBody>
          <a:bodyPr/>
          <a:lstStyle/>
          <a:p>
            <a:r>
              <a:rPr lang="en-US"/>
              <a:t>Aligned with Viksit Bharat &amp; Viksit Rajasthan 2047 vision - Unlocking the economic potential of land</a:t>
            </a:r>
            <a:endParaRPr lang="en-IN"/>
          </a:p>
        </p:txBody>
      </p:sp>
      <p:sp>
        <p:nvSpPr>
          <p:cNvPr id="5" name="Slide Number Placeholder 4">
            <a:extLst>
              <a:ext uri="{FF2B5EF4-FFF2-40B4-BE49-F238E27FC236}">
                <a16:creationId xmlns:a16="http://schemas.microsoft.com/office/drawing/2014/main" id="{96AF4D5B-2353-65A5-9AAB-A10133B99959}"/>
              </a:ext>
            </a:extLst>
          </p:cNvPr>
          <p:cNvSpPr>
            <a:spLocks noGrp="1"/>
          </p:cNvSpPr>
          <p:nvPr>
            <p:ph type="sldNum" sz="quarter" idx="4"/>
          </p:nvPr>
        </p:nvSpPr>
        <p:spPr/>
        <p:txBody>
          <a:bodyPr/>
          <a:lstStyle/>
          <a:p>
            <a:fld id="{39E7427F-21AC-4FC2-AC74-F5AF5A475796}" type="slidenum">
              <a:rPr lang="en-IN" smtClean="0"/>
              <a:pPr/>
              <a:t>7</a:t>
            </a:fld>
            <a:endParaRPr lang="en-IN"/>
          </a:p>
        </p:txBody>
      </p:sp>
      <p:grpSp>
        <p:nvGrpSpPr>
          <p:cNvPr id="179" name="Group 178">
            <a:extLst>
              <a:ext uri="{FF2B5EF4-FFF2-40B4-BE49-F238E27FC236}">
                <a16:creationId xmlns:a16="http://schemas.microsoft.com/office/drawing/2014/main" id="{2D66C482-88F7-66FF-7408-E6B3A7076DA0}"/>
              </a:ext>
            </a:extLst>
          </p:cNvPr>
          <p:cNvGrpSpPr/>
          <p:nvPr/>
        </p:nvGrpSpPr>
        <p:grpSpPr>
          <a:xfrm>
            <a:off x="492322" y="1534402"/>
            <a:ext cx="3740217" cy="2385474"/>
            <a:chOff x="492322" y="1370283"/>
            <a:chExt cx="3861963" cy="2385474"/>
          </a:xfrm>
        </p:grpSpPr>
        <p:sp>
          <p:nvSpPr>
            <p:cNvPr id="75" name="Freeform: Shape 74">
              <a:extLst>
                <a:ext uri="{FF2B5EF4-FFF2-40B4-BE49-F238E27FC236}">
                  <a16:creationId xmlns:a16="http://schemas.microsoft.com/office/drawing/2014/main" id="{116D31FE-D6EA-9D45-75E8-F385FFFA6A3B}"/>
                </a:ext>
              </a:extLst>
            </p:cNvPr>
            <p:cNvSpPr/>
            <p:nvPr/>
          </p:nvSpPr>
          <p:spPr>
            <a:xfrm rot="16996800">
              <a:off x="1141903" y="3647371"/>
              <a:ext cx="108386" cy="108386"/>
            </a:xfrm>
            <a:custGeom>
              <a:avLst/>
              <a:gdLst>
                <a:gd name="connsiteX0" fmla="*/ 164199 w 164198"/>
                <a:gd name="connsiteY0" fmla="*/ 82099 h 164198"/>
                <a:gd name="connsiteX1" fmla="*/ 82099 w 164198"/>
                <a:gd name="connsiteY1" fmla="*/ 164199 h 164198"/>
                <a:gd name="connsiteX2" fmla="*/ 0 w 164198"/>
                <a:gd name="connsiteY2" fmla="*/ 82099 h 164198"/>
                <a:gd name="connsiteX3" fmla="*/ 82099 w 164198"/>
                <a:gd name="connsiteY3" fmla="*/ 0 h 164198"/>
                <a:gd name="connsiteX4" fmla="*/ 164199 w 164198"/>
                <a:gd name="connsiteY4" fmla="*/ 82099 h 16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98" h="164198">
                  <a:moveTo>
                    <a:pt x="164199" y="82099"/>
                  </a:moveTo>
                  <a:cubicBezTo>
                    <a:pt x="164199" y="127442"/>
                    <a:pt x="127442" y="164199"/>
                    <a:pt x="82099" y="164199"/>
                  </a:cubicBezTo>
                  <a:cubicBezTo>
                    <a:pt x="36757" y="164199"/>
                    <a:pt x="0" y="127441"/>
                    <a:pt x="0" y="82099"/>
                  </a:cubicBezTo>
                  <a:cubicBezTo>
                    <a:pt x="0" y="36757"/>
                    <a:pt x="36757" y="0"/>
                    <a:pt x="82099" y="0"/>
                  </a:cubicBezTo>
                  <a:cubicBezTo>
                    <a:pt x="127442" y="0"/>
                    <a:pt x="164199" y="36757"/>
                    <a:pt x="164199" y="82099"/>
                  </a:cubicBezTo>
                  <a:close/>
                </a:path>
              </a:pathLst>
            </a:custGeom>
            <a:solidFill>
              <a:sysClr val="windowText" lastClr="000000"/>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grpSp>
          <p:nvGrpSpPr>
            <p:cNvPr id="177" name="Group 176">
              <a:extLst>
                <a:ext uri="{FF2B5EF4-FFF2-40B4-BE49-F238E27FC236}">
                  <a16:creationId xmlns:a16="http://schemas.microsoft.com/office/drawing/2014/main" id="{FE694F56-FF30-11C7-07B9-77ABD2C8F047}"/>
                </a:ext>
              </a:extLst>
            </p:cNvPr>
            <p:cNvGrpSpPr/>
            <p:nvPr/>
          </p:nvGrpSpPr>
          <p:grpSpPr>
            <a:xfrm>
              <a:off x="492322" y="1370283"/>
              <a:ext cx="3861963" cy="2331281"/>
              <a:chOff x="492322" y="1370283"/>
              <a:chExt cx="3861963" cy="2331281"/>
            </a:xfrm>
          </p:grpSpPr>
          <p:sp>
            <p:nvSpPr>
              <p:cNvPr id="67" name="Rectangle: Rounded Corners 66">
                <a:extLst>
                  <a:ext uri="{FF2B5EF4-FFF2-40B4-BE49-F238E27FC236}">
                    <a16:creationId xmlns:a16="http://schemas.microsoft.com/office/drawing/2014/main" id="{7FBCADCD-8450-5AA9-51F8-5903A7E4E64C}"/>
                  </a:ext>
                </a:extLst>
              </p:cNvPr>
              <p:cNvSpPr/>
              <p:nvPr/>
            </p:nvSpPr>
            <p:spPr bwMode="gray">
              <a:xfrm>
                <a:off x="631265" y="1443545"/>
                <a:ext cx="3526240" cy="734642"/>
              </a:xfrm>
              <a:prstGeom prst="roundRect">
                <a:avLst>
                  <a:gd name="adj" fmla="val 50000"/>
                </a:avLst>
              </a:prstGeom>
              <a:noFill/>
              <a:ln w="19050" algn="ctr">
                <a:gradFill flip="none" rotWithShape="1">
                  <a:gsLst>
                    <a:gs pos="0">
                      <a:sysClr val="window" lastClr="FFFFFF">
                        <a:alpha val="0"/>
                      </a:sysClr>
                    </a:gs>
                    <a:gs pos="100000">
                      <a:sysClr val="windowText" lastClr="000000"/>
                    </a:gs>
                  </a:gsLst>
                  <a:lin ang="0" scaled="1"/>
                  <a:tileRect/>
                </a:gradFill>
                <a:miter lim="800000"/>
                <a:headEnd/>
                <a:tailEnd/>
              </a:ln>
              <a:extLst>
                <a:ext uri="{909E8E84-426E-40DD-AFC4-6F175D3DCCD1}">
                  <a14:hiddenFill xmlns:a14="http://schemas.microsoft.com/office/drawing/2010/main">
                    <a:solidFill>
                      <a:schemeClr val="accent3"/>
                    </a:solidFill>
                  </a14:hiddenFill>
                </a:ext>
              </a:extLst>
            </p:spPr>
            <p:txBody>
              <a:bodyPr wrap="square" lIns="45720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prstClr val="black"/>
                    </a:solidFill>
                    <a:latin typeface="Aptos" panose="020B0004020202020204" pitchFamily="34" charset="0"/>
                    <a:ea typeface="Calibri" pitchFamily="34" charset="-122"/>
                    <a:cs typeface="Calibri" pitchFamily="34" charset="-120"/>
                  </a:rPr>
                  <a:t>Parcel Centric Land Administration System</a:t>
                </a:r>
              </a:p>
            </p:txBody>
          </p:sp>
          <p:sp>
            <p:nvSpPr>
              <p:cNvPr id="74" name="Freeform: Shape 73">
                <a:extLst>
                  <a:ext uri="{FF2B5EF4-FFF2-40B4-BE49-F238E27FC236}">
                    <a16:creationId xmlns:a16="http://schemas.microsoft.com/office/drawing/2014/main" id="{811CC317-1EFC-24DD-6E64-2242CB1145AA}"/>
                  </a:ext>
                </a:extLst>
              </p:cNvPr>
              <p:cNvSpPr/>
              <p:nvPr/>
            </p:nvSpPr>
            <p:spPr>
              <a:xfrm>
                <a:off x="774500" y="2621564"/>
                <a:ext cx="2458926" cy="1080000"/>
              </a:xfrm>
              <a:custGeom>
                <a:avLst/>
                <a:gdLst>
                  <a:gd name="connsiteX0" fmla="*/ 4131851 w 4360541"/>
                  <a:gd name="connsiteY0" fmla="*/ 4276261 h 4276260"/>
                  <a:gd name="connsiteX1" fmla="*/ 683798 w 4360541"/>
                  <a:gd name="connsiteY1" fmla="*/ 4276261 h 4276260"/>
                  <a:gd name="connsiteX2" fmla="*/ 668008 w 4360541"/>
                  <a:gd name="connsiteY2" fmla="*/ 4260471 h 4276260"/>
                  <a:gd name="connsiteX3" fmla="*/ 683798 w 4360541"/>
                  <a:gd name="connsiteY3" fmla="*/ 4244682 h 4276260"/>
                  <a:gd name="connsiteX4" fmla="*/ 4131851 w 4360541"/>
                  <a:gd name="connsiteY4" fmla="*/ 4244682 h 4276260"/>
                  <a:gd name="connsiteX5" fmla="*/ 4271320 w 4360541"/>
                  <a:gd name="connsiteY5" fmla="*/ 4186888 h 4276260"/>
                  <a:gd name="connsiteX6" fmla="*/ 4328993 w 4360541"/>
                  <a:gd name="connsiteY6" fmla="*/ 4047388 h 4276260"/>
                  <a:gd name="connsiteX7" fmla="*/ 4131851 w 4360541"/>
                  <a:gd name="connsiteY7" fmla="*/ 3850429 h 4276260"/>
                  <a:gd name="connsiteX8" fmla="*/ 537904 w 4360541"/>
                  <a:gd name="connsiteY8" fmla="*/ 3850429 h 4276260"/>
                  <a:gd name="connsiteX9" fmla="*/ 533964 w 4360541"/>
                  <a:gd name="connsiteY9" fmla="*/ 3850429 h 4276260"/>
                  <a:gd name="connsiteX10" fmla="*/ 157804 w 4360541"/>
                  <a:gd name="connsiteY10" fmla="*/ 3695322 h 4276260"/>
                  <a:gd name="connsiteX11" fmla="*/ 0 w 4360541"/>
                  <a:gd name="connsiteY11" fmla="*/ 3316252 h 4276260"/>
                  <a:gd name="connsiteX12" fmla="*/ 0 w 4360541"/>
                  <a:gd name="connsiteY12" fmla="*/ 15790 h 4276260"/>
                  <a:gd name="connsiteX13" fmla="*/ 15790 w 4360541"/>
                  <a:gd name="connsiteY13" fmla="*/ 0 h 4276260"/>
                  <a:gd name="connsiteX14" fmla="*/ 31579 w 4360541"/>
                  <a:gd name="connsiteY14" fmla="*/ 15790 h 4276260"/>
                  <a:gd name="connsiteX15" fmla="*/ 31579 w 4360541"/>
                  <a:gd name="connsiteY15" fmla="*/ 3316252 h 4276260"/>
                  <a:gd name="connsiteX16" fmla="*/ 180079 w 4360541"/>
                  <a:gd name="connsiteY16" fmla="*/ 3672925 h 4276260"/>
                  <a:gd name="connsiteX17" fmla="*/ 534086 w 4360541"/>
                  <a:gd name="connsiteY17" fmla="*/ 3818850 h 4276260"/>
                  <a:gd name="connsiteX18" fmla="*/ 537783 w 4360541"/>
                  <a:gd name="connsiteY18" fmla="*/ 3818850 h 4276260"/>
                  <a:gd name="connsiteX19" fmla="*/ 4131851 w 4360541"/>
                  <a:gd name="connsiteY19" fmla="*/ 3818850 h 4276260"/>
                  <a:gd name="connsiteX20" fmla="*/ 4360542 w 4360541"/>
                  <a:gd name="connsiteY20" fmla="*/ 4047358 h 4276260"/>
                  <a:gd name="connsiteX21" fmla="*/ 4293626 w 4360541"/>
                  <a:gd name="connsiteY21" fmla="*/ 4209193 h 4276260"/>
                  <a:gd name="connsiteX22" fmla="*/ 4131821 w 4360541"/>
                  <a:gd name="connsiteY22" fmla="*/ 4276261 h 427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360541" h="4276260">
                    <a:moveTo>
                      <a:pt x="4131851" y="4276261"/>
                    </a:moveTo>
                    <a:lnTo>
                      <a:pt x="683798" y="4276261"/>
                    </a:lnTo>
                    <a:cubicBezTo>
                      <a:pt x="675070" y="4276261"/>
                      <a:pt x="668008" y="4269199"/>
                      <a:pt x="668008" y="4260471"/>
                    </a:cubicBezTo>
                    <a:cubicBezTo>
                      <a:pt x="668008" y="4251743"/>
                      <a:pt x="675070" y="4244682"/>
                      <a:pt x="683798" y="4244682"/>
                    </a:cubicBezTo>
                    <a:lnTo>
                      <a:pt x="4131851" y="4244682"/>
                    </a:lnTo>
                    <a:cubicBezTo>
                      <a:pt x="4184554" y="4244682"/>
                      <a:pt x="4234074" y="4224164"/>
                      <a:pt x="4271320" y="4186888"/>
                    </a:cubicBezTo>
                    <a:cubicBezTo>
                      <a:pt x="4308567" y="4149611"/>
                      <a:pt x="4329054" y="4100061"/>
                      <a:pt x="4328993" y="4047388"/>
                    </a:cubicBezTo>
                    <a:cubicBezTo>
                      <a:pt x="4328902" y="3938771"/>
                      <a:pt x="4240469" y="3850429"/>
                      <a:pt x="4131851" y="3850429"/>
                    </a:cubicBezTo>
                    <a:lnTo>
                      <a:pt x="537904" y="3850429"/>
                    </a:lnTo>
                    <a:cubicBezTo>
                      <a:pt x="536601" y="3850429"/>
                      <a:pt x="535267" y="3850429"/>
                      <a:pt x="533964" y="3850429"/>
                    </a:cubicBezTo>
                    <a:cubicBezTo>
                      <a:pt x="392131" y="3850429"/>
                      <a:pt x="258663" y="3795453"/>
                      <a:pt x="157804" y="3695322"/>
                    </a:cubicBezTo>
                    <a:cubicBezTo>
                      <a:pt x="56036" y="3594281"/>
                      <a:pt x="0" y="3459661"/>
                      <a:pt x="0" y="3316252"/>
                    </a:cubicBezTo>
                    <a:lnTo>
                      <a:pt x="0" y="15790"/>
                    </a:lnTo>
                    <a:cubicBezTo>
                      <a:pt x="0" y="7061"/>
                      <a:pt x="7061" y="0"/>
                      <a:pt x="15790" y="0"/>
                    </a:cubicBezTo>
                    <a:cubicBezTo>
                      <a:pt x="24518" y="0"/>
                      <a:pt x="31579" y="7061"/>
                      <a:pt x="31579" y="15790"/>
                    </a:cubicBezTo>
                    <a:lnTo>
                      <a:pt x="31579" y="3316252"/>
                    </a:lnTo>
                    <a:cubicBezTo>
                      <a:pt x="31579" y="3451206"/>
                      <a:pt x="84312" y="3577855"/>
                      <a:pt x="180079" y="3672925"/>
                    </a:cubicBezTo>
                    <a:cubicBezTo>
                      <a:pt x="274938" y="3767117"/>
                      <a:pt x="400557" y="3818850"/>
                      <a:pt x="534086" y="3818850"/>
                    </a:cubicBezTo>
                    <a:cubicBezTo>
                      <a:pt x="535328" y="3818850"/>
                      <a:pt x="536540" y="3818850"/>
                      <a:pt x="537783" y="3818850"/>
                    </a:cubicBezTo>
                    <a:lnTo>
                      <a:pt x="4131851" y="3818850"/>
                    </a:lnTo>
                    <a:cubicBezTo>
                      <a:pt x="4257864" y="3818850"/>
                      <a:pt x="4360451" y="3921345"/>
                      <a:pt x="4360542" y="4047358"/>
                    </a:cubicBezTo>
                    <a:cubicBezTo>
                      <a:pt x="4360602" y="4108486"/>
                      <a:pt x="4336842" y="4165977"/>
                      <a:pt x="4293626" y="4209193"/>
                    </a:cubicBezTo>
                    <a:cubicBezTo>
                      <a:pt x="4250409" y="4252440"/>
                      <a:pt x="4192949" y="4276261"/>
                      <a:pt x="4131821" y="4276261"/>
                    </a:cubicBezTo>
                    <a:close/>
                  </a:path>
                </a:pathLst>
              </a:custGeom>
              <a:solidFill>
                <a:sysClr val="windowText" lastClr="000000"/>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69" name="Freeform: Shape 68">
                <a:extLst>
                  <a:ext uri="{FF2B5EF4-FFF2-40B4-BE49-F238E27FC236}">
                    <a16:creationId xmlns:a16="http://schemas.microsoft.com/office/drawing/2014/main" id="{8AF5520D-A6E9-698F-71FF-7A9CEE67D4D3}"/>
                  </a:ext>
                </a:extLst>
              </p:cNvPr>
              <p:cNvSpPr/>
              <p:nvPr/>
            </p:nvSpPr>
            <p:spPr>
              <a:xfrm>
                <a:off x="492322" y="1370283"/>
                <a:ext cx="632403" cy="632404"/>
              </a:xfrm>
              <a:custGeom>
                <a:avLst/>
                <a:gdLst>
                  <a:gd name="connsiteX0" fmla="*/ 1331956 w 1331955"/>
                  <a:gd name="connsiteY0" fmla="*/ 665978 h 1331955"/>
                  <a:gd name="connsiteX1" fmla="*/ 665978 w 1331955"/>
                  <a:gd name="connsiteY1" fmla="*/ 1331956 h 1331955"/>
                  <a:gd name="connsiteX2" fmla="*/ 0 w 1331955"/>
                  <a:gd name="connsiteY2" fmla="*/ 665978 h 1331955"/>
                  <a:gd name="connsiteX3" fmla="*/ 665978 w 1331955"/>
                  <a:gd name="connsiteY3" fmla="*/ 0 h 1331955"/>
                  <a:gd name="connsiteX4" fmla="*/ 1331956 w 1331955"/>
                  <a:gd name="connsiteY4" fmla="*/ 665978 h 1331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955" h="1331955">
                    <a:moveTo>
                      <a:pt x="1331956" y="665978"/>
                    </a:moveTo>
                    <a:cubicBezTo>
                      <a:pt x="1331956" y="1033788"/>
                      <a:pt x="1033787" y="1331956"/>
                      <a:pt x="665978" y="1331956"/>
                    </a:cubicBezTo>
                    <a:cubicBezTo>
                      <a:pt x="298169" y="1331956"/>
                      <a:pt x="0" y="1033788"/>
                      <a:pt x="0" y="665978"/>
                    </a:cubicBezTo>
                    <a:cubicBezTo>
                      <a:pt x="0" y="298169"/>
                      <a:pt x="298169" y="0"/>
                      <a:pt x="665978" y="0"/>
                    </a:cubicBezTo>
                    <a:cubicBezTo>
                      <a:pt x="1033787" y="0"/>
                      <a:pt x="1331956" y="298169"/>
                      <a:pt x="1331956" y="665978"/>
                    </a:cubicBezTo>
                    <a:close/>
                  </a:path>
                </a:pathLst>
              </a:custGeom>
              <a:solidFill>
                <a:srgbClr val="86BC25"/>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a:solidFill>
                      <a:prstClr val="white"/>
                    </a:solidFill>
                    <a:latin typeface="Aptos" panose="020B0004020202020204" pitchFamily="34" charset="0"/>
                  </a:rPr>
                  <a:t>1</a:t>
                </a:r>
                <a:endParaRPr lang="en-IN" b="1">
                  <a:solidFill>
                    <a:prstClr val="white"/>
                  </a:solidFill>
                  <a:latin typeface="Aptos" panose="020B0004020202020204" pitchFamily="34" charset="0"/>
                </a:endParaRPr>
              </a:p>
            </p:txBody>
          </p:sp>
          <p:sp>
            <p:nvSpPr>
              <p:cNvPr id="70" name="Rectangle 69">
                <a:extLst>
                  <a:ext uri="{FF2B5EF4-FFF2-40B4-BE49-F238E27FC236}">
                    <a16:creationId xmlns:a16="http://schemas.microsoft.com/office/drawing/2014/main" id="{E0DE61DF-C3DD-8DB5-D6F8-BBA22A32ADDA}"/>
                  </a:ext>
                </a:extLst>
              </p:cNvPr>
              <p:cNvSpPr/>
              <p:nvPr/>
            </p:nvSpPr>
            <p:spPr>
              <a:xfrm>
                <a:off x="728552" y="1960099"/>
                <a:ext cx="122928" cy="1260000"/>
              </a:xfrm>
              <a:prstGeom prst="rect">
                <a:avLst/>
              </a:prstGeom>
              <a:gradFill flip="none" rotWithShape="1">
                <a:gsLst>
                  <a:gs pos="0">
                    <a:srgbClr val="007CB0">
                      <a:lumMod val="20000"/>
                      <a:lumOff val="80000"/>
                    </a:srgbClr>
                  </a:gs>
                  <a:gs pos="100000">
                    <a:srgbClr val="86BC25"/>
                  </a:gs>
                </a:gsLst>
                <a:lin ang="16200000" scaled="1"/>
                <a:tileRect/>
              </a:gra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73" name="TextBox 72">
                <a:extLst>
                  <a:ext uri="{FF2B5EF4-FFF2-40B4-BE49-F238E27FC236}">
                    <a16:creationId xmlns:a16="http://schemas.microsoft.com/office/drawing/2014/main" id="{B6655DF6-DEB6-1AF1-70A0-D5769F1E2D0B}"/>
                  </a:ext>
                </a:extLst>
              </p:cNvPr>
              <p:cNvSpPr txBox="1"/>
              <p:nvPr/>
            </p:nvSpPr>
            <p:spPr>
              <a:xfrm>
                <a:off x="900906" y="2788052"/>
                <a:ext cx="3453379" cy="715581"/>
              </a:xfrm>
              <a:prstGeom prst="rect">
                <a:avLst/>
              </a:prstGeom>
              <a:noFill/>
            </p:spPr>
            <p:txBody>
              <a:bodyPr wrap="square">
                <a:spAutoFit/>
              </a:bodyPr>
              <a:lstStyle/>
              <a:p>
                <a:pPr algn="just" eaLnBrk="0" fontAlgn="base" hangingPunct="0">
                  <a:spcBef>
                    <a:spcPct val="0"/>
                  </a:spcBef>
                </a:pPr>
                <a:r>
                  <a:rPr lang="en-US" altLang="en-US" sz="1350" kern="0">
                    <a:solidFill>
                      <a:prstClr val="black"/>
                    </a:solidFill>
                    <a:latin typeface="Aptos" panose="020B0004020202020204" pitchFamily="34" charset="0"/>
                  </a:rPr>
                  <a:t>Move towards one Unique ID, Transaction History, Spatial Representation, Litigation Status &amp; Fiscal Profile </a:t>
                </a:r>
              </a:p>
            </p:txBody>
          </p:sp>
          <p:sp>
            <p:nvSpPr>
              <p:cNvPr id="118" name="Rectangle: Rounded Corners 117">
                <a:extLst>
                  <a:ext uri="{FF2B5EF4-FFF2-40B4-BE49-F238E27FC236}">
                    <a16:creationId xmlns:a16="http://schemas.microsoft.com/office/drawing/2014/main" id="{4F245A00-12D4-FE9B-4D03-638865E2218B}"/>
                  </a:ext>
                </a:extLst>
              </p:cNvPr>
              <p:cNvSpPr/>
              <p:nvPr/>
            </p:nvSpPr>
            <p:spPr bwMode="gray">
              <a:xfrm>
                <a:off x="986212" y="2257150"/>
                <a:ext cx="3171293" cy="467569"/>
              </a:xfrm>
              <a:prstGeom prst="roundRect">
                <a:avLst>
                  <a:gd name="adj" fmla="val 50000"/>
                </a:avLst>
              </a:prstGeom>
              <a:solidFill>
                <a:srgbClr val="86BC25">
                  <a:lumMod val="20000"/>
                  <a:lumOff val="80000"/>
                </a:srgbClr>
              </a:solidFill>
              <a:ln w="19050" algn="ctr">
                <a:noFill/>
                <a:miter lim="800000"/>
                <a:headEnd/>
                <a:tailEnd/>
              </a:ln>
            </p:spPr>
            <p:txBody>
              <a:bodyPr wrap="square" lIns="36000" tIns="36000" rIns="36000" bIns="36000" rtlCol="0" anchor="ctr"/>
              <a:lstStyle/>
              <a:p>
                <a:pPr algn="ctr" defTabSz="1219170">
                  <a:spcAft>
                    <a:spcPts val="400"/>
                  </a:spcAft>
                  <a:defRPr/>
                </a:pPr>
                <a:r>
                  <a:rPr lang="en-US" sz="1400" b="1" kern="0">
                    <a:solidFill>
                      <a:prstClr val="black"/>
                    </a:solidFill>
                    <a:latin typeface="Aptos" panose="020B0004020202020204" pitchFamily="34" charset="0"/>
                    <a:ea typeface="Times New Roman" panose="02020603050405020304" pitchFamily="18" charset="0"/>
                    <a:cs typeface="Times New Roman" panose="02020603050405020304" pitchFamily="18" charset="0"/>
                  </a:rPr>
                  <a:t>One Parcel – One Single Source of Truth</a:t>
                </a:r>
              </a:p>
            </p:txBody>
          </p:sp>
        </p:grpSp>
      </p:grpSp>
      <p:grpSp>
        <p:nvGrpSpPr>
          <p:cNvPr id="182" name="Group 181">
            <a:extLst>
              <a:ext uri="{FF2B5EF4-FFF2-40B4-BE49-F238E27FC236}">
                <a16:creationId xmlns:a16="http://schemas.microsoft.com/office/drawing/2014/main" id="{471E7B01-3713-9BF3-C0D7-6F99AEB39C99}"/>
              </a:ext>
            </a:extLst>
          </p:cNvPr>
          <p:cNvGrpSpPr/>
          <p:nvPr/>
        </p:nvGrpSpPr>
        <p:grpSpPr>
          <a:xfrm>
            <a:off x="4186220" y="1534402"/>
            <a:ext cx="3710135" cy="2385473"/>
            <a:chOff x="4168052" y="1370283"/>
            <a:chExt cx="3830902" cy="2385473"/>
          </a:xfrm>
        </p:grpSpPr>
        <p:sp>
          <p:nvSpPr>
            <p:cNvPr id="76" name="Rectangle: Rounded Corners 75">
              <a:extLst>
                <a:ext uri="{FF2B5EF4-FFF2-40B4-BE49-F238E27FC236}">
                  <a16:creationId xmlns:a16="http://schemas.microsoft.com/office/drawing/2014/main" id="{C1CB3987-340F-4EE3-054C-7BE72501E7B5}"/>
                </a:ext>
              </a:extLst>
            </p:cNvPr>
            <p:cNvSpPr/>
            <p:nvPr/>
          </p:nvSpPr>
          <p:spPr bwMode="gray">
            <a:xfrm>
              <a:off x="4306996" y="1443545"/>
              <a:ext cx="3526241" cy="734642"/>
            </a:xfrm>
            <a:prstGeom prst="roundRect">
              <a:avLst>
                <a:gd name="adj" fmla="val 50000"/>
              </a:avLst>
            </a:prstGeom>
            <a:noFill/>
            <a:ln w="19050" algn="ctr">
              <a:gradFill flip="none" rotWithShape="1">
                <a:gsLst>
                  <a:gs pos="0">
                    <a:sysClr val="window" lastClr="FFFFFF">
                      <a:alpha val="0"/>
                    </a:sysClr>
                  </a:gs>
                  <a:gs pos="100000">
                    <a:sysClr val="windowText" lastClr="000000"/>
                  </a:gs>
                </a:gsLst>
                <a:lin ang="0" scaled="1"/>
                <a:tileRect/>
              </a:gradFill>
              <a:miter lim="800000"/>
              <a:headEnd/>
              <a:tailEnd/>
            </a:ln>
            <a:extLst>
              <a:ext uri="{909E8E84-426E-40DD-AFC4-6F175D3DCCD1}">
                <a14:hiddenFill xmlns:a14="http://schemas.microsoft.com/office/drawing/2010/main">
                  <a:solidFill>
                    <a:schemeClr val="accent3"/>
                  </a:solidFill>
                </a14:hiddenFill>
              </a:ext>
            </a:extLst>
          </p:spPr>
          <p:txBody>
            <a:bodyPr wrap="square" lIns="45720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prstClr val="black"/>
                  </a:solidFill>
                  <a:latin typeface="Aptos" panose="020B0004020202020204" pitchFamily="34" charset="0"/>
                  <a:ea typeface="Calibri" pitchFamily="34" charset="-122"/>
                  <a:cs typeface="Calibri" pitchFamily="34" charset="-120"/>
                </a:rPr>
                <a:t>Improve Service Delivery for Citizens and Businesses</a:t>
              </a:r>
            </a:p>
          </p:txBody>
        </p:sp>
        <p:sp>
          <p:nvSpPr>
            <p:cNvPr id="78" name="Freeform: Shape 77">
              <a:extLst>
                <a:ext uri="{FF2B5EF4-FFF2-40B4-BE49-F238E27FC236}">
                  <a16:creationId xmlns:a16="http://schemas.microsoft.com/office/drawing/2014/main" id="{C918DAC1-98F0-E350-2BAE-1377D7DE9B65}"/>
                </a:ext>
              </a:extLst>
            </p:cNvPr>
            <p:cNvSpPr/>
            <p:nvPr/>
          </p:nvSpPr>
          <p:spPr>
            <a:xfrm>
              <a:off x="4450230" y="2621563"/>
              <a:ext cx="2458927" cy="1080000"/>
            </a:xfrm>
            <a:custGeom>
              <a:avLst/>
              <a:gdLst>
                <a:gd name="connsiteX0" fmla="*/ 4131851 w 4360541"/>
                <a:gd name="connsiteY0" fmla="*/ 4276261 h 4276260"/>
                <a:gd name="connsiteX1" fmla="*/ 683798 w 4360541"/>
                <a:gd name="connsiteY1" fmla="*/ 4276261 h 4276260"/>
                <a:gd name="connsiteX2" fmla="*/ 668008 w 4360541"/>
                <a:gd name="connsiteY2" fmla="*/ 4260471 h 4276260"/>
                <a:gd name="connsiteX3" fmla="*/ 683798 w 4360541"/>
                <a:gd name="connsiteY3" fmla="*/ 4244682 h 4276260"/>
                <a:gd name="connsiteX4" fmla="*/ 4131851 w 4360541"/>
                <a:gd name="connsiteY4" fmla="*/ 4244682 h 4276260"/>
                <a:gd name="connsiteX5" fmla="*/ 4271320 w 4360541"/>
                <a:gd name="connsiteY5" fmla="*/ 4186888 h 4276260"/>
                <a:gd name="connsiteX6" fmla="*/ 4328993 w 4360541"/>
                <a:gd name="connsiteY6" fmla="*/ 4047388 h 4276260"/>
                <a:gd name="connsiteX7" fmla="*/ 4131851 w 4360541"/>
                <a:gd name="connsiteY7" fmla="*/ 3850429 h 4276260"/>
                <a:gd name="connsiteX8" fmla="*/ 537904 w 4360541"/>
                <a:gd name="connsiteY8" fmla="*/ 3850429 h 4276260"/>
                <a:gd name="connsiteX9" fmla="*/ 533964 w 4360541"/>
                <a:gd name="connsiteY9" fmla="*/ 3850429 h 4276260"/>
                <a:gd name="connsiteX10" fmla="*/ 157804 w 4360541"/>
                <a:gd name="connsiteY10" fmla="*/ 3695322 h 4276260"/>
                <a:gd name="connsiteX11" fmla="*/ 0 w 4360541"/>
                <a:gd name="connsiteY11" fmla="*/ 3316252 h 4276260"/>
                <a:gd name="connsiteX12" fmla="*/ 0 w 4360541"/>
                <a:gd name="connsiteY12" fmla="*/ 15790 h 4276260"/>
                <a:gd name="connsiteX13" fmla="*/ 15790 w 4360541"/>
                <a:gd name="connsiteY13" fmla="*/ 0 h 4276260"/>
                <a:gd name="connsiteX14" fmla="*/ 31579 w 4360541"/>
                <a:gd name="connsiteY14" fmla="*/ 15790 h 4276260"/>
                <a:gd name="connsiteX15" fmla="*/ 31579 w 4360541"/>
                <a:gd name="connsiteY15" fmla="*/ 3316252 h 4276260"/>
                <a:gd name="connsiteX16" fmla="*/ 180079 w 4360541"/>
                <a:gd name="connsiteY16" fmla="*/ 3672925 h 4276260"/>
                <a:gd name="connsiteX17" fmla="*/ 534086 w 4360541"/>
                <a:gd name="connsiteY17" fmla="*/ 3818850 h 4276260"/>
                <a:gd name="connsiteX18" fmla="*/ 537783 w 4360541"/>
                <a:gd name="connsiteY18" fmla="*/ 3818850 h 4276260"/>
                <a:gd name="connsiteX19" fmla="*/ 4131851 w 4360541"/>
                <a:gd name="connsiteY19" fmla="*/ 3818850 h 4276260"/>
                <a:gd name="connsiteX20" fmla="*/ 4360542 w 4360541"/>
                <a:gd name="connsiteY20" fmla="*/ 4047358 h 4276260"/>
                <a:gd name="connsiteX21" fmla="*/ 4293626 w 4360541"/>
                <a:gd name="connsiteY21" fmla="*/ 4209193 h 4276260"/>
                <a:gd name="connsiteX22" fmla="*/ 4131821 w 4360541"/>
                <a:gd name="connsiteY22" fmla="*/ 4276261 h 427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360541" h="4276260">
                  <a:moveTo>
                    <a:pt x="4131851" y="4276261"/>
                  </a:moveTo>
                  <a:lnTo>
                    <a:pt x="683798" y="4276261"/>
                  </a:lnTo>
                  <a:cubicBezTo>
                    <a:pt x="675070" y="4276261"/>
                    <a:pt x="668008" y="4269199"/>
                    <a:pt x="668008" y="4260471"/>
                  </a:cubicBezTo>
                  <a:cubicBezTo>
                    <a:pt x="668008" y="4251743"/>
                    <a:pt x="675070" y="4244682"/>
                    <a:pt x="683798" y="4244682"/>
                  </a:cubicBezTo>
                  <a:lnTo>
                    <a:pt x="4131851" y="4244682"/>
                  </a:lnTo>
                  <a:cubicBezTo>
                    <a:pt x="4184554" y="4244682"/>
                    <a:pt x="4234074" y="4224164"/>
                    <a:pt x="4271320" y="4186888"/>
                  </a:cubicBezTo>
                  <a:cubicBezTo>
                    <a:pt x="4308567" y="4149611"/>
                    <a:pt x="4329054" y="4100061"/>
                    <a:pt x="4328993" y="4047388"/>
                  </a:cubicBezTo>
                  <a:cubicBezTo>
                    <a:pt x="4328902" y="3938771"/>
                    <a:pt x="4240469" y="3850429"/>
                    <a:pt x="4131851" y="3850429"/>
                  </a:cubicBezTo>
                  <a:lnTo>
                    <a:pt x="537904" y="3850429"/>
                  </a:lnTo>
                  <a:cubicBezTo>
                    <a:pt x="536601" y="3850429"/>
                    <a:pt x="535267" y="3850429"/>
                    <a:pt x="533964" y="3850429"/>
                  </a:cubicBezTo>
                  <a:cubicBezTo>
                    <a:pt x="392131" y="3850429"/>
                    <a:pt x="258663" y="3795453"/>
                    <a:pt x="157804" y="3695322"/>
                  </a:cubicBezTo>
                  <a:cubicBezTo>
                    <a:pt x="56036" y="3594281"/>
                    <a:pt x="0" y="3459661"/>
                    <a:pt x="0" y="3316252"/>
                  </a:cubicBezTo>
                  <a:lnTo>
                    <a:pt x="0" y="15790"/>
                  </a:lnTo>
                  <a:cubicBezTo>
                    <a:pt x="0" y="7061"/>
                    <a:pt x="7061" y="0"/>
                    <a:pt x="15790" y="0"/>
                  </a:cubicBezTo>
                  <a:cubicBezTo>
                    <a:pt x="24518" y="0"/>
                    <a:pt x="31579" y="7061"/>
                    <a:pt x="31579" y="15790"/>
                  </a:cubicBezTo>
                  <a:lnTo>
                    <a:pt x="31579" y="3316252"/>
                  </a:lnTo>
                  <a:cubicBezTo>
                    <a:pt x="31579" y="3451206"/>
                    <a:pt x="84312" y="3577855"/>
                    <a:pt x="180079" y="3672925"/>
                  </a:cubicBezTo>
                  <a:cubicBezTo>
                    <a:pt x="274938" y="3767117"/>
                    <a:pt x="400557" y="3818850"/>
                    <a:pt x="534086" y="3818850"/>
                  </a:cubicBezTo>
                  <a:cubicBezTo>
                    <a:pt x="535328" y="3818850"/>
                    <a:pt x="536540" y="3818850"/>
                    <a:pt x="537783" y="3818850"/>
                  </a:cubicBezTo>
                  <a:lnTo>
                    <a:pt x="4131851" y="3818850"/>
                  </a:lnTo>
                  <a:cubicBezTo>
                    <a:pt x="4257864" y="3818850"/>
                    <a:pt x="4360451" y="3921345"/>
                    <a:pt x="4360542" y="4047358"/>
                  </a:cubicBezTo>
                  <a:cubicBezTo>
                    <a:pt x="4360602" y="4108486"/>
                    <a:pt x="4336842" y="4165977"/>
                    <a:pt x="4293626" y="4209193"/>
                  </a:cubicBezTo>
                  <a:cubicBezTo>
                    <a:pt x="4250409" y="4252440"/>
                    <a:pt x="4192949" y="4276261"/>
                    <a:pt x="4131821" y="4276261"/>
                  </a:cubicBezTo>
                  <a:close/>
                </a:path>
              </a:pathLst>
            </a:custGeom>
            <a:solidFill>
              <a:sysClr val="windowText" lastClr="000000"/>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79" name="Freeform: Shape 78">
              <a:extLst>
                <a:ext uri="{FF2B5EF4-FFF2-40B4-BE49-F238E27FC236}">
                  <a16:creationId xmlns:a16="http://schemas.microsoft.com/office/drawing/2014/main" id="{55F0CD93-00B2-D570-C1EB-DC91D4410B6A}"/>
                </a:ext>
              </a:extLst>
            </p:cNvPr>
            <p:cNvSpPr/>
            <p:nvPr/>
          </p:nvSpPr>
          <p:spPr>
            <a:xfrm rot="16996800">
              <a:off x="4817633" y="3647370"/>
              <a:ext cx="108386" cy="108386"/>
            </a:xfrm>
            <a:custGeom>
              <a:avLst/>
              <a:gdLst>
                <a:gd name="connsiteX0" fmla="*/ 164199 w 164198"/>
                <a:gd name="connsiteY0" fmla="*/ 82099 h 164198"/>
                <a:gd name="connsiteX1" fmla="*/ 82099 w 164198"/>
                <a:gd name="connsiteY1" fmla="*/ 164199 h 164198"/>
                <a:gd name="connsiteX2" fmla="*/ 0 w 164198"/>
                <a:gd name="connsiteY2" fmla="*/ 82099 h 164198"/>
                <a:gd name="connsiteX3" fmla="*/ 82099 w 164198"/>
                <a:gd name="connsiteY3" fmla="*/ 0 h 164198"/>
                <a:gd name="connsiteX4" fmla="*/ 164199 w 164198"/>
                <a:gd name="connsiteY4" fmla="*/ 82099 h 16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98" h="164198">
                  <a:moveTo>
                    <a:pt x="164199" y="82099"/>
                  </a:moveTo>
                  <a:cubicBezTo>
                    <a:pt x="164199" y="127442"/>
                    <a:pt x="127442" y="164199"/>
                    <a:pt x="82099" y="164199"/>
                  </a:cubicBezTo>
                  <a:cubicBezTo>
                    <a:pt x="36757" y="164199"/>
                    <a:pt x="0" y="127441"/>
                    <a:pt x="0" y="82099"/>
                  </a:cubicBezTo>
                  <a:cubicBezTo>
                    <a:pt x="0" y="36757"/>
                    <a:pt x="36757" y="0"/>
                    <a:pt x="82099" y="0"/>
                  </a:cubicBezTo>
                  <a:cubicBezTo>
                    <a:pt x="127442" y="0"/>
                    <a:pt x="164199" y="36757"/>
                    <a:pt x="164199" y="82099"/>
                  </a:cubicBezTo>
                  <a:close/>
                </a:path>
              </a:pathLst>
            </a:custGeom>
            <a:solidFill>
              <a:sysClr val="windowText" lastClr="000000"/>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80" name="Freeform: Shape 79">
              <a:extLst>
                <a:ext uri="{FF2B5EF4-FFF2-40B4-BE49-F238E27FC236}">
                  <a16:creationId xmlns:a16="http://schemas.microsoft.com/office/drawing/2014/main" id="{F24616AB-AB62-20BE-64AC-769354F08EEF}"/>
                </a:ext>
              </a:extLst>
            </p:cNvPr>
            <p:cNvSpPr/>
            <p:nvPr/>
          </p:nvSpPr>
          <p:spPr>
            <a:xfrm>
              <a:off x="4168052" y="1370283"/>
              <a:ext cx="632404" cy="632403"/>
            </a:xfrm>
            <a:custGeom>
              <a:avLst/>
              <a:gdLst>
                <a:gd name="connsiteX0" fmla="*/ 1331956 w 1331955"/>
                <a:gd name="connsiteY0" fmla="*/ 665978 h 1331955"/>
                <a:gd name="connsiteX1" fmla="*/ 665978 w 1331955"/>
                <a:gd name="connsiteY1" fmla="*/ 1331956 h 1331955"/>
                <a:gd name="connsiteX2" fmla="*/ 0 w 1331955"/>
                <a:gd name="connsiteY2" fmla="*/ 665978 h 1331955"/>
                <a:gd name="connsiteX3" fmla="*/ 665978 w 1331955"/>
                <a:gd name="connsiteY3" fmla="*/ 0 h 1331955"/>
                <a:gd name="connsiteX4" fmla="*/ 1331956 w 1331955"/>
                <a:gd name="connsiteY4" fmla="*/ 665978 h 1331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955" h="1331955">
                  <a:moveTo>
                    <a:pt x="1331956" y="665978"/>
                  </a:moveTo>
                  <a:cubicBezTo>
                    <a:pt x="1331956" y="1033788"/>
                    <a:pt x="1033787" y="1331956"/>
                    <a:pt x="665978" y="1331956"/>
                  </a:cubicBezTo>
                  <a:cubicBezTo>
                    <a:pt x="298169" y="1331956"/>
                    <a:pt x="0" y="1033788"/>
                    <a:pt x="0" y="665978"/>
                  </a:cubicBezTo>
                  <a:cubicBezTo>
                    <a:pt x="0" y="298169"/>
                    <a:pt x="298169" y="0"/>
                    <a:pt x="665978" y="0"/>
                  </a:cubicBezTo>
                  <a:cubicBezTo>
                    <a:pt x="1033787" y="0"/>
                    <a:pt x="1331956" y="298169"/>
                    <a:pt x="1331956" y="665978"/>
                  </a:cubicBezTo>
                  <a:close/>
                </a:path>
              </a:pathLst>
            </a:custGeom>
            <a:solidFill>
              <a:srgbClr val="86BC25"/>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a:solidFill>
                    <a:prstClr val="white"/>
                  </a:solidFill>
                  <a:latin typeface="Aptos" panose="020B0004020202020204" pitchFamily="34" charset="0"/>
                </a:rPr>
                <a:t>2</a:t>
              </a:r>
              <a:endParaRPr lang="en-IN" b="1">
                <a:solidFill>
                  <a:prstClr val="white"/>
                </a:solidFill>
                <a:latin typeface="Aptos" panose="020B0004020202020204" pitchFamily="34" charset="0"/>
              </a:endParaRPr>
            </a:p>
          </p:txBody>
        </p:sp>
        <p:sp>
          <p:nvSpPr>
            <p:cNvPr id="81" name="Rectangle 80">
              <a:extLst>
                <a:ext uri="{FF2B5EF4-FFF2-40B4-BE49-F238E27FC236}">
                  <a16:creationId xmlns:a16="http://schemas.microsoft.com/office/drawing/2014/main" id="{5F7A8810-BFBC-D378-424A-9C6BB64DBCF4}"/>
                </a:ext>
              </a:extLst>
            </p:cNvPr>
            <p:cNvSpPr/>
            <p:nvPr/>
          </p:nvSpPr>
          <p:spPr>
            <a:xfrm>
              <a:off x="4404282" y="1960099"/>
              <a:ext cx="122928" cy="1260000"/>
            </a:xfrm>
            <a:prstGeom prst="rect">
              <a:avLst/>
            </a:prstGeom>
            <a:gradFill flip="none" rotWithShape="1">
              <a:gsLst>
                <a:gs pos="0">
                  <a:srgbClr val="007CB0">
                    <a:lumMod val="20000"/>
                    <a:lumOff val="80000"/>
                  </a:srgbClr>
                </a:gs>
                <a:gs pos="100000">
                  <a:srgbClr val="86BC25"/>
                </a:gs>
              </a:gsLst>
              <a:lin ang="16200000" scaled="1"/>
              <a:tileRect/>
            </a:gra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83" name="Rectangle: Rounded Corners 82">
              <a:extLst>
                <a:ext uri="{FF2B5EF4-FFF2-40B4-BE49-F238E27FC236}">
                  <a16:creationId xmlns:a16="http://schemas.microsoft.com/office/drawing/2014/main" id="{F4FA1344-2478-2D7F-50A7-3906C7CBA860}"/>
                </a:ext>
              </a:extLst>
            </p:cNvPr>
            <p:cNvSpPr/>
            <p:nvPr/>
          </p:nvSpPr>
          <p:spPr bwMode="gray">
            <a:xfrm>
              <a:off x="4686619" y="2257150"/>
              <a:ext cx="3171293" cy="467569"/>
            </a:xfrm>
            <a:prstGeom prst="roundRect">
              <a:avLst>
                <a:gd name="adj" fmla="val 50000"/>
              </a:avLst>
            </a:prstGeom>
            <a:solidFill>
              <a:srgbClr val="86BC25">
                <a:lumMod val="20000"/>
                <a:lumOff val="80000"/>
              </a:srgbClr>
            </a:solidFill>
            <a:ln w="19050" algn="ctr">
              <a:noFill/>
              <a:miter lim="800000"/>
              <a:headEnd/>
              <a:tailEnd/>
            </a:ln>
          </p:spPr>
          <p:txBody>
            <a:bodyPr wrap="square" lIns="36000" tIns="36000" rIns="36000" bIns="36000" rtlCol="0" anchor="ctr"/>
            <a:lstStyle/>
            <a:p>
              <a:pPr algn="ctr" defTabSz="1219170">
                <a:spcAft>
                  <a:spcPts val="400"/>
                </a:spcAft>
                <a:defRPr/>
              </a:pPr>
              <a:r>
                <a:rPr lang="en-US" sz="1400" b="1" kern="0">
                  <a:solidFill>
                    <a:prstClr val="black"/>
                  </a:solidFill>
                  <a:latin typeface="Aptos" panose="020B0004020202020204" pitchFamily="34" charset="0"/>
                  <a:ea typeface="Times New Roman" panose="02020603050405020304" pitchFamily="18" charset="0"/>
                  <a:cs typeface="Times New Roman" panose="02020603050405020304" pitchFamily="18" charset="0"/>
                </a:rPr>
                <a:t>One Land Gateway</a:t>
              </a:r>
            </a:p>
          </p:txBody>
        </p:sp>
        <p:sp>
          <p:nvSpPr>
            <p:cNvPr id="119" name="TextBox 118">
              <a:extLst>
                <a:ext uri="{FF2B5EF4-FFF2-40B4-BE49-F238E27FC236}">
                  <a16:creationId xmlns:a16="http://schemas.microsoft.com/office/drawing/2014/main" id="{5DB94D62-F804-5F58-D780-1E3E96049F58}"/>
                </a:ext>
              </a:extLst>
            </p:cNvPr>
            <p:cNvSpPr txBox="1"/>
            <p:nvPr/>
          </p:nvSpPr>
          <p:spPr>
            <a:xfrm>
              <a:off x="4545575" y="2725528"/>
              <a:ext cx="3453379" cy="954107"/>
            </a:xfrm>
            <a:prstGeom prst="rect">
              <a:avLst/>
            </a:prstGeom>
            <a:noFill/>
          </p:spPr>
          <p:txBody>
            <a:bodyPr wrap="square">
              <a:spAutoFit/>
            </a:bodyPr>
            <a:lstStyle/>
            <a:p>
              <a:pPr algn="just" eaLnBrk="0" fontAlgn="base" hangingPunct="0">
                <a:spcBef>
                  <a:spcPct val="0"/>
                </a:spcBef>
              </a:pPr>
              <a:r>
                <a:rPr lang="en-US" altLang="en-US" sz="1350" kern="0">
                  <a:solidFill>
                    <a:prstClr val="black"/>
                  </a:solidFill>
                  <a:latin typeface="Aptos" panose="020B0004020202020204" pitchFamily="34" charset="0"/>
                </a:rPr>
                <a:t>Search, Access, Apply &amp; Track land transactions/Information through one Gateway. Reduce time-to-title for citizens and time-to-plot for investors.</a:t>
              </a:r>
            </a:p>
          </p:txBody>
        </p:sp>
      </p:grpSp>
      <p:grpSp>
        <p:nvGrpSpPr>
          <p:cNvPr id="181" name="Group 180">
            <a:extLst>
              <a:ext uri="{FF2B5EF4-FFF2-40B4-BE49-F238E27FC236}">
                <a16:creationId xmlns:a16="http://schemas.microsoft.com/office/drawing/2014/main" id="{64F5489C-4432-0DDA-47D4-C0A669CA720B}"/>
              </a:ext>
            </a:extLst>
          </p:cNvPr>
          <p:cNvGrpSpPr/>
          <p:nvPr/>
        </p:nvGrpSpPr>
        <p:grpSpPr>
          <a:xfrm>
            <a:off x="6195658" y="4103210"/>
            <a:ext cx="3710926" cy="2385473"/>
            <a:chOff x="7877170" y="1370283"/>
            <a:chExt cx="3831719" cy="2385473"/>
          </a:xfrm>
        </p:grpSpPr>
        <p:sp>
          <p:nvSpPr>
            <p:cNvPr id="84" name="Rectangle: Rounded Corners 83">
              <a:extLst>
                <a:ext uri="{FF2B5EF4-FFF2-40B4-BE49-F238E27FC236}">
                  <a16:creationId xmlns:a16="http://schemas.microsoft.com/office/drawing/2014/main" id="{42F9F7ED-1769-3817-E6C1-F65DBBDF352A}"/>
                </a:ext>
              </a:extLst>
            </p:cNvPr>
            <p:cNvSpPr/>
            <p:nvPr/>
          </p:nvSpPr>
          <p:spPr bwMode="gray">
            <a:xfrm>
              <a:off x="8016114" y="1443545"/>
              <a:ext cx="3526241" cy="734642"/>
            </a:xfrm>
            <a:prstGeom prst="roundRect">
              <a:avLst>
                <a:gd name="adj" fmla="val 50000"/>
              </a:avLst>
            </a:prstGeom>
            <a:noFill/>
            <a:ln w="19050" algn="ctr">
              <a:gradFill flip="none" rotWithShape="1">
                <a:gsLst>
                  <a:gs pos="0">
                    <a:sysClr val="window" lastClr="FFFFFF">
                      <a:alpha val="0"/>
                    </a:sysClr>
                  </a:gs>
                  <a:gs pos="100000">
                    <a:sysClr val="windowText" lastClr="000000"/>
                  </a:gs>
                </a:gsLst>
                <a:lin ang="0" scaled="1"/>
                <a:tileRect/>
              </a:gradFill>
              <a:miter lim="800000"/>
              <a:headEnd/>
              <a:tailEnd/>
            </a:ln>
            <a:extLst>
              <a:ext uri="{909E8E84-426E-40DD-AFC4-6F175D3DCCD1}">
                <a14:hiddenFill xmlns:a14="http://schemas.microsoft.com/office/drawing/2010/main">
                  <a:solidFill>
                    <a:schemeClr val="accent3"/>
                  </a:solidFill>
                </a14:hiddenFill>
              </a:ext>
            </a:extLst>
          </p:spPr>
          <p:txBody>
            <a:bodyPr wrap="square" lIns="45720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70">
                <a:spcAft>
                  <a:spcPts val="400"/>
                </a:spcAft>
                <a:defRPr/>
              </a:pPr>
              <a:r>
                <a:rPr lang="en-US" sz="1600" b="1" kern="0">
                  <a:solidFill>
                    <a:prstClr val="black"/>
                  </a:solidFill>
                  <a:latin typeface="Aptos" panose="020B0004020202020204" pitchFamily="34" charset="0"/>
                  <a:ea typeface="Times New Roman" panose="02020603050405020304" pitchFamily="18" charset="0"/>
                  <a:cs typeface="Times New Roman" panose="02020603050405020304" pitchFamily="18" charset="0"/>
                </a:rPr>
                <a:t>Coherent Legal &amp; Regulatory Framework</a:t>
              </a:r>
            </a:p>
          </p:txBody>
        </p:sp>
        <p:sp>
          <p:nvSpPr>
            <p:cNvPr id="86" name="Freeform: Shape 85">
              <a:extLst>
                <a:ext uri="{FF2B5EF4-FFF2-40B4-BE49-F238E27FC236}">
                  <a16:creationId xmlns:a16="http://schemas.microsoft.com/office/drawing/2014/main" id="{D5832835-7D28-76EB-49F5-D6696CC39690}"/>
                </a:ext>
              </a:extLst>
            </p:cNvPr>
            <p:cNvSpPr/>
            <p:nvPr/>
          </p:nvSpPr>
          <p:spPr>
            <a:xfrm>
              <a:off x="8159348" y="2621563"/>
              <a:ext cx="2458927" cy="1080000"/>
            </a:xfrm>
            <a:custGeom>
              <a:avLst/>
              <a:gdLst>
                <a:gd name="connsiteX0" fmla="*/ 4131851 w 4360541"/>
                <a:gd name="connsiteY0" fmla="*/ 4276261 h 4276260"/>
                <a:gd name="connsiteX1" fmla="*/ 683798 w 4360541"/>
                <a:gd name="connsiteY1" fmla="*/ 4276261 h 4276260"/>
                <a:gd name="connsiteX2" fmla="*/ 668008 w 4360541"/>
                <a:gd name="connsiteY2" fmla="*/ 4260471 h 4276260"/>
                <a:gd name="connsiteX3" fmla="*/ 683798 w 4360541"/>
                <a:gd name="connsiteY3" fmla="*/ 4244682 h 4276260"/>
                <a:gd name="connsiteX4" fmla="*/ 4131851 w 4360541"/>
                <a:gd name="connsiteY4" fmla="*/ 4244682 h 4276260"/>
                <a:gd name="connsiteX5" fmla="*/ 4271320 w 4360541"/>
                <a:gd name="connsiteY5" fmla="*/ 4186888 h 4276260"/>
                <a:gd name="connsiteX6" fmla="*/ 4328993 w 4360541"/>
                <a:gd name="connsiteY6" fmla="*/ 4047388 h 4276260"/>
                <a:gd name="connsiteX7" fmla="*/ 4131851 w 4360541"/>
                <a:gd name="connsiteY7" fmla="*/ 3850429 h 4276260"/>
                <a:gd name="connsiteX8" fmla="*/ 537904 w 4360541"/>
                <a:gd name="connsiteY8" fmla="*/ 3850429 h 4276260"/>
                <a:gd name="connsiteX9" fmla="*/ 533964 w 4360541"/>
                <a:gd name="connsiteY9" fmla="*/ 3850429 h 4276260"/>
                <a:gd name="connsiteX10" fmla="*/ 157804 w 4360541"/>
                <a:gd name="connsiteY10" fmla="*/ 3695322 h 4276260"/>
                <a:gd name="connsiteX11" fmla="*/ 0 w 4360541"/>
                <a:gd name="connsiteY11" fmla="*/ 3316252 h 4276260"/>
                <a:gd name="connsiteX12" fmla="*/ 0 w 4360541"/>
                <a:gd name="connsiteY12" fmla="*/ 15790 h 4276260"/>
                <a:gd name="connsiteX13" fmla="*/ 15790 w 4360541"/>
                <a:gd name="connsiteY13" fmla="*/ 0 h 4276260"/>
                <a:gd name="connsiteX14" fmla="*/ 31579 w 4360541"/>
                <a:gd name="connsiteY14" fmla="*/ 15790 h 4276260"/>
                <a:gd name="connsiteX15" fmla="*/ 31579 w 4360541"/>
                <a:gd name="connsiteY15" fmla="*/ 3316252 h 4276260"/>
                <a:gd name="connsiteX16" fmla="*/ 180079 w 4360541"/>
                <a:gd name="connsiteY16" fmla="*/ 3672925 h 4276260"/>
                <a:gd name="connsiteX17" fmla="*/ 534086 w 4360541"/>
                <a:gd name="connsiteY17" fmla="*/ 3818850 h 4276260"/>
                <a:gd name="connsiteX18" fmla="*/ 537783 w 4360541"/>
                <a:gd name="connsiteY18" fmla="*/ 3818850 h 4276260"/>
                <a:gd name="connsiteX19" fmla="*/ 4131851 w 4360541"/>
                <a:gd name="connsiteY19" fmla="*/ 3818850 h 4276260"/>
                <a:gd name="connsiteX20" fmla="*/ 4360542 w 4360541"/>
                <a:gd name="connsiteY20" fmla="*/ 4047358 h 4276260"/>
                <a:gd name="connsiteX21" fmla="*/ 4293626 w 4360541"/>
                <a:gd name="connsiteY21" fmla="*/ 4209193 h 4276260"/>
                <a:gd name="connsiteX22" fmla="*/ 4131821 w 4360541"/>
                <a:gd name="connsiteY22" fmla="*/ 4276261 h 427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360541" h="4276260">
                  <a:moveTo>
                    <a:pt x="4131851" y="4276261"/>
                  </a:moveTo>
                  <a:lnTo>
                    <a:pt x="683798" y="4276261"/>
                  </a:lnTo>
                  <a:cubicBezTo>
                    <a:pt x="675070" y="4276261"/>
                    <a:pt x="668008" y="4269199"/>
                    <a:pt x="668008" y="4260471"/>
                  </a:cubicBezTo>
                  <a:cubicBezTo>
                    <a:pt x="668008" y="4251743"/>
                    <a:pt x="675070" y="4244682"/>
                    <a:pt x="683798" y="4244682"/>
                  </a:cubicBezTo>
                  <a:lnTo>
                    <a:pt x="4131851" y="4244682"/>
                  </a:lnTo>
                  <a:cubicBezTo>
                    <a:pt x="4184554" y="4244682"/>
                    <a:pt x="4234074" y="4224164"/>
                    <a:pt x="4271320" y="4186888"/>
                  </a:cubicBezTo>
                  <a:cubicBezTo>
                    <a:pt x="4308567" y="4149611"/>
                    <a:pt x="4329054" y="4100061"/>
                    <a:pt x="4328993" y="4047388"/>
                  </a:cubicBezTo>
                  <a:cubicBezTo>
                    <a:pt x="4328902" y="3938771"/>
                    <a:pt x="4240469" y="3850429"/>
                    <a:pt x="4131851" y="3850429"/>
                  </a:cubicBezTo>
                  <a:lnTo>
                    <a:pt x="537904" y="3850429"/>
                  </a:lnTo>
                  <a:cubicBezTo>
                    <a:pt x="536601" y="3850429"/>
                    <a:pt x="535267" y="3850429"/>
                    <a:pt x="533964" y="3850429"/>
                  </a:cubicBezTo>
                  <a:cubicBezTo>
                    <a:pt x="392131" y="3850429"/>
                    <a:pt x="258663" y="3795453"/>
                    <a:pt x="157804" y="3695322"/>
                  </a:cubicBezTo>
                  <a:cubicBezTo>
                    <a:pt x="56036" y="3594281"/>
                    <a:pt x="0" y="3459661"/>
                    <a:pt x="0" y="3316252"/>
                  </a:cubicBezTo>
                  <a:lnTo>
                    <a:pt x="0" y="15790"/>
                  </a:lnTo>
                  <a:cubicBezTo>
                    <a:pt x="0" y="7061"/>
                    <a:pt x="7061" y="0"/>
                    <a:pt x="15790" y="0"/>
                  </a:cubicBezTo>
                  <a:cubicBezTo>
                    <a:pt x="24518" y="0"/>
                    <a:pt x="31579" y="7061"/>
                    <a:pt x="31579" y="15790"/>
                  </a:cubicBezTo>
                  <a:lnTo>
                    <a:pt x="31579" y="3316252"/>
                  </a:lnTo>
                  <a:cubicBezTo>
                    <a:pt x="31579" y="3451206"/>
                    <a:pt x="84312" y="3577855"/>
                    <a:pt x="180079" y="3672925"/>
                  </a:cubicBezTo>
                  <a:cubicBezTo>
                    <a:pt x="274938" y="3767117"/>
                    <a:pt x="400557" y="3818850"/>
                    <a:pt x="534086" y="3818850"/>
                  </a:cubicBezTo>
                  <a:cubicBezTo>
                    <a:pt x="535328" y="3818850"/>
                    <a:pt x="536540" y="3818850"/>
                    <a:pt x="537783" y="3818850"/>
                  </a:cubicBezTo>
                  <a:lnTo>
                    <a:pt x="4131851" y="3818850"/>
                  </a:lnTo>
                  <a:cubicBezTo>
                    <a:pt x="4257864" y="3818850"/>
                    <a:pt x="4360451" y="3921345"/>
                    <a:pt x="4360542" y="4047358"/>
                  </a:cubicBezTo>
                  <a:cubicBezTo>
                    <a:pt x="4360602" y="4108486"/>
                    <a:pt x="4336842" y="4165977"/>
                    <a:pt x="4293626" y="4209193"/>
                  </a:cubicBezTo>
                  <a:cubicBezTo>
                    <a:pt x="4250409" y="4252440"/>
                    <a:pt x="4192949" y="4276261"/>
                    <a:pt x="4131821" y="4276261"/>
                  </a:cubicBezTo>
                  <a:close/>
                </a:path>
              </a:pathLst>
            </a:custGeom>
            <a:solidFill>
              <a:sysClr val="windowText" lastClr="000000"/>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87" name="Freeform: Shape 86">
              <a:extLst>
                <a:ext uri="{FF2B5EF4-FFF2-40B4-BE49-F238E27FC236}">
                  <a16:creationId xmlns:a16="http://schemas.microsoft.com/office/drawing/2014/main" id="{9E21A362-2602-4E3B-D223-5FF86841083A}"/>
                </a:ext>
              </a:extLst>
            </p:cNvPr>
            <p:cNvSpPr/>
            <p:nvPr/>
          </p:nvSpPr>
          <p:spPr>
            <a:xfrm rot="16996800">
              <a:off x="8526751" y="3647370"/>
              <a:ext cx="108386" cy="108386"/>
            </a:xfrm>
            <a:custGeom>
              <a:avLst/>
              <a:gdLst>
                <a:gd name="connsiteX0" fmla="*/ 164199 w 164198"/>
                <a:gd name="connsiteY0" fmla="*/ 82099 h 164198"/>
                <a:gd name="connsiteX1" fmla="*/ 82099 w 164198"/>
                <a:gd name="connsiteY1" fmla="*/ 164199 h 164198"/>
                <a:gd name="connsiteX2" fmla="*/ 0 w 164198"/>
                <a:gd name="connsiteY2" fmla="*/ 82099 h 164198"/>
                <a:gd name="connsiteX3" fmla="*/ 82099 w 164198"/>
                <a:gd name="connsiteY3" fmla="*/ 0 h 164198"/>
                <a:gd name="connsiteX4" fmla="*/ 164199 w 164198"/>
                <a:gd name="connsiteY4" fmla="*/ 82099 h 16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98" h="164198">
                  <a:moveTo>
                    <a:pt x="164199" y="82099"/>
                  </a:moveTo>
                  <a:cubicBezTo>
                    <a:pt x="164199" y="127442"/>
                    <a:pt x="127442" y="164199"/>
                    <a:pt x="82099" y="164199"/>
                  </a:cubicBezTo>
                  <a:cubicBezTo>
                    <a:pt x="36757" y="164199"/>
                    <a:pt x="0" y="127441"/>
                    <a:pt x="0" y="82099"/>
                  </a:cubicBezTo>
                  <a:cubicBezTo>
                    <a:pt x="0" y="36757"/>
                    <a:pt x="36757" y="0"/>
                    <a:pt x="82099" y="0"/>
                  </a:cubicBezTo>
                  <a:cubicBezTo>
                    <a:pt x="127442" y="0"/>
                    <a:pt x="164199" y="36757"/>
                    <a:pt x="164199" y="82099"/>
                  </a:cubicBezTo>
                  <a:close/>
                </a:path>
              </a:pathLst>
            </a:custGeom>
            <a:solidFill>
              <a:sysClr val="windowText" lastClr="000000"/>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88" name="Freeform: Shape 87">
              <a:extLst>
                <a:ext uri="{FF2B5EF4-FFF2-40B4-BE49-F238E27FC236}">
                  <a16:creationId xmlns:a16="http://schemas.microsoft.com/office/drawing/2014/main" id="{782CDE53-91B9-435B-F747-C70F18790AD9}"/>
                </a:ext>
              </a:extLst>
            </p:cNvPr>
            <p:cNvSpPr/>
            <p:nvPr/>
          </p:nvSpPr>
          <p:spPr>
            <a:xfrm>
              <a:off x="7877170" y="1370283"/>
              <a:ext cx="632404" cy="632403"/>
            </a:xfrm>
            <a:custGeom>
              <a:avLst/>
              <a:gdLst>
                <a:gd name="connsiteX0" fmla="*/ 1331956 w 1331955"/>
                <a:gd name="connsiteY0" fmla="*/ 665978 h 1331955"/>
                <a:gd name="connsiteX1" fmla="*/ 665978 w 1331955"/>
                <a:gd name="connsiteY1" fmla="*/ 1331956 h 1331955"/>
                <a:gd name="connsiteX2" fmla="*/ 0 w 1331955"/>
                <a:gd name="connsiteY2" fmla="*/ 665978 h 1331955"/>
                <a:gd name="connsiteX3" fmla="*/ 665978 w 1331955"/>
                <a:gd name="connsiteY3" fmla="*/ 0 h 1331955"/>
                <a:gd name="connsiteX4" fmla="*/ 1331956 w 1331955"/>
                <a:gd name="connsiteY4" fmla="*/ 665978 h 1331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955" h="1331955">
                  <a:moveTo>
                    <a:pt x="1331956" y="665978"/>
                  </a:moveTo>
                  <a:cubicBezTo>
                    <a:pt x="1331956" y="1033788"/>
                    <a:pt x="1033787" y="1331956"/>
                    <a:pt x="665978" y="1331956"/>
                  </a:cubicBezTo>
                  <a:cubicBezTo>
                    <a:pt x="298169" y="1331956"/>
                    <a:pt x="0" y="1033788"/>
                    <a:pt x="0" y="665978"/>
                  </a:cubicBezTo>
                  <a:cubicBezTo>
                    <a:pt x="0" y="298169"/>
                    <a:pt x="298169" y="0"/>
                    <a:pt x="665978" y="0"/>
                  </a:cubicBezTo>
                  <a:cubicBezTo>
                    <a:pt x="1033787" y="0"/>
                    <a:pt x="1331956" y="298169"/>
                    <a:pt x="1331956" y="665978"/>
                  </a:cubicBezTo>
                  <a:close/>
                </a:path>
              </a:pathLst>
            </a:custGeom>
            <a:solidFill>
              <a:srgbClr val="86BC25"/>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a:solidFill>
                    <a:prstClr val="white"/>
                  </a:solidFill>
                  <a:latin typeface="Aptos" panose="020B0004020202020204" pitchFamily="34" charset="0"/>
                </a:rPr>
                <a:t>5</a:t>
              </a:r>
              <a:endParaRPr lang="en-IN" b="1">
                <a:solidFill>
                  <a:prstClr val="white"/>
                </a:solidFill>
                <a:latin typeface="Aptos" panose="020B0004020202020204" pitchFamily="34" charset="0"/>
              </a:endParaRPr>
            </a:p>
          </p:txBody>
        </p:sp>
        <p:sp>
          <p:nvSpPr>
            <p:cNvPr id="89" name="Rectangle 88">
              <a:extLst>
                <a:ext uri="{FF2B5EF4-FFF2-40B4-BE49-F238E27FC236}">
                  <a16:creationId xmlns:a16="http://schemas.microsoft.com/office/drawing/2014/main" id="{717B8F45-76E4-6794-DFFA-E2D165765FB6}"/>
                </a:ext>
              </a:extLst>
            </p:cNvPr>
            <p:cNvSpPr/>
            <p:nvPr/>
          </p:nvSpPr>
          <p:spPr>
            <a:xfrm>
              <a:off x="8113400" y="1960099"/>
              <a:ext cx="122928" cy="1260000"/>
            </a:xfrm>
            <a:prstGeom prst="rect">
              <a:avLst/>
            </a:prstGeom>
            <a:gradFill flip="none" rotWithShape="1">
              <a:gsLst>
                <a:gs pos="0">
                  <a:srgbClr val="007CB0">
                    <a:lumMod val="20000"/>
                    <a:lumOff val="80000"/>
                  </a:srgbClr>
                </a:gs>
                <a:gs pos="100000">
                  <a:srgbClr val="86BC25"/>
                </a:gs>
              </a:gsLst>
              <a:lin ang="16200000" scaled="1"/>
              <a:tileRect/>
            </a:gra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113" name="Rectangle: Rounded Corners 112">
              <a:extLst>
                <a:ext uri="{FF2B5EF4-FFF2-40B4-BE49-F238E27FC236}">
                  <a16:creationId xmlns:a16="http://schemas.microsoft.com/office/drawing/2014/main" id="{FFC67C03-A357-0C77-DF8F-3E1EB28CC0FF}"/>
                </a:ext>
              </a:extLst>
            </p:cNvPr>
            <p:cNvSpPr/>
            <p:nvPr/>
          </p:nvSpPr>
          <p:spPr bwMode="gray">
            <a:xfrm>
              <a:off x="8373716" y="2257150"/>
              <a:ext cx="3171293" cy="467569"/>
            </a:xfrm>
            <a:prstGeom prst="roundRect">
              <a:avLst>
                <a:gd name="adj" fmla="val 50000"/>
              </a:avLst>
            </a:prstGeom>
            <a:solidFill>
              <a:srgbClr val="86BC25">
                <a:lumMod val="20000"/>
                <a:lumOff val="80000"/>
              </a:srgbClr>
            </a:solidFill>
            <a:ln w="19050" algn="ctr">
              <a:noFill/>
              <a:miter lim="800000"/>
              <a:headEnd/>
              <a:tailEnd/>
            </a:ln>
          </p:spPr>
          <p:txBody>
            <a:bodyPr wrap="square" lIns="36000" tIns="36000" rIns="36000" bIns="36000" rtlCol="0" anchor="ctr"/>
            <a:lstStyle/>
            <a:p>
              <a:pPr algn="ctr" defTabSz="1219170">
                <a:spcAft>
                  <a:spcPts val="400"/>
                </a:spcAft>
                <a:defRPr/>
              </a:pPr>
              <a:r>
                <a:rPr lang="en-US" sz="1400" b="1" kern="0">
                  <a:solidFill>
                    <a:prstClr val="black"/>
                  </a:solidFill>
                  <a:latin typeface="Aptos" panose="020B0004020202020204" pitchFamily="34" charset="0"/>
                  <a:ea typeface="Times New Roman" panose="02020603050405020304" pitchFamily="18" charset="0"/>
                  <a:cs typeface="Times New Roman" panose="02020603050405020304" pitchFamily="18" charset="0"/>
                </a:rPr>
                <a:t>Legal Certainty to Reduce Land Disputes  </a:t>
              </a:r>
            </a:p>
          </p:txBody>
        </p:sp>
        <p:sp>
          <p:nvSpPr>
            <p:cNvPr id="120" name="TextBox 119">
              <a:extLst>
                <a:ext uri="{FF2B5EF4-FFF2-40B4-BE49-F238E27FC236}">
                  <a16:creationId xmlns:a16="http://schemas.microsoft.com/office/drawing/2014/main" id="{67824A0D-B6CB-5B97-1848-3E696785DD4A}"/>
                </a:ext>
              </a:extLst>
            </p:cNvPr>
            <p:cNvSpPr txBox="1"/>
            <p:nvPr/>
          </p:nvSpPr>
          <p:spPr>
            <a:xfrm>
              <a:off x="8255510" y="2725532"/>
              <a:ext cx="3453379" cy="954107"/>
            </a:xfrm>
            <a:prstGeom prst="rect">
              <a:avLst/>
            </a:prstGeom>
            <a:noFill/>
          </p:spPr>
          <p:txBody>
            <a:bodyPr wrap="square">
              <a:spAutoFit/>
            </a:bodyPr>
            <a:lstStyle/>
            <a:p>
              <a:pPr algn="just" eaLnBrk="0" fontAlgn="base" hangingPunct="0">
                <a:spcBef>
                  <a:spcPct val="0"/>
                </a:spcBef>
              </a:pPr>
              <a:r>
                <a:rPr lang="en-US" altLang="en-US" sz="1350" kern="0">
                  <a:solidFill>
                    <a:prstClr val="black"/>
                  </a:solidFill>
                  <a:latin typeface="Aptos" panose="020B0004020202020204" pitchFamily="34" charset="0"/>
                </a:rPr>
                <a:t>Codification into a Unified Land Code would eliminate legal ambiguity, jurisdictional overlaps &amp; reduce land disputes.</a:t>
              </a:r>
            </a:p>
          </p:txBody>
        </p:sp>
      </p:grpSp>
      <p:grpSp>
        <p:nvGrpSpPr>
          <p:cNvPr id="178" name="Group 177">
            <a:extLst>
              <a:ext uri="{FF2B5EF4-FFF2-40B4-BE49-F238E27FC236}">
                <a16:creationId xmlns:a16="http://schemas.microsoft.com/office/drawing/2014/main" id="{F6B5A7BE-4B47-07AD-E20E-33027C25B82F}"/>
              </a:ext>
            </a:extLst>
          </p:cNvPr>
          <p:cNvGrpSpPr/>
          <p:nvPr/>
        </p:nvGrpSpPr>
        <p:grpSpPr>
          <a:xfrm>
            <a:off x="2221130" y="4030047"/>
            <a:ext cx="3740217" cy="2385474"/>
            <a:chOff x="2299786" y="3865926"/>
            <a:chExt cx="3861963" cy="2385474"/>
          </a:xfrm>
        </p:grpSpPr>
        <p:sp>
          <p:nvSpPr>
            <p:cNvPr id="150" name="Rectangle: Rounded Corners 149">
              <a:extLst>
                <a:ext uri="{FF2B5EF4-FFF2-40B4-BE49-F238E27FC236}">
                  <a16:creationId xmlns:a16="http://schemas.microsoft.com/office/drawing/2014/main" id="{386DB2E4-5AC9-8B27-9DA6-83D05995635B}"/>
                </a:ext>
              </a:extLst>
            </p:cNvPr>
            <p:cNvSpPr/>
            <p:nvPr/>
          </p:nvSpPr>
          <p:spPr bwMode="gray">
            <a:xfrm>
              <a:off x="2438729" y="3939188"/>
              <a:ext cx="3526240" cy="734642"/>
            </a:xfrm>
            <a:prstGeom prst="roundRect">
              <a:avLst>
                <a:gd name="adj" fmla="val 50000"/>
              </a:avLst>
            </a:prstGeom>
            <a:noFill/>
            <a:ln w="19050" algn="ctr">
              <a:gradFill flip="none" rotWithShape="1">
                <a:gsLst>
                  <a:gs pos="0">
                    <a:sysClr val="window" lastClr="FFFFFF">
                      <a:alpha val="0"/>
                    </a:sysClr>
                  </a:gs>
                  <a:gs pos="100000">
                    <a:sysClr val="windowText" lastClr="000000"/>
                  </a:gs>
                </a:gsLst>
                <a:lin ang="0" scaled="1"/>
                <a:tileRect/>
              </a:gradFill>
              <a:miter lim="800000"/>
              <a:headEnd/>
              <a:tailEnd/>
            </a:ln>
            <a:extLst>
              <a:ext uri="{909E8E84-426E-40DD-AFC4-6F175D3DCCD1}">
                <a14:hiddenFill xmlns:a14="http://schemas.microsoft.com/office/drawing/2010/main">
                  <a:solidFill>
                    <a:schemeClr val="accent3"/>
                  </a:solidFill>
                </a14:hiddenFill>
              </a:ext>
            </a:extLst>
          </p:spPr>
          <p:txBody>
            <a:bodyPr wrap="square" lIns="45720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prstClr val="black"/>
                  </a:solidFill>
                  <a:latin typeface="Aptos" panose="020B0004020202020204" pitchFamily="34" charset="0"/>
                  <a:ea typeface="Calibri" pitchFamily="34" charset="-122"/>
                  <a:cs typeface="Calibri" pitchFamily="34" charset="-120"/>
                </a:rPr>
                <a:t>Enhance Revenue to Widen Fiscal Space</a:t>
              </a:r>
            </a:p>
          </p:txBody>
        </p:sp>
        <p:sp>
          <p:nvSpPr>
            <p:cNvPr id="152" name="Freeform: Shape 151">
              <a:extLst>
                <a:ext uri="{FF2B5EF4-FFF2-40B4-BE49-F238E27FC236}">
                  <a16:creationId xmlns:a16="http://schemas.microsoft.com/office/drawing/2014/main" id="{A59BD78A-E571-E07D-D54E-B22116D17194}"/>
                </a:ext>
              </a:extLst>
            </p:cNvPr>
            <p:cNvSpPr/>
            <p:nvPr/>
          </p:nvSpPr>
          <p:spPr>
            <a:xfrm>
              <a:off x="2581964" y="5117207"/>
              <a:ext cx="2458926" cy="1080000"/>
            </a:xfrm>
            <a:custGeom>
              <a:avLst/>
              <a:gdLst>
                <a:gd name="connsiteX0" fmla="*/ 4131851 w 4360541"/>
                <a:gd name="connsiteY0" fmla="*/ 4276261 h 4276260"/>
                <a:gd name="connsiteX1" fmla="*/ 683798 w 4360541"/>
                <a:gd name="connsiteY1" fmla="*/ 4276261 h 4276260"/>
                <a:gd name="connsiteX2" fmla="*/ 668008 w 4360541"/>
                <a:gd name="connsiteY2" fmla="*/ 4260471 h 4276260"/>
                <a:gd name="connsiteX3" fmla="*/ 683798 w 4360541"/>
                <a:gd name="connsiteY3" fmla="*/ 4244682 h 4276260"/>
                <a:gd name="connsiteX4" fmla="*/ 4131851 w 4360541"/>
                <a:gd name="connsiteY4" fmla="*/ 4244682 h 4276260"/>
                <a:gd name="connsiteX5" fmla="*/ 4271320 w 4360541"/>
                <a:gd name="connsiteY5" fmla="*/ 4186888 h 4276260"/>
                <a:gd name="connsiteX6" fmla="*/ 4328993 w 4360541"/>
                <a:gd name="connsiteY6" fmla="*/ 4047388 h 4276260"/>
                <a:gd name="connsiteX7" fmla="*/ 4131851 w 4360541"/>
                <a:gd name="connsiteY7" fmla="*/ 3850429 h 4276260"/>
                <a:gd name="connsiteX8" fmla="*/ 537904 w 4360541"/>
                <a:gd name="connsiteY8" fmla="*/ 3850429 h 4276260"/>
                <a:gd name="connsiteX9" fmla="*/ 533964 w 4360541"/>
                <a:gd name="connsiteY9" fmla="*/ 3850429 h 4276260"/>
                <a:gd name="connsiteX10" fmla="*/ 157804 w 4360541"/>
                <a:gd name="connsiteY10" fmla="*/ 3695322 h 4276260"/>
                <a:gd name="connsiteX11" fmla="*/ 0 w 4360541"/>
                <a:gd name="connsiteY11" fmla="*/ 3316252 h 4276260"/>
                <a:gd name="connsiteX12" fmla="*/ 0 w 4360541"/>
                <a:gd name="connsiteY12" fmla="*/ 15790 h 4276260"/>
                <a:gd name="connsiteX13" fmla="*/ 15790 w 4360541"/>
                <a:gd name="connsiteY13" fmla="*/ 0 h 4276260"/>
                <a:gd name="connsiteX14" fmla="*/ 31579 w 4360541"/>
                <a:gd name="connsiteY14" fmla="*/ 15790 h 4276260"/>
                <a:gd name="connsiteX15" fmla="*/ 31579 w 4360541"/>
                <a:gd name="connsiteY15" fmla="*/ 3316252 h 4276260"/>
                <a:gd name="connsiteX16" fmla="*/ 180079 w 4360541"/>
                <a:gd name="connsiteY16" fmla="*/ 3672925 h 4276260"/>
                <a:gd name="connsiteX17" fmla="*/ 534086 w 4360541"/>
                <a:gd name="connsiteY17" fmla="*/ 3818850 h 4276260"/>
                <a:gd name="connsiteX18" fmla="*/ 537783 w 4360541"/>
                <a:gd name="connsiteY18" fmla="*/ 3818850 h 4276260"/>
                <a:gd name="connsiteX19" fmla="*/ 4131851 w 4360541"/>
                <a:gd name="connsiteY19" fmla="*/ 3818850 h 4276260"/>
                <a:gd name="connsiteX20" fmla="*/ 4360542 w 4360541"/>
                <a:gd name="connsiteY20" fmla="*/ 4047358 h 4276260"/>
                <a:gd name="connsiteX21" fmla="*/ 4293626 w 4360541"/>
                <a:gd name="connsiteY21" fmla="*/ 4209193 h 4276260"/>
                <a:gd name="connsiteX22" fmla="*/ 4131821 w 4360541"/>
                <a:gd name="connsiteY22" fmla="*/ 4276261 h 427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360541" h="4276260">
                  <a:moveTo>
                    <a:pt x="4131851" y="4276261"/>
                  </a:moveTo>
                  <a:lnTo>
                    <a:pt x="683798" y="4276261"/>
                  </a:lnTo>
                  <a:cubicBezTo>
                    <a:pt x="675070" y="4276261"/>
                    <a:pt x="668008" y="4269199"/>
                    <a:pt x="668008" y="4260471"/>
                  </a:cubicBezTo>
                  <a:cubicBezTo>
                    <a:pt x="668008" y="4251743"/>
                    <a:pt x="675070" y="4244682"/>
                    <a:pt x="683798" y="4244682"/>
                  </a:cubicBezTo>
                  <a:lnTo>
                    <a:pt x="4131851" y="4244682"/>
                  </a:lnTo>
                  <a:cubicBezTo>
                    <a:pt x="4184554" y="4244682"/>
                    <a:pt x="4234074" y="4224164"/>
                    <a:pt x="4271320" y="4186888"/>
                  </a:cubicBezTo>
                  <a:cubicBezTo>
                    <a:pt x="4308567" y="4149611"/>
                    <a:pt x="4329054" y="4100061"/>
                    <a:pt x="4328993" y="4047388"/>
                  </a:cubicBezTo>
                  <a:cubicBezTo>
                    <a:pt x="4328902" y="3938771"/>
                    <a:pt x="4240469" y="3850429"/>
                    <a:pt x="4131851" y="3850429"/>
                  </a:cubicBezTo>
                  <a:lnTo>
                    <a:pt x="537904" y="3850429"/>
                  </a:lnTo>
                  <a:cubicBezTo>
                    <a:pt x="536601" y="3850429"/>
                    <a:pt x="535267" y="3850429"/>
                    <a:pt x="533964" y="3850429"/>
                  </a:cubicBezTo>
                  <a:cubicBezTo>
                    <a:pt x="392131" y="3850429"/>
                    <a:pt x="258663" y="3795453"/>
                    <a:pt x="157804" y="3695322"/>
                  </a:cubicBezTo>
                  <a:cubicBezTo>
                    <a:pt x="56036" y="3594281"/>
                    <a:pt x="0" y="3459661"/>
                    <a:pt x="0" y="3316252"/>
                  </a:cubicBezTo>
                  <a:lnTo>
                    <a:pt x="0" y="15790"/>
                  </a:lnTo>
                  <a:cubicBezTo>
                    <a:pt x="0" y="7061"/>
                    <a:pt x="7061" y="0"/>
                    <a:pt x="15790" y="0"/>
                  </a:cubicBezTo>
                  <a:cubicBezTo>
                    <a:pt x="24518" y="0"/>
                    <a:pt x="31579" y="7061"/>
                    <a:pt x="31579" y="15790"/>
                  </a:cubicBezTo>
                  <a:lnTo>
                    <a:pt x="31579" y="3316252"/>
                  </a:lnTo>
                  <a:cubicBezTo>
                    <a:pt x="31579" y="3451206"/>
                    <a:pt x="84312" y="3577855"/>
                    <a:pt x="180079" y="3672925"/>
                  </a:cubicBezTo>
                  <a:cubicBezTo>
                    <a:pt x="274938" y="3767117"/>
                    <a:pt x="400557" y="3818850"/>
                    <a:pt x="534086" y="3818850"/>
                  </a:cubicBezTo>
                  <a:cubicBezTo>
                    <a:pt x="535328" y="3818850"/>
                    <a:pt x="536540" y="3818850"/>
                    <a:pt x="537783" y="3818850"/>
                  </a:cubicBezTo>
                  <a:lnTo>
                    <a:pt x="4131851" y="3818850"/>
                  </a:lnTo>
                  <a:cubicBezTo>
                    <a:pt x="4257864" y="3818850"/>
                    <a:pt x="4360451" y="3921345"/>
                    <a:pt x="4360542" y="4047358"/>
                  </a:cubicBezTo>
                  <a:cubicBezTo>
                    <a:pt x="4360602" y="4108486"/>
                    <a:pt x="4336842" y="4165977"/>
                    <a:pt x="4293626" y="4209193"/>
                  </a:cubicBezTo>
                  <a:cubicBezTo>
                    <a:pt x="4250409" y="4252440"/>
                    <a:pt x="4192949" y="4276261"/>
                    <a:pt x="4131821" y="4276261"/>
                  </a:cubicBezTo>
                  <a:close/>
                </a:path>
              </a:pathLst>
            </a:custGeom>
            <a:solidFill>
              <a:sysClr val="windowText" lastClr="000000"/>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154" name="Freeform: Shape 153">
              <a:extLst>
                <a:ext uri="{FF2B5EF4-FFF2-40B4-BE49-F238E27FC236}">
                  <a16:creationId xmlns:a16="http://schemas.microsoft.com/office/drawing/2014/main" id="{C35414E8-EBBC-0FEE-2227-C8DA57E85A6F}"/>
                </a:ext>
              </a:extLst>
            </p:cNvPr>
            <p:cNvSpPr/>
            <p:nvPr/>
          </p:nvSpPr>
          <p:spPr>
            <a:xfrm rot="16996800">
              <a:off x="2949367" y="6143014"/>
              <a:ext cx="108386" cy="108386"/>
            </a:xfrm>
            <a:custGeom>
              <a:avLst/>
              <a:gdLst>
                <a:gd name="connsiteX0" fmla="*/ 164199 w 164198"/>
                <a:gd name="connsiteY0" fmla="*/ 82099 h 164198"/>
                <a:gd name="connsiteX1" fmla="*/ 82099 w 164198"/>
                <a:gd name="connsiteY1" fmla="*/ 164199 h 164198"/>
                <a:gd name="connsiteX2" fmla="*/ 0 w 164198"/>
                <a:gd name="connsiteY2" fmla="*/ 82099 h 164198"/>
                <a:gd name="connsiteX3" fmla="*/ 82099 w 164198"/>
                <a:gd name="connsiteY3" fmla="*/ 0 h 164198"/>
                <a:gd name="connsiteX4" fmla="*/ 164199 w 164198"/>
                <a:gd name="connsiteY4" fmla="*/ 82099 h 16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98" h="164198">
                  <a:moveTo>
                    <a:pt x="164199" y="82099"/>
                  </a:moveTo>
                  <a:cubicBezTo>
                    <a:pt x="164199" y="127442"/>
                    <a:pt x="127442" y="164199"/>
                    <a:pt x="82099" y="164199"/>
                  </a:cubicBezTo>
                  <a:cubicBezTo>
                    <a:pt x="36757" y="164199"/>
                    <a:pt x="0" y="127441"/>
                    <a:pt x="0" y="82099"/>
                  </a:cubicBezTo>
                  <a:cubicBezTo>
                    <a:pt x="0" y="36757"/>
                    <a:pt x="36757" y="0"/>
                    <a:pt x="82099" y="0"/>
                  </a:cubicBezTo>
                  <a:cubicBezTo>
                    <a:pt x="127442" y="0"/>
                    <a:pt x="164199" y="36757"/>
                    <a:pt x="164199" y="82099"/>
                  </a:cubicBezTo>
                  <a:close/>
                </a:path>
              </a:pathLst>
            </a:custGeom>
            <a:solidFill>
              <a:sysClr val="windowText" lastClr="000000"/>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156" name="Freeform: Shape 155">
              <a:extLst>
                <a:ext uri="{FF2B5EF4-FFF2-40B4-BE49-F238E27FC236}">
                  <a16:creationId xmlns:a16="http://schemas.microsoft.com/office/drawing/2014/main" id="{F4AB1B6D-4A26-B60D-4DB6-CB828CF973A3}"/>
                </a:ext>
              </a:extLst>
            </p:cNvPr>
            <p:cNvSpPr/>
            <p:nvPr/>
          </p:nvSpPr>
          <p:spPr>
            <a:xfrm>
              <a:off x="2299786" y="3865926"/>
              <a:ext cx="632403" cy="632404"/>
            </a:xfrm>
            <a:custGeom>
              <a:avLst/>
              <a:gdLst>
                <a:gd name="connsiteX0" fmla="*/ 1331956 w 1331955"/>
                <a:gd name="connsiteY0" fmla="*/ 665978 h 1331955"/>
                <a:gd name="connsiteX1" fmla="*/ 665978 w 1331955"/>
                <a:gd name="connsiteY1" fmla="*/ 1331956 h 1331955"/>
                <a:gd name="connsiteX2" fmla="*/ 0 w 1331955"/>
                <a:gd name="connsiteY2" fmla="*/ 665978 h 1331955"/>
                <a:gd name="connsiteX3" fmla="*/ 665978 w 1331955"/>
                <a:gd name="connsiteY3" fmla="*/ 0 h 1331955"/>
                <a:gd name="connsiteX4" fmla="*/ 1331956 w 1331955"/>
                <a:gd name="connsiteY4" fmla="*/ 665978 h 1331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955" h="1331955">
                  <a:moveTo>
                    <a:pt x="1331956" y="665978"/>
                  </a:moveTo>
                  <a:cubicBezTo>
                    <a:pt x="1331956" y="1033788"/>
                    <a:pt x="1033787" y="1331956"/>
                    <a:pt x="665978" y="1331956"/>
                  </a:cubicBezTo>
                  <a:cubicBezTo>
                    <a:pt x="298169" y="1331956"/>
                    <a:pt x="0" y="1033788"/>
                    <a:pt x="0" y="665978"/>
                  </a:cubicBezTo>
                  <a:cubicBezTo>
                    <a:pt x="0" y="298169"/>
                    <a:pt x="298169" y="0"/>
                    <a:pt x="665978" y="0"/>
                  </a:cubicBezTo>
                  <a:cubicBezTo>
                    <a:pt x="1033787" y="0"/>
                    <a:pt x="1331956" y="298169"/>
                    <a:pt x="1331956" y="665978"/>
                  </a:cubicBezTo>
                  <a:close/>
                </a:path>
              </a:pathLst>
            </a:custGeom>
            <a:solidFill>
              <a:srgbClr val="86BC25"/>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a:solidFill>
                    <a:prstClr val="white"/>
                  </a:solidFill>
                  <a:latin typeface="Aptos" panose="020B0004020202020204" pitchFamily="34" charset="0"/>
                </a:rPr>
                <a:t>4</a:t>
              </a:r>
              <a:endParaRPr lang="en-IN" b="1">
                <a:solidFill>
                  <a:prstClr val="white"/>
                </a:solidFill>
                <a:latin typeface="Aptos" panose="020B0004020202020204" pitchFamily="34" charset="0"/>
              </a:endParaRPr>
            </a:p>
          </p:txBody>
        </p:sp>
        <p:sp>
          <p:nvSpPr>
            <p:cNvPr id="158" name="Rectangle 157">
              <a:extLst>
                <a:ext uri="{FF2B5EF4-FFF2-40B4-BE49-F238E27FC236}">
                  <a16:creationId xmlns:a16="http://schemas.microsoft.com/office/drawing/2014/main" id="{430B31EB-DBA9-CED1-DF0E-A087C5DCD0AF}"/>
                </a:ext>
              </a:extLst>
            </p:cNvPr>
            <p:cNvSpPr/>
            <p:nvPr/>
          </p:nvSpPr>
          <p:spPr>
            <a:xfrm>
              <a:off x="2536016" y="4455742"/>
              <a:ext cx="122928" cy="1260000"/>
            </a:xfrm>
            <a:prstGeom prst="rect">
              <a:avLst/>
            </a:prstGeom>
            <a:gradFill flip="none" rotWithShape="1">
              <a:gsLst>
                <a:gs pos="0">
                  <a:srgbClr val="007CB0">
                    <a:lumMod val="20000"/>
                    <a:lumOff val="80000"/>
                  </a:srgbClr>
                </a:gs>
                <a:gs pos="100000">
                  <a:srgbClr val="86BC25"/>
                </a:gs>
              </a:gsLst>
              <a:lin ang="16200000" scaled="1"/>
              <a:tileRect/>
            </a:gra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160" name="TextBox 159">
              <a:extLst>
                <a:ext uri="{FF2B5EF4-FFF2-40B4-BE49-F238E27FC236}">
                  <a16:creationId xmlns:a16="http://schemas.microsoft.com/office/drawing/2014/main" id="{E68DD6E4-D156-214F-D17D-8D4EEFA98F6D}"/>
                </a:ext>
              </a:extLst>
            </p:cNvPr>
            <p:cNvSpPr txBox="1"/>
            <p:nvPr/>
          </p:nvSpPr>
          <p:spPr>
            <a:xfrm>
              <a:off x="2708370" y="5283695"/>
              <a:ext cx="3453379" cy="738664"/>
            </a:xfrm>
            <a:prstGeom prst="rect">
              <a:avLst/>
            </a:prstGeom>
            <a:noFill/>
          </p:spPr>
          <p:txBody>
            <a:bodyPr wrap="square">
              <a:spAutoFit/>
            </a:bodyPr>
            <a:lstStyle/>
            <a:p>
              <a:pPr eaLnBrk="0" fontAlgn="base" hangingPunct="0">
                <a:spcBef>
                  <a:spcPct val="0"/>
                </a:spcBef>
              </a:pPr>
              <a:r>
                <a:rPr lang="en-US" altLang="en-US" sz="1400" kern="0">
                  <a:solidFill>
                    <a:prstClr val="black"/>
                  </a:solidFill>
                  <a:latin typeface="Aptos" panose="020B0004020202020204" pitchFamily="34" charset="0"/>
                </a:rPr>
                <a:t>Enhance accuracy, coverage &amp; compliance of the land revenue base to support State’s overall fiscals</a:t>
              </a:r>
            </a:p>
          </p:txBody>
        </p:sp>
        <p:sp>
          <p:nvSpPr>
            <p:cNvPr id="174" name="Rectangle: Rounded Corners 173">
              <a:extLst>
                <a:ext uri="{FF2B5EF4-FFF2-40B4-BE49-F238E27FC236}">
                  <a16:creationId xmlns:a16="http://schemas.microsoft.com/office/drawing/2014/main" id="{64A77078-1532-BF9E-F894-2FC1476F87D9}"/>
                </a:ext>
              </a:extLst>
            </p:cNvPr>
            <p:cNvSpPr/>
            <p:nvPr/>
          </p:nvSpPr>
          <p:spPr bwMode="gray">
            <a:xfrm>
              <a:off x="2793676" y="4752793"/>
              <a:ext cx="3171293" cy="467569"/>
            </a:xfrm>
            <a:prstGeom prst="roundRect">
              <a:avLst>
                <a:gd name="adj" fmla="val 50000"/>
              </a:avLst>
            </a:prstGeom>
            <a:solidFill>
              <a:srgbClr val="86BC25">
                <a:lumMod val="20000"/>
                <a:lumOff val="80000"/>
              </a:srgbClr>
            </a:solidFill>
            <a:ln w="19050" algn="ctr">
              <a:noFill/>
              <a:miter lim="800000"/>
              <a:headEnd/>
              <a:tailEnd/>
            </a:ln>
          </p:spPr>
          <p:txBody>
            <a:bodyPr wrap="square" lIns="36000" tIns="36000" rIns="36000" bIns="36000" rtlCol="0" anchor="ctr"/>
            <a:lstStyle/>
            <a:p>
              <a:pPr algn="ctr" defTabSz="1219170">
                <a:spcAft>
                  <a:spcPts val="400"/>
                </a:spcAft>
                <a:defRPr/>
              </a:pPr>
              <a:r>
                <a:rPr lang="en-US" sz="1400" b="1" kern="0">
                  <a:solidFill>
                    <a:prstClr val="black"/>
                  </a:solidFill>
                  <a:latin typeface="Aptos" panose="020B0004020202020204" pitchFamily="34" charset="0"/>
                  <a:ea typeface="Times New Roman" panose="02020603050405020304" pitchFamily="18" charset="0"/>
                  <a:cs typeface="Times New Roman" panose="02020603050405020304" pitchFamily="18" charset="0"/>
                </a:rPr>
                <a:t>Traditional Land Revenue to Greater Fiscal Value</a:t>
              </a:r>
            </a:p>
          </p:txBody>
        </p:sp>
      </p:grpSp>
      <p:grpSp>
        <p:nvGrpSpPr>
          <p:cNvPr id="180" name="Group 179">
            <a:extLst>
              <a:ext uri="{FF2B5EF4-FFF2-40B4-BE49-F238E27FC236}">
                <a16:creationId xmlns:a16="http://schemas.microsoft.com/office/drawing/2014/main" id="{07C8FB21-C8A0-CDC8-F0D6-D3DD445A228C}"/>
              </a:ext>
            </a:extLst>
          </p:cNvPr>
          <p:cNvGrpSpPr/>
          <p:nvPr/>
        </p:nvGrpSpPr>
        <p:grpSpPr>
          <a:xfrm>
            <a:off x="8064481" y="1531161"/>
            <a:ext cx="3710135" cy="2385473"/>
            <a:chOff x="5975516" y="3865926"/>
            <a:chExt cx="3830902" cy="2385473"/>
          </a:xfrm>
        </p:grpSpPr>
        <p:sp>
          <p:nvSpPr>
            <p:cNvPr id="162" name="Rectangle: Rounded Corners 161">
              <a:extLst>
                <a:ext uri="{FF2B5EF4-FFF2-40B4-BE49-F238E27FC236}">
                  <a16:creationId xmlns:a16="http://schemas.microsoft.com/office/drawing/2014/main" id="{57F9C893-716E-5B1F-C363-41FFE3D1B050}"/>
                </a:ext>
              </a:extLst>
            </p:cNvPr>
            <p:cNvSpPr/>
            <p:nvPr/>
          </p:nvSpPr>
          <p:spPr bwMode="gray">
            <a:xfrm>
              <a:off x="6114460" y="3939188"/>
              <a:ext cx="3526241" cy="734642"/>
            </a:xfrm>
            <a:prstGeom prst="roundRect">
              <a:avLst>
                <a:gd name="adj" fmla="val 50000"/>
              </a:avLst>
            </a:prstGeom>
            <a:noFill/>
            <a:ln w="19050" algn="ctr">
              <a:gradFill flip="none" rotWithShape="1">
                <a:gsLst>
                  <a:gs pos="0">
                    <a:sysClr val="window" lastClr="FFFFFF">
                      <a:alpha val="0"/>
                    </a:sysClr>
                  </a:gs>
                  <a:gs pos="100000">
                    <a:sysClr val="windowText" lastClr="000000"/>
                  </a:gs>
                </a:gsLst>
                <a:lin ang="0" scaled="1"/>
                <a:tileRect/>
              </a:gradFill>
              <a:miter lim="800000"/>
              <a:headEnd/>
              <a:tailEnd/>
            </a:ln>
            <a:extLst>
              <a:ext uri="{909E8E84-426E-40DD-AFC4-6F175D3DCCD1}">
                <a14:hiddenFill xmlns:a14="http://schemas.microsoft.com/office/drawing/2010/main">
                  <a:solidFill>
                    <a:schemeClr val="accent3"/>
                  </a:solidFill>
                </a14:hiddenFill>
              </a:ext>
            </a:extLst>
          </p:spPr>
          <p:txBody>
            <a:bodyPr wrap="square" lIns="45720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prstClr val="black"/>
                  </a:solidFill>
                  <a:latin typeface="Aptos" panose="020B0004020202020204" pitchFamily="34" charset="0"/>
                  <a:ea typeface="Calibri" pitchFamily="34" charset="-122"/>
                  <a:cs typeface="Calibri" pitchFamily="34" charset="-120"/>
                </a:rPr>
                <a:t>Land Intelligence for Planning &amp; Governance</a:t>
              </a:r>
            </a:p>
          </p:txBody>
        </p:sp>
        <p:sp>
          <p:nvSpPr>
            <p:cNvPr id="164" name="Freeform: Shape 163">
              <a:extLst>
                <a:ext uri="{FF2B5EF4-FFF2-40B4-BE49-F238E27FC236}">
                  <a16:creationId xmlns:a16="http://schemas.microsoft.com/office/drawing/2014/main" id="{617BD815-8A4A-7893-500D-80D1C9E1C1D4}"/>
                </a:ext>
              </a:extLst>
            </p:cNvPr>
            <p:cNvSpPr/>
            <p:nvPr/>
          </p:nvSpPr>
          <p:spPr>
            <a:xfrm>
              <a:off x="6257694" y="5117206"/>
              <a:ext cx="2458927" cy="1080000"/>
            </a:xfrm>
            <a:custGeom>
              <a:avLst/>
              <a:gdLst>
                <a:gd name="connsiteX0" fmla="*/ 4131851 w 4360541"/>
                <a:gd name="connsiteY0" fmla="*/ 4276261 h 4276260"/>
                <a:gd name="connsiteX1" fmla="*/ 683798 w 4360541"/>
                <a:gd name="connsiteY1" fmla="*/ 4276261 h 4276260"/>
                <a:gd name="connsiteX2" fmla="*/ 668008 w 4360541"/>
                <a:gd name="connsiteY2" fmla="*/ 4260471 h 4276260"/>
                <a:gd name="connsiteX3" fmla="*/ 683798 w 4360541"/>
                <a:gd name="connsiteY3" fmla="*/ 4244682 h 4276260"/>
                <a:gd name="connsiteX4" fmla="*/ 4131851 w 4360541"/>
                <a:gd name="connsiteY4" fmla="*/ 4244682 h 4276260"/>
                <a:gd name="connsiteX5" fmla="*/ 4271320 w 4360541"/>
                <a:gd name="connsiteY5" fmla="*/ 4186888 h 4276260"/>
                <a:gd name="connsiteX6" fmla="*/ 4328993 w 4360541"/>
                <a:gd name="connsiteY6" fmla="*/ 4047388 h 4276260"/>
                <a:gd name="connsiteX7" fmla="*/ 4131851 w 4360541"/>
                <a:gd name="connsiteY7" fmla="*/ 3850429 h 4276260"/>
                <a:gd name="connsiteX8" fmla="*/ 537904 w 4360541"/>
                <a:gd name="connsiteY8" fmla="*/ 3850429 h 4276260"/>
                <a:gd name="connsiteX9" fmla="*/ 533964 w 4360541"/>
                <a:gd name="connsiteY9" fmla="*/ 3850429 h 4276260"/>
                <a:gd name="connsiteX10" fmla="*/ 157804 w 4360541"/>
                <a:gd name="connsiteY10" fmla="*/ 3695322 h 4276260"/>
                <a:gd name="connsiteX11" fmla="*/ 0 w 4360541"/>
                <a:gd name="connsiteY11" fmla="*/ 3316252 h 4276260"/>
                <a:gd name="connsiteX12" fmla="*/ 0 w 4360541"/>
                <a:gd name="connsiteY12" fmla="*/ 15790 h 4276260"/>
                <a:gd name="connsiteX13" fmla="*/ 15790 w 4360541"/>
                <a:gd name="connsiteY13" fmla="*/ 0 h 4276260"/>
                <a:gd name="connsiteX14" fmla="*/ 31579 w 4360541"/>
                <a:gd name="connsiteY14" fmla="*/ 15790 h 4276260"/>
                <a:gd name="connsiteX15" fmla="*/ 31579 w 4360541"/>
                <a:gd name="connsiteY15" fmla="*/ 3316252 h 4276260"/>
                <a:gd name="connsiteX16" fmla="*/ 180079 w 4360541"/>
                <a:gd name="connsiteY16" fmla="*/ 3672925 h 4276260"/>
                <a:gd name="connsiteX17" fmla="*/ 534086 w 4360541"/>
                <a:gd name="connsiteY17" fmla="*/ 3818850 h 4276260"/>
                <a:gd name="connsiteX18" fmla="*/ 537783 w 4360541"/>
                <a:gd name="connsiteY18" fmla="*/ 3818850 h 4276260"/>
                <a:gd name="connsiteX19" fmla="*/ 4131851 w 4360541"/>
                <a:gd name="connsiteY19" fmla="*/ 3818850 h 4276260"/>
                <a:gd name="connsiteX20" fmla="*/ 4360542 w 4360541"/>
                <a:gd name="connsiteY20" fmla="*/ 4047358 h 4276260"/>
                <a:gd name="connsiteX21" fmla="*/ 4293626 w 4360541"/>
                <a:gd name="connsiteY21" fmla="*/ 4209193 h 4276260"/>
                <a:gd name="connsiteX22" fmla="*/ 4131821 w 4360541"/>
                <a:gd name="connsiteY22" fmla="*/ 4276261 h 427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360541" h="4276260">
                  <a:moveTo>
                    <a:pt x="4131851" y="4276261"/>
                  </a:moveTo>
                  <a:lnTo>
                    <a:pt x="683798" y="4276261"/>
                  </a:lnTo>
                  <a:cubicBezTo>
                    <a:pt x="675070" y="4276261"/>
                    <a:pt x="668008" y="4269199"/>
                    <a:pt x="668008" y="4260471"/>
                  </a:cubicBezTo>
                  <a:cubicBezTo>
                    <a:pt x="668008" y="4251743"/>
                    <a:pt x="675070" y="4244682"/>
                    <a:pt x="683798" y="4244682"/>
                  </a:cubicBezTo>
                  <a:lnTo>
                    <a:pt x="4131851" y="4244682"/>
                  </a:lnTo>
                  <a:cubicBezTo>
                    <a:pt x="4184554" y="4244682"/>
                    <a:pt x="4234074" y="4224164"/>
                    <a:pt x="4271320" y="4186888"/>
                  </a:cubicBezTo>
                  <a:cubicBezTo>
                    <a:pt x="4308567" y="4149611"/>
                    <a:pt x="4329054" y="4100061"/>
                    <a:pt x="4328993" y="4047388"/>
                  </a:cubicBezTo>
                  <a:cubicBezTo>
                    <a:pt x="4328902" y="3938771"/>
                    <a:pt x="4240469" y="3850429"/>
                    <a:pt x="4131851" y="3850429"/>
                  </a:cubicBezTo>
                  <a:lnTo>
                    <a:pt x="537904" y="3850429"/>
                  </a:lnTo>
                  <a:cubicBezTo>
                    <a:pt x="536601" y="3850429"/>
                    <a:pt x="535267" y="3850429"/>
                    <a:pt x="533964" y="3850429"/>
                  </a:cubicBezTo>
                  <a:cubicBezTo>
                    <a:pt x="392131" y="3850429"/>
                    <a:pt x="258663" y="3795453"/>
                    <a:pt x="157804" y="3695322"/>
                  </a:cubicBezTo>
                  <a:cubicBezTo>
                    <a:pt x="56036" y="3594281"/>
                    <a:pt x="0" y="3459661"/>
                    <a:pt x="0" y="3316252"/>
                  </a:cubicBezTo>
                  <a:lnTo>
                    <a:pt x="0" y="15790"/>
                  </a:lnTo>
                  <a:cubicBezTo>
                    <a:pt x="0" y="7061"/>
                    <a:pt x="7061" y="0"/>
                    <a:pt x="15790" y="0"/>
                  </a:cubicBezTo>
                  <a:cubicBezTo>
                    <a:pt x="24518" y="0"/>
                    <a:pt x="31579" y="7061"/>
                    <a:pt x="31579" y="15790"/>
                  </a:cubicBezTo>
                  <a:lnTo>
                    <a:pt x="31579" y="3316252"/>
                  </a:lnTo>
                  <a:cubicBezTo>
                    <a:pt x="31579" y="3451206"/>
                    <a:pt x="84312" y="3577855"/>
                    <a:pt x="180079" y="3672925"/>
                  </a:cubicBezTo>
                  <a:cubicBezTo>
                    <a:pt x="274938" y="3767117"/>
                    <a:pt x="400557" y="3818850"/>
                    <a:pt x="534086" y="3818850"/>
                  </a:cubicBezTo>
                  <a:cubicBezTo>
                    <a:pt x="535328" y="3818850"/>
                    <a:pt x="536540" y="3818850"/>
                    <a:pt x="537783" y="3818850"/>
                  </a:cubicBezTo>
                  <a:lnTo>
                    <a:pt x="4131851" y="3818850"/>
                  </a:lnTo>
                  <a:cubicBezTo>
                    <a:pt x="4257864" y="3818850"/>
                    <a:pt x="4360451" y="3921345"/>
                    <a:pt x="4360542" y="4047358"/>
                  </a:cubicBezTo>
                  <a:cubicBezTo>
                    <a:pt x="4360602" y="4108486"/>
                    <a:pt x="4336842" y="4165977"/>
                    <a:pt x="4293626" y="4209193"/>
                  </a:cubicBezTo>
                  <a:cubicBezTo>
                    <a:pt x="4250409" y="4252440"/>
                    <a:pt x="4192949" y="4276261"/>
                    <a:pt x="4131821" y="4276261"/>
                  </a:cubicBezTo>
                  <a:close/>
                </a:path>
              </a:pathLst>
            </a:custGeom>
            <a:solidFill>
              <a:sysClr val="windowText" lastClr="000000"/>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166" name="Freeform: Shape 165">
              <a:extLst>
                <a:ext uri="{FF2B5EF4-FFF2-40B4-BE49-F238E27FC236}">
                  <a16:creationId xmlns:a16="http://schemas.microsoft.com/office/drawing/2014/main" id="{F4D29526-8F27-DF6A-8E68-278B8C9668E7}"/>
                </a:ext>
              </a:extLst>
            </p:cNvPr>
            <p:cNvSpPr/>
            <p:nvPr/>
          </p:nvSpPr>
          <p:spPr>
            <a:xfrm rot="16996800">
              <a:off x="6625097" y="6143013"/>
              <a:ext cx="108386" cy="108386"/>
            </a:xfrm>
            <a:custGeom>
              <a:avLst/>
              <a:gdLst>
                <a:gd name="connsiteX0" fmla="*/ 164199 w 164198"/>
                <a:gd name="connsiteY0" fmla="*/ 82099 h 164198"/>
                <a:gd name="connsiteX1" fmla="*/ 82099 w 164198"/>
                <a:gd name="connsiteY1" fmla="*/ 164199 h 164198"/>
                <a:gd name="connsiteX2" fmla="*/ 0 w 164198"/>
                <a:gd name="connsiteY2" fmla="*/ 82099 h 164198"/>
                <a:gd name="connsiteX3" fmla="*/ 82099 w 164198"/>
                <a:gd name="connsiteY3" fmla="*/ 0 h 164198"/>
                <a:gd name="connsiteX4" fmla="*/ 164199 w 164198"/>
                <a:gd name="connsiteY4" fmla="*/ 82099 h 16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98" h="164198">
                  <a:moveTo>
                    <a:pt x="164199" y="82099"/>
                  </a:moveTo>
                  <a:cubicBezTo>
                    <a:pt x="164199" y="127442"/>
                    <a:pt x="127442" y="164199"/>
                    <a:pt x="82099" y="164199"/>
                  </a:cubicBezTo>
                  <a:cubicBezTo>
                    <a:pt x="36757" y="164199"/>
                    <a:pt x="0" y="127441"/>
                    <a:pt x="0" y="82099"/>
                  </a:cubicBezTo>
                  <a:cubicBezTo>
                    <a:pt x="0" y="36757"/>
                    <a:pt x="36757" y="0"/>
                    <a:pt x="82099" y="0"/>
                  </a:cubicBezTo>
                  <a:cubicBezTo>
                    <a:pt x="127442" y="0"/>
                    <a:pt x="164199" y="36757"/>
                    <a:pt x="164199" y="82099"/>
                  </a:cubicBezTo>
                  <a:close/>
                </a:path>
              </a:pathLst>
            </a:custGeom>
            <a:solidFill>
              <a:sysClr val="windowText" lastClr="000000"/>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168" name="Freeform: Shape 167">
              <a:extLst>
                <a:ext uri="{FF2B5EF4-FFF2-40B4-BE49-F238E27FC236}">
                  <a16:creationId xmlns:a16="http://schemas.microsoft.com/office/drawing/2014/main" id="{7FEFA33A-8C43-90A0-E0FF-D239813DE620}"/>
                </a:ext>
              </a:extLst>
            </p:cNvPr>
            <p:cNvSpPr/>
            <p:nvPr/>
          </p:nvSpPr>
          <p:spPr>
            <a:xfrm>
              <a:off x="5975516" y="3865926"/>
              <a:ext cx="632404" cy="632403"/>
            </a:xfrm>
            <a:custGeom>
              <a:avLst/>
              <a:gdLst>
                <a:gd name="connsiteX0" fmla="*/ 1331956 w 1331955"/>
                <a:gd name="connsiteY0" fmla="*/ 665978 h 1331955"/>
                <a:gd name="connsiteX1" fmla="*/ 665978 w 1331955"/>
                <a:gd name="connsiteY1" fmla="*/ 1331956 h 1331955"/>
                <a:gd name="connsiteX2" fmla="*/ 0 w 1331955"/>
                <a:gd name="connsiteY2" fmla="*/ 665978 h 1331955"/>
                <a:gd name="connsiteX3" fmla="*/ 665978 w 1331955"/>
                <a:gd name="connsiteY3" fmla="*/ 0 h 1331955"/>
                <a:gd name="connsiteX4" fmla="*/ 1331956 w 1331955"/>
                <a:gd name="connsiteY4" fmla="*/ 665978 h 1331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955" h="1331955">
                  <a:moveTo>
                    <a:pt x="1331956" y="665978"/>
                  </a:moveTo>
                  <a:cubicBezTo>
                    <a:pt x="1331956" y="1033788"/>
                    <a:pt x="1033787" y="1331956"/>
                    <a:pt x="665978" y="1331956"/>
                  </a:cubicBezTo>
                  <a:cubicBezTo>
                    <a:pt x="298169" y="1331956"/>
                    <a:pt x="0" y="1033788"/>
                    <a:pt x="0" y="665978"/>
                  </a:cubicBezTo>
                  <a:cubicBezTo>
                    <a:pt x="0" y="298169"/>
                    <a:pt x="298169" y="0"/>
                    <a:pt x="665978" y="0"/>
                  </a:cubicBezTo>
                  <a:cubicBezTo>
                    <a:pt x="1033787" y="0"/>
                    <a:pt x="1331956" y="298169"/>
                    <a:pt x="1331956" y="665978"/>
                  </a:cubicBezTo>
                  <a:close/>
                </a:path>
              </a:pathLst>
            </a:custGeom>
            <a:solidFill>
              <a:srgbClr val="86BC25"/>
            </a:soli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a:solidFill>
                    <a:prstClr val="white"/>
                  </a:solidFill>
                  <a:latin typeface="Aptos" panose="020B0004020202020204" pitchFamily="34" charset="0"/>
                </a:rPr>
                <a:t>3</a:t>
              </a:r>
              <a:endParaRPr lang="en-IN" b="1">
                <a:solidFill>
                  <a:prstClr val="white"/>
                </a:solidFill>
                <a:latin typeface="Aptos" panose="020B0004020202020204" pitchFamily="34" charset="0"/>
              </a:endParaRPr>
            </a:p>
          </p:txBody>
        </p:sp>
        <p:sp>
          <p:nvSpPr>
            <p:cNvPr id="170" name="Rectangle 169">
              <a:extLst>
                <a:ext uri="{FF2B5EF4-FFF2-40B4-BE49-F238E27FC236}">
                  <a16:creationId xmlns:a16="http://schemas.microsoft.com/office/drawing/2014/main" id="{9A49E372-D140-12BD-A038-B3BB2AAD3C53}"/>
                </a:ext>
              </a:extLst>
            </p:cNvPr>
            <p:cNvSpPr/>
            <p:nvPr/>
          </p:nvSpPr>
          <p:spPr>
            <a:xfrm>
              <a:off x="6211746" y="4455742"/>
              <a:ext cx="122928" cy="1260000"/>
            </a:xfrm>
            <a:prstGeom prst="rect">
              <a:avLst/>
            </a:prstGeom>
            <a:gradFill flip="none" rotWithShape="1">
              <a:gsLst>
                <a:gs pos="0">
                  <a:srgbClr val="007CB0">
                    <a:lumMod val="20000"/>
                    <a:lumOff val="80000"/>
                  </a:srgbClr>
                </a:gs>
                <a:gs pos="100000">
                  <a:srgbClr val="86BC25"/>
                </a:gs>
              </a:gsLst>
              <a:lin ang="16200000" scaled="1"/>
              <a:tileRect/>
            </a:gradFill>
            <a:ln w="302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latin typeface="Aptos" panose="020B0004020202020204" pitchFamily="34" charset="0"/>
              </a:endParaRPr>
            </a:p>
          </p:txBody>
        </p:sp>
        <p:sp>
          <p:nvSpPr>
            <p:cNvPr id="172" name="Rectangle: Rounded Corners 171">
              <a:extLst>
                <a:ext uri="{FF2B5EF4-FFF2-40B4-BE49-F238E27FC236}">
                  <a16:creationId xmlns:a16="http://schemas.microsoft.com/office/drawing/2014/main" id="{2E24106F-E0E6-9B2D-E8F7-1A1E231D8F40}"/>
                </a:ext>
              </a:extLst>
            </p:cNvPr>
            <p:cNvSpPr/>
            <p:nvPr/>
          </p:nvSpPr>
          <p:spPr bwMode="gray">
            <a:xfrm>
              <a:off x="6494083" y="4752793"/>
              <a:ext cx="3171293" cy="467569"/>
            </a:xfrm>
            <a:prstGeom prst="roundRect">
              <a:avLst>
                <a:gd name="adj" fmla="val 50000"/>
              </a:avLst>
            </a:prstGeom>
            <a:solidFill>
              <a:srgbClr val="86BC25">
                <a:lumMod val="20000"/>
                <a:lumOff val="80000"/>
              </a:srgbClr>
            </a:solidFill>
            <a:ln w="19050" algn="ctr">
              <a:noFill/>
              <a:miter lim="800000"/>
              <a:headEnd/>
              <a:tailEnd/>
            </a:ln>
          </p:spPr>
          <p:txBody>
            <a:bodyPr wrap="square" lIns="36000" tIns="36000" rIns="36000" bIns="36000" rtlCol="0" anchor="ctr"/>
            <a:lstStyle/>
            <a:p>
              <a:pPr algn="ctr" defTabSz="1219170">
                <a:spcAft>
                  <a:spcPts val="400"/>
                </a:spcAft>
                <a:defRPr/>
              </a:pPr>
              <a:r>
                <a:rPr lang="en-US" sz="1400" b="1" kern="0">
                  <a:solidFill>
                    <a:prstClr val="black"/>
                  </a:solidFill>
                  <a:latin typeface="Aptos" panose="020B0004020202020204" pitchFamily="34" charset="0"/>
                  <a:ea typeface="Times New Roman" panose="02020603050405020304" pitchFamily="18" charset="0"/>
                  <a:cs typeface="Times New Roman" panose="02020603050405020304" pitchFamily="18" charset="0"/>
                </a:rPr>
                <a:t>Digitization of Land Records to Land Intelligence</a:t>
              </a:r>
            </a:p>
          </p:txBody>
        </p:sp>
        <p:sp>
          <p:nvSpPr>
            <p:cNvPr id="176" name="TextBox 175">
              <a:extLst>
                <a:ext uri="{FF2B5EF4-FFF2-40B4-BE49-F238E27FC236}">
                  <a16:creationId xmlns:a16="http://schemas.microsoft.com/office/drawing/2014/main" id="{3EF4E0F9-B375-4B3F-AB3D-DE9F99042FB3}"/>
                </a:ext>
              </a:extLst>
            </p:cNvPr>
            <p:cNvSpPr txBox="1"/>
            <p:nvPr/>
          </p:nvSpPr>
          <p:spPr>
            <a:xfrm>
              <a:off x="6353039" y="5283695"/>
              <a:ext cx="3453379" cy="738664"/>
            </a:xfrm>
            <a:prstGeom prst="rect">
              <a:avLst/>
            </a:prstGeom>
            <a:noFill/>
          </p:spPr>
          <p:txBody>
            <a:bodyPr wrap="square">
              <a:spAutoFit/>
            </a:bodyPr>
            <a:lstStyle/>
            <a:p>
              <a:pPr eaLnBrk="0" fontAlgn="base" hangingPunct="0">
                <a:spcBef>
                  <a:spcPct val="0"/>
                </a:spcBef>
              </a:pPr>
              <a:r>
                <a:rPr lang="en-US" altLang="en-US" sz="1400" kern="0">
                  <a:solidFill>
                    <a:prstClr val="black"/>
                  </a:solidFill>
                  <a:latin typeface="Aptos" panose="020B0004020202020204" pitchFamily="34" charset="0"/>
                </a:rPr>
                <a:t>Insights on land assets, encroachments, litigation, conversion, valuation &amp; land revenue feeds into Govt’s Planning</a:t>
              </a:r>
            </a:p>
          </p:txBody>
        </p:sp>
      </p:grpSp>
      <p:sp>
        <p:nvSpPr>
          <p:cNvPr id="6" name="Rectangle 5">
            <a:extLst>
              <a:ext uri="{FF2B5EF4-FFF2-40B4-BE49-F238E27FC236}">
                <a16:creationId xmlns:a16="http://schemas.microsoft.com/office/drawing/2014/main" id="{BEDBEC58-63A2-227D-B617-78F0725CF5BE}"/>
              </a:ext>
            </a:extLst>
          </p:cNvPr>
          <p:cNvSpPr/>
          <p:nvPr/>
        </p:nvSpPr>
        <p:spPr>
          <a:xfrm>
            <a:off x="328246" y="1061401"/>
            <a:ext cx="11723077" cy="2931090"/>
          </a:xfrm>
          <a:prstGeom prst="rect">
            <a:avLst/>
          </a:prstGeom>
          <a:noFill/>
          <a:ln>
            <a:solidFill>
              <a:srgbClr val="86BC2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 Placeholder 2">
            <a:extLst>
              <a:ext uri="{FF2B5EF4-FFF2-40B4-BE49-F238E27FC236}">
                <a16:creationId xmlns:a16="http://schemas.microsoft.com/office/drawing/2014/main" id="{EFC3FB73-2907-F19A-42BC-548665129B28}"/>
              </a:ext>
            </a:extLst>
          </p:cNvPr>
          <p:cNvSpPr txBox="1">
            <a:spLocks/>
          </p:cNvSpPr>
          <p:nvPr/>
        </p:nvSpPr>
        <p:spPr>
          <a:xfrm>
            <a:off x="1073530" y="1109184"/>
            <a:ext cx="10235332" cy="32972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kern="1200">
                <a:solidFill>
                  <a:schemeClr val="tx2"/>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b="1">
                <a:solidFill>
                  <a:schemeClr val="tx1"/>
                </a:solidFill>
              </a:rPr>
              <a:t>Integrated Land Governance Ecosystem</a:t>
            </a:r>
            <a:endParaRPr lang="en-IN" b="1">
              <a:solidFill>
                <a:schemeClr val="tx1"/>
              </a:solidFill>
            </a:endParaRPr>
          </a:p>
        </p:txBody>
      </p:sp>
    </p:spTree>
    <p:extLst>
      <p:ext uri="{BB962C8B-B14F-4D97-AF65-F5344CB8AC3E}">
        <p14:creationId xmlns:p14="http://schemas.microsoft.com/office/powerpoint/2010/main" val="22836210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fade">
                                      <p:cBhvr>
                                        <p:cTn id="7" dur="500"/>
                                        <p:tgtEl>
                                          <p:spTgt spid="1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1"/>
                                        </p:tgtEl>
                                        <p:attrNameLst>
                                          <p:attrName>style.visibility</p:attrName>
                                        </p:attrNameLst>
                                      </p:cBhvr>
                                      <p:to>
                                        <p:strVal val="visible"/>
                                      </p:to>
                                    </p:set>
                                    <p:animEffect transition="in" filter="fade">
                                      <p:cBhvr>
                                        <p:cTn id="12" dur="500"/>
                                        <p:tgtEl>
                                          <p:spTgt spid="18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8"/>
                                        </p:tgtEl>
                                        <p:attrNameLst>
                                          <p:attrName>style.visibility</p:attrName>
                                        </p:attrNameLst>
                                      </p:cBhvr>
                                      <p:to>
                                        <p:strVal val="visible"/>
                                      </p:to>
                                    </p:set>
                                    <p:animEffect transition="in" filter="fade">
                                      <p:cBhvr>
                                        <p:cTn id="17" dur="500"/>
                                        <p:tgtEl>
                                          <p:spTgt spid="17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0"/>
                                        </p:tgtEl>
                                        <p:attrNameLst>
                                          <p:attrName>style.visibility</p:attrName>
                                        </p:attrNameLst>
                                      </p:cBhvr>
                                      <p:to>
                                        <p:strVal val="visible"/>
                                      </p:to>
                                    </p:set>
                                    <p:animEffect transition="in" filter="fade">
                                      <p:cBhvr>
                                        <p:cTn id="22" dur="500"/>
                                        <p:tgtEl>
                                          <p:spTgt spid="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9E25D-1C4F-8289-4308-F3F20E8614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6E78C-073D-1232-266C-8ACE822C8E7F}"/>
              </a:ext>
            </a:extLst>
          </p:cNvPr>
          <p:cNvSpPr>
            <a:spLocks noGrp="1"/>
          </p:cNvSpPr>
          <p:nvPr>
            <p:ph type="title"/>
          </p:nvPr>
        </p:nvSpPr>
        <p:spPr/>
        <p:txBody>
          <a:bodyPr/>
          <a:lstStyle/>
          <a:p>
            <a:r>
              <a:rPr lang="en-US"/>
              <a:t>Deloitte’s Point of View: Integrated Land Governance System</a:t>
            </a:r>
            <a:endParaRPr lang="en-IN"/>
          </a:p>
        </p:txBody>
      </p:sp>
      <p:sp>
        <p:nvSpPr>
          <p:cNvPr id="3" name="Text Placeholder 2">
            <a:extLst>
              <a:ext uri="{FF2B5EF4-FFF2-40B4-BE49-F238E27FC236}">
                <a16:creationId xmlns:a16="http://schemas.microsoft.com/office/drawing/2014/main" id="{72123CCC-E0FD-162F-0917-B3ECA272C8FD}"/>
              </a:ext>
            </a:extLst>
          </p:cNvPr>
          <p:cNvSpPr>
            <a:spLocks noGrp="1"/>
          </p:cNvSpPr>
          <p:nvPr>
            <p:ph type="body" sz="quarter" idx="13"/>
          </p:nvPr>
        </p:nvSpPr>
        <p:spPr>
          <a:xfrm>
            <a:off x="501649" y="651600"/>
            <a:ext cx="11086447" cy="389177"/>
          </a:xfrm>
        </p:spPr>
        <p:txBody>
          <a:bodyPr/>
          <a:lstStyle/>
          <a:p>
            <a:r>
              <a:rPr lang="en-US" b="1">
                <a:solidFill>
                  <a:srgbClr val="92D050"/>
                </a:solidFill>
              </a:rPr>
              <a:t>Integrated Land Governance Ecosystem</a:t>
            </a:r>
          </a:p>
        </p:txBody>
      </p:sp>
      <p:sp>
        <p:nvSpPr>
          <p:cNvPr id="5" name="Slide Number Placeholder 4">
            <a:extLst>
              <a:ext uri="{FF2B5EF4-FFF2-40B4-BE49-F238E27FC236}">
                <a16:creationId xmlns:a16="http://schemas.microsoft.com/office/drawing/2014/main" id="{7B122F9D-CC18-931B-F514-FFCBC0E7E0BF}"/>
              </a:ext>
            </a:extLst>
          </p:cNvPr>
          <p:cNvSpPr>
            <a:spLocks noGrp="1"/>
          </p:cNvSpPr>
          <p:nvPr>
            <p:ph type="sldNum" sz="quarter" idx="4"/>
          </p:nvPr>
        </p:nvSpPr>
        <p:spPr/>
        <p:txBody>
          <a:bodyPr/>
          <a:lstStyle/>
          <a:p>
            <a:fld id="{39E7427F-21AC-4FC2-AC74-F5AF5A475796}" type="slidenum">
              <a:rPr lang="en-IN" smtClean="0"/>
              <a:pPr/>
              <a:t>8</a:t>
            </a:fld>
            <a:endParaRPr lang="en-IN"/>
          </a:p>
        </p:txBody>
      </p:sp>
      <p:sp>
        <p:nvSpPr>
          <p:cNvPr id="36" name="Rectangle: Rounded Corners 35">
            <a:extLst>
              <a:ext uri="{FF2B5EF4-FFF2-40B4-BE49-F238E27FC236}">
                <a16:creationId xmlns:a16="http://schemas.microsoft.com/office/drawing/2014/main" id="{5A1F1479-45EF-D6A7-BB09-014756705BF4}"/>
              </a:ext>
            </a:extLst>
          </p:cNvPr>
          <p:cNvSpPr/>
          <p:nvPr/>
        </p:nvSpPr>
        <p:spPr bwMode="gray">
          <a:xfrm>
            <a:off x="1215455" y="2116664"/>
            <a:ext cx="371803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7" name="Freeform 575">
            <a:extLst>
              <a:ext uri="{FF2B5EF4-FFF2-40B4-BE49-F238E27FC236}">
                <a16:creationId xmlns:a16="http://schemas.microsoft.com/office/drawing/2014/main" id="{76A790B8-66C0-E71D-6ABE-32DE24670A65}"/>
              </a:ext>
            </a:extLst>
          </p:cNvPr>
          <p:cNvSpPr>
            <a:spLocks noEditPoints="1"/>
          </p:cNvSpPr>
          <p:nvPr/>
        </p:nvSpPr>
        <p:spPr bwMode="auto">
          <a:xfrm>
            <a:off x="1108743" y="2382939"/>
            <a:ext cx="224705" cy="224705"/>
          </a:xfrm>
          <a:prstGeom prst="ellipse">
            <a:avLst/>
          </a:prstGeom>
          <a:solidFill>
            <a:srgbClr val="43B02A"/>
          </a:solidFill>
          <a:ln>
            <a:noFill/>
          </a:ln>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white"/>
                </a:solidFill>
                <a:effectLst/>
                <a:uLnTx/>
                <a:uFillTx/>
                <a:latin typeface="Aptos" panose="020B0004020202020204" pitchFamily="34" charset="0"/>
              </a:rPr>
              <a:t>1</a:t>
            </a:r>
          </a:p>
        </p:txBody>
      </p:sp>
      <p:sp>
        <p:nvSpPr>
          <p:cNvPr id="38" name="Rectangle: Rounded Corners 37">
            <a:extLst>
              <a:ext uri="{FF2B5EF4-FFF2-40B4-BE49-F238E27FC236}">
                <a16:creationId xmlns:a16="http://schemas.microsoft.com/office/drawing/2014/main" id="{FA722BAD-0F34-8409-B562-C300953888AC}"/>
              </a:ext>
            </a:extLst>
          </p:cNvPr>
          <p:cNvSpPr/>
          <p:nvPr/>
        </p:nvSpPr>
        <p:spPr bwMode="gray">
          <a:xfrm>
            <a:off x="1215455" y="3037413"/>
            <a:ext cx="371803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grpSp>
        <p:nvGrpSpPr>
          <p:cNvPr id="39" name="Group 38">
            <a:extLst>
              <a:ext uri="{FF2B5EF4-FFF2-40B4-BE49-F238E27FC236}">
                <a16:creationId xmlns:a16="http://schemas.microsoft.com/office/drawing/2014/main" id="{5ADBBB2A-1390-85ED-F3FA-C66A0C5A0E45}"/>
              </a:ext>
            </a:extLst>
          </p:cNvPr>
          <p:cNvGrpSpPr>
            <a:grpSpLocks/>
          </p:cNvGrpSpPr>
          <p:nvPr/>
        </p:nvGrpSpPr>
        <p:grpSpPr>
          <a:xfrm>
            <a:off x="1108729" y="3303688"/>
            <a:ext cx="224701" cy="224706"/>
            <a:chOff x="5672138" y="4513263"/>
            <a:chExt cx="1579562" cy="1571625"/>
          </a:xfrm>
          <a:solidFill>
            <a:srgbClr val="43B02A"/>
          </a:solidFill>
        </p:grpSpPr>
        <p:sp>
          <p:nvSpPr>
            <p:cNvPr id="40" name="Rectangle 5">
              <a:extLst>
                <a:ext uri="{FF2B5EF4-FFF2-40B4-BE49-F238E27FC236}">
                  <a16:creationId xmlns:a16="http://schemas.microsoft.com/office/drawing/2014/main" id="{E099D14E-65F8-71F6-9436-B7B41D9E5BA0}"/>
                </a:ext>
              </a:extLst>
            </p:cNvPr>
            <p:cNvSpPr>
              <a:spLocks noChangeArrowheads="1"/>
            </p:cNvSpPr>
            <p:nvPr/>
          </p:nvSpPr>
          <p:spPr bwMode="auto">
            <a:xfrm>
              <a:off x="6067425" y="5135563"/>
              <a:ext cx="131762" cy="196850"/>
            </a:xfrm>
            <a:prstGeom prst="ellips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1" name="Oval 6">
              <a:extLst>
                <a:ext uri="{FF2B5EF4-FFF2-40B4-BE49-F238E27FC236}">
                  <a16:creationId xmlns:a16="http://schemas.microsoft.com/office/drawing/2014/main" id="{E66BED38-9A78-1A89-E636-7317C93D7758}"/>
                </a:ext>
              </a:extLst>
            </p:cNvPr>
            <p:cNvSpPr>
              <a:spLocks noChangeArrowheads="1"/>
            </p:cNvSpPr>
            <p:nvPr/>
          </p:nvSpPr>
          <p:spPr bwMode="auto">
            <a:xfrm>
              <a:off x="6100763"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2" name="Rectangle 7">
              <a:extLst>
                <a:ext uri="{FF2B5EF4-FFF2-40B4-BE49-F238E27FC236}">
                  <a16:creationId xmlns:a16="http://schemas.microsoft.com/office/drawing/2014/main" id="{CF0A13E1-C80B-D0E7-9670-7AFE8811E970}"/>
                </a:ext>
              </a:extLst>
            </p:cNvPr>
            <p:cNvSpPr>
              <a:spLocks noChangeArrowheads="1"/>
            </p:cNvSpPr>
            <p:nvPr/>
          </p:nvSpPr>
          <p:spPr bwMode="auto">
            <a:xfrm>
              <a:off x="6396038" y="5135563"/>
              <a:ext cx="131762" cy="196850"/>
            </a:xfrm>
            <a:prstGeom prst="ellips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3" name="Oval 8">
              <a:extLst>
                <a:ext uri="{FF2B5EF4-FFF2-40B4-BE49-F238E27FC236}">
                  <a16:creationId xmlns:a16="http://schemas.microsoft.com/office/drawing/2014/main" id="{0923EBB1-1DD0-D90D-E71A-1E2FE122D1A8}"/>
                </a:ext>
              </a:extLst>
            </p:cNvPr>
            <p:cNvSpPr>
              <a:spLocks noChangeArrowheads="1"/>
            </p:cNvSpPr>
            <p:nvPr/>
          </p:nvSpPr>
          <p:spPr bwMode="auto">
            <a:xfrm>
              <a:off x="6429375"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4" name="Oval 9">
              <a:extLst>
                <a:ext uri="{FF2B5EF4-FFF2-40B4-BE49-F238E27FC236}">
                  <a16:creationId xmlns:a16="http://schemas.microsoft.com/office/drawing/2014/main" id="{3464F5A5-EC81-4DCF-7F55-987BFBC73412}"/>
                </a:ext>
              </a:extLst>
            </p:cNvPr>
            <p:cNvSpPr>
              <a:spLocks noChangeArrowheads="1"/>
            </p:cNvSpPr>
            <p:nvPr/>
          </p:nvSpPr>
          <p:spPr bwMode="auto">
            <a:xfrm>
              <a:off x="6757988" y="4873626"/>
              <a:ext cx="66675"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5" name="Freeform 10">
              <a:extLst>
                <a:ext uri="{FF2B5EF4-FFF2-40B4-BE49-F238E27FC236}">
                  <a16:creationId xmlns:a16="http://schemas.microsoft.com/office/drawing/2014/main" id="{FF5757AA-6446-AEA5-30D2-02E6E5ABF58A}"/>
                </a:ext>
              </a:extLst>
            </p:cNvPr>
            <p:cNvSpPr>
              <a:spLocks noEditPoints="1"/>
            </p:cNvSpPr>
            <p:nvPr/>
          </p:nvSpPr>
          <p:spPr bwMode="auto">
            <a:xfrm>
              <a:off x="5672138" y="4513263"/>
              <a:ext cx="1579562" cy="15716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rPr>
                <a:t>2</a:t>
              </a:r>
            </a:p>
          </p:txBody>
        </p:sp>
        <p:sp>
          <p:nvSpPr>
            <p:cNvPr id="46" name="Freeform 11">
              <a:extLst>
                <a:ext uri="{FF2B5EF4-FFF2-40B4-BE49-F238E27FC236}">
                  <a16:creationId xmlns:a16="http://schemas.microsoft.com/office/drawing/2014/main" id="{CD944C7F-1720-4827-83B4-4A4214A3626B}"/>
                </a:ext>
              </a:extLst>
            </p:cNvPr>
            <p:cNvSpPr>
              <a:spLocks/>
            </p:cNvSpPr>
            <p:nvPr/>
          </p:nvSpPr>
          <p:spPr bwMode="auto">
            <a:xfrm>
              <a:off x="6729413" y="5135563"/>
              <a:ext cx="119062" cy="2619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grpSp>
      <p:sp>
        <p:nvSpPr>
          <p:cNvPr id="51" name="Rectangle: Rounded Corners 50">
            <a:extLst>
              <a:ext uri="{FF2B5EF4-FFF2-40B4-BE49-F238E27FC236}">
                <a16:creationId xmlns:a16="http://schemas.microsoft.com/office/drawing/2014/main" id="{0C39C8CB-275E-3874-7F15-43F4448F3821}"/>
              </a:ext>
            </a:extLst>
          </p:cNvPr>
          <p:cNvSpPr/>
          <p:nvPr/>
        </p:nvSpPr>
        <p:spPr bwMode="gray">
          <a:xfrm>
            <a:off x="5502031" y="1574543"/>
            <a:ext cx="6188327"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R="0" lvl="0" defTabSz="914400" eaLnBrk="1" fontAlgn="auto" latinLnBrk="0" hangingPunct="1">
              <a:lnSpc>
                <a:spcPct val="100000"/>
              </a:lnSpc>
              <a:spcBef>
                <a:spcPts val="0"/>
              </a:spcBef>
              <a:spcAft>
                <a:spcPts val="0"/>
              </a:spcAft>
              <a:buClrTx/>
              <a:buSzTx/>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2" name="Rectangle: Rounded Corners 51">
            <a:extLst>
              <a:ext uri="{FF2B5EF4-FFF2-40B4-BE49-F238E27FC236}">
                <a16:creationId xmlns:a16="http://schemas.microsoft.com/office/drawing/2014/main" id="{6B2CA566-F85B-4876-7412-00BA3C0C4BA4}"/>
              </a:ext>
            </a:extLst>
          </p:cNvPr>
          <p:cNvSpPr/>
          <p:nvPr/>
        </p:nvSpPr>
        <p:spPr bwMode="gray">
          <a:xfrm>
            <a:off x="5502031" y="2495292"/>
            <a:ext cx="6188327"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R="0" lvl="0" defTabSz="914400" eaLnBrk="1" fontAlgn="auto" latinLnBrk="0" hangingPunct="1">
              <a:lnSpc>
                <a:spcPct val="100000"/>
              </a:lnSpc>
              <a:spcBef>
                <a:spcPts val="0"/>
              </a:spcBef>
              <a:spcAft>
                <a:spcPts val="0"/>
              </a:spcAft>
              <a:buClrTx/>
              <a:buSzTx/>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3" name="Rectangle: Rounded Corners 52">
            <a:extLst>
              <a:ext uri="{FF2B5EF4-FFF2-40B4-BE49-F238E27FC236}">
                <a16:creationId xmlns:a16="http://schemas.microsoft.com/office/drawing/2014/main" id="{1DC26185-C623-AF82-7E0F-83FE5C3DDA2E}"/>
              </a:ext>
            </a:extLst>
          </p:cNvPr>
          <p:cNvSpPr/>
          <p:nvPr/>
        </p:nvSpPr>
        <p:spPr bwMode="gray">
          <a:xfrm>
            <a:off x="5502031" y="5257540"/>
            <a:ext cx="6188327"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R="0" lvl="0" defTabSz="914400" eaLnBrk="1" fontAlgn="auto" latinLnBrk="0" hangingPunct="1">
              <a:lnSpc>
                <a:spcPct val="100000"/>
              </a:lnSpc>
              <a:spcBef>
                <a:spcPts val="0"/>
              </a:spcBef>
              <a:spcAft>
                <a:spcPts val="0"/>
              </a:spcAft>
              <a:buClrTx/>
              <a:buSzTx/>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6" name="Rectangle: Rounded Corners 55">
            <a:extLst>
              <a:ext uri="{FF2B5EF4-FFF2-40B4-BE49-F238E27FC236}">
                <a16:creationId xmlns:a16="http://schemas.microsoft.com/office/drawing/2014/main" id="{34EDFB3E-2658-442E-F249-3185A9F59597}"/>
              </a:ext>
            </a:extLst>
          </p:cNvPr>
          <p:cNvSpPr/>
          <p:nvPr/>
        </p:nvSpPr>
        <p:spPr bwMode="gray">
          <a:xfrm>
            <a:off x="1215455" y="3958162"/>
            <a:ext cx="371803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7" name="Freeform 23">
            <a:extLst>
              <a:ext uri="{FF2B5EF4-FFF2-40B4-BE49-F238E27FC236}">
                <a16:creationId xmlns:a16="http://schemas.microsoft.com/office/drawing/2014/main" id="{F2CCB885-3E7E-3CC8-0131-B5245B412FE0}"/>
              </a:ext>
            </a:extLst>
          </p:cNvPr>
          <p:cNvSpPr>
            <a:spLocks noEditPoints="1"/>
          </p:cNvSpPr>
          <p:nvPr/>
        </p:nvSpPr>
        <p:spPr bwMode="auto">
          <a:xfrm>
            <a:off x="1108743" y="4224438"/>
            <a:ext cx="224705" cy="224705"/>
          </a:xfrm>
          <a:prstGeom prst="ellipse">
            <a:avLst/>
          </a:prstGeom>
          <a:solidFill>
            <a:srgbClr val="43B02A"/>
          </a:solidFill>
          <a:ln>
            <a:noFill/>
          </a:ln>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white"/>
                </a:solidFill>
                <a:effectLst/>
                <a:uLnTx/>
                <a:uFillTx/>
                <a:latin typeface="Aptos" panose="020B0004020202020204" pitchFamily="34" charset="0"/>
              </a:rPr>
              <a:t>3</a:t>
            </a:r>
          </a:p>
        </p:txBody>
      </p:sp>
      <p:sp>
        <p:nvSpPr>
          <p:cNvPr id="60" name="Rectangle: Rounded Corners 59">
            <a:extLst>
              <a:ext uri="{FF2B5EF4-FFF2-40B4-BE49-F238E27FC236}">
                <a16:creationId xmlns:a16="http://schemas.microsoft.com/office/drawing/2014/main" id="{D05BF1D3-29F3-ED45-15C2-01E0E56BC218}"/>
              </a:ext>
            </a:extLst>
          </p:cNvPr>
          <p:cNvSpPr/>
          <p:nvPr/>
        </p:nvSpPr>
        <p:spPr bwMode="gray">
          <a:xfrm>
            <a:off x="5502031" y="3416041"/>
            <a:ext cx="6188327"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R="0" lvl="0" defTabSz="914400" eaLnBrk="1" fontAlgn="auto" latinLnBrk="0" hangingPunct="1">
              <a:lnSpc>
                <a:spcPct val="100000"/>
              </a:lnSpc>
              <a:spcBef>
                <a:spcPts val="0"/>
              </a:spcBef>
              <a:spcAft>
                <a:spcPts val="0"/>
              </a:spcAft>
              <a:buClrTx/>
              <a:buSzTx/>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61" name="Rectangle: Rounded Corners 60">
            <a:extLst>
              <a:ext uri="{FF2B5EF4-FFF2-40B4-BE49-F238E27FC236}">
                <a16:creationId xmlns:a16="http://schemas.microsoft.com/office/drawing/2014/main" id="{D0BED888-8503-4904-D3BC-403EC8D2A3D7}"/>
              </a:ext>
            </a:extLst>
          </p:cNvPr>
          <p:cNvSpPr/>
          <p:nvPr/>
        </p:nvSpPr>
        <p:spPr bwMode="gray">
          <a:xfrm>
            <a:off x="5502031" y="4336790"/>
            <a:ext cx="6188327"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R="0" lvl="0" defTabSz="914400" eaLnBrk="1" fontAlgn="auto" latinLnBrk="0" hangingPunct="1">
              <a:lnSpc>
                <a:spcPct val="100000"/>
              </a:lnSpc>
              <a:spcBef>
                <a:spcPts val="0"/>
              </a:spcBef>
              <a:spcAft>
                <a:spcPts val="0"/>
              </a:spcAft>
              <a:buClrTx/>
              <a:buSzTx/>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63" name="TextBox 62">
            <a:extLst>
              <a:ext uri="{FF2B5EF4-FFF2-40B4-BE49-F238E27FC236}">
                <a16:creationId xmlns:a16="http://schemas.microsoft.com/office/drawing/2014/main" id="{BF8B429B-8253-0FF3-EFDB-BD56118081C0}"/>
              </a:ext>
            </a:extLst>
          </p:cNvPr>
          <p:cNvSpPr txBox="1"/>
          <p:nvPr/>
        </p:nvSpPr>
        <p:spPr>
          <a:xfrm>
            <a:off x="1691004" y="1208618"/>
            <a:ext cx="3033396" cy="313359"/>
          </a:xfrm>
          <a:prstGeom prst="rect">
            <a:avLst/>
          </a:prstGeom>
          <a:solidFill>
            <a:schemeClr val="accent4">
              <a:lumMod val="20000"/>
              <a:lumOff val="80000"/>
            </a:schemeClr>
          </a:solidFill>
        </p:spPr>
        <p:txBody>
          <a:bodyPr wrap="square" rtlCol="0">
            <a:spAutoFit/>
          </a:bodyPr>
          <a:lstStyle/>
          <a:p>
            <a:pPr algn="ctr"/>
            <a:r>
              <a:rPr lang="en-US" sz="1400" b="1">
                <a:solidFill>
                  <a:schemeClr val="accent6">
                    <a:lumMod val="50000"/>
                  </a:schemeClr>
                </a:solidFill>
                <a:latin typeface="Aptos" panose="020B0004020202020204" pitchFamily="34" charset="0"/>
              </a:rPr>
              <a:t>Key Challenges</a:t>
            </a:r>
            <a:endParaRPr lang="en-IN" sz="1400" b="1">
              <a:solidFill>
                <a:schemeClr val="accent6">
                  <a:lumMod val="50000"/>
                </a:schemeClr>
              </a:solidFill>
              <a:latin typeface="Aptos" panose="020B0004020202020204" pitchFamily="34" charset="0"/>
            </a:endParaRPr>
          </a:p>
        </p:txBody>
      </p:sp>
      <p:sp>
        <p:nvSpPr>
          <p:cNvPr id="64" name="TextBox 63">
            <a:extLst>
              <a:ext uri="{FF2B5EF4-FFF2-40B4-BE49-F238E27FC236}">
                <a16:creationId xmlns:a16="http://schemas.microsoft.com/office/drawing/2014/main" id="{90CE940C-EF4A-8F7B-8483-AB0BF77CBF54}"/>
              </a:ext>
            </a:extLst>
          </p:cNvPr>
          <p:cNvSpPr txBox="1"/>
          <p:nvPr/>
        </p:nvSpPr>
        <p:spPr>
          <a:xfrm>
            <a:off x="7093902" y="1184470"/>
            <a:ext cx="3033396" cy="313359"/>
          </a:xfrm>
          <a:prstGeom prst="rect">
            <a:avLst/>
          </a:prstGeom>
          <a:solidFill>
            <a:schemeClr val="accent4">
              <a:lumMod val="20000"/>
              <a:lumOff val="80000"/>
            </a:schemeClr>
          </a:solidFill>
        </p:spPr>
        <p:txBody>
          <a:bodyPr wrap="square" rtlCol="0">
            <a:spAutoFit/>
          </a:bodyPr>
          <a:lstStyle/>
          <a:p>
            <a:pPr algn="ctr"/>
            <a:r>
              <a:rPr lang="en-US" sz="1400" b="1">
                <a:solidFill>
                  <a:schemeClr val="accent6">
                    <a:lumMod val="50000"/>
                  </a:schemeClr>
                </a:solidFill>
                <a:latin typeface="Aptos" panose="020B0004020202020204" pitchFamily="34" charset="0"/>
              </a:rPr>
              <a:t>Deloitte’s Point of View</a:t>
            </a:r>
            <a:endParaRPr lang="en-IN" sz="1400" b="1">
              <a:solidFill>
                <a:schemeClr val="accent6">
                  <a:lumMod val="50000"/>
                </a:schemeClr>
              </a:solidFill>
              <a:latin typeface="Aptos" panose="020B0004020202020204" pitchFamily="34" charset="0"/>
            </a:endParaRPr>
          </a:p>
        </p:txBody>
      </p:sp>
      <p:sp>
        <p:nvSpPr>
          <p:cNvPr id="6" name="TextBox 5">
            <a:extLst>
              <a:ext uri="{FF2B5EF4-FFF2-40B4-BE49-F238E27FC236}">
                <a16:creationId xmlns:a16="http://schemas.microsoft.com/office/drawing/2014/main" id="{F83ABB8D-361B-2B12-7798-F0114458A9AD}"/>
              </a:ext>
            </a:extLst>
          </p:cNvPr>
          <p:cNvSpPr txBox="1"/>
          <p:nvPr/>
        </p:nvSpPr>
        <p:spPr>
          <a:xfrm>
            <a:off x="1333430" y="2165004"/>
            <a:ext cx="3718036" cy="738664"/>
          </a:xfrm>
          <a:prstGeom prst="rect">
            <a:avLst/>
          </a:prstGeom>
          <a:noFill/>
        </p:spPr>
        <p:txBody>
          <a:bodyPr wrap="square">
            <a:spAutoFit/>
          </a:bodyPr>
          <a:lstStyle/>
          <a:p>
            <a:pPr marR="0" lvl="0"/>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Multiple departments → multiple systems → multiple records for same land parcel → manual reconciliation → delayed decisions</a:t>
            </a:r>
            <a:endParaRPr lang="en-US" sz="1100">
              <a:effectLst/>
              <a:latin typeface="Aptos" panose="020B0004020202020204" pitchFamily="34" charset="0"/>
              <a:ea typeface="PMingLiU" panose="02020500000000000000" pitchFamily="18" charset="-120"/>
              <a:cs typeface="PMingLiU" panose="02020500000000000000" pitchFamily="18" charset="-120"/>
            </a:endParaRPr>
          </a:p>
        </p:txBody>
      </p:sp>
      <p:sp>
        <p:nvSpPr>
          <p:cNvPr id="8" name="TextBox 7">
            <a:extLst>
              <a:ext uri="{FF2B5EF4-FFF2-40B4-BE49-F238E27FC236}">
                <a16:creationId xmlns:a16="http://schemas.microsoft.com/office/drawing/2014/main" id="{BBAB70ED-4F8D-B2C8-C9CA-1426AE8D062D}"/>
              </a:ext>
            </a:extLst>
          </p:cNvPr>
          <p:cNvSpPr txBox="1"/>
          <p:nvPr/>
        </p:nvSpPr>
        <p:spPr>
          <a:xfrm>
            <a:off x="1361433" y="3252845"/>
            <a:ext cx="3415335" cy="307777"/>
          </a:xfrm>
          <a:prstGeom prst="rect">
            <a:avLst/>
          </a:prstGeom>
          <a:noFill/>
        </p:spPr>
        <p:txBody>
          <a:bodyPr wrap="square">
            <a:spAutoFit/>
          </a:bodyPr>
          <a:lstStyle/>
          <a:p>
            <a:pPr marR="0" lvl="0"/>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Spatial – Textual mismatch</a:t>
            </a:r>
            <a:endParaRPr lang="en-US" sz="1100">
              <a:effectLst/>
              <a:latin typeface="Aptos" panose="020B0004020202020204" pitchFamily="34" charset="0"/>
              <a:ea typeface="PMingLiU" panose="02020500000000000000" pitchFamily="18" charset="-120"/>
              <a:cs typeface="PMingLiU" panose="02020500000000000000" pitchFamily="18" charset="-120"/>
            </a:endParaRPr>
          </a:p>
        </p:txBody>
      </p:sp>
      <p:sp>
        <p:nvSpPr>
          <p:cNvPr id="10" name="TextBox 9">
            <a:extLst>
              <a:ext uri="{FF2B5EF4-FFF2-40B4-BE49-F238E27FC236}">
                <a16:creationId xmlns:a16="http://schemas.microsoft.com/office/drawing/2014/main" id="{FC0807BE-F6C3-320B-0441-2BAF05665CF3}"/>
              </a:ext>
            </a:extLst>
          </p:cNvPr>
          <p:cNvSpPr txBox="1"/>
          <p:nvPr/>
        </p:nvSpPr>
        <p:spPr>
          <a:xfrm>
            <a:off x="1361433" y="4052726"/>
            <a:ext cx="3415335" cy="523220"/>
          </a:xfrm>
          <a:prstGeom prst="rect">
            <a:avLst/>
          </a:prstGeom>
          <a:noFill/>
        </p:spPr>
        <p:txBody>
          <a:bodyPr wrap="square">
            <a:spAutoFit/>
          </a:bodyPr>
          <a:lstStyle/>
          <a:p>
            <a:r>
              <a:rPr lang="en-US" sz="1400">
                <a:solidFill>
                  <a:srgbClr val="0F4761"/>
                </a:solidFill>
                <a:effectLst/>
                <a:latin typeface="Times New Roman" panose="02020603050405020304" pitchFamily="18" charset="0"/>
                <a:ea typeface="PMingLiU" panose="02020500000000000000" pitchFamily="18" charset="-120"/>
              </a:rPr>
              <a:t>Delay in updating land records after land sale, inheritance or partition</a:t>
            </a:r>
            <a:endParaRPr lang="en-US"/>
          </a:p>
        </p:txBody>
      </p:sp>
      <p:sp>
        <p:nvSpPr>
          <p:cNvPr id="12" name="TextBox 11">
            <a:extLst>
              <a:ext uri="{FF2B5EF4-FFF2-40B4-BE49-F238E27FC236}">
                <a16:creationId xmlns:a16="http://schemas.microsoft.com/office/drawing/2014/main" id="{923BFBB2-8E66-775F-8A75-61B208F3C54B}"/>
              </a:ext>
            </a:extLst>
          </p:cNvPr>
          <p:cNvSpPr txBox="1"/>
          <p:nvPr/>
        </p:nvSpPr>
        <p:spPr>
          <a:xfrm>
            <a:off x="5547366" y="1598288"/>
            <a:ext cx="6097656" cy="738664"/>
          </a:xfrm>
          <a:prstGeom prst="rect">
            <a:avLst/>
          </a:prstGeom>
          <a:noFill/>
        </p:spPr>
        <p:txBody>
          <a:bodyPr wrap="square">
            <a:spAutoFit/>
          </a:bodyPr>
          <a:lstStyle/>
          <a:p>
            <a:pPr marR="0" lvl="0"/>
            <a:r>
              <a:rPr lang="en-US" sz="1400" b="1">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Parcel Master Registry</a:t>
            </a:r>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 - Every eligible parcel should have a unique identity and a common digital profile across – RoR - spatial data, fiscal, litigation, transaction events, encumbrance, history, etc.</a:t>
            </a:r>
            <a:endParaRPr lang="en-US" sz="1100">
              <a:solidFill>
                <a:srgbClr val="0F4761"/>
              </a:solidFill>
              <a:effectLst/>
              <a:latin typeface="Aptos" panose="020B0004020202020204" pitchFamily="34" charset="0"/>
              <a:ea typeface="PMingLiU" panose="02020500000000000000" pitchFamily="18" charset="-120"/>
              <a:cs typeface="PMingLiU" panose="02020500000000000000" pitchFamily="18" charset="-120"/>
            </a:endParaRPr>
          </a:p>
        </p:txBody>
      </p:sp>
      <p:sp>
        <p:nvSpPr>
          <p:cNvPr id="14" name="TextBox 13">
            <a:extLst>
              <a:ext uri="{FF2B5EF4-FFF2-40B4-BE49-F238E27FC236}">
                <a16:creationId xmlns:a16="http://schemas.microsoft.com/office/drawing/2014/main" id="{A664797E-EDA9-188C-5302-D947400D5A9D}"/>
              </a:ext>
            </a:extLst>
          </p:cNvPr>
          <p:cNvSpPr txBox="1"/>
          <p:nvPr/>
        </p:nvSpPr>
        <p:spPr>
          <a:xfrm>
            <a:off x="5547366" y="2632166"/>
            <a:ext cx="6097656" cy="523220"/>
          </a:xfrm>
          <a:prstGeom prst="rect">
            <a:avLst/>
          </a:prstGeom>
          <a:noFill/>
        </p:spPr>
        <p:txBody>
          <a:bodyPr wrap="square">
            <a:spAutoFit/>
          </a:bodyPr>
          <a:lstStyle/>
          <a:p>
            <a:pPr marR="0" lvl="0"/>
            <a:r>
              <a:rPr lang="en-US" sz="1400" b="1">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Digital integration</a:t>
            </a:r>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 (across multiple systems) and </a:t>
            </a:r>
            <a:r>
              <a:rPr lang="en-US" sz="1400" b="1">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intelligence architecture</a:t>
            </a:r>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 for land administration</a:t>
            </a:r>
            <a:endParaRPr lang="en-US" sz="1100">
              <a:solidFill>
                <a:srgbClr val="0F4761"/>
              </a:solidFill>
              <a:effectLst/>
              <a:latin typeface="Aptos" panose="020B0004020202020204" pitchFamily="34" charset="0"/>
              <a:ea typeface="PMingLiU" panose="02020500000000000000" pitchFamily="18" charset="-120"/>
              <a:cs typeface="PMingLiU" panose="02020500000000000000" pitchFamily="18" charset="-120"/>
            </a:endParaRPr>
          </a:p>
        </p:txBody>
      </p:sp>
      <p:sp>
        <p:nvSpPr>
          <p:cNvPr id="16" name="TextBox 15">
            <a:extLst>
              <a:ext uri="{FF2B5EF4-FFF2-40B4-BE49-F238E27FC236}">
                <a16:creationId xmlns:a16="http://schemas.microsoft.com/office/drawing/2014/main" id="{CFD7F829-5820-6498-B0A8-C1CAB97DFB84}"/>
              </a:ext>
            </a:extLst>
          </p:cNvPr>
          <p:cNvSpPr txBox="1"/>
          <p:nvPr/>
        </p:nvSpPr>
        <p:spPr>
          <a:xfrm>
            <a:off x="5592702" y="3531283"/>
            <a:ext cx="6097656" cy="523220"/>
          </a:xfrm>
          <a:prstGeom prst="rect">
            <a:avLst/>
          </a:prstGeom>
          <a:noFill/>
        </p:spPr>
        <p:txBody>
          <a:bodyPr wrap="square">
            <a:spAutoFit/>
          </a:bodyPr>
          <a:lstStyle/>
          <a:p>
            <a:pPr marR="0" lvl="0"/>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Operate as an </a:t>
            </a:r>
            <a:r>
              <a:rPr lang="en-US" sz="1400" b="1">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interoperability layer</a:t>
            </a:r>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 Existing applications stay while their services become connected.</a:t>
            </a:r>
            <a:endParaRPr lang="en-US" sz="1100">
              <a:solidFill>
                <a:srgbClr val="0F4761"/>
              </a:solidFill>
              <a:effectLst/>
              <a:latin typeface="Aptos" panose="020B0004020202020204" pitchFamily="34" charset="0"/>
              <a:ea typeface="PMingLiU" panose="02020500000000000000" pitchFamily="18" charset="-120"/>
              <a:cs typeface="PMingLiU" panose="02020500000000000000" pitchFamily="18" charset="-120"/>
            </a:endParaRPr>
          </a:p>
        </p:txBody>
      </p:sp>
      <p:sp>
        <p:nvSpPr>
          <p:cNvPr id="18" name="TextBox 17">
            <a:extLst>
              <a:ext uri="{FF2B5EF4-FFF2-40B4-BE49-F238E27FC236}">
                <a16:creationId xmlns:a16="http://schemas.microsoft.com/office/drawing/2014/main" id="{3A94DAFE-C272-B0CC-D7FD-AD6C5B0CB128}"/>
              </a:ext>
            </a:extLst>
          </p:cNvPr>
          <p:cNvSpPr txBox="1"/>
          <p:nvPr/>
        </p:nvSpPr>
        <p:spPr>
          <a:xfrm>
            <a:off x="5561772" y="4336790"/>
            <a:ext cx="6097656" cy="738664"/>
          </a:xfrm>
          <a:prstGeom prst="rect">
            <a:avLst/>
          </a:prstGeom>
          <a:noFill/>
        </p:spPr>
        <p:txBody>
          <a:bodyPr wrap="square">
            <a:spAutoFit/>
          </a:bodyPr>
          <a:lstStyle/>
          <a:p>
            <a:pPr marR="0" lvl="0"/>
            <a:r>
              <a:rPr lang="en-US" sz="1400" b="1">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Automated Rules &amp; Workflow Engine</a:t>
            </a:r>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 - Officers should spend their time on exceptions, grievances, appeals and adjudication—not on repetitive data entry, manual reconciliation, and record copying.</a:t>
            </a:r>
            <a:endParaRPr lang="en-US" sz="1100">
              <a:solidFill>
                <a:srgbClr val="0F4761"/>
              </a:solidFill>
              <a:effectLst/>
              <a:latin typeface="Aptos" panose="020B0004020202020204" pitchFamily="34" charset="0"/>
              <a:ea typeface="PMingLiU" panose="02020500000000000000" pitchFamily="18" charset="-120"/>
              <a:cs typeface="PMingLiU" panose="02020500000000000000" pitchFamily="18" charset="-120"/>
            </a:endParaRPr>
          </a:p>
        </p:txBody>
      </p:sp>
      <p:sp>
        <p:nvSpPr>
          <p:cNvPr id="20" name="TextBox 19">
            <a:extLst>
              <a:ext uri="{FF2B5EF4-FFF2-40B4-BE49-F238E27FC236}">
                <a16:creationId xmlns:a16="http://schemas.microsoft.com/office/drawing/2014/main" id="{79F39466-A269-CE06-4E1D-971BAE5B76DF}"/>
              </a:ext>
            </a:extLst>
          </p:cNvPr>
          <p:cNvSpPr txBox="1"/>
          <p:nvPr/>
        </p:nvSpPr>
        <p:spPr>
          <a:xfrm>
            <a:off x="5592702" y="5437624"/>
            <a:ext cx="6097656" cy="307777"/>
          </a:xfrm>
          <a:prstGeom prst="rect">
            <a:avLst/>
          </a:prstGeom>
          <a:noFill/>
        </p:spPr>
        <p:txBody>
          <a:bodyPr wrap="square">
            <a:spAutoFit/>
          </a:bodyPr>
          <a:lstStyle/>
          <a:p>
            <a:r>
              <a:rPr lang="en-US" sz="1400" b="1">
                <a:solidFill>
                  <a:srgbClr val="0F4761"/>
                </a:solidFill>
                <a:effectLst/>
                <a:latin typeface="Times New Roman" panose="02020603050405020304" pitchFamily="18" charset="0"/>
                <a:ea typeface="PMingLiU" panose="02020500000000000000" pitchFamily="18" charset="-120"/>
              </a:rPr>
              <a:t>Unified portal</a:t>
            </a:r>
            <a:r>
              <a:rPr lang="en-US" sz="1400">
                <a:solidFill>
                  <a:srgbClr val="0F4761"/>
                </a:solidFill>
                <a:effectLst/>
                <a:latin typeface="Times New Roman" panose="02020603050405020304" pitchFamily="18" charset="0"/>
                <a:ea typeface="PMingLiU" panose="02020500000000000000" pitchFamily="18" charset="-120"/>
              </a:rPr>
              <a:t> for land services for Citizens &amp; Businesses</a:t>
            </a:r>
            <a:endParaRPr lang="en-US"/>
          </a:p>
        </p:txBody>
      </p:sp>
    </p:spTree>
    <p:extLst>
      <p:ext uri="{BB962C8B-B14F-4D97-AF65-F5344CB8AC3E}">
        <p14:creationId xmlns:p14="http://schemas.microsoft.com/office/powerpoint/2010/main" val="245393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3AA03-B29B-B30C-3AA4-DCB0C1836B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25D28-D54E-0C56-5DBF-BBFC5EA67366}"/>
              </a:ext>
            </a:extLst>
          </p:cNvPr>
          <p:cNvSpPr>
            <a:spLocks noGrp="1"/>
          </p:cNvSpPr>
          <p:nvPr>
            <p:ph type="title"/>
          </p:nvPr>
        </p:nvSpPr>
        <p:spPr/>
        <p:txBody>
          <a:bodyPr/>
          <a:lstStyle/>
          <a:p>
            <a:r>
              <a:rPr lang="en-US"/>
              <a:t>Deloitte’s Point of View: Integrated Land Governance System</a:t>
            </a:r>
            <a:endParaRPr lang="en-IN"/>
          </a:p>
        </p:txBody>
      </p:sp>
      <p:sp>
        <p:nvSpPr>
          <p:cNvPr id="3" name="Text Placeholder 2">
            <a:extLst>
              <a:ext uri="{FF2B5EF4-FFF2-40B4-BE49-F238E27FC236}">
                <a16:creationId xmlns:a16="http://schemas.microsoft.com/office/drawing/2014/main" id="{82B39194-91DC-6D15-8948-5C17F01A7AD2}"/>
              </a:ext>
            </a:extLst>
          </p:cNvPr>
          <p:cNvSpPr>
            <a:spLocks noGrp="1"/>
          </p:cNvSpPr>
          <p:nvPr>
            <p:ph type="body" sz="quarter" idx="13"/>
          </p:nvPr>
        </p:nvSpPr>
        <p:spPr>
          <a:xfrm>
            <a:off x="501649" y="651600"/>
            <a:ext cx="11086447" cy="389177"/>
          </a:xfrm>
        </p:spPr>
        <p:txBody>
          <a:bodyPr/>
          <a:lstStyle/>
          <a:p>
            <a:r>
              <a:rPr lang="en-US" b="1">
                <a:solidFill>
                  <a:srgbClr val="92D050"/>
                </a:solidFill>
              </a:rPr>
              <a:t>Improve Service Delivery for Citizens &amp; Businesses</a:t>
            </a:r>
          </a:p>
        </p:txBody>
      </p:sp>
      <p:sp>
        <p:nvSpPr>
          <p:cNvPr id="5" name="Slide Number Placeholder 4">
            <a:extLst>
              <a:ext uri="{FF2B5EF4-FFF2-40B4-BE49-F238E27FC236}">
                <a16:creationId xmlns:a16="http://schemas.microsoft.com/office/drawing/2014/main" id="{C39815AE-92E1-6E99-4C28-27C40339B9CB}"/>
              </a:ext>
            </a:extLst>
          </p:cNvPr>
          <p:cNvSpPr>
            <a:spLocks noGrp="1"/>
          </p:cNvSpPr>
          <p:nvPr>
            <p:ph type="sldNum" sz="quarter" idx="4"/>
          </p:nvPr>
        </p:nvSpPr>
        <p:spPr/>
        <p:txBody>
          <a:bodyPr/>
          <a:lstStyle/>
          <a:p>
            <a:fld id="{39E7427F-21AC-4FC2-AC74-F5AF5A475796}" type="slidenum">
              <a:rPr lang="en-IN" smtClean="0"/>
              <a:pPr/>
              <a:t>9</a:t>
            </a:fld>
            <a:endParaRPr lang="en-IN"/>
          </a:p>
        </p:txBody>
      </p:sp>
      <p:sp>
        <p:nvSpPr>
          <p:cNvPr id="51" name="Rectangle: Rounded Corners 50">
            <a:extLst>
              <a:ext uri="{FF2B5EF4-FFF2-40B4-BE49-F238E27FC236}">
                <a16:creationId xmlns:a16="http://schemas.microsoft.com/office/drawing/2014/main" id="{B03E3209-9364-C82D-D6E3-DCFDA159D445}"/>
              </a:ext>
            </a:extLst>
          </p:cNvPr>
          <p:cNvSpPr/>
          <p:nvPr/>
        </p:nvSpPr>
        <p:spPr bwMode="gray">
          <a:xfrm>
            <a:off x="5399769" y="2305994"/>
            <a:ext cx="6188327"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R="0" lvl="0" defTabSz="914400" eaLnBrk="1" fontAlgn="auto" latinLnBrk="0" hangingPunct="1">
              <a:lnSpc>
                <a:spcPct val="100000"/>
              </a:lnSpc>
              <a:spcBef>
                <a:spcPts val="0"/>
              </a:spcBef>
              <a:spcAft>
                <a:spcPts val="0"/>
              </a:spcAft>
              <a:buClrTx/>
              <a:buSzTx/>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2" name="Rectangle: Rounded Corners 51">
            <a:extLst>
              <a:ext uri="{FF2B5EF4-FFF2-40B4-BE49-F238E27FC236}">
                <a16:creationId xmlns:a16="http://schemas.microsoft.com/office/drawing/2014/main" id="{44E893F2-A053-AD8E-F073-A1B91A1D98CD}"/>
              </a:ext>
            </a:extLst>
          </p:cNvPr>
          <p:cNvSpPr/>
          <p:nvPr/>
        </p:nvSpPr>
        <p:spPr bwMode="gray">
          <a:xfrm>
            <a:off x="5399769" y="3226743"/>
            <a:ext cx="6188327"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R="0" lvl="0" defTabSz="914400" eaLnBrk="1" fontAlgn="auto" latinLnBrk="0" hangingPunct="1">
              <a:lnSpc>
                <a:spcPct val="100000"/>
              </a:lnSpc>
              <a:spcBef>
                <a:spcPts val="0"/>
              </a:spcBef>
              <a:spcAft>
                <a:spcPts val="0"/>
              </a:spcAft>
              <a:buClrTx/>
              <a:buSzTx/>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60" name="Rectangle: Rounded Corners 59">
            <a:extLst>
              <a:ext uri="{FF2B5EF4-FFF2-40B4-BE49-F238E27FC236}">
                <a16:creationId xmlns:a16="http://schemas.microsoft.com/office/drawing/2014/main" id="{893C6951-51B5-B49F-3A12-C1FD1F9A0A30}"/>
              </a:ext>
            </a:extLst>
          </p:cNvPr>
          <p:cNvSpPr/>
          <p:nvPr/>
        </p:nvSpPr>
        <p:spPr bwMode="gray">
          <a:xfrm>
            <a:off x="5399769" y="4147492"/>
            <a:ext cx="6188327"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R="0" lvl="0" defTabSz="914400" eaLnBrk="1" fontAlgn="auto" latinLnBrk="0" hangingPunct="1">
              <a:lnSpc>
                <a:spcPct val="100000"/>
              </a:lnSpc>
              <a:spcBef>
                <a:spcPts val="0"/>
              </a:spcBef>
              <a:spcAft>
                <a:spcPts val="0"/>
              </a:spcAft>
              <a:buClrTx/>
              <a:buSzTx/>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grpSp>
        <p:nvGrpSpPr>
          <p:cNvPr id="20" name="Group 19">
            <a:extLst>
              <a:ext uri="{FF2B5EF4-FFF2-40B4-BE49-F238E27FC236}">
                <a16:creationId xmlns:a16="http://schemas.microsoft.com/office/drawing/2014/main" id="{FBC12E0D-E2BA-1E01-C6B8-460B31B7290B}"/>
              </a:ext>
            </a:extLst>
          </p:cNvPr>
          <p:cNvGrpSpPr/>
          <p:nvPr/>
        </p:nvGrpSpPr>
        <p:grpSpPr>
          <a:xfrm>
            <a:off x="1691004" y="1184470"/>
            <a:ext cx="8436294" cy="337507"/>
            <a:chOff x="1691004" y="1184470"/>
            <a:chExt cx="8436294" cy="337507"/>
          </a:xfrm>
          <a:solidFill>
            <a:schemeClr val="accent4">
              <a:lumMod val="20000"/>
              <a:lumOff val="80000"/>
            </a:schemeClr>
          </a:solidFill>
        </p:grpSpPr>
        <p:sp>
          <p:nvSpPr>
            <p:cNvPr id="63" name="TextBox 62">
              <a:extLst>
                <a:ext uri="{FF2B5EF4-FFF2-40B4-BE49-F238E27FC236}">
                  <a16:creationId xmlns:a16="http://schemas.microsoft.com/office/drawing/2014/main" id="{9456E612-74BC-2E56-11C9-4BCD793DEF3B}"/>
                </a:ext>
              </a:extLst>
            </p:cNvPr>
            <p:cNvSpPr txBox="1"/>
            <p:nvPr/>
          </p:nvSpPr>
          <p:spPr>
            <a:xfrm>
              <a:off x="1691004" y="1208618"/>
              <a:ext cx="3033396" cy="313359"/>
            </a:xfrm>
            <a:prstGeom prst="rect">
              <a:avLst/>
            </a:prstGeom>
            <a:grpFill/>
          </p:spPr>
          <p:txBody>
            <a:bodyPr wrap="square" rtlCol="0">
              <a:spAutoFit/>
            </a:bodyPr>
            <a:lstStyle/>
            <a:p>
              <a:pPr algn="ctr"/>
              <a:r>
                <a:rPr lang="en-US" sz="1400" b="1">
                  <a:solidFill>
                    <a:schemeClr val="accent6">
                      <a:lumMod val="50000"/>
                    </a:schemeClr>
                  </a:solidFill>
                  <a:latin typeface="Aptos" panose="020B0004020202020204" pitchFamily="34" charset="0"/>
                </a:rPr>
                <a:t>Key Challenges</a:t>
              </a:r>
              <a:endParaRPr lang="en-IN" sz="1400" b="1">
                <a:solidFill>
                  <a:schemeClr val="accent6">
                    <a:lumMod val="50000"/>
                  </a:schemeClr>
                </a:solidFill>
                <a:latin typeface="Aptos" panose="020B0004020202020204" pitchFamily="34" charset="0"/>
              </a:endParaRPr>
            </a:p>
          </p:txBody>
        </p:sp>
        <p:sp>
          <p:nvSpPr>
            <p:cNvPr id="64" name="TextBox 63">
              <a:extLst>
                <a:ext uri="{FF2B5EF4-FFF2-40B4-BE49-F238E27FC236}">
                  <a16:creationId xmlns:a16="http://schemas.microsoft.com/office/drawing/2014/main" id="{6CC2C741-B507-AAC4-2C3D-C5A8A500CD6A}"/>
                </a:ext>
              </a:extLst>
            </p:cNvPr>
            <p:cNvSpPr txBox="1"/>
            <p:nvPr/>
          </p:nvSpPr>
          <p:spPr>
            <a:xfrm>
              <a:off x="7093902" y="1184470"/>
              <a:ext cx="3033396" cy="313359"/>
            </a:xfrm>
            <a:prstGeom prst="rect">
              <a:avLst/>
            </a:prstGeom>
            <a:grpFill/>
          </p:spPr>
          <p:txBody>
            <a:bodyPr wrap="square" rtlCol="0">
              <a:spAutoFit/>
            </a:bodyPr>
            <a:lstStyle/>
            <a:p>
              <a:pPr algn="ctr"/>
              <a:r>
                <a:rPr lang="en-US" sz="1400" b="1">
                  <a:solidFill>
                    <a:schemeClr val="accent6">
                      <a:lumMod val="50000"/>
                    </a:schemeClr>
                  </a:solidFill>
                  <a:latin typeface="Aptos" panose="020B0004020202020204" pitchFamily="34" charset="0"/>
                </a:rPr>
                <a:t>Deloitte’s Point of View</a:t>
              </a:r>
              <a:endParaRPr lang="en-IN" sz="1400" b="1">
                <a:solidFill>
                  <a:schemeClr val="accent6">
                    <a:lumMod val="50000"/>
                  </a:schemeClr>
                </a:solidFill>
                <a:latin typeface="Aptos" panose="020B0004020202020204" pitchFamily="34" charset="0"/>
              </a:endParaRPr>
            </a:p>
          </p:txBody>
        </p:sp>
      </p:grpSp>
      <p:grpSp>
        <p:nvGrpSpPr>
          <p:cNvPr id="13" name="Group 12">
            <a:extLst>
              <a:ext uri="{FF2B5EF4-FFF2-40B4-BE49-F238E27FC236}">
                <a16:creationId xmlns:a16="http://schemas.microsoft.com/office/drawing/2014/main" id="{6F8AA09B-30E0-E2EC-C647-237A265C117B}"/>
              </a:ext>
            </a:extLst>
          </p:cNvPr>
          <p:cNvGrpSpPr/>
          <p:nvPr/>
        </p:nvGrpSpPr>
        <p:grpSpPr>
          <a:xfrm>
            <a:off x="1295321" y="2012545"/>
            <a:ext cx="3824762" cy="3519502"/>
            <a:chOff x="1267755" y="1574543"/>
            <a:chExt cx="3824762" cy="3519502"/>
          </a:xfrm>
        </p:grpSpPr>
        <p:sp>
          <p:nvSpPr>
            <p:cNvPr id="36" name="Rectangle: Rounded Corners 35">
              <a:extLst>
                <a:ext uri="{FF2B5EF4-FFF2-40B4-BE49-F238E27FC236}">
                  <a16:creationId xmlns:a16="http://schemas.microsoft.com/office/drawing/2014/main" id="{6ED4B892-442B-8632-201D-1A7CCF62D67A}"/>
                </a:ext>
              </a:extLst>
            </p:cNvPr>
            <p:cNvSpPr/>
            <p:nvPr/>
          </p:nvSpPr>
          <p:spPr bwMode="gray">
            <a:xfrm>
              <a:off x="1374481" y="1574543"/>
              <a:ext cx="371803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7" name="Freeform 575">
              <a:extLst>
                <a:ext uri="{FF2B5EF4-FFF2-40B4-BE49-F238E27FC236}">
                  <a16:creationId xmlns:a16="http://schemas.microsoft.com/office/drawing/2014/main" id="{6DE0F489-FCDB-93DC-9E72-65CE096A0078}"/>
                </a:ext>
              </a:extLst>
            </p:cNvPr>
            <p:cNvSpPr>
              <a:spLocks noEditPoints="1"/>
            </p:cNvSpPr>
            <p:nvPr/>
          </p:nvSpPr>
          <p:spPr bwMode="auto">
            <a:xfrm>
              <a:off x="1267769" y="1840818"/>
              <a:ext cx="224705" cy="224705"/>
            </a:xfrm>
            <a:prstGeom prst="ellipse">
              <a:avLst/>
            </a:prstGeom>
            <a:solidFill>
              <a:srgbClr val="43B02A"/>
            </a:solidFill>
            <a:ln>
              <a:noFill/>
            </a:ln>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white"/>
                  </a:solidFill>
                  <a:effectLst/>
                  <a:uLnTx/>
                  <a:uFillTx/>
                  <a:latin typeface="Aptos" panose="020B0004020202020204" pitchFamily="34" charset="0"/>
                </a:rPr>
                <a:t>1</a:t>
              </a:r>
            </a:p>
          </p:txBody>
        </p:sp>
        <p:sp>
          <p:nvSpPr>
            <p:cNvPr id="38" name="Rectangle: Rounded Corners 37">
              <a:extLst>
                <a:ext uri="{FF2B5EF4-FFF2-40B4-BE49-F238E27FC236}">
                  <a16:creationId xmlns:a16="http://schemas.microsoft.com/office/drawing/2014/main" id="{001B3506-7B9E-771F-E7C6-3DA2B8F8D900}"/>
                </a:ext>
              </a:extLst>
            </p:cNvPr>
            <p:cNvSpPr/>
            <p:nvPr/>
          </p:nvSpPr>
          <p:spPr bwMode="gray">
            <a:xfrm>
              <a:off x="1374481" y="2495292"/>
              <a:ext cx="371803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grpSp>
          <p:nvGrpSpPr>
            <p:cNvPr id="39" name="Group 38">
              <a:extLst>
                <a:ext uri="{FF2B5EF4-FFF2-40B4-BE49-F238E27FC236}">
                  <a16:creationId xmlns:a16="http://schemas.microsoft.com/office/drawing/2014/main" id="{7D288EF7-3E48-2234-2B1A-8496A13FFE42}"/>
                </a:ext>
              </a:extLst>
            </p:cNvPr>
            <p:cNvGrpSpPr>
              <a:grpSpLocks/>
            </p:cNvGrpSpPr>
            <p:nvPr/>
          </p:nvGrpSpPr>
          <p:grpSpPr>
            <a:xfrm>
              <a:off x="1267755" y="2761567"/>
              <a:ext cx="224701" cy="224706"/>
              <a:chOff x="5672138" y="4513263"/>
              <a:chExt cx="1579562" cy="1571625"/>
            </a:xfrm>
            <a:solidFill>
              <a:srgbClr val="43B02A"/>
            </a:solidFill>
          </p:grpSpPr>
          <p:sp>
            <p:nvSpPr>
              <p:cNvPr id="40" name="Rectangle 5">
                <a:extLst>
                  <a:ext uri="{FF2B5EF4-FFF2-40B4-BE49-F238E27FC236}">
                    <a16:creationId xmlns:a16="http://schemas.microsoft.com/office/drawing/2014/main" id="{471FAE0B-D0CA-71C1-75B1-220EF2593ABE}"/>
                  </a:ext>
                </a:extLst>
              </p:cNvPr>
              <p:cNvSpPr>
                <a:spLocks noChangeArrowheads="1"/>
              </p:cNvSpPr>
              <p:nvPr/>
            </p:nvSpPr>
            <p:spPr bwMode="auto">
              <a:xfrm>
                <a:off x="6067425" y="5135563"/>
                <a:ext cx="131762" cy="196850"/>
              </a:xfrm>
              <a:prstGeom prst="ellips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1" name="Oval 6">
                <a:extLst>
                  <a:ext uri="{FF2B5EF4-FFF2-40B4-BE49-F238E27FC236}">
                    <a16:creationId xmlns:a16="http://schemas.microsoft.com/office/drawing/2014/main" id="{EE438699-F99B-F67A-F20C-D08400E19C5C}"/>
                  </a:ext>
                </a:extLst>
              </p:cNvPr>
              <p:cNvSpPr>
                <a:spLocks noChangeArrowheads="1"/>
              </p:cNvSpPr>
              <p:nvPr/>
            </p:nvSpPr>
            <p:spPr bwMode="auto">
              <a:xfrm>
                <a:off x="6100763"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2" name="Rectangle 7">
                <a:extLst>
                  <a:ext uri="{FF2B5EF4-FFF2-40B4-BE49-F238E27FC236}">
                    <a16:creationId xmlns:a16="http://schemas.microsoft.com/office/drawing/2014/main" id="{B7F4538E-D7C3-A886-5AA9-AC7683B3CC57}"/>
                  </a:ext>
                </a:extLst>
              </p:cNvPr>
              <p:cNvSpPr>
                <a:spLocks noChangeArrowheads="1"/>
              </p:cNvSpPr>
              <p:nvPr/>
            </p:nvSpPr>
            <p:spPr bwMode="auto">
              <a:xfrm>
                <a:off x="6396038" y="5135563"/>
                <a:ext cx="131762" cy="196850"/>
              </a:xfrm>
              <a:prstGeom prst="ellips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3" name="Oval 8">
                <a:extLst>
                  <a:ext uri="{FF2B5EF4-FFF2-40B4-BE49-F238E27FC236}">
                    <a16:creationId xmlns:a16="http://schemas.microsoft.com/office/drawing/2014/main" id="{54F210B1-180C-1E58-952C-49160ED772A8}"/>
                  </a:ext>
                </a:extLst>
              </p:cNvPr>
              <p:cNvSpPr>
                <a:spLocks noChangeArrowheads="1"/>
              </p:cNvSpPr>
              <p:nvPr/>
            </p:nvSpPr>
            <p:spPr bwMode="auto">
              <a:xfrm>
                <a:off x="6429375"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4" name="Oval 9">
                <a:extLst>
                  <a:ext uri="{FF2B5EF4-FFF2-40B4-BE49-F238E27FC236}">
                    <a16:creationId xmlns:a16="http://schemas.microsoft.com/office/drawing/2014/main" id="{89D7B1F2-E4A0-B8A8-F694-FA365496015E}"/>
                  </a:ext>
                </a:extLst>
              </p:cNvPr>
              <p:cNvSpPr>
                <a:spLocks noChangeArrowheads="1"/>
              </p:cNvSpPr>
              <p:nvPr/>
            </p:nvSpPr>
            <p:spPr bwMode="auto">
              <a:xfrm>
                <a:off x="6757988" y="4873626"/>
                <a:ext cx="66675"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5" name="Freeform 10">
                <a:extLst>
                  <a:ext uri="{FF2B5EF4-FFF2-40B4-BE49-F238E27FC236}">
                    <a16:creationId xmlns:a16="http://schemas.microsoft.com/office/drawing/2014/main" id="{C63CB9F2-8BA5-9FA3-2327-7862D9ECE415}"/>
                  </a:ext>
                </a:extLst>
              </p:cNvPr>
              <p:cNvSpPr>
                <a:spLocks noEditPoints="1"/>
              </p:cNvSpPr>
              <p:nvPr/>
            </p:nvSpPr>
            <p:spPr bwMode="auto">
              <a:xfrm>
                <a:off x="5672138" y="4513263"/>
                <a:ext cx="1579562" cy="15716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rPr>
                  <a:t>2</a:t>
                </a:r>
              </a:p>
            </p:txBody>
          </p:sp>
          <p:sp>
            <p:nvSpPr>
              <p:cNvPr id="46" name="Freeform 11">
                <a:extLst>
                  <a:ext uri="{FF2B5EF4-FFF2-40B4-BE49-F238E27FC236}">
                    <a16:creationId xmlns:a16="http://schemas.microsoft.com/office/drawing/2014/main" id="{D8FFBCEC-2C5B-1506-B34B-DAFDFA78DF17}"/>
                  </a:ext>
                </a:extLst>
              </p:cNvPr>
              <p:cNvSpPr>
                <a:spLocks/>
              </p:cNvSpPr>
              <p:nvPr/>
            </p:nvSpPr>
            <p:spPr bwMode="auto">
              <a:xfrm>
                <a:off x="6729413" y="5135563"/>
                <a:ext cx="119062" cy="2619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grpSp>
        <p:sp>
          <p:nvSpPr>
            <p:cNvPr id="56" name="Rectangle: Rounded Corners 55">
              <a:extLst>
                <a:ext uri="{FF2B5EF4-FFF2-40B4-BE49-F238E27FC236}">
                  <a16:creationId xmlns:a16="http://schemas.microsoft.com/office/drawing/2014/main" id="{84FC1E25-A32F-C50D-939B-7F2ECB4F49EF}"/>
                </a:ext>
              </a:extLst>
            </p:cNvPr>
            <p:cNvSpPr/>
            <p:nvPr/>
          </p:nvSpPr>
          <p:spPr bwMode="gray">
            <a:xfrm>
              <a:off x="1374481" y="3416041"/>
              <a:ext cx="371803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7" name="Freeform 23">
              <a:extLst>
                <a:ext uri="{FF2B5EF4-FFF2-40B4-BE49-F238E27FC236}">
                  <a16:creationId xmlns:a16="http://schemas.microsoft.com/office/drawing/2014/main" id="{3C293BF8-9B26-C106-6600-D29F4DBF9FE3}"/>
                </a:ext>
              </a:extLst>
            </p:cNvPr>
            <p:cNvSpPr>
              <a:spLocks noEditPoints="1"/>
            </p:cNvSpPr>
            <p:nvPr/>
          </p:nvSpPr>
          <p:spPr bwMode="auto">
            <a:xfrm>
              <a:off x="1267769" y="3682317"/>
              <a:ext cx="224705" cy="224705"/>
            </a:xfrm>
            <a:prstGeom prst="ellipse">
              <a:avLst/>
            </a:prstGeom>
            <a:solidFill>
              <a:srgbClr val="43B02A"/>
            </a:solidFill>
            <a:ln>
              <a:noFill/>
            </a:ln>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white"/>
                  </a:solidFill>
                  <a:effectLst/>
                  <a:uLnTx/>
                  <a:uFillTx/>
                  <a:latin typeface="Aptos" panose="020B0004020202020204" pitchFamily="34" charset="0"/>
                </a:rPr>
                <a:t>3</a:t>
              </a:r>
            </a:p>
          </p:txBody>
        </p:sp>
        <p:sp>
          <p:nvSpPr>
            <p:cNvPr id="58" name="Rectangle: Rounded Corners 57">
              <a:extLst>
                <a:ext uri="{FF2B5EF4-FFF2-40B4-BE49-F238E27FC236}">
                  <a16:creationId xmlns:a16="http://schemas.microsoft.com/office/drawing/2014/main" id="{04500392-22D8-104D-DC31-BDF350891519}"/>
                </a:ext>
              </a:extLst>
            </p:cNvPr>
            <p:cNvSpPr/>
            <p:nvPr/>
          </p:nvSpPr>
          <p:spPr bwMode="gray">
            <a:xfrm>
              <a:off x="1374481" y="4336790"/>
              <a:ext cx="371803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9" name="Freeform 564">
              <a:extLst>
                <a:ext uri="{FF2B5EF4-FFF2-40B4-BE49-F238E27FC236}">
                  <a16:creationId xmlns:a16="http://schemas.microsoft.com/office/drawing/2014/main" id="{0E685584-549D-B380-A212-C15D6A9E105A}"/>
                </a:ext>
              </a:extLst>
            </p:cNvPr>
            <p:cNvSpPr>
              <a:spLocks noEditPoints="1"/>
            </p:cNvSpPr>
            <p:nvPr/>
          </p:nvSpPr>
          <p:spPr bwMode="auto">
            <a:xfrm>
              <a:off x="1267769" y="4603066"/>
              <a:ext cx="224705" cy="224705"/>
            </a:xfrm>
            <a:prstGeom prst="ellipse">
              <a:avLst/>
            </a:prstGeom>
            <a:solidFill>
              <a:srgbClr val="43B02A"/>
            </a:solidFill>
            <a:ln>
              <a:noFill/>
            </a:ln>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white"/>
                  </a:solidFill>
                  <a:effectLst/>
                  <a:uLnTx/>
                  <a:uFillTx/>
                  <a:latin typeface="Aptos" panose="020B0004020202020204" pitchFamily="34" charset="0"/>
                </a:rPr>
                <a:t>4</a:t>
              </a:r>
            </a:p>
          </p:txBody>
        </p:sp>
        <p:sp>
          <p:nvSpPr>
            <p:cNvPr id="6" name="TextBox 5">
              <a:extLst>
                <a:ext uri="{FF2B5EF4-FFF2-40B4-BE49-F238E27FC236}">
                  <a16:creationId xmlns:a16="http://schemas.microsoft.com/office/drawing/2014/main" id="{70384281-0916-660A-6F03-48443FD97219}"/>
                </a:ext>
              </a:extLst>
            </p:cNvPr>
            <p:cNvSpPr txBox="1"/>
            <p:nvPr/>
          </p:nvSpPr>
          <p:spPr>
            <a:xfrm>
              <a:off x="1492456" y="1593133"/>
              <a:ext cx="3487048" cy="738664"/>
            </a:xfrm>
            <a:prstGeom prst="rect">
              <a:avLst/>
            </a:prstGeom>
            <a:noFill/>
          </p:spPr>
          <p:txBody>
            <a:bodyPr wrap="square">
              <a:spAutoFit/>
            </a:bodyPr>
            <a:lstStyle/>
            <a:p>
              <a:pPr marR="0" lvl="0"/>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Manual citizen service processes result in operational inefficiencies, delays, and reduced transparency</a:t>
              </a:r>
              <a:endParaRPr lang="en-US" sz="1100">
                <a:effectLst/>
                <a:latin typeface="Aptos" panose="020B0004020202020204" pitchFamily="34" charset="0"/>
                <a:ea typeface="PMingLiU" panose="02020500000000000000" pitchFamily="18" charset="-120"/>
                <a:cs typeface="PMingLiU" panose="02020500000000000000" pitchFamily="18" charset="-120"/>
              </a:endParaRPr>
            </a:p>
          </p:txBody>
        </p:sp>
        <p:sp>
          <p:nvSpPr>
            <p:cNvPr id="8" name="TextBox 7">
              <a:extLst>
                <a:ext uri="{FF2B5EF4-FFF2-40B4-BE49-F238E27FC236}">
                  <a16:creationId xmlns:a16="http://schemas.microsoft.com/office/drawing/2014/main" id="{84E07C7B-1D76-664F-E12A-9AE8A66C4A48}"/>
                </a:ext>
              </a:extLst>
            </p:cNvPr>
            <p:cNvSpPr txBox="1"/>
            <p:nvPr/>
          </p:nvSpPr>
          <p:spPr>
            <a:xfrm>
              <a:off x="1548688" y="2599369"/>
              <a:ext cx="3543829" cy="523220"/>
            </a:xfrm>
            <a:prstGeom prst="rect">
              <a:avLst/>
            </a:prstGeom>
            <a:noFill/>
          </p:spPr>
          <p:txBody>
            <a:bodyPr wrap="square">
              <a:spAutoFit/>
            </a:bodyPr>
            <a:lstStyle/>
            <a:p>
              <a:pPr marR="0" lvl="0"/>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Lengthy forms, difficult to understand by citizens – need for intermediaries</a:t>
              </a:r>
              <a:endParaRPr lang="en-US" sz="1100">
                <a:effectLst/>
                <a:latin typeface="Aptos" panose="020B0004020202020204" pitchFamily="34" charset="0"/>
                <a:ea typeface="PMingLiU" panose="02020500000000000000" pitchFamily="18" charset="-120"/>
                <a:cs typeface="PMingLiU" panose="02020500000000000000" pitchFamily="18" charset="-120"/>
              </a:endParaRPr>
            </a:p>
          </p:txBody>
        </p:sp>
        <p:sp>
          <p:nvSpPr>
            <p:cNvPr id="10" name="TextBox 9">
              <a:extLst>
                <a:ext uri="{FF2B5EF4-FFF2-40B4-BE49-F238E27FC236}">
                  <a16:creationId xmlns:a16="http://schemas.microsoft.com/office/drawing/2014/main" id="{56DB72CD-0A10-BCAE-AE32-4652C2345307}"/>
                </a:ext>
              </a:extLst>
            </p:cNvPr>
            <p:cNvSpPr txBox="1"/>
            <p:nvPr/>
          </p:nvSpPr>
          <p:spPr>
            <a:xfrm>
              <a:off x="1492456" y="3527103"/>
              <a:ext cx="3487048" cy="523220"/>
            </a:xfrm>
            <a:prstGeom prst="rect">
              <a:avLst/>
            </a:prstGeom>
            <a:noFill/>
          </p:spPr>
          <p:txBody>
            <a:bodyPr wrap="square">
              <a:spAutoFit/>
            </a:bodyPr>
            <a:lstStyle/>
            <a:p>
              <a:pPr marR="0" lvl="0"/>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Need for multiple visits to the field offices for single application</a:t>
              </a:r>
              <a:endParaRPr lang="en-US" sz="1100">
                <a:effectLst/>
                <a:latin typeface="Aptos" panose="020B0004020202020204" pitchFamily="34" charset="0"/>
                <a:ea typeface="PMingLiU" panose="02020500000000000000" pitchFamily="18" charset="-120"/>
                <a:cs typeface="PMingLiU" panose="02020500000000000000" pitchFamily="18" charset="-120"/>
              </a:endParaRPr>
            </a:p>
          </p:txBody>
        </p:sp>
        <p:sp>
          <p:nvSpPr>
            <p:cNvPr id="12" name="TextBox 11">
              <a:extLst>
                <a:ext uri="{FF2B5EF4-FFF2-40B4-BE49-F238E27FC236}">
                  <a16:creationId xmlns:a16="http://schemas.microsoft.com/office/drawing/2014/main" id="{E5978048-D257-648C-55BB-5C3DE2098276}"/>
                </a:ext>
              </a:extLst>
            </p:cNvPr>
            <p:cNvSpPr txBox="1"/>
            <p:nvPr/>
          </p:nvSpPr>
          <p:spPr>
            <a:xfrm>
              <a:off x="1492456" y="4431355"/>
              <a:ext cx="3600061" cy="523220"/>
            </a:xfrm>
            <a:prstGeom prst="rect">
              <a:avLst/>
            </a:prstGeom>
            <a:noFill/>
          </p:spPr>
          <p:txBody>
            <a:bodyPr wrap="square">
              <a:spAutoFit/>
            </a:bodyPr>
            <a:lstStyle/>
            <a:p>
              <a:pPr marR="0" lvl="0"/>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Inadequate timely response for grievance redressal</a:t>
              </a:r>
              <a:endParaRPr lang="en-US" sz="1100">
                <a:effectLst/>
                <a:latin typeface="Aptos" panose="020B0004020202020204" pitchFamily="34" charset="0"/>
                <a:ea typeface="PMingLiU" panose="02020500000000000000" pitchFamily="18" charset="-120"/>
                <a:cs typeface="PMingLiU" panose="02020500000000000000" pitchFamily="18" charset="-120"/>
              </a:endParaRPr>
            </a:p>
          </p:txBody>
        </p:sp>
      </p:grpSp>
      <p:sp>
        <p:nvSpPr>
          <p:cNvPr id="15" name="TextBox 14">
            <a:extLst>
              <a:ext uri="{FF2B5EF4-FFF2-40B4-BE49-F238E27FC236}">
                <a16:creationId xmlns:a16="http://schemas.microsoft.com/office/drawing/2014/main" id="{AA9A4CEC-FAF6-CFD9-A020-C4B8E6E84C5B}"/>
              </a:ext>
            </a:extLst>
          </p:cNvPr>
          <p:cNvSpPr txBox="1"/>
          <p:nvPr/>
        </p:nvSpPr>
        <p:spPr>
          <a:xfrm>
            <a:off x="5445104" y="3321307"/>
            <a:ext cx="6097656" cy="523220"/>
          </a:xfrm>
          <a:prstGeom prst="rect">
            <a:avLst/>
          </a:prstGeom>
          <a:noFill/>
        </p:spPr>
        <p:txBody>
          <a:bodyPr wrap="square">
            <a:spAutoFit/>
          </a:bodyPr>
          <a:lstStyle/>
          <a:p>
            <a:pPr marR="0" lvl="0"/>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Identify Parcel → View Eligible Information → Apply → Pay → Track → Receive certificate/order → Appeal &amp; Grievances</a:t>
            </a:r>
            <a:endParaRPr lang="en-US" sz="1100">
              <a:solidFill>
                <a:srgbClr val="0F4761"/>
              </a:solidFill>
              <a:effectLst/>
              <a:latin typeface="Aptos" panose="020B0004020202020204" pitchFamily="34" charset="0"/>
              <a:ea typeface="PMingLiU" panose="02020500000000000000" pitchFamily="18" charset="-120"/>
              <a:cs typeface="PMingLiU" panose="02020500000000000000" pitchFamily="18" charset="-120"/>
            </a:endParaRPr>
          </a:p>
        </p:txBody>
      </p:sp>
      <p:sp>
        <p:nvSpPr>
          <p:cNvPr id="17" name="TextBox 16">
            <a:extLst>
              <a:ext uri="{FF2B5EF4-FFF2-40B4-BE49-F238E27FC236}">
                <a16:creationId xmlns:a16="http://schemas.microsoft.com/office/drawing/2014/main" id="{B732B999-99AE-B108-A680-BF436699F56F}"/>
              </a:ext>
            </a:extLst>
          </p:cNvPr>
          <p:cNvSpPr txBox="1"/>
          <p:nvPr/>
        </p:nvSpPr>
        <p:spPr>
          <a:xfrm>
            <a:off x="5490440" y="4353272"/>
            <a:ext cx="6097656" cy="307777"/>
          </a:xfrm>
          <a:prstGeom prst="rect">
            <a:avLst/>
          </a:prstGeom>
          <a:noFill/>
        </p:spPr>
        <p:txBody>
          <a:bodyPr wrap="square">
            <a:spAutoFit/>
          </a:bodyPr>
          <a:lstStyle/>
          <a:p>
            <a:r>
              <a:rPr lang="en-US" sz="1400">
                <a:solidFill>
                  <a:srgbClr val="0F4761"/>
                </a:solidFill>
                <a:effectLst/>
                <a:latin typeface="Times New Roman" panose="02020603050405020304" pitchFamily="18" charset="0"/>
                <a:ea typeface="PMingLiU" panose="02020500000000000000" pitchFamily="18" charset="-120"/>
              </a:rPr>
              <a:t>Pre-filled information from system records</a:t>
            </a:r>
            <a:endParaRPr lang="en-US"/>
          </a:p>
        </p:txBody>
      </p:sp>
      <p:sp>
        <p:nvSpPr>
          <p:cNvPr id="19" name="TextBox 18">
            <a:extLst>
              <a:ext uri="{FF2B5EF4-FFF2-40B4-BE49-F238E27FC236}">
                <a16:creationId xmlns:a16="http://schemas.microsoft.com/office/drawing/2014/main" id="{FBD517D0-972F-1C86-89C3-16470CD20BB5}"/>
              </a:ext>
            </a:extLst>
          </p:cNvPr>
          <p:cNvSpPr txBox="1"/>
          <p:nvPr/>
        </p:nvSpPr>
        <p:spPr>
          <a:xfrm>
            <a:off x="5459510" y="2428252"/>
            <a:ext cx="6097656" cy="523220"/>
          </a:xfrm>
          <a:prstGeom prst="rect">
            <a:avLst/>
          </a:prstGeom>
          <a:noFill/>
        </p:spPr>
        <p:txBody>
          <a:bodyPr wrap="square">
            <a:spAutoFit/>
          </a:bodyPr>
          <a:lstStyle/>
          <a:p>
            <a:pPr marL="0" marR="0">
              <a:buNone/>
            </a:pPr>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Design &amp; Implement </a:t>
            </a:r>
            <a:r>
              <a:rPr lang="en-US" sz="1400" b="1">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One Land Services Gateway</a:t>
            </a:r>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 for Citizens/Businesses for improved experience</a:t>
            </a:r>
            <a:endParaRPr lang="en-US" sz="1100">
              <a:effectLst/>
              <a:latin typeface="Aptos" panose="020B0004020202020204" pitchFamily="34" charset="0"/>
              <a:ea typeface="PMingLiU" panose="02020500000000000000" pitchFamily="18" charset="-120"/>
              <a:cs typeface="PMingLiU" panose="02020500000000000000" pitchFamily="18" charset="-120"/>
            </a:endParaRPr>
          </a:p>
        </p:txBody>
      </p:sp>
    </p:spTree>
    <p:extLst>
      <p:ext uri="{BB962C8B-B14F-4D97-AF65-F5344CB8AC3E}">
        <p14:creationId xmlns:p14="http://schemas.microsoft.com/office/powerpoint/2010/main" val="395978030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F3A79-DD97-6892-80D3-E70A9FF375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82DFE-7829-AA95-D452-3C06071EA3BC}"/>
              </a:ext>
            </a:extLst>
          </p:cNvPr>
          <p:cNvSpPr>
            <a:spLocks noGrp="1"/>
          </p:cNvSpPr>
          <p:nvPr>
            <p:ph type="title"/>
          </p:nvPr>
        </p:nvSpPr>
        <p:spPr/>
        <p:txBody>
          <a:bodyPr/>
          <a:lstStyle/>
          <a:p>
            <a:r>
              <a:rPr lang="en-US"/>
              <a:t>Deloitte’s Point of View: Integrated Land Governance System</a:t>
            </a:r>
            <a:endParaRPr lang="en-IN"/>
          </a:p>
        </p:txBody>
      </p:sp>
      <p:sp>
        <p:nvSpPr>
          <p:cNvPr id="3" name="Text Placeholder 2">
            <a:extLst>
              <a:ext uri="{FF2B5EF4-FFF2-40B4-BE49-F238E27FC236}">
                <a16:creationId xmlns:a16="http://schemas.microsoft.com/office/drawing/2014/main" id="{444B9F74-7EA9-758E-658E-560F10BA0E99}"/>
              </a:ext>
            </a:extLst>
          </p:cNvPr>
          <p:cNvSpPr>
            <a:spLocks noGrp="1"/>
          </p:cNvSpPr>
          <p:nvPr>
            <p:ph type="body" sz="quarter" idx="13"/>
          </p:nvPr>
        </p:nvSpPr>
        <p:spPr>
          <a:xfrm>
            <a:off x="501649" y="651600"/>
            <a:ext cx="11086447" cy="389177"/>
          </a:xfrm>
        </p:spPr>
        <p:txBody>
          <a:bodyPr/>
          <a:lstStyle/>
          <a:p>
            <a:r>
              <a:rPr lang="en-US" b="1">
                <a:solidFill>
                  <a:srgbClr val="92D050"/>
                </a:solidFill>
              </a:rPr>
              <a:t>Land Intelligence for Planning &amp; Governance </a:t>
            </a:r>
          </a:p>
        </p:txBody>
      </p:sp>
      <p:sp>
        <p:nvSpPr>
          <p:cNvPr id="5" name="Slide Number Placeholder 4">
            <a:extLst>
              <a:ext uri="{FF2B5EF4-FFF2-40B4-BE49-F238E27FC236}">
                <a16:creationId xmlns:a16="http://schemas.microsoft.com/office/drawing/2014/main" id="{9695C07E-80F4-3F05-D8DA-D2525FB672AC}"/>
              </a:ext>
            </a:extLst>
          </p:cNvPr>
          <p:cNvSpPr>
            <a:spLocks noGrp="1"/>
          </p:cNvSpPr>
          <p:nvPr>
            <p:ph type="sldNum" sz="quarter" idx="4"/>
          </p:nvPr>
        </p:nvSpPr>
        <p:spPr/>
        <p:txBody>
          <a:bodyPr/>
          <a:lstStyle/>
          <a:p>
            <a:fld id="{39E7427F-21AC-4FC2-AC74-F5AF5A475796}" type="slidenum">
              <a:rPr lang="en-IN" smtClean="0"/>
              <a:pPr/>
              <a:t>10</a:t>
            </a:fld>
            <a:endParaRPr lang="en-IN"/>
          </a:p>
        </p:txBody>
      </p:sp>
      <p:sp>
        <p:nvSpPr>
          <p:cNvPr id="36" name="Rectangle: Rounded Corners 35">
            <a:extLst>
              <a:ext uri="{FF2B5EF4-FFF2-40B4-BE49-F238E27FC236}">
                <a16:creationId xmlns:a16="http://schemas.microsoft.com/office/drawing/2014/main" id="{70A7AAA1-886D-E283-F04A-39E1E7277F80}"/>
              </a:ext>
            </a:extLst>
          </p:cNvPr>
          <p:cNvSpPr/>
          <p:nvPr/>
        </p:nvSpPr>
        <p:spPr bwMode="gray">
          <a:xfrm>
            <a:off x="1443397" y="2302618"/>
            <a:ext cx="371803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7" name="Freeform 575">
            <a:extLst>
              <a:ext uri="{FF2B5EF4-FFF2-40B4-BE49-F238E27FC236}">
                <a16:creationId xmlns:a16="http://schemas.microsoft.com/office/drawing/2014/main" id="{2754D274-243D-19E4-39DB-2EDE777DE770}"/>
              </a:ext>
            </a:extLst>
          </p:cNvPr>
          <p:cNvSpPr>
            <a:spLocks noEditPoints="1"/>
          </p:cNvSpPr>
          <p:nvPr/>
        </p:nvSpPr>
        <p:spPr bwMode="auto">
          <a:xfrm>
            <a:off x="1336685" y="2568893"/>
            <a:ext cx="224705" cy="224705"/>
          </a:xfrm>
          <a:prstGeom prst="ellipse">
            <a:avLst/>
          </a:prstGeom>
          <a:solidFill>
            <a:srgbClr val="43B02A"/>
          </a:solidFill>
          <a:ln>
            <a:noFill/>
          </a:ln>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white"/>
                </a:solidFill>
                <a:effectLst/>
                <a:uLnTx/>
                <a:uFillTx/>
                <a:latin typeface="Aptos" panose="020B0004020202020204" pitchFamily="34" charset="0"/>
              </a:rPr>
              <a:t>1</a:t>
            </a:r>
          </a:p>
        </p:txBody>
      </p:sp>
      <p:sp>
        <p:nvSpPr>
          <p:cNvPr id="38" name="Rectangle: Rounded Corners 37">
            <a:extLst>
              <a:ext uri="{FF2B5EF4-FFF2-40B4-BE49-F238E27FC236}">
                <a16:creationId xmlns:a16="http://schemas.microsoft.com/office/drawing/2014/main" id="{0E01CE21-9361-DEEA-A13B-172E58938A68}"/>
              </a:ext>
            </a:extLst>
          </p:cNvPr>
          <p:cNvSpPr/>
          <p:nvPr/>
        </p:nvSpPr>
        <p:spPr bwMode="gray">
          <a:xfrm>
            <a:off x="1443397" y="3223367"/>
            <a:ext cx="371803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grpSp>
        <p:nvGrpSpPr>
          <p:cNvPr id="39" name="Group 38">
            <a:extLst>
              <a:ext uri="{FF2B5EF4-FFF2-40B4-BE49-F238E27FC236}">
                <a16:creationId xmlns:a16="http://schemas.microsoft.com/office/drawing/2014/main" id="{D52777B9-A458-E3EF-16D5-CB87496E4374}"/>
              </a:ext>
            </a:extLst>
          </p:cNvPr>
          <p:cNvGrpSpPr>
            <a:grpSpLocks/>
          </p:cNvGrpSpPr>
          <p:nvPr/>
        </p:nvGrpSpPr>
        <p:grpSpPr>
          <a:xfrm>
            <a:off x="1336671" y="3489642"/>
            <a:ext cx="224701" cy="224706"/>
            <a:chOff x="5672138" y="4513263"/>
            <a:chExt cx="1579562" cy="1571625"/>
          </a:xfrm>
          <a:solidFill>
            <a:srgbClr val="43B02A"/>
          </a:solidFill>
        </p:grpSpPr>
        <p:sp>
          <p:nvSpPr>
            <p:cNvPr id="40" name="Rectangle 5">
              <a:extLst>
                <a:ext uri="{FF2B5EF4-FFF2-40B4-BE49-F238E27FC236}">
                  <a16:creationId xmlns:a16="http://schemas.microsoft.com/office/drawing/2014/main" id="{A724D466-D7AB-3A4A-4DC2-B1BE002ED96C}"/>
                </a:ext>
              </a:extLst>
            </p:cNvPr>
            <p:cNvSpPr>
              <a:spLocks noChangeArrowheads="1"/>
            </p:cNvSpPr>
            <p:nvPr/>
          </p:nvSpPr>
          <p:spPr bwMode="auto">
            <a:xfrm>
              <a:off x="6067425" y="5135563"/>
              <a:ext cx="131762" cy="196850"/>
            </a:xfrm>
            <a:prstGeom prst="ellips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1" name="Oval 6">
              <a:extLst>
                <a:ext uri="{FF2B5EF4-FFF2-40B4-BE49-F238E27FC236}">
                  <a16:creationId xmlns:a16="http://schemas.microsoft.com/office/drawing/2014/main" id="{31169C2E-3920-FEC6-C5B0-B33E7C213F0D}"/>
                </a:ext>
              </a:extLst>
            </p:cNvPr>
            <p:cNvSpPr>
              <a:spLocks noChangeArrowheads="1"/>
            </p:cNvSpPr>
            <p:nvPr/>
          </p:nvSpPr>
          <p:spPr bwMode="auto">
            <a:xfrm>
              <a:off x="6100763"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2" name="Rectangle 7">
              <a:extLst>
                <a:ext uri="{FF2B5EF4-FFF2-40B4-BE49-F238E27FC236}">
                  <a16:creationId xmlns:a16="http://schemas.microsoft.com/office/drawing/2014/main" id="{030FF4CF-993A-D3E7-F59E-A5FDA84B88CA}"/>
                </a:ext>
              </a:extLst>
            </p:cNvPr>
            <p:cNvSpPr>
              <a:spLocks noChangeArrowheads="1"/>
            </p:cNvSpPr>
            <p:nvPr/>
          </p:nvSpPr>
          <p:spPr bwMode="auto">
            <a:xfrm>
              <a:off x="6396038" y="5135563"/>
              <a:ext cx="131762" cy="196850"/>
            </a:xfrm>
            <a:prstGeom prst="ellips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3" name="Oval 8">
              <a:extLst>
                <a:ext uri="{FF2B5EF4-FFF2-40B4-BE49-F238E27FC236}">
                  <a16:creationId xmlns:a16="http://schemas.microsoft.com/office/drawing/2014/main" id="{5534DAB9-80F4-11EE-A31C-5EFF501739CD}"/>
                </a:ext>
              </a:extLst>
            </p:cNvPr>
            <p:cNvSpPr>
              <a:spLocks noChangeArrowheads="1"/>
            </p:cNvSpPr>
            <p:nvPr/>
          </p:nvSpPr>
          <p:spPr bwMode="auto">
            <a:xfrm>
              <a:off x="6429375"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4" name="Oval 9">
              <a:extLst>
                <a:ext uri="{FF2B5EF4-FFF2-40B4-BE49-F238E27FC236}">
                  <a16:creationId xmlns:a16="http://schemas.microsoft.com/office/drawing/2014/main" id="{9F2C8CBC-4E68-1F53-C504-E08265B29363}"/>
                </a:ext>
              </a:extLst>
            </p:cNvPr>
            <p:cNvSpPr>
              <a:spLocks noChangeArrowheads="1"/>
            </p:cNvSpPr>
            <p:nvPr/>
          </p:nvSpPr>
          <p:spPr bwMode="auto">
            <a:xfrm>
              <a:off x="6757988" y="4873626"/>
              <a:ext cx="66675"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45" name="Freeform 10">
              <a:extLst>
                <a:ext uri="{FF2B5EF4-FFF2-40B4-BE49-F238E27FC236}">
                  <a16:creationId xmlns:a16="http://schemas.microsoft.com/office/drawing/2014/main" id="{EF8FE859-07FD-187D-8038-2A49E5E7DA92}"/>
                </a:ext>
              </a:extLst>
            </p:cNvPr>
            <p:cNvSpPr>
              <a:spLocks noEditPoints="1"/>
            </p:cNvSpPr>
            <p:nvPr/>
          </p:nvSpPr>
          <p:spPr bwMode="auto">
            <a:xfrm>
              <a:off x="5672138" y="4513263"/>
              <a:ext cx="1579562" cy="15716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rPr>
                <a:t>2</a:t>
              </a:r>
            </a:p>
          </p:txBody>
        </p:sp>
        <p:sp>
          <p:nvSpPr>
            <p:cNvPr id="46" name="Freeform 11">
              <a:extLst>
                <a:ext uri="{FF2B5EF4-FFF2-40B4-BE49-F238E27FC236}">
                  <a16:creationId xmlns:a16="http://schemas.microsoft.com/office/drawing/2014/main" id="{7E65D406-C94C-C0CC-F62B-5C3AE412155B}"/>
                </a:ext>
              </a:extLst>
            </p:cNvPr>
            <p:cNvSpPr>
              <a:spLocks/>
            </p:cNvSpPr>
            <p:nvPr/>
          </p:nvSpPr>
          <p:spPr bwMode="auto">
            <a:xfrm>
              <a:off x="6729413" y="5135563"/>
              <a:ext cx="119062" cy="2619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ndParaRPr>
            </a:p>
          </p:txBody>
        </p:sp>
      </p:grpSp>
      <p:sp>
        <p:nvSpPr>
          <p:cNvPr id="51" name="Rectangle: Rounded Corners 50">
            <a:extLst>
              <a:ext uri="{FF2B5EF4-FFF2-40B4-BE49-F238E27FC236}">
                <a16:creationId xmlns:a16="http://schemas.microsoft.com/office/drawing/2014/main" id="{A0C63078-72E5-633B-A2F0-B5C14E484EF7}"/>
              </a:ext>
            </a:extLst>
          </p:cNvPr>
          <p:cNvSpPr/>
          <p:nvPr/>
        </p:nvSpPr>
        <p:spPr bwMode="gray">
          <a:xfrm>
            <a:off x="5502031" y="1574543"/>
            <a:ext cx="6188327" cy="1841498"/>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L="0" marR="0">
              <a:buNone/>
            </a:pPr>
            <a:endParaRPr lang="en-US" sz="1100">
              <a:effectLst/>
              <a:latin typeface="Aptos" panose="020B0004020202020204" pitchFamily="34" charset="0"/>
              <a:ea typeface="PMingLiU" panose="02020500000000000000" pitchFamily="18" charset="-120"/>
              <a:cs typeface="PMingLiU" panose="02020500000000000000" pitchFamily="18" charset="-120"/>
            </a:endParaRPr>
          </a:p>
        </p:txBody>
      </p:sp>
      <p:sp>
        <p:nvSpPr>
          <p:cNvPr id="53" name="Rectangle: Rounded Corners 52">
            <a:extLst>
              <a:ext uri="{FF2B5EF4-FFF2-40B4-BE49-F238E27FC236}">
                <a16:creationId xmlns:a16="http://schemas.microsoft.com/office/drawing/2014/main" id="{8EA5B4B8-E0A0-90BB-7812-741A5B8DB7A3}"/>
              </a:ext>
            </a:extLst>
          </p:cNvPr>
          <p:cNvSpPr/>
          <p:nvPr/>
        </p:nvSpPr>
        <p:spPr bwMode="gray">
          <a:xfrm>
            <a:off x="5516436" y="5288309"/>
            <a:ext cx="6188327"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R="0" lvl="0" defTabSz="914400" eaLnBrk="1" fontAlgn="auto" latinLnBrk="0" hangingPunct="1">
              <a:lnSpc>
                <a:spcPct val="100000"/>
              </a:lnSpc>
              <a:spcBef>
                <a:spcPts val="0"/>
              </a:spcBef>
              <a:spcAft>
                <a:spcPts val="0"/>
              </a:spcAft>
              <a:buClrTx/>
              <a:buSzTx/>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6" name="Rectangle: Rounded Corners 55">
            <a:extLst>
              <a:ext uri="{FF2B5EF4-FFF2-40B4-BE49-F238E27FC236}">
                <a16:creationId xmlns:a16="http://schemas.microsoft.com/office/drawing/2014/main" id="{B2DFED75-D571-7296-C231-774A8B492718}"/>
              </a:ext>
            </a:extLst>
          </p:cNvPr>
          <p:cNvSpPr/>
          <p:nvPr/>
        </p:nvSpPr>
        <p:spPr bwMode="gray">
          <a:xfrm>
            <a:off x="1443397" y="4144116"/>
            <a:ext cx="371803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7" name="Freeform 23">
            <a:extLst>
              <a:ext uri="{FF2B5EF4-FFF2-40B4-BE49-F238E27FC236}">
                <a16:creationId xmlns:a16="http://schemas.microsoft.com/office/drawing/2014/main" id="{30BC551C-BDCA-4EF1-A0B6-1C0E474785ED}"/>
              </a:ext>
            </a:extLst>
          </p:cNvPr>
          <p:cNvSpPr>
            <a:spLocks noEditPoints="1"/>
          </p:cNvSpPr>
          <p:nvPr/>
        </p:nvSpPr>
        <p:spPr bwMode="auto">
          <a:xfrm>
            <a:off x="1336685" y="4410392"/>
            <a:ext cx="224705" cy="224705"/>
          </a:xfrm>
          <a:prstGeom prst="ellipse">
            <a:avLst/>
          </a:prstGeom>
          <a:solidFill>
            <a:srgbClr val="43B02A"/>
          </a:solidFill>
          <a:ln>
            <a:noFill/>
          </a:ln>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white"/>
                </a:solidFill>
                <a:effectLst/>
                <a:uLnTx/>
                <a:uFillTx/>
                <a:latin typeface="Aptos" panose="020B0004020202020204" pitchFamily="34" charset="0"/>
              </a:rPr>
              <a:t>3</a:t>
            </a:r>
          </a:p>
        </p:txBody>
      </p:sp>
      <p:sp>
        <p:nvSpPr>
          <p:cNvPr id="60" name="Rectangle: Rounded Corners 59">
            <a:extLst>
              <a:ext uri="{FF2B5EF4-FFF2-40B4-BE49-F238E27FC236}">
                <a16:creationId xmlns:a16="http://schemas.microsoft.com/office/drawing/2014/main" id="{0AE68B80-E997-E778-7743-EBA2A4BAB4AA}"/>
              </a:ext>
            </a:extLst>
          </p:cNvPr>
          <p:cNvSpPr/>
          <p:nvPr/>
        </p:nvSpPr>
        <p:spPr bwMode="gray">
          <a:xfrm>
            <a:off x="5516436" y="3595895"/>
            <a:ext cx="6188327"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R="0" lvl="0" defTabSz="914400" eaLnBrk="1" fontAlgn="auto" latinLnBrk="0" hangingPunct="1">
              <a:lnSpc>
                <a:spcPct val="100000"/>
              </a:lnSpc>
              <a:spcBef>
                <a:spcPts val="0"/>
              </a:spcBef>
              <a:spcAft>
                <a:spcPts val="0"/>
              </a:spcAft>
              <a:buClrTx/>
              <a:buSzTx/>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61" name="Rectangle: Rounded Corners 60">
            <a:extLst>
              <a:ext uri="{FF2B5EF4-FFF2-40B4-BE49-F238E27FC236}">
                <a16:creationId xmlns:a16="http://schemas.microsoft.com/office/drawing/2014/main" id="{083E4016-AC25-8E57-BA79-846919F3DA53}"/>
              </a:ext>
            </a:extLst>
          </p:cNvPr>
          <p:cNvSpPr/>
          <p:nvPr/>
        </p:nvSpPr>
        <p:spPr bwMode="gray">
          <a:xfrm>
            <a:off x="5516436" y="4437132"/>
            <a:ext cx="6188327"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R="0" lvl="0" defTabSz="914400" eaLnBrk="1" fontAlgn="auto" latinLnBrk="0" hangingPunct="1">
              <a:lnSpc>
                <a:spcPct val="100000"/>
              </a:lnSpc>
              <a:spcBef>
                <a:spcPts val="0"/>
              </a:spcBef>
              <a:spcAft>
                <a:spcPts val="0"/>
              </a:spcAft>
              <a:buClrTx/>
              <a:buSzTx/>
              <a:tabLst/>
              <a:defRPr/>
            </a:pP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63" name="TextBox 62">
            <a:extLst>
              <a:ext uri="{FF2B5EF4-FFF2-40B4-BE49-F238E27FC236}">
                <a16:creationId xmlns:a16="http://schemas.microsoft.com/office/drawing/2014/main" id="{5FF38161-E73A-B9AA-41E1-609D4DD35644}"/>
              </a:ext>
            </a:extLst>
          </p:cNvPr>
          <p:cNvSpPr txBox="1"/>
          <p:nvPr/>
        </p:nvSpPr>
        <p:spPr>
          <a:xfrm>
            <a:off x="1691004" y="1208618"/>
            <a:ext cx="3033396" cy="313359"/>
          </a:xfrm>
          <a:prstGeom prst="rect">
            <a:avLst/>
          </a:prstGeom>
          <a:solidFill>
            <a:schemeClr val="accent4">
              <a:lumMod val="20000"/>
              <a:lumOff val="80000"/>
            </a:schemeClr>
          </a:solidFill>
        </p:spPr>
        <p:txBody>
          <a:bodyPr wrap="square" rtlCol="0">
            <a:spAutoFit/>
          </a:bodyPr>
          <a:lstStyle/>
          <a:p>
            <a:pPr algn="ctr"/>
            <a:r>
              <a:rPr lang="en-US" sz="1400" b="1">
                <a:solidFill>
                  <a:schemeClr val="accent6">
                    <a:lumMod val="50000"/>
                  </a:schemeClr>
                </a:solidFill>
                <a:latin typeface="Aptos" panose="020B0004020202020204" pitchFamily="34" charset="0"/>
              </a:rPr>
              <a:t>Key Challenges</a:t>
            </a:r>
            <a:endParaRPr lang="en-IN" sz="1400" b="1">
              <a:solidFill>
                <a:schemeClr val="accent6">
                  <a:lumMod val="50000"/>
                </a:schemeClr>
              </a:solidFill>
              <a:latin typeface="Aptos" panose="020B0004020202020204" pitchFamily="34" charset="0"/>
            </a:endParaRPr>
          </a:p>
        </p:txBody>
      </p:sp>
      <p:sp>
        <p:nvSpPr>
          <p:cNvPr id="64" name="TextBox 63">
            <a:extLst>
              <a:ext uri="{FF2B5EF4-FFF2-40B4-BE49-F238E27FC236}">
                <a16:creationId xmlns:a16="http://schemas.microsoft.com/office/drawing/2014/main" id="{25862288-8AA7-DDEB-3D5C-CFE53F115364}"/>
              </a:ext>
            </a:extLst>
          </p:cNvPr>
          <p:cNvSpPr txBox="1"/>
          <p:nvPr/>
        </p:nvSpPr>
        <p:spPr>
          <a:xfrm>
            <a:off x="7093902" y="1184470"/>
            <a:ext cx="3033396" cy="313359"/>
          </a:xfrm>
          <a:prstGeom prst="rect">
            <a:avLst/>
          </a:prstGeom>
          <a:solidFill>
            <a:schemeClr val="accent4">
              <a:lumMod val="20000"/>
              <a:lumOff val="80000"/>
            </a:schemeClr>
          </a:solidFill>
        </p:spPr>
        <p:txBody>
          <a:bodyPr wrap="square" rtlCol="0">
            <a:spAutoFit/>
          </a:bodyPr>
          <a:lstStyle/>
          <a:p>
            <a:pPr algn="ctr"/>
            <a:r>
              <a:rPr lang="en-US" sz="1400" b="1">
                <a:solidFill>
                  <a:schemeClr val="accent6">
                    <a:lumMod val="50000"/>
                  </a:schemeClr>
                </a:solidFill>
                <a:latin typeface="Aptos" panose="020B0004020202020204" pitchFamily="34" charset="0"/>
              </a:rPr>
              <a:t>Deloitte’s Point of View</a:t>
            </a:r>
            <a:endParaRPr lang="en-IN" sz="1400" b="1">
              <a:solidFill>
                <a:schemeClr val="accent6">
                  <a:lumMod val="50000"/>
                </a:schemeClr>
              </a:solidFill>
              <a:latin typeface="Aptos" panose="020B0004020202020204" pitchFamily="34" charset="0"/>
            </a:endParaRPr>
          </a:p>
        </p:txBody>
      </p:sp>
      <p:sp>
        <p:nvSpPr>
          <p:cNvPr id="6" name="TextBox 5">
            <a:extLst>
              <a:ext uri="{FF2B5EF4-FFF2-40B4-BE49-F238E27FC236}">
                <a16:creationId xmlns:a16="http://schemas.microsoft.com/office/drawing/2014/main" id="{35305189-1EE1-93A4-93BC-DB9EAECB87CA}"/>
              </a:ext>
            </a:extLst>
          </p:cNvPr>
          <p:cNvSpPr txBox="1"/>
          <p:nvPr/>
        </p:nvSpPr>
        <p:spPr>
          <a:xfrm>
            <a:off x="1561372" y="2350958"/>
            <a:ext cx="3718036" cy="523220"/>
          </a:xfrm>
          <a:prstGeom prst="rect">
            <a:avLst/>
          </a:prstGeom>
          <a:noFill/>
        </p:spPr>
        <p:txBody>
          <a:bodyPr wrap="square">
            <a:spAutoFit/>
          </a:bodyPr>
          <a:lstStyle/>
          <a:p>
            <a:pPr marR="0" lvl="0"/>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Land related data/information is spread across multiple systems/departments/courts</a:t>
            </a:r>
            <a:endParaRPr lang="en-US" sz="1100">
              <a:effectLst/>
              <a:latin typeface="Aptos" panose="020B0004020202020204" pitchFamily="34" charset="0"/>
              <a:ea typeface="PMingLiU" panose="02020500000000000000" pitchFamily="18" charset="-120"/>
              <a:cs typeface="PMingLiU" panose="02020500000000000000" pitchFamily="18" charset="-120"/>
            </a:endParaRPr>
          </a:p>
        </p:txBody>
      </p:sp>
      <p:sp>
        <p:nvSpPr>
          <p:cNvPr id="8" name="TextBox 7">
            <a:extLst>
              <a:ext uri="{FF2B5EF4-FFF2-40B4-BE49-F238E27FC236}">
                <a16:creationId xmlns:a16="http://schemas.microsoft.com/office/drawing/2014/main" id="{09B93E41-E614-4ACD-5B37-CE922D1EBCE4}"/>
              </a:ext>
            </a:extLst>
          </p:cNvPr>
          <p:cNvSpPr txBox="1"/>
          <p:nvPr/>
        </p:nvSpPr>
        <p:spPr>
          <a:xfrm>
            <a:off x="1560377" y="3364228"/>
            <a:ext cx="3415335" cy="523220"/>
          </a:xfrm>
          <a:prstGeom prst="rect">
            <a:avLst/>
          </a:prstGeom>
          <a:noFill/>
        </p:spPr>
        <p:txBody>
          <a:bodyPr wrap="square">
            <a:spAutoFit/>
          </a:bodyPr>
          <a:lstStyle/>
          <a:p>
            <a:pPr marR="0" lvl="0"/>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Land records contain discrepancies, legacy entries and non-standardized data structures </a:t>
            </a:r>
            <a:endParaRPr lang="en-US" sz="1100">
              <a:effectLst/>
              <a:latin typeface="Aptos" panose="020B0004020202020204" pitchFamily="34" charset="0"/>
              <a:ea typeface="PMingLiU" panose="02020500000000000000" pitchFamily="18" charset="-120"/>
              <a:cs typeface="PMingLiU" panose="02020500000000000000" pitchFamily="18" charset="-120"/>
            </a:endParaRPr>
          </a:p>
        </p:txBody>
      </p:sp>
      <p:sp>
        <p:nvSpPr>
          <p:cNvPr id="10" name="TextBox 9">
            <a:extLst>
              <a:ext uri="{FF2B5EF4-FFF2-40B4-BE49-F238E27FC236}">
                <a16:creationId xmlns:a16="http://schemas.microsoft.com/office/drawing/2014/main" id="{70B5D367-07D6-6A3C-7BB0-07A2F1CDACE4}"/>
              </a:ext>
            </a:extLst>
          </p:cNvPr>
          <p:cNvSpPr txBox="1"/>
          <p:nvPr/>
        </p:nvSpPr>
        <p:spPr>
          <a:xfrm>
            <a:off x="1589375" y="4238680"/>
            <a:ext cx="3415335" cy="523220"/>
          </a:xfrm>
          <a:prstGeom prst="rect">
            <a:avLst/>
          </a:prstGeom>
          <a:noFill/>
        </p:spPr>
        <p:txBody>
          <a:bodyPr wrap="square">
            <a:spAutoFit/>
          </a:bodyPr>
          <a:lstStyle/>
          <a:p>
            <a:r>
              <a:rPr lang="en-US" sz="1400">
                <a:solidFill>
                  <a:srgbClr val="0F4761"/>
                </a:solidFill>
                <a:effectLst/>
                <a:latin typeface="Times New Roman" panose="02020603050405020304" pitchFamily="18" charset="0"/>
                <a:ea typeface="PMingLiU" panose="02020500000000000000" pitchFamily="18" charset="-120"/>
              </a:rPr>
              <a:t>Litigation status/Stay order may not be visible downstream</a:t>
            </a:r>
            <a:endParaRPr lang="en-US"/>
          </a:p>
        </p:txBody>
      </p:sp>
      <p:pic>
        <p:nvPicPr>
          <p:cNvPr id="9" name="Picture 8">
            <a:extLst>
              <a:ext uri="{FF2B5EF4-FFF2-40B4-BE49-F238E27FC236}">
                <a16:creationId xmlns:a16="http://schemas.microsoft.com/office/drawing/2014/main" id="{0DB6C1B8-7CC9-167E-4E90-EC1BB427FCC1}"/>
              </a:ext>
            </a:extLst>
          </p:cNvPr>
          <p:cNvPicPr>
            <a:picLocks noChangeAspect="1"/>
          </p:cNvPicPr>
          <p:nvPr/>
        </p:nvPicPr>
        <p:blipFill>
          <a:blip r:embed="rId2"/>
          <a:stretch>
            <a:fillRect/>
          </a:stretch>
        </p:blipFill>
        <p:spPr>
          <a:xfrm>
            <a:off x="5457449" y="2159193"/>
            <a:ext cx="6113777" cy="1093354"/>
          </a:xfrm>
          <a:prstGeom prst="rect">
            <a:avLst/>
          </a:prstGeom>
        </p:spPr>
      </p:pic>
      <p:sp>
        <p:nvSpPr>
          <p:cNvPr id="12" name="TextBox 11">
            <a:extLst>
              <a:ext uri="{FF2B5EF4-FFF2-40B4-BE49-F238E27FC236}">
                <a16:creationId xmlns:a16="http://schemas.microsoft.com/office/drawing/2014/main" id="{7B31C73E-4FB6-E2FF-FD23-99DCF55B34E5}"/>
              </a:ext>
            </a:extLst>
          </p:cNvPr>
          <p:cNvSpPr txBox="1"/>
          <p:nvPr/>
        </p:nvSpPr>
        <p:spPr>
          <a:xfrm>
            <a:off x="5620006" y="1644014"/>
            <a:ext cx="5951220" cy="523220"/>
          </a:xfrm>
          <a:prstGeom prst="rect">
            <a:avLst/>
          </a:prstGeom>
          <a:noFill/>
        </p:spPr>
        <p:txBody>
          <a:bodyPr wrap="square">
            <a:spAutoFit/>
          </a:bodyPr>
          <a:lstStyle/>
          <a:p>
            <a:pPr marL="0" marR="0">
              <a:buNone/>
            </a:pPr>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Design &amp; Implement </a:t>
            </a:r>
            <a:r>
              <a:rPr lang="en-US" sz="1400" b="1">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Land Intelligence Solution</a:t>
            </a:r>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 – move from digitizing land data to decisions for Government’s socio-economic-fiscal planning &amp; execution.</a:t>
            </a:r>
          </a:p>
        </p:txBody>
      </p:sp>
      <p:sp>
        <p:nvSpPr>
          <p:cNvPr id="14" name="TextBox 13">
            <a:extLst>
              <a:ext uri="{FF2B5EF4-FFF2-40B4-BE49-F238E27FC236}">
                <a16:creationId xmlns:a16="http://schemas.microsoft.com/office/drawing/2014/main" id="{F86D40C8-95B1-2800-B22F-24E30650BBA7}"/>
              </a:ext>
            </a:extLst>
          </p:cNvPr>
          <p:cNvSpPr txBox="1"/>
          <p:nvPr/>
        </p:nvSpPr>
        <p:spPr>
          <a:xfrm>
            <a:off x="5576177" y="3723492"/>
            <a:ext cx="6097656" cy="523220"/>
          </a:xfrm>
          <a:prstGeom prst="rect">
            <a:avLst/>
          </a:prstGeom>
          <a:noFill/>
        </p:spPr>
        <p:txBody>
          <a:bodyPr wrap="square">
            <a:spAutoFit/>
          </a:bodyPr>
          <a:lstStyle/>
          <a:p>
            <a:pPr marR="0" lvl="0"/>
            <a:r>
              <a:rPr lang="en-US" sz="1400" b="1">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Land Asset Intelligence</a:t>
            </a:r>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 – Identify, protect and assess legitimate future use, flag for land utilization review, prioritize recovery for encroached land, etc.</a:t>
            </a:r>
            <a:endParaRPr lang="en-US" sz="1100">
              <a:solidFill>
                <a:srgbClr val="0F4761"/>
              </a:solidFill>
              <a:effectLst/>
              <a:latin typeface="Aptos" panose="020B0004020202020204" pitchFamily="34" charset="0"/>
              <a:ea typeface="PMingLiU" panose="02020500000000000000" pitchFamily="18" charset="-120"/>
              <a:cs typeface="PMingLiU" panose="02020500000000000000" pitchFamily="18" charset="-120"/>
            </a:endParaRPr>
          </a:p>
        </p:txBody>
      </p:sp>
      <p:sp>
        <p:nvSpPr>
          <p:cNvPr id="16" name="TextBox 15">
            <a:extLst>
              <a:ext uri="{FF2B5EF4-FFF2-40B4-BE49-F238E27FC236}">
                <a16:creationId xmlns:a16="http://schemas.microsoft.com/office/drawing/2014/main" id="{6F6F92D2-83F7-8913-3ECB-D5D2380C3DE1}"/>
              </a:ext>
            </a:extLst>
          </p:cNvPr>
          <p:cNvSpPr txBox="1"/>
          <p:nvPr/>
        </p:nvSpPr>
        <p:spPr>
          <a:xfrm>
            <a:off x="5607107" y="4499890"/>
            <a:ext cx="6097656" cy="523220"/>
          </a:xfrm>
          <a:prstGeom prst="rect">
            <a:avLst/>
          </a:prstGeom>
          <a:noFill/>
        </p:spPr>
        <p:txBody>
          <a:bodyPr wrap="square">
            <a:spAutoFit/>
          </a:bodyPr>
          <a:lstStyle/>
          <a:p>
            <a:pPr marR="0" lvl="0"/>
            <a:r>
              <a:rPr lang="en-US" sz="1400" b="1">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Land Revenue Intelligence</a:t>
            </a:r>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 – Demand, collection, arrears and recovery performance, transaction analytics &amp; valuation anomalies, fraud detection, etc.</a:t>
            </a:r>
            <a:endParaRPr lang="en-US" sz="1100">
              <a:solidFill>
                <a:srgbClr val="0F4761"/>
              </a:solidFill>
              <a:effectLst/>
              <a:latin typeface="Aptos" panose="020B0004020202020204" pitchFamily="34" charset="0"/>
              <a:ea typeface="PMingLiU" panose="02020500000000000000" pitchFamily="18" charset="-120"/>
              <a:cs typeface="PMingLiU" panose="02020500000000000000" pitchFamily="18" charset="-120"/>
            </a:endParaRPr>
          </a:p>
        </p:txBody>
      </p:sp>
      <p:sp>
        <p:nvSpPr>
          <p:cNvPr id="18" name="TextBox 17">
            <a:extLst>
              <a:ext uri="{FF2B5EF4-FFF2-40B4-BE49-F238E27FC236}">
                <a16:creationId xmlns:a16="http://schemas.microsoft.com/office/drawing/2014/main" id="{133E3AFD-5914-6CD1-BAAE-544CB3937599}"/>
              </a:ext>
            </a:extLst>
          </p:cNvPr>
          <p:cNvSpPr txBox="1"/>
          <p:nvPr/>
        </p:nvSpPr>
        <p:spPr>
          <a:xfrm>
            <a:off x="5634411" y="5413830"/>
            <a:ext cx="6097656" cy="523220"/>
          </a:xfrm>
          <a:prstGeom prst="rect">
            <a:avLst/>
          </a:prstGeom>
          <a:noFill/>
        </p:spPr>
        <p:txBody>
          <a:bodyPr wrap="square">
            <a:spAutoFit/>
          </a:bodyPr>
          <a:lstStyle/>
          <a:p>
            <a:pPr marR="0" lvl="0"/>
            <a:r>
              <a:rPr lang="en-US" sz="1400" b="1">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Land Litigation Intelligence</a:t>
            </a:r>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 - Identify parcels/issues with recurring litigation, case ageing + value involved + parcel-risk dashboards, etc.</a:t>
            </a:r>
            <a:endParaRPr lang="en-US" sz="1100">
              <a:solidFill>
                <a:srgbClr val="0F4761"/>
              </a:solidFill>
              <a:effectLst/>
              <a:latin typeface="Aptos" panose="020B0004020202020204" pitchFamily="34" charset="0"/>
              <a:ea typeface="PMingLiU" panose="02020500000000000000" pitchFamily="18" charset="-120"/>
              <a:cs typeface="PMingLiU" panose="02020500000000000000" pitchFamily="18" charset="-120"/>
            </a:endParaRPr>
          </a:p>
        </p:txBody>
      </p:sp>
      <p:sp>
        <p:nvSpPr>
          <p:cNvPr id="20" name="TextBox 19">
            <a:extLst>
              <a:ext uri="{FF2B5EF4-FFF2-40B4-BE49-F238E27FC236}">
                <a16:creationId xmlns:a16="http://schemas.microsoft.com/office/drawing/2014/main" id="{EB7D16E6-1597-9716-71DD-5446981FE3A4}"/>
              </a:ext>
            </a:extLst>
          </p:cNvPr>
          <p:cNvSpPr txBox="1"/>
          <p:nvPr/>
        </p:nvSpPr>
        <p:spPr>
          <a:xfrm>
            <a:off x="5465509" y="3332285"/>
            <a:ext cx="6097656" cy="307777"/>
          </a:xfrm>
          <a:prstGeom prst="rect">
            <a:avLst/>
          </a:prstGeom>
          <a:noFill/>
        </p:spPr>
        <p:txBody>
          <a:bodyPr wrap="square">
            <a:spAutoFit/>
          </a:bodyPr>
          <a:lstStyle/>
          <a:p>
            <a:pPr marL="0" marR="0">
              <a:buNone/>
            </a:pPr>
            <a:r>
              <a:rPr lang="en-US" sz="1400">
                <a:solidFill>
                  <a:srgbClr val="0F4761"/>
                </a:solidFill>
                <a:effectLst/>
                <a:latin typeface="Times New Roman" panose="02020603050405020304" pitchFamily="18" charset="0"/>
                <a:ea typeface="PMingLiU" panose="02020500000000000000" pitchFamily="18" charset="-120"/>
                <a:cs typeface="PMingLiU" panose="02020500000000000000" pitchFamily="18" charset="-120"/>
              </a:rPr>
              <a:t>Key aspects would include:</a:t>
            </a:r>
            <a:endParaRPr lang="en-US" sz="1100">
              <a:effectLst/>
              <a:latin typeface="Aptos" panose="020B0004020202020204" pitchFamily="34" charset="0"/>
              <a:ea typeface="PMingLiU" panose="02020500000000000000" pitchFamily="18" charset="-120"/>
              <a:cs typeface="PMingLiU" panose="02020500000000000000" pitchFamily="18" charset="-120"/>
            </a:endParaRPr>
          </a:p>
        </p:txBody>
      </p:sp>
    </p:spTree>
    <p:extLst>
      <p:ext uri="{BB962C8B-B14F-4D97-AF65-F5344CB8AC3E}">
        <p14:creationId xmlns:p14="http://schemas.microsoft.com/office/powerpoint/2010/main" val="103266704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FDE29-3F65-2C40-76F2-19F72BAEDCDC}"/>
              </a:ext>
            </a:extLst>
          </p:cNvPr>
          <p:cNvSpPr>
            <a:spLocks noGrp="1"/>
          </p:cNvSpPr>
          <p:nvPr>
            <p:ph type="title"/>
          </p:nvPr>
        </p:nvSpPr>
        <p:spPr/>
        <p:txBody>
          <a:bodyPr/>
          <a:lstStyle/>
          <a:p>
            <a:r>
              <a:rPr lang="en-US"/>
              <a:t>Our Value Proposition</a:t>
            </a:r>
            <a:endParaRPr lang="en-IN"/>
          </a:p>
        </p:txBody>
      </p:sp>
      <p:sp>
        <p:nvSpPr>
          <p:cNvPr id="3" name="Text Placeholder 2">
            <a:extLst>
              <a:ext uri="{FF2B5EF4-FFF2-40B4-BE49-F238E27FC236}">
                <a16:creationId xmlns:a16="http://schemas.microsoft.com/office/drawing/2014/main" id="{E728895F-C451-4CAC-F0D5-0A7B51865CEB}"/>
              </a:ext>
            </a:extLst>
          </p:cNvPr>
          <p:cNvSpPr>
            <a:spLocks noGrp="1"/>
          </p:cNvSpPr>
          <p:nvPr>
            <p:ph type="body" sz="quarter" idx="13"/>
          </p:nvPr>
        </p:nvSpPr>
        <p:spPr/>
        <p:txBody>
          <a:bodyPr/>
          <a:lstStyle/>
          <a:p>
            <a:r>
              <a:rPr lang="en-US"/>
              <a:t>Our differentiated capabilities position us to support the Department to achieve the intended outcomes through this assignment</a:t>
            </a:r>
          </a:p>
        </p:txBody>
      </p:sp>
      <p:sp>
        <p:nvSpPr>
          <p:cNvPr id="5" name="Slide Number Placeholder 4">
            <a:extLst>
              <a:ext uri="{FF2B5EF4-FFF2-40B4-BE49-F238E27FC236}">
                <a16:creationId xmlns:a16="http://schemas.microsoft.com/office/drawing/2014/main" id="{67BAE329-2A9A-BD5F-88C7-5CE9A213C85C}"/>
              </a:ext>
            </a:extLst>
          </p:cNvPr>
          <p:cNvSpPr>
            <a:spLocks noGrp="1"/>
          </p:cNvSpPr>
          <p:nvPr>
            <p:ph type="sldNum" sz="quarter" idx="4"/>
          </p:nvPr>
        </p:nvSpPr>
        <p:spPr/>
        <p:txBody>
          <a:bodyPr/>
          <a:lstStyle/>
          <a:p>
            <a:fld id="{39E7427F-21AC-4FC2-AC74-F5AF5A475796}" type="slidenum">
              <a:rPr lang="en-IN" smtClean="0"/>
              <a:pPr/>
              <a:t>11</a:t>
            </a:fld>
            <a:endParaRPr lang="en-IN"/>
          </a:p>
        </p:txBody>
      </p:sp>
      <p:grpSp>
        <p:nvGrpSpPr>
          <p:cNvPr id="155" name="Group 154">
            <a:extLst>
              <a:ext uri="{FF2B5EF4-FFF2-40B4-BE49-F238E27FC236}">
                <a16:creationId xmlns:a16="http://schemas.microsoft.com/office/drawing/2014/main" id="{43573C7A-1414-6E31-ED23-61CC4127513E}"/>
              </a:ext>
            </a:extLst>
          </p:cNvPr>
          <p:cNvGrpSpPr/>
          <p:nvPr/>
        </p:nvGrpSpPr>
        <p:grpSpPr>
          <a:xfrm>
            <a:off x="10097451" y="4987853"/>
            <a:ext cx="1147829" cy="1038863"/>
            <a:chOff x="8269486" y="3495903"/>
            <a:chExt cx="1670860" cy="2692299"/>
          </a:xfrm>
        </p:grpSpPr>
        <p:pic>
          <p:nvPicPr>
            <p:cNvPr id="156" name="Picture 155">
              <a:extLst>
                <a:ext uri="{FF2B5EF4-FFF2-40B4-BE49-F238E27FC236}">
                  <a16:creationId xmlns:a16="http://schemas.microsoft.com/office/drawing/2014/main" id="{CB9CAE11-9E3D-526F-5534-82B0B3D9ECBC}"/>
                </a:ext>
              </a:extLst>
            </p:cNvPr>
            <p:cNvPicPr>
              <a:picLocks noChangeAspect="1"/>
            </p:cNvPicPr>
            <p:nvPr/>
          </p:nvPicPr>
          <p:blipFill>
            <a:blip r:embed="rId2"/>
            <a:stretch>
              <a:fillRect/>
            </a:stretch>
          </p:blipFill>
          <p:spPr>
            <a:xfrm>
              <a:off x="8270835" y="3495903"/>
              <a:ext cx="1662863" cy="1016981"/>
            </a:xfrm>
            <a:prstGeom prst="rect">
              <a:avLst/>
            </a:prstGeom>
            <a:ln>
              <a:solidFill>
                <a:srgbClr val="089CA3"/>
              </a:solidFill>
            </a:ln>
            <a:effectLst>
              <a:outerShdw blurRad="50800" dist="38100" algn="l" rotWithShape="0">
                <a:prstClr val="black">
                  <a:alpha val="40000"/>
                </a:prstClr>
              </a:outerShdw>
            </a:effectLst>
          </p:spPr>
        </p:pic>
        <p:pic>
          <p:nvPicPr>
            <p:cNvPr id="157" name="Picture 156">
              <a:extLst>
                <a:ext uri="{FF2B5EF4-FFF2-40B4-BE49-F238E27FC236}">
                  <a16:creationId xmlns:a16="http://schemas.microsoft.com/office/drawing/2014/main" id="{B09E44E2-8FE0-84A1-9233-E0825D362317}"/>
                </a:ext>
              </a:extLst>
            </p:cNvPr>
            <p:cNvPicPr>
              <a:picLocks noChangeAspect="1"/>
            </p:cNvPicPr>
            <p:nvPr/>
          </p:nvPicPr>
          <p:blipFill>
            <a:blip r:embed="rId3"/>
            <a:stretch>
              <a:fillRect/>
            </a:stretch>
          </p:blipFill>
          <p:spPr>
            <a:xfrm>
              <a:off x="8269486" y="4428374"/>
              <a:ext cx="1670860" cy="770159"/>
            </a:xfrm>
            <a:prstGeom prst="rect">
              <a:avLst/>
            </a:prstGeom>
            <a:ln>
              <a:solidFill>
                <a:srgbClr val="089CA3"/>
              </a:solidFill>
            </a:ln>
            <a:effectLst>
              <a:outerShdw blurRad="50800" dist="38100" algn="l" rotWithShape="0">
                <a:prstClr val="black">
                  <a:alpha val="40000"/>
                </a:prstClr>
              </a:outerShdw>
            </a:effectLst>
          </p:spPr>
        </p:pic>
        <p:pic>
          <p:nvPicPr>
            <p:cNvPr id="158" name="Picture 157">
              <a:extLst>
                <a:ext uri="{FF2B5EF4-FFF2-40B4-BE49-F238E27FC236}">
                  <a16:creationId xmlns:a16="http://schemas.microsoft.com/office/drawing/2014/main" id="{8A3E4E65-5CCB-16F3-6F1B-43AFAE1C0A37}"/>
                </a:ext>
              </a:extLst>
            </p:cNvPr>
            <p:cNvPicPr>
              <a:picLocks noChangeAspect="1"/>
            </p:cNvPicPr>
            <p:nvPr/>
          </p:nvPicPr>
          <p:blipFill>
            <a:blip r:embed="rId4"/>
            <a:stretch>
              <a:fillRect/>
            </a:stretch>
          </p:blipFill>
          <p:spPr>
            <a:xfrm>
              <a:off x="8269486" y="5162663"/>
              <a:ext cx="1670860" cy="1025539"/>
            </a:xfrm>
            <a:prstGeom prst="rect">
              <a:avLst/>
            </a:prstGeom>
            <a:ln>
              <a:solidFill>
                <a:srgbClr val="089CA3"/>
              </a:solidFill>
            </a:ln>
            <a:effectLst>
              <a:outerShdw blurRad="50800" dist="38100" algn="l" rotWithShape="0">
                <a:prstClr val="black">
                  <a:alpha val="40000"/>
                </a:prstClr>
              </a:outerShdw>
            </a:effectLst>
          </p:spPr>
        </p:pic>
        <p:pic>
          <p:nvPicPr>
            <p:cNvPr id="159" name="Picture 158">
              <a:extLst>
                <a:ext uri="{FF2B5EF4-FFF2-40B4-BE49-F238E27FC236}">
                  <a16:creationId xmlns:a16="http://schemas.microsoft.com/office/drawing/2014/main" id="{C3BE6637-2BF5-E3FE-05C1-5CCDD700A8CF}"/>
                </a:ext>
              </a:extLst>
            </p:cNvPr>
            <p:cNvPicPr>
              <a:picLocks noChangeAspect="1"/>
            </p:cNvPicPr>
            <p:nvPr/>
          </p:nvPicPr>
          <p:blipFill>
            <a:blip r:embed="rId5"/>
            <a:srcRect l="30491" t="4489" r="30035"/>
            <a:stretch/>
          </p:blipFill>
          <p:spPr>
            <a:xfrm>
              <a:off x="9361151" y="3898608"/>
              <a:ext cx="572547" cy="522152"/>
            </a:xfrm>
            <a:prstGeom prst="rect">
              <a:avLst/>
            </a:prstGeom>
            <a:ln>
              <a:solidFill>
                <a:srgbClr val="089CA3"/>
              </a:solidFill>
            </a:ln>
            <a:effectLst>
              <a:outerShdw blurRad="50800" dist="38100" algn="l" rotWithShape="0">
                <a:prstClr val="black">
                  <a:alpha val="40000"/>
                </a:prstClr>
              </a:outerShdw>
            </a:effectLst>
          </p:spPr>
        </p:pic>
        <p:pic>
          <p:nvPicPr>
            <p:cNvPr id="160" name="Picture 159">
              <a:extLst>
                <a:ext uri="{FF2B5EF4-FFF2-40B4-BE49-F238E27FC236}">
                  <a16:creationId xmlns:a16="http://schemas.microsoft.com/office/drawing/2014/main" id="{78E64B73-8605-16CF-34D4-FE86CB42D08D}"/>
                </a:ext>
              </a:extLst>
            </p:cNvPr>
            <p:cNvPicPr>
              <a:picLocks noChangeAspect="1"/>
            </p:cNvPicPr>
            <p:nvPr/>
          </p:nvPicPr>
          <p:blipFill>
            <a:blip r:embed="rId6"/>
            <a:stretch>
              <a:fillRect/>
            </a:stretch>
          </p:blipFill>
          <p:spPr>
            <a:xfrm>
              <a:off x="8270835" y="3735258"/>
              <a:ext cx="700526" cy="689249"/>
            </a:xfrm>
            <a:prstGeom prst="rect">
              <a:avLst/>
            </a:prstGeom>
            <a:ln>
              <a:solidFill>
                <a:srgbClr val="089CA3"/>
              </a:solidFill>
            </a:ln>
            <a:effectLst>
              <a:outerShdw blurRad="50800" dist="38100" algn="l" rotWithShape="0">
                <a:prstClr val="black">
                  <a:alpha val="40000"/>
                </a:prstClr>
              </a:outerShdw>
            </a:effectLst>
          </p:spPr>
        </p:pic>
      </p:grpSp>
      <p:pic>
        <p:nvPicPr>
          <p:cNvPr id="161" name="Picture 160">
            <a:extLst>
              <a:ext uri="{FF2B5EF4-FFF2-40B4-BE49-F238E27FC236}">
                <a16:creationId xmlns:a16="http://schemas.microsoft.com/office/drawing/2014/main" id="{0D72BA3B-C9D4-57BE-0EF5-2E86D298DB80}"/>
              </a:ext>
            </a:extLst>
          </p:cNvPr>
          <p:cNvPicPr>
            <a:picLocks noChangeAspect="1"/>
          </p:cNvPicPr>
          <p:nvPr/>
        </p:nvPicPr>
        <p:blipFill>
          <a:blip r:embed="rId7"/>
          <a:stretch>
            <a:fillRect/>
          </a:stretch>
        </p:blipFill>
        <p:spPr>
          <a:xfrm>
            <a:off x="10013113" y="4328476"/>
            <a:ext cx="1316504" cy="549727"/>
          </a:xfrm>
          <a:prstGeom prst="rect">
            <a:avLst/>
          </a:prstGeom>
        </p:spPr>
      </p:pic>
      <p:sp>
        <p:nvSpPr>
          <p:cNvPr id="162" name="TextBox 161">
            <a:extLst>
              <a:ext uri="{FF2B5EF4-FFF2-40B4-BE49-F238E27FC236}">
                <a16:creationId xmlns:a16="http://schemas.microsoft.com/office/drawing/2014/main" id="{402C036F-7201-8486-DFBA-292F9F7FF6AB}"/>
              </a:ext>
            </a:extLst>
          </p:cNvPr>
          <p:cNvSpPr txBox="1"/>
          <p:nvPr/>
        </p:nvSpPr>
        <p:spPr>
          <a:xfrm>
            <a:off x="2789857" y="3163925"/>
            <a:ext cx="2029234" cy="1077218"/>
          </a:xfrm>
          <a:prstGeom prst="rect">
            <a:avLst/>
          </a:prstGeom>
          <a:noFill/>
        </p:spPr>
        <p:txBody>
          <a:bodyPr wrap="square" lIns="0" tIns="0" rIns="0" bIns="0" rtlCol="0">
            <a:spAutoFit/>
          </a:bodyPr>
          <a:lstStyle/>
          <a:p>
            <a:pPr>
              <a:spcBef>
                <a:spcPts val="600"/>
              </a:spcBef>
              <a:buSzPct val="100000"/>
              <a:defRPr/>
            </a:pPr>
            <a:r>
              <a:rPr lang="en-US" sz="1000">
                <a:solidFill>
                  <a:prstClr val="black"/>
                </a:solidFill>
                <a:latin typeface="Aptos" panose="020B0004020202020204" pitchFamily="34" charset="0"/>
              </a:rPr>
              <a:t>Dedicated team comprising </a:t>
            </a:r>
            <a:r>
              <a:rPr lang="en-US" sz="1000" b="1">
                <a:solidFill>
                  <a:srgbClr val="046A38"/>
                </a:solidFill>
                <a:latin typeface="Aptos" panose="020B0004020202020204" pitchFamily="34" charset="0"/>
              </a:rPr>
              <a:t>land administration,</a:t>
            </a:r>
            <a:r>
              <a:rPr lang="en-US" sz="1000">
                <a:solidFill>
                  <a:prstClr val="black"/>
                </a:solidFill>
                <a:latin typeface="Aptos" panose="020B0004020202020204" pitchFamily="34" charset="0"/>
              </a:rPr>
              <a:t> GIS, </a:t>
            </a:r>
            <a:r>
              <a:rPr lang="en-US" sz="1000" b="1">
                <a:solidFill>
                  <a:srgbClr val="046A38"/>
                </a:solidFill>
                <a:latin typeface="Aptos" panose="020B0004020202020204" pitchFamily="34" charset="0"/>
              </a:rPr>
              <a:t>technology</a:t>
            </a:r>
            <a:r>
              <a:rPr lang="en-US" sz="1000">
                <a:solidFill>
                  <a:prstClr val="black"/>
                </a:solidFill>
                <a:latin typeface="Aptos" panose="020B0004020202020204" pitchFamily="34" charset="0"/>
              </a:rPr>
              <a:t>, data management, </a:t>
            </a:r>
            <a:r>
              <a:rPr lang="en-US" sz="1000" b="1">
                <a:solidFill>
                  <a:srgbClr val="046A38"/>
                </a:solidFill>
                <a:latin typeface="Aptos" panose="020B0004020202020204" pitchFamily="34" charset="0"/>
              </a:rPr>
              <a:t>legal</a:t>
            </a:r>
            <a:r>
              <a:rPr lang="en-US" sz="1000">
                <a:solidFill>
                  <a:prstClr val="black"/>
                </a:solidFill>
                <a:latin typeface="Aptos" panose="020B0004020202020204" pitchFamily="34" charset="0"/>
              </a:rPr>
              <a:t>, and change management experts to support implementation across </a:t>
            </a:r>
            <a:r>
              <a:rPr lang="en-US" sz="1000" b="1">
                <a:solidFill>
                  <a:srgbClr val="046A38"/>
                </a:solidFill>
                <a:latin typeface="Aptos" panose="020B0004020202020204" pitchFamily="34" charset="0"/>
              </a:rPr>
              <a:t>policy, process, and technology </a:t>
            </a:r>
            <a:r>
              <a:rPr lang="en-US" sz="1000">
                <a:solidFill>
                  <a:prstClr val="black"/>
                </a:solidFill>
                <a:latin typeface="Aptos" panose="020B0004020202020204" pitchFamily="34" charset="0"/>
              </a:rPr>
              <a:t>dimensions</a:t>
            </a:r>
          </a:p>
        </p:txBody>
      </p:sp>
      <p:sp>
        <p:nvSpPr>
          <p:cNvPr id="163" name="TextBox 162">
            <a:extLst>
              <a:ext uri="{FF2B5EF4-FFF2-40B4-BE49-F238E27FC236}">
                <a16:creationId xmlns:a16="http://schemas.microsoft.com/office/drawing/2014/main" id="{1AF8B5F4-CD04-D4C3-A72C-5A0D82B2217D}"/>
              </a:ext>
            </a:extLst>
          </p:cNvPr>
          <p:cNvSpPr txBox="1"/>
          <p:nvPr/>
        </p:nvSpPr>
        <p:spPr>
          <a:xfrm>
            <a:off x="7367972" y="3163925"/>
            <a:ext cx="2029234" cy="1538883"/>
          </a:xfrm>
          <a:prstGeom prst="rect">
            <a:avLst/>
          </a:prstGeom>
          <a:noFill/>
        </p:spPr>
        <p:txBody>
          <a:bodyPr wrap="square" lIns="0" tIns="0" rIns="0" bIns="0" rtlCol="0">
            <a:spAutoFit/>
          </a:bodyPr>
          <a:lstStyle/>
          <a:p>
            <a:pPr>
              <a:defRPr/>
            </a:pPr>
            <a:r>
              <a:rPr lang="en-US" sz="1000">
                <a:solidFill>
                  <a:prstClr val="black"/>
                </a:solidFill>
                <a:latin typeface="Aptos (Body)"/>
              </a:rPr>
              <a:t>Readily available </a:t>
            </a:r>
            <a:r>
              <a:rPr lang="en-US" sz="1000" b="1">
                <a:solidFill>
                  <a:prstClr val="black"/>
                </a:solidFill>
                <a:latin typeface="Aptos (Body)"/>
              </a:rPr>
              <a:t>templates, formats and analytical frameworks for </a:t>
            </a:r>
            <a:r>
              <a:rPr lang="en-US" sz="1000" b="1">
                <a:solidFill>
                  <a:srgbClr val="046A38"/>
                </a:solidFill>
                <a:latin typeface="Aptos" panose="020B0004020202020204" pitchFamily="34" charset="0"/>
              </a:rPr>
              <a:t>revenue target setting and monitoring, performance monitoring for central schemes, system studies </a:t>
            </a:r>
            <a:r>
              <a:rPr lang="en-US" sz="1000">
                <a:solidFill>
                  <a:prstClr val="black"/>
                </a:solidFill>
                <a:latin typeface="Aptos (Body)"/>
              </a:rPr>
              <a:t>etc. drawing on our experience in Assam, Chhattisgarh and other states for similar assignments which can be easily replicated for Rajasthan</a:t>
            </a:r>
          </a:p>
        </p:txBody>
      </p:sp>
      <p:sp>
        <p:nvSpPr>
          <p:cNvPr id="164" name="TextBox 163">
            <a:extLst>
              <a:ext uri="{FF2B5EF4-FFF2-40B4-BE49-F238E27FC236}">
                <a16:creationId xmlns:a16="http://schemas.microsoft.com/office/drawing/2014/main" id="{E4ECAF59-82AD-1ABF-D19B-BEC22910B3A4}"/>
              </a:ext>
            </a:extLst>
          </p:cNvPr>
          <p:cNvSpPr txBox="1"/>
          <p:nvPr/>
        </p:nvSpPr>
        <p:spPr>
          <a:xfrm>
            <a:off x="403281" y="3163925"/>
            <a:ext cx="2183147" cy="1846659"/>
          </a:xfrm>
          <a:prstGeom prst="rect">
            <a:avLst/>
          </a:prstGeom>
          <a:noFill/>
        </p:spPr>
        <p:txBody>
          <a:bodyPr wrap="square" lIns="0" tIns="0" rIns="0" bIns="0" rtlCol="0">
            <a:spAutoFit/>
          </a:bodyPr>
          <a:lstStyle/>
          <a:p>
            <a:pPr>
              <a:spcBef>
                <a:spcPts val="600"/>
              </a:spcBef>
              <a:buSzPct val="100000"/>
              <a:defRPr/>
            </a:pPr>
            <a:r>
              <a:rPr lang="en-US" sz="1000">
                <a:solidFill>
                  <a:prstClr val="black"/>
                </a:solidFill>
                <a:latin typeface="Aptos" panose="020B0004020202020204" pitchFamily="34" charset="0"/>
              </a:rPr>
              <a:t>Experience supporting multiple states in </a:t>
            </a:r>
            <a:r>
              <a:rPr lang="en-US" sz="1000" b="1">
                <a:solidFill>
                  <a:srgbClr val="046A38"/>
                </a:solidFill>
                <a:latin typeface="Aptos" panose="020B0004020202020204" pitchFamily="34" charset="0"/>
              </a:rPr>
              <a:t>national- &amp; state-level PMUs</a:t>
            </a:r>
            <a:r>
              <a:rPr lang="en-US" sz="1000">
                <a:solidFill>
                  <a:prstClr val="black"/>
                </a:solidFill>
                <a:latin typeface="Aptos" panose="020B0004020202020204" pitchFamily="34" charset="0"/>
              </a:rPr>
              <a:t>, revenue augmentation </a:t>
            </a:r>
            <a:r>
              <a:rPr lang="en-US" sz="1000" err="1">
                <a:solidFill>
                  <a:prstClr val="black"/>
                </a:solidFill>
                <a:latin typeface="Aptos" panose="020B0004020202020204" pitchFamily="34" charset="0"/>
              </a:rPr>
              <a:t>programmes</a:t>
            </a:r>
            <a:r>
              <a:rPr lang="en-US" sz="1000">
                <a:solidFill>
                  <a:prstClr val="black"/>
                </a:solidFill>
                <a:latin typeface="Aptos" panose="020B0004020202020204" pitchFamily="34" charset="0"/>
              </a:rPr>
              <a:t> and land governance reforms, including preparation of </a:t>
            </a:r>
            <a:r>
              <a:rPr lang="en-US" sz="1000" b="1">
                <a:solidFill>
                  <a:srgbClr val="046A38"/>
                </a:solidFill>
                <a:latin typeface="Aptos" panose="020B0004020202020204" pitchFamily="34" charset="0"/>
              </a:rPr>
              <a:t>revenue enhancement action plans </a:t>
            </a:r>
            <a:r>
              <a:rPr lang="en-US" sz="1000">
                <a:solidFill>
                  <a:prstClr val="black"/>
                </a:solidFill>
                <a:latin typeface="Aptos" panose="020B0004020202020204" pitchFamily="34" charset="0"/>
              </a:rPr>
              <a:t>for Revenue Department, </a:t>
            </a:r>
            <a:r>
              <a:rPr lang="en-US" sz="1000" b="1">
                <a:solidFill>
                  <a:srgbClr val="046A38"/>
                </a:solidFill>
                <a:latin typeface="Aptos" panose="020B0004020202020204" pitchFamily="34" charset="0"/>
              </a:rPr>
              <a:t>tax analytics </a:t>
            </a:r>
            <a:r>
              <a:rPr lang="en-US" sz="1000">
                <a:solidFill>
                  <a:prstClr val="black"/>
                </a:solidFill>
                <a:latin typeface="Aptos" panose="020B0004020202020204" pitchFamily="34" charset="0"/>
              </a:rPr>
              <a:t>for commercial tax, </a:t>
            </a:r>
            <a:r>
              <a:rPr lang="en-US" sz="1000" b="1">
                <a:solidFill>
                  <a:srgbClr val="046A38"/>
                </a:solidFill>
                <a:latin typeface="Aptos" panose="020B0004020202020204" pitchFamily="34" charset="0"/>
              </a:rPr>
              <a:t>system studies in land </a:t>
            </a:r>
            <a:r>
              <a:rPr lang="en-US" sz="1000">
                <a:solidFill>
                  <a:prstClr val="black"/>
                </a:solidFill>
                <a:latin typeface="Aptos" panose="020B0004020202020204" pitchFamily="34" charset="0"/>
              </a:rPr>
              <a:t>and other citizen service delivery departments, </a:t>
            </a:r>
            <a:r>
              <a:rPr lang="en-US" sz="1000" b="1">
                <a:solidFill>
                  <a:srgbClr val="046A38"/>
                </a:solidFill>
                <a:latin typeface="Aptos" panose="020B0004020202020204" pitchFamily="34" charset="0"/>
              </a:rPr>
              <a:t>land related initiatives </a:t>
            </a:r>
            <a:r>
              <a:rPr lang="en-US" sz="1000">
                <a:solidFill>
                  <a:prstClr val="black"/>
                </a:solidFill>
                <a:latin typeface="Aptos" panose="020B0004020202020204" pitchFamily="34" charset="0"/>
              </a:rPr>
              <a:t>in urban governance, registration, regional economic planning etc.</a:t>
            </a:r>
          </a:p>
        </p:txBody>
      </p:sp>
      <p:sp>
        <p:nvSpPr>
          <p:cNvPr id="165" name="TextBox 164">
            <a:extLst>
              <a:ext uri="{FF2B5EF4-FFF2-40B4-BE49-F238E27FC236}">
                <a16:creationId xmlns:a16="http://schemas.microsoft.com/office/drawing/2014/main" id="{632D173F-DF2A-7BD1-1004-021B5293F71F}"/>
              </a:ext>
            </a:extLst>
          </p:cNvPr>
          <p:cNvSpPr txBox="1"/>
          <p:nvPr/>
        </p:nvSpPr>
        <p:spPr>
          <a:xfrm>
            <a:off x="5079198" y="3163925"/>
            <a:ext cx="2029234" cy="1692771"/>
          </a:xfrm>
          <a:prstGeom prst="rect">
            <a:avLst/>
          </a:prstGeom>
          <a:noFill/>
        </p:spPr>
        <p:txBody>
          <a:bodyPr wrap="square" lIns="0" tIns="0" rIns="0" bIns="0" rtlCol="0">
            <a:spAutoFit/>
          </a:bodyPr>
          <a:lstStyle/>
          <a:p>
            <a:pPr>
              <a:spcBef>
                <a:spcPts val="600"/>
              </a:spcBef>
              <a:buSzPct val="100000"/>
              <a:defRPr/>
            </a:pPr>
            <a:r>
              <a:rPr lang="en-US" sz="1000">
                <a:solidFill>
                  <a:prstClr val="black"/>
                </a:solidFill>
                <a:latin typeface="Aptos" panose="020B0004020202020204" pitchFamily="34" charset="0"/>
              </a:rPr>
              <a:t>Long and multi-year experience in multiple departments of Government of Rajasthan including </a:t>
            </a:r>
            <a:r>
              <a:rPr lang="en-US" sz="1000" b="1">
                <a:solidFill>
                  <a:srgbClr val="046A38"/>
                </a:solidFill>
                <a:latin typeface="Aptos" panose="020B0004020202020204" pitchFamily="34" charset="0"/>
              </a:rPr>
              <a:t>finance, CMO, commercial tax, mining, </a:t>
            </a:r>
            <a:r>
              <a:rPr lang="en-US" sz="1000">
                <a:solidFill>
                  <a:prstClr val="black"/>
                </a:solidFill>
                <a:latin typeface="Aptos" panose="020B0004020202020204" pitchFamily="34" charset="0"/>
              </a:rPr>
              <a:t>education, health, </a:t>
            </a:r>
            <a:r>
              <a:rPr lang="en-US" sz="1000" err="1">
                <a:solidFill>
                  <a:prstClr val="black"/>
                </a:solidFill>
                <a:latin typeface="Aptos" panose="020B0004020202020204" pitchFamily="34" charset="0"/>
              </a:rPr>
              <a:t>DoIT&amp;C</a:t>
            </a:r>
            <a:r>
              <a:rPr lang="en-US" sz="1000">
                <a:solidFill>
                  <a:prstClr val="black"/>
                </a:solidFill>
                <a:latin typeface="Aptos" panose="020B0004020202020204" pitchFamily="34" charset="0"/>
              </a:rPr>
              <a:t> etc. in areas of </a:t>
            </a:r>
            <a:r>
              <a:rPr lang="en-US" sz="1000" b="1" err="1">
                <a:solidFill>
                  <a:srgbClr val="046A38"/>
                </a:solidFill>
                <a:latin typeface="Aptos" panose="020B0004020202020204" pitchFamily="34" charset="0"/>
              </a:rPr>
              <a:t>programme</a:t>
            </a:r>
            <a:r>
              <a:rPr lang="en-US" sz="1000" b="1">
                <a:solidFill>
                  <a:srgbClr val="046A38"/>
                </a:solidFill>
                <a:latin typeface="Aptos" panose="020B0004020202020204" pitchFamily="34" charset="0"/>
              </a:rPr>
              <a:t> management, monitoring, tax analytics,</a:t>
            </a:r>
            <a:r>
              <a:rPr lang="en-US" sz="1000">
                <a:solidFill>
                  <a:prstClr val="black"/>
                </a:solidFill>
                <a:latin typeface="Aptos" panose="020B0004020202020204" pitchFamily="34" charset="0"/>
              </a:rPr>
              <a:t> training, public procurement, budgeting, decentralized participatory planning, </a:t>
            </a:r>
            <a:r>
              <a:rPr lang="en-US" sz="1000" b="1">
                <a:solidFill>
                  <a:srgbClr val="046A38"/>
                </a:solidFill>
                <a:latin typeface="Aptos" panose="020B0004020202020204" pitchFamily="34" charset="0"/>
              </a:rPr>
              <a:t>revenue enhancement </a:t>
            </a:r>
            <a:r>
              <a:rPr lang="en-US" sz="1000">
                <a:solidFill>
                  <a:prstClr val="black"/>
                </a:solidFill>
                <a:latin typeface="Aptos" panose="020B0004020202020204" pitchFamily="34" charset="0"/>
              </a:rPr>
              <a:t>etc.</a:t>
            </a:r>
            <a:endParaRPr lang="en-IN" sz="1000" b="1" kern="0">
              <a:solidFill>
                <a:srgbClr val="046A38"/>
              </a:solidFill>
              <a:latin typeface="Aptos" panose="020B0004020202020204" pitchFamily="34" charset="0"/>
            </a:endParaRPr>
          </a:p>
        </p:txBody>
      </p:sp>
      <p:sp>
        <p:nvSpPr>
          <p:cNvPr id="166" name="TextBox 165">
            <a:extLst>
              <a:ext uri="{FF2B5EF4-FFF2-40B4-BE49-F238E27FC236}">
                <a16:creationId xmlns:a16="http://schemas.microsoft.com/office/drawing/2014/main" id="{16CFE06F-D027-0EF4-970F-3EC8AF48DD3D}"/>
              </a:ext>
            </a:extLst>
          </p:cNvPr>
          <p:cNvSpPr txBox="1"/>
          <p:nvPr/>
        </p:nvSpPr>
        <p:spPr>
          <a:xfrm>
            <a:off x="9654928" y="3163925"/>
            <a:ext cx="2029234" cy="1077218"/>
          </a:xfrm>
          <a:prstGeom prst="rect">
            <a:avLst/>
          </a:prstGeom>
          <a:noFill/>
        </p:spPr>
        <p:txBody>
          <a:bodyPr wrap="square" lIns="0" tIns="0" rIns="0" bIns="0" rtlCol="0">
            <a:spAutoFit/>
          </a:bodyPr>
          <a:lstStyle/>
          <a:p>
            <a:pPr>
              <a:spcBef>
                <a:spcPts val="600"/>
              </a:spcBef>
              <a:buSzPct val="100000"/>
              <a:defRPr/>
            </a:pPr>
            <a:r>
              <a:rPr lang="en-US" sz="1000">
                <a:solidFill>
                  <a:prstClr val="black"/>
                </a:solidFill>
                <a:latin typeface="Aptos" panose="020B0004020202020204" pitchFamily="34" charset="0"/>
              </a:rPr>
              <a:t>Proven ability to translate government priorities into </a:t>
            </a:r>
            <a:r>
              <a:rPr lang="en-US" sz="1000" b="1">
                <a:solidFill>
                  <a:srgbClr val="046A38"/>
                </a:solidFill>
                <a:latin typeface="Aptos" panose="020B0004020202020204" pitchFamily="34" charset="0"/>
              </a:rPr>
              <a:t>KPIs, dashboards, SOPs and review mechanisms</a:t>
            </a:r>
            <a:r>
              <a:rPr lang="en-US" sz="1000">
                <a:solidFill>
                  <a:srgbClr val="046A38"/>
                </a:solidFill>
                <a:latin typeface="Aptos" panose="020B0004020202020204" pitchFamily="34" charset="0"/>
              </a:rPr>
              <a:t>, </a:t>
            </a:r>
            <a:r>
              <a:rPr lang="en-US" sz="1000">
                <a:solidFill>
                  <a:prstClr val="black"/>
                </a:solidFill>
                <a:latin typeface="Aptos" panose="020B0004020202020204" pitchFamily="34" charset="0"/>
              </a:rPr>
              <a:t>leveraging </a:t>
            </a:r>
            <a:r>
              <a:rPr lang="en-US" sz="1000" b="1">
                <a:solidFill>
                  <a:prstClr val="black"/>
                </a:solidFill>
                <a:latin typeface="Aptos" panose="020B0004020202020204" pitchFamily="34" charset="0"/>
              </a:rPr>
              <a:t>Deloitte’s GenW.AI suite</a:t>
            </a:r>
            <a:r>
              <a:rPr lang="en-US" sz="1000">
                <a:solidFill>
                  <a:prstClr val="black"/>
                </a:solidFill>
                <a:latin typeface="Aptos" panose="020B0004020202020204" pitchFamily="34" charset="0"/>
              </a:rPr>
              <a:t> to enable </a:t>
            </a:r>
            <a:r>
              <a:rPr lang="en-US" sz="1000" b="1">
                <a:solidFill>
                  <a:srgbClr val="046A38"/>
                </a:solidFill>
                <a:latin typeface="Aptos" panose="020B0004020202020204" pitchFamily="34" charset="0"/>
              </a:rPr>
              <a:t>intelligent dashboards, digital workflows and AI agents for workflow automation</a:t>
            </a:r>
            <a:endParaRPr lang="en-US" sz="1000" b="1" kern="0">
              <a:solidFill>
                <a:srgbClr val="046A38"/>
              </a:solidFill>
              <a:latin typeface="Aptos" panose="020B0004020202020204" pitchFamily="34" charset="0"/>
            </a:endParaRPr>
          </a:p>
        </p:txBody>
      </p:sp>
      <p:sp>
        <p:nvSpPr>
          <p:cNvPr id="167" name="TextBox 166">
            <a:extLst>
              <a:ext uri="{FF2B5EF4-FFF2-40B4-BE49-F238E27FC236}">
                <a16:creationId xmlns:a16="http://schemas.microsoft.com/office/drawing/2014/main" id="{94B674EE-9EAD-8BAD-17FB-0275F9E80820}"/>
              </a:ext>
            </a:extLst>
          </p:cNvPr>
          <p:cNvSpPr txBox="1"/>
          <p:nvPr/>
        </p:nvSpPr>
        <p:spPr>
          <a:xfrm>
            <a:off x="2790424" y="2520864"/>
            <a:ext cx="2029234" cy="553998"/>
          </a:xfrm>
          <a:prstGeom prst="rect">
            <a:avLst/>
          </a:prstGeom>
          <a:noFill/>
        </p:spPr>
        <p:txBody>
          <a:bodyPr wrap="square" lIns="0" tIns="0" rIns="0" bIns="0" rtlCol="0">
            <a:spAutoFit/>
          </a:bodyPr>
          <a:lstStyle/>
          <a:p>
            <a:pPr algn="ctr">
              <a:spcBef>
                <a:spcPts val="600"/>
              </a:spcBef>
              <a:buSzPct val="100000"/>
              <a:defRPr/>
            </a:pPr>
            <a:r>
              <a:rPr lang="en-US" sz="1200" b="1" kern="0">
                <a:solidFill>
                  <a:srgbClr val="313131"/>
                </a:solidFill>
                <a:latin typeface="Aptos"/>
              </a:rPr>
              <a:t>Strong </a:t>
            </a:r>
            <a:r>
              <a:rPr lang="en-US" sz="1200" b="1" kern="0">
                <a:solidFill>
                  <a:srgbClr val="046A38"/>
                </a:solidFill>
                <a:latin typeface="Aptos"/>
              </a:rPr>
              <a:t>Multi-disciplinary Team </a:t>
            </a:r>
            <a:r>
              <a:rPr lang="en-US" sz="1200" b="1" kern="0">
                <a:solidFill>
                  <a:srgbClr val="313131"/>
                </a:solidFill>
                <a:latin typeface="Aptos"/>
              </a:rPr>
              <a:t>with Relevant Experience</a:t>
            </a:r>
            <a:endParaRPr lang="en-IN" sz="1200" b="1" kern="0">
              <a:solidFill>
                <a:srgbClr val="046A38"/>
              </a:solidFill>
              <a:latin typeface="Aptos"/>
            </a:endParaRPr>
          </a:p>
        </p:txBody>
      </p:sp>
      <p:sp>
        <p:nvSpPr>
          <p:cNvPr id="168" name="TextBox 167">
            <a:extLst>
              <a:ext uri="{FF2B5EF4-FFF2-40B4-BE49-F238E27FC236}">
                <a16:creationId xmlns:a16="http://schemas.microsoft.com/office/drawing/2014/main" id="{32DBA26B-E3E3-7DA0-B4DE-7C63D37BF1EC}"/>
              </a:ext>
            </a:extLst>
          </p:cNvPr>
          <p:cNvSpPr txBox="1"/>
          <p:nvPr/>
        </p:nvSpPr>
        <p:spPr>
          <a:xfrm>
            <a:off x="7367972" y="2520864"/>
            <a:ext cx="2029234" cy="553998"/>
          </a:xfrm>
          <a:prstGeom prst="rect">
            <a:avLst/>
          </a:prstGeom>
          <a:noFill/>
        </p:spPr>
        <p:txBody>
          <a:bodyPr wrap="square" lIns="0" tIns="0" rIns="0" bIns="0" rtlCol="0">
            <a:spAutoFit/>
          </a:bodyPr>
          <a:lstStyle/>
          <a:p>
            <a:pPr algn="ctr">
              <a:spcBef>
                <a:spcPts val="600"/>
              </a:spcBef>
              <a:buSzPct val="100000"/>
              <a:defRPr/>
            </a:pPr>
            <a:r>
              <a:rPr lang="en-US" sz="1200" b="1" kern="0">
                <a:solidFill>
                  <a:srgbClr val="046A38"/>
                </a:solidFill>
                <a:latin typeface="Aptos"/>
              </a:rPr>
              <a:t>Ready-to-Deploy</a:t>
            </a:r>
            <a:r>
              <a:rPr lang="en-US" sz="1200" b="1" kern="0">
                <a:solidFill>
                  <a:srgbClr val="313131"/>
                </a:solidFill>
                <a:latin typeface="Aptos"/>
              </a:rPr>
              <a:t> Revenue Monitoring &amp; Citizen Service BPR </a:t>
            </a:r>
            <a:r>
              <a:rPr lang="en-US" sz="1200" b="1" kern="0">
                <a:solidFill>
                  <a:srgbClr val="046A38"/>
                </a:solidFill>
                <a:latin typeface="Aptos"/>
              </a:rPr>
              <a:t>Toolkit</a:t>
            </a:r>
            <a:endParaRPr lang="en-IN" sz="1200" b="1" kern="0">
              <a:solidFill>
                <a:srgbClr val="046A38"/>
              </a:solidFill>
              <a:latin typeface="Aptos"/>
            </a:endParaRPr>
          </a:p>
        </p:txBody>
      </p:sp>
      <p:sp>
        <p:nvSpPr>
          <p:cNvPr id="169" name="TextBox 168">
            <a:extLst>
              <a:ext uri="{FF2B5EF4-FFF2-40B4-BE49-F238E27FC236}">
                <a16:creationId xmlns:a16="http://schemas.microsoft.com/office/drawing/2014/main" id="{FE515ADE-7BCC-15A2-7CAF-98ACE2E71D53}"/>
              </a:ext>
            </a:extLst>
          </p:cNvPr>
          <p:cNvSpPr txBox="1"/>
          <p:nvPr/>
        </p:nvSpPr>
        <p:spPr>
          <a:xfrm>
            <a:off x="475206" y="2520864"/>
            <a:ext cx="2052000" cy="553998"/>
          </a:xfrm>
          <a:prstGeom prst="rect">
            <a:avLst/>
          </a:prstGeom>
          <a:noFill/>
        </p:spPr>
        <p:txBody>
          <a:bodyPr wrap="square" lIns="0" tIns="0" rIns="0" bIns="0" rtlCol="0">
            <a:spAutoFit/>
          </a:bodyPr>
          <a:lstStyle/>
          <a:p>
            <a:pPr algn="ctr">
              <a:spcBef>
                <a:spcPts val="600"/>
              </a:spcBef>
              <a:buSzPct val="100000"/>
              <a:defRPr/>
            </a:pPr>
            <a:r>
              <a:rPr lang="en-US" sz="1200" b="1" kern="0">
                <a:latin typeface="Aptos"/>
              </a:rPr>
              <a:t>Deep Govt &amp; Public Sector exp. – </a:t>
            </a:r>
            <a:r>
              <a:rPr lang="en-US" sz="1200" b="1" kern="0">
                <a:solidFill>
                  <a:srgbClr val="046A38"/>
                </a:solidFill>
                <a:latin typeface="Aptos"/>
              </a:rPr>
              <a:t>Revenue Augmentation &amp; Land Governance </a:t>
            </a:r>
            <a:r>
              <a:rPr lang="en-US" sz="1200" b="1" kern="0">
                <a:latin typeface="Aptos"/>
              </a:rPr>
              <a:t>Focus</a:t>
            </a:r>
            <a:endParaRPr lang="en-IN" sz="1200" b="1" kern="0">
              <a:latin typeface="Aptos"/>
            </a:endParaRPr>
          </a:p>
        </p:txBody>
      </p:sp>
      <p:sp>
        <p:nvSpPr>
          <p:cNvPr id="170" name="TextBox 169">
            <a:extLst>
              <a:ext uri="{FF2B5EF4-FFF2-40B4-BE49-F238E27FC236}">
                <a16:creationId xmlns:a16="http://schemas.microsoft.com/office/drawing/2014/main" id="{51DD4085-D7E1-02A3-86DA-78EEA2F1A7EA}"/>
              </a:ext>
            </a:extLst>
          </p:cNvPr>
          <p:cNvSpPr txBox="1"/>
          <p:nvPr/>
        </p:nvSpPr>
        <p:spPr>
          <a:xfrm>
            <a:off x="5079198" y="2520864"/>
            <a:ext cx="2029234" cy="553998"/>
          </a:xfrm>
          <a:prstGeom prst="rect">
            <a:avLst/>
          </a:prstGeom>
          <a:noFill/>
        </p:spPr>
        <p:txBody>
          <a:bodyPr wrap="square" lIns="0" tIns="0" rIns="0" bIns="0" rtlCol="0">
            <a:spAutoFit/>
          </a:bodyPr>
          <a:lstStyle/>
          <a:p>
            <a:pPr algn="ctr">
              <a:spcBef>
                <a:spcPts val="600"/>
              </a:spcBef>
              <a:buSzPct val="100000"/>
              <a:defRPr/>
            </a:pPr>
            <a:r>
              <a:rPr lang="en-US" sz="1200" b="1" kern="0">
                <a:latin typeface="Aptos"/>
              </a:rPr>
              <a:t>Strong Understanding of </a:t>
            </a:r>
            <a:r>
              <a:rPr lang="en-US" sz="1200" b="1" kern="0">
                <a:solidFill>
                  <a:srgbClr val="046A38"/>
                </a:solidFill>
                <a:latin typeface="Aptos"/>
              </a:rPr>
              <a:t>Working with Government of Rajasthan</a:t>
            </a:r>
            <a:endParaRPr lang="en-IN" sz="1200" b="1" kern="0">
              <a:solidFill>
                <a:srgbClr val="313131"/>
              </a:solidFill>
              <a:latin typeface="Aptos"/>
            </a:endParaRPr>
          </a:p>
        </p:txBody>
      </p:sp>
      <p:sp>
        <p:nvSpPr>
          <p:cNvPr id="171" name="TextBox 170">
            <a:extLst>
              <a:ext uri="{FF2B5EF4-FFF2-40B4-BE49-F238E27FC236}">
                <a16:creationId xmlns:a16="http://schemas.microsoft.com/office/drawing/2014/main" id="{59223247-91F4-186C-E9D7-5CB1DC8C9ABD}"/>
              </a:ext>
            </a:extLst>
          </p:cNvPr>
          <p:cNvSpPr txBox="1"/>
          <p:nvPr/>
        </p:nvSpPr>
        <p:spPr>
          <a:xfrm>
            <a:off x="9656748" y="2520864"/>
            <a:ext cx="2029234" cy="369332"/>
          </a:xfrm>
          <a:prstGeom prst="rect">
            <a:avLst/>
          </a:prstGeom>
          <a:noFill/>
        </p:spPr>
        <p:txBody>
          <a:bodyPr wrap="square" lIns="0" tIns="0" rIns="0" bIns="0" rtlCol="0">
            <a:spAutoFit/>
          </a:bodyPr>
          <a:lstStyle/>
          <a:p>
            <a:pPr algn="ctr">
              <a:spcBef>
                <a:spcPts val="600"/>
              </a:spcBef>
              <a:buSzPct val="100000"/>
              <a:defRPr/>
            </a:pPr>
            <a:r>
              <a:rPr lang="en-US" sz="1200" b="1" kern="0">
                <a:solidFill>
                  <a:srgbClr val="313131"/>
                </a:solidFill>
                <a:latin typeface="Aptos"/>
              </a:rPr>
              <a:t>AI-Enabled </a:t>
            </a:r>
            <a:r>
              <a:rPr lang="en-US" sz="1200" b="1" kern="0">
                <a:solidFill>
                  <a:srgbClr val="046A38"/>
                </a:solidFill>
                <a:latin typeface="Aptos"/>
              </a:rPr>
              <a:t>Strategy-to-Delivery Capability</a:t>
            </a:r>
            <a:endParaRPr lang="it-IT" sz="1200" b="1" kern="0">
              <a:solidFill>
                <a:srgbClr val="046A38"/>
              </a:solidFill>
              <a:latin typeface="Aptos"/>
            </a:endParaRPr>
          </a:p>
        </p:txBody>
      </p:sp>
      <p:cxnSp>
        <p:nvCxnSpPr>
          <p:cNvPr id="172" name="Straight Connector 171">
            <a:extLst>
              <a:ext uri="{FF2B5EF4-FFF2-40B4-BE49-F238E27FC236}">
                <a16:creationId xmlns:a16="http://schemas.microsoft.com/office/drawing/2014/main" id="{7B7EAF03-8864-6C36-E87D-633F0442705F}"/>
              </a:ext>
            </a:extLst>
          </p:cNvPr>
          <p:cNvCxnSpPr>
            <a:cxnSpLocks/>
          </p:cNvCxnSpPr>
          <p:nvPr/>
        </p:nvCxnSpPr>
        <p:spPr>
          <a:xfrm>
            <a:off x="4949428" y="1710643"/>
            <a:ext cx="0" cy="4113357"/>
          </a:xfrm>
          <a:prstGeom prst="line">
            <a:avLst/>
          </a:prstGeom>
          <a:noFill/>
          <a:ln w="19050" cap="flat" cmpd="sng" algn="ctr">
            <a:solidFill>
              <a:srgbClr val="86BC25"/>
            </a:solidFill>
            <a:prstDash val="solid"/>
          </a:ln>
          <a:effectLst/>
        </p:spPr>
      </p:cxnSp>
      <p:cxnSp>
        <p:nvCxnSpPr>
          <p:cNvPr id="173" name="Straight Connector 172">
            <a:extLst>
              <a:ext uri="{FF2B5EF4-FFF2-40B4-BE49-F238E27FC236}">
                <a16:creationId xmlns:a16="http://schemas.microsoft.com/office/drawing/2014/main" id="{09704E2D-96BB-97BA-985C-87E47B347F05}"/>
              </a:ext>
            </a:extLst>
          </p:cNvPr>
          <p:cNvCxnSpPr>
            <a:cxnSpLocks/>
          </p:cNvCxnSpPr>
          <p:nvPr/>
        </p:nvCxnSpPr>
        <p:spPr>
          <a:xfrm>
            <a:off x="7238202" y="1710643"/>
            <a:ext cx="0" cy="4113357"/>
          </a:xfrm>
          <a:prstGeom prst="line">
            <a:avLst/>
          </a:prstGeom>
          <a:noFill/>
          <a:ln w="19050" cap="flat" cmpd="sng" algn="ctr">
            <a:solidFill>
              <a:srgbClr val="86BC25"/>
            </a:solidFill>
            <a:prstDash val="solid"/>
          </a:ln>
          <a:effectLst/>
        </p:spPr>
      </p:cxnSp>
      <p:cxnSp>
        <p:nvCxnSpPr>
          <p:cNvPr id="174" name="Straight Connector 173">
            <a:extLst>
              <a:ext uri="{FF2B5EF4-FFF2-40B4-BE49-F238E27FC236}">
                <a16:creationId xmlns:a16="http://schemas.microsoft.com/office/drawing/2014/main" id="{40BB872F-3302-6206-FA9C-FCE6C6815E84}"/>
              </a:ext>
            </a:extLst>
          </p:cNvPr>
          <p:cNvCxnSpPr>
            <a:cxnSpLocks/>
          </p:cNvCxnSpPr>
          <p:nvPr/>
        </p:nvCxnSpPr>
        <p:spPr>
          <a:xfrm>
            <a:off x="2660654" y="1710643"/>
            <a:ext cx="0" cy="4113357"/>
          </a:xfrm>
          <a:prstGeom prst="line">
            <a:avLst/>
          </a:prstGeom>
          <a:noFill/>
          <a:ln w="19050" cap="flat" cmpd="sng" algn="ctr">
            <a:solidFill>
              <a:srgbClr val="86BC25"/>
            </a:solidFill>
            <a:prstDash val="solid"/>
          </a:ln>
          <a:effectLst/>
        </p:spPr>
      </p:cxnSp>
      <p:cxnSp>
        <p:nvCxnSpPr>
          <p:cNvPr id="175" name="Straight Connector 174">
            <a:extLst>
              <a:ext uri="{FF2B5EF4-FFF2-40B4-BE49-F238E27FC236}">
                <a16:creationId xmlns:a16="http://schemas.microsoft.com/office/drawing/2014/main" id="{061EE75E-373E-D219-87E3-E3BB4DC3F7CC}"/>
              </a:ext>
            </a:extLst>
          </p:cNvPr>
          <p:cNvCxnSpPr>
            <a:cxnSpLocks/>
          </p:cNvCxnSpPr>
          <p:nvPr/>
        </p:nvCxnSpPr>
        <p:spPr>
          <a:xfrm>
            <a:off x="9526976" y="1710643"/>
            <a:ext cx="0" cy="4113357"/>
          </a:xfrm>
          <a:prstGeom prst="line">
            <a:avLst/>
          </a:prstGeom>
          <a:noFill/>
          <a:ln w="19050" cap="flat" cmpd="sng" algn="ctr">
            <a:solidFill>
              <a:srgbClr val="86BC25"/>
            </a:solidFill>
            <a:prstDash val="solid"/>
          </a:ln>
          <a:effectLst/>
        </p:spPr>
      </p:cxnSp>
      <p:sp>
        <p:nvSpPr>
          <p:cNvPr id="176" name="TextBox 175">
            <a:extLst>
              <a:ext uri="{FF2B5EF4-FFF2-40B4-BE49-F238E27FC236}">
                <a16:creationId xmlns:a16="http://schemas.microsoft.com/office/drawing/2014/main" id="{C08E4B62-4B0D-68DF-06D3-1B05EBC53279}"/>
              </a:ext>
            </a:extLst>
          </p:cNvPr>
          <p:cNvSpPr txBox="1"/>
          <p:nvPr/>
        </p:nvSpPr>
        <p:spPr>
          <a:xfrm>
            <a:off x="2751012" y="1343580"/>
            <a:ext cx="6689976" cy="311063"/>
          </a:xfrm>
          <a:prstGeom prst="roundRect">
            <a:avLst>
              <a:gd name="adj" fmla="val 45717"/>
            </a:avLst>
          </a:prstGeom>
          <a:solidFill>
            <a:srgbClr val="43B02A"/>
          </a:solidFill>
        </p:spPr>
        <p:txBody>
          <a:bodyPr wrap="square" lIns="0" tIns="0" rIns="0" bIns="0" rtlCol="0" anchor="ctr">
            <a:no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400" b="1" i="0" u="none" strike="noStrike" kern="0" cap="none" spc="0" normalizeH="0" baseline="0" noProof="0">
                <a:ln>
                  <a:noFill/>
                </a:ln>
                <a:solidFill>
                  <a:prstClr val="white"/>
                </a:solidFill>
                <a:effectLst/>
                <a:uLnTx/>
                <a:uFillTx/>
                <a:latin typeface="Aptos"/>
              </a:rPr>
              <a:t>Why Deloitte?</a:t>
            </a:r>
          </a:p>
        </p:txBody>
      </p:sp>
      <p:grpSp>
        <p:nvGrpSpPr>
          <p:cNvPr id="189" name="Graphic 16">
            <a:extLst>
              <a:ext uri="{FF2B5EF4-FFF2-40B4-BE49-F238E27FC236}">
                <a16:creationId xmlns:a16="http://schemas.microsoft.com/office/drawing/2014/main" id="{B46B3303-43AE-CF7E-B541-53958932561D}"/>
              </a:ext>
            </a:extLst>
          </p:cNvPr>
          <p:cNvGrpSpPr/>
          <p:nvPr/>
        </p:nvGrpSpPr>
        <p:grpSpPr>
          <a:xfrm>
            <a:off x="1221067" y="1760274"/>
            <a:ext cx="594564" cy="594565"/>
            <a:chOff x="10328593" y="2172770"/>
            <a:chExt cx="1029263" cy="1029264"/>
          </a:xfrm>
          <a:solidFill>
            <a:srgbClr val="007CB0"/>
          </a:solidFill>
        </p:grpSpPr>
        <p:sp>
          <p:nvSpPr>
            <p:cNvPr id="190" name="Freeform: Shape 189">
              <a:extLst>
                <a:ext uri="{FF2B5EF4-FFF2-40B4-BE49-F238E27FC236}">
                  <a16:creationId xmlns:a16="http://schemas.microsoft.com/office/drawing/2014/main" id="{A447B1A6-A105-4ECE-CBF6-2C1C9178F0C0}"/>
                </a:ext>
              </a:extLst>
            </p:cNvPr>
            <p:cNvSpPr/>
            <p:nvPr/>
          </p:nvSpPr>
          <p:spPr>
            <a:xfrm>
              <a:off x="10328593" y="2172770"/>
              <a:ext cx="1029263" cy="844863"/>
            </a:xfrm>
            <a:custGeom>
              <a:avLst/>
              <a:gdLst>
                <a:gd name="connsiteX0" fmla="*/ 450159 w 1029263"/>
                <a:gd name="connsiteY0" fmla="*/ 514666 h 844863"/>
                <a:gd name="connsiteX1" fmla="*/ 514643 w 1029263"/>
                <a:gd name="connsiteY1" fmla="*/ 450159 h 844863"/>
                <a:gd name="connsiteX2" fmla="*/ 579128 w 1029263"/>
                <a:gd name="connsiteY2" fmla="*/ 514666 h 844863"/>
                <a:gd name="connsiteX3" fmla="*/ 909325 w 1029263"/>
                <a:gd name="connsiteY3" fmla="*/ 844863 h 844863"/>
                <a:gd name="connsiteX4" fmla="*/ 1029264 w 1029263"/>
                <a:gd name="connsiteY4" fmla="*/ 514643 h 844863"/>
                <a:gd name="connsiteX5" fmla="*/ 514620 w 1029263"/>
                <a:gd name="connsiteY5" fmla="*/ 0 h 844863"/>
                <a:gd name="connsiteX6" fmla="*/ 0 w 1029263"/>
                <a:gd name="connsiteY6" fmla="*/ 514643 h 844863"/>
                <a:gd name="connsiteX7" fmla="*/ 119939 w 1029263"/>
                <a:gd name="connsiteY7" fmla="*/ 844863 h 844863"/>
                <a:gd name="connsiteX8" fmla="*/ 450159 w 1029263"/>
                <a:gd name="connsiteY8" fmla="*/ 514666 h 844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263" h="844863">
                  <a:moveTo>
                    <a:pt x="450159" y="514666"/>
                  </a:moveTo>
                  <a:lnTo>
                    <a:pt x="514643" y="450159"/>
                  </a:lnTo>
                  <a:lnTo>
                    <a:pt x="579128" y="514666"/>
                  </a:lnTo>
                  <a:lnTo>
                    <a:pt x="909325" y="844863"/>
                  </a:lnTo>
                  <a:cubicBezTo>
                    <a:pt x="984184" y="755502"/>
                    <a:pt x="1029264" y="640351"/>
                    <a:pt x="1029264" y="514643"/>
                  </a:cubicBezTo>
                  <a:cubicBezTo>
                    <a:pt x="1029264" y="230415"/>
                    <a:pt x="798849" y="0"/>
                    <a:pt x="514620" y="0"/>
                  </a:cubicBezTo>
                  <a:cubicBezTo>
                    <a:pt x="230392" y="0"/>
                    <a:pt x="0" y="230415"/>
                    <a:pt x="0" y="514643"/>
                  </a:cubicBezTo>
                  <a:cubicBezTo>
                    <a:pt x="0" y="640329"/>
                    <a:pt x="45080" y="755479"/>
                    <a:pt x="119939" y="844863"/>
                  </a:cubicBezTo>
                  <a:lnTo>
                    <a:pt x="450159" y="514666"/>
                  </a:lnTo>
                  <a:close/>
                </a:path>
              </a:pathLst>
            </a:custGeom>
            <a:solidFill>
              <a:srgbClr val="26890D"/>
            </a:solidFill>
            <a:ln w="19050" cap="flat">
              <a:noFill/>
              <a:prstDash val="solid"/>
              <a:miter/>
            </a:ln>
          </p:spPr>
          <p:txBody>
            <a:bodyPr rtlCol="0" anchor="ctr"/>
            <a:lstStyle/>
            <a:p>
              <a:pPr>
                <a:defRPr/>
              </a:pPr>
              <a:endParaRPr lang="en-US" kern="0">
                <a:solidFill>
                  <a:prstClr val="black"/>
                </a:solidFill>
                <a:latin typeface="Aptos"/>
              </a:endParaRPr>
            </a:p>
          </p:txBody>
        </p:sp>
        <p:sp>
          <p:nvSpPr>
            <p:cNvPr id="191" name="Freeform: Shape 190">
              <a:extLst>
                <a:ext uri="{FF2B5EF4-FFF2-40B4-BE49-F238E27FC236}">
                  <a16:creationId xmlns:a16="http://schemas.microsoft.com/office/drawing/2014/main" id="{916879ED-2BFF-19B8-9356-963B740D515D}"/>
                </a:ext>
              </a:extLst>
            </p:cNvPr>
            <p:cNvSpPr/>
            <p:nvPr/>
          </p:nvSpPr>
          <p:spPr>
            <a:xfrm>
              <a:off x="10513016" y="2751898"/>
              <a:ext cx="660416" cy="450136"/>
            </a:xfrm>
            <a:custGeom>
              <a:avLst/>
              <a:gdLst>
                <a:gd name="connsiteX0" fmla="*/ 330220 w 660416"/>
                <a:gd name="connsiteY0" fmla="*/ 23 h 450136"/>
                <a:gd name="connsiteX1" fmla="*/ 0 w 660416"/>
                <a:gd name="connsiteY1" fmla="*/ 330220 h 450136"/>
                <a:gd name="connsiteX2" fmla="*/ 330197 w 660416"/>
                <a:gd name="connsiteY2" fmla="*/ 450136 h 450136"/>
                <a:gd name="connsiteX3" fmla="*/ 660417 w 660416"/>
                <a:gd name="connsiteY3" fmla="*/ 330197 h 450136"/>
                <a:gd name="connsiteX4" fmla="*/ 330220 w 660416"/>
                <a:gd name="connsiteY4" fmla="*/ 0 h 450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16" h="450136">
                  <a:moveTo>
                    <a:pt x="330220" y="23"/>
                  </a:moveTo>
                  <a:lnTo>
                    <a:pt x="0" y="330220"/>
                  </a:lnTo>
                  <a:cubicBezTo>
                    <a:pt x="89361" y="405056"/>
                    <a:pt x="204512" y="450136"/>
                    <a:pt x="330197" y="450136"/>
                  </a:cubicBezTo>
                  <a:cubicBezTo>
                    <a:pt x="455882" y="450136"/>
                    <a:pt x="571033" y="405056"/>
                    <a:pt x="660417" y="330197"/>
                  </a:cubicBezTo>
                  <a:lnTo>
                    <a:pt x="330220" y="0"/>
                  </a:lnTo>
                  <a:close/>
                </a:path>
              </a:pathLst>
            </a:custGeom>
            <a:solidFill>
              <a:srgbClr val="26890D"/>
            </a:solidFill>
            <a:ln w="19050" cap="flat">
              <a:noFill/>
              <a:prstDash val="solid"/>
              <a:miter/>
            </a:ln>
          </p:spPr>
          <p:txBody>
            <a:bodyPr rtlCol="0" anchor="ctr"/>
            <a:lstStyle/>
            <a:p>
              <a:pPr>
                <a:defRPr/>
              </a:pPr>
              <a:endParaRPr lang="en-US" kern="0">
                <a:solidFill>
                  <a:prstClr val="black"/>
                </a:solidFill>
                <a:latin typeface="Aptos"/>
              </a:endParaRPr>
            </a:p>
          </p:txBody>
        </p:sp>
      </p:grpSp>
      <p:sp>
        <p:nvSpPr>
          <p:cNvPr id="192" name="Freeform: Shape 191">
            <a:extLst>
              <a:ext uri="{FF2B5EF4-FFF2-40B4-BE49-F238E27FC236}">
                <a16:creationId xmlns:a16="http://schemas.microsoft.com/office/drawing/2014/main" id="{C3A87D5D-5C54-5E96-CB52-6210F58ED267}"/>
              </a:ext>
            </a:extLst>
          </p:cNvPr>
          <p:cNvSpPr/>
          <p:nvPr/>
        </p:nvSpPr>
        <p:spPr>
          <a:xfrm>
            <a:off x="1271238" y="1810446"/>
            <a:ext cx="494234" cy="494235"/>
          </a:xfrm>
          <a:custGeom>
            <a:avLst/>
            <a:gdLst>
              <a:gd name="connsiteX0" fmla="*/ 427790 w 855580"/>
              <a:gd name="connsiteY0" fmla="*/ 855580 h 855580"/>
              <a:gd name="connsiteX1" fmla="*/ 125297 w 855580"/>
              <a:gd name="connsiteY1" fmla="*/ 730283 h 855580"/>
              <a:gd name="connsiteX2" fmla="*/ 0 w 855580"/>
              <a:gd name="connsiteY2" fmla="*/ 427790 h 855580"/>
              <a:gd name="connsiteX3" fmla="*/ 125297 w 855580"/>
              <a:gd name="connsiteY3" fmla="*/ 125298 h 855580"/>
              <a:gd name="connsiteX4" fmla="*/ 427790 w 855580"/>
              <a:gd name="connsiteY4" fmla="*/ 0 h 855580"/>
              <a:gd name="connsiteX5" fmla="*/ 730283 w 855580"/>
              <a:gd name="connsiteY5" fmla="*/ 125298 h 855580"/>
              <a:gd name="connsiteX6" fmla="*/ 855580 w 855580"/>
              <a:gd name="connsiteY6" fmla="*/ 427790 h 855580"/>
              <a:gd name="connsiteX7" fmla="*/ 730283 w 855580"/>
              <a:gd name="connsiteY7" fmla="*/ 730283 h 855580"/>
              <a:gd name="connsiteX8" fmla="*/ 427790 w 855580"/>
              <a:gd name="connsiteY8" fmla="*/ 855580 h 85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5580" h="855580">
                <a:moveTo>
                  <a:pt x="427790" y="855580"/>
                </a:moveTo>
                <a:cubicBezTo>
                  <a:pt x="313529" y="855580"/>
                  <a:pt x="206085" y="811094"/>
                  <a:pt x="125297" y="730283"/>
                </a:cubicBezTo>
                <a:cubicBezTo>
                  <a:pt x="44487" y="649495"/>
                  <a:pt x="0" y="542052"/>
                  <a:pt x="0" y="427790"/>
                </a:cubicBezTo>
                <a:cubicBezTo>
                  <a:pt x="0" y="313529"/>
                  <a:pt x="44487" y="206085"/>
                  <a:pt x="125297" y="125298"/>
                </a:cubicBezTo>
                <a:cubicBezTo>
                  <a:pt x="206108" y="44487"/>
                  <a:pt x="313529" y="0"/>
                  <a:pt x="427790" y="0"/>
                </a:cubicBezTo>
                <a:cubicBezTo>
                  <a:pt x="542051" y="0"/>
                  <a:pt x="649495" y="44487"/>
                  <a:pt x="730283" y="125298"/>
                </a:cubicBezTo>
                <a:cubicBezTo>
                  <a:pt x="811093" y="206108"/>
                  <a:pt x="855580" y="313529"/>
                  <a:pt x="855580" y="427790"/>
                </a:cubicBezTo>
                <a:cubicBezTo>
                  <a:pt x="855580" y="542052"/>
                  <a:pt x="811093" y="649495"/>
                  <a:pt x="730283" y="730283"/>
                </a:cubicBezTo>
                <a:cubicBezTo>
                  <a:pt x="649472" y="811094"/>
                  <a:pt x="542051" y="855580"/>
                  <a:pt x="427790" y="855580"/>
                </a:cubicBezTo>
                <a:close/>
              </a:path>
            </a:pathLst>
          </a:custGeom>
          <a:solidFill>
            <a:sysClr val="window" lastClr="FFFFFF"/>
          </a:solidFill>
          <a:ln w="2264" cap="flat">
            <a:noFill/>
            <a:prstDash val="solid"/>
            <a:miter/>
          </a:ln>
        </p:spPr>
        <p:txBody>
          <a:bodyPr rtlCol="0" anchor="ctr"/>
          <a:lstStyle/>
          <a:p>
            <a:pPr>
              <a:defRPr/>
            </a:pPr>
            <a:endParaRPr lang="en-US" kern="0">
              <a:solidFill>
                <a:prstClr val="black"/>
              </a:solidFill>
              <a:latin typeface="Aptos"/>
            </a:endParaRPr>
          </a:p>
        </p:txBody>
      </p:sp>
      <p:sp>
        <p:nvSpPr>
          <p:cNvPr id="193" name="Freeform: Shape 192">
            <a:extLst>
              <a:ext uri="{FF2B5EF4-FFF2-40B4-BE49-F238E27FC236}">
                <a16:creationId xmlns:a16="http://schemas.microsoft.com/office/drawing/2014/main" id="{69B61F23-D845-6590-F141-EAA57EE0BF22}"/>
              </a:ext>
            </a:extLst>
          </p:cNvPr>
          <p:cNvSpPr/>
          <p:nvPr/>
        </p:nvSpPr>
        <p:spPr>
          <a:xfrm>
            <a:off x="1169960" y="1710643"/>
            <a:ext cx="692615" cy="783371"/>
          </a:xfrm>
          <a:custGeom>
            <a:avLst/>
            <a:gdLst>
              <a:gd name="connsiteX0" fmla="*/ 1023404 w 1199002"/>
              <a:gd name="connsiteY0" fmla="*/ 1023404 h 1356109"/>
              <a:gd name="connsiteX1" fmla="*/ 1199002 w 1199002"/>
              <a:gd name="connsiteY1" fmla="*/ 599490 h 1356109"/>
              <a:gd name="connsiteX2" fmla="*/ 1023404 w 1199002"/>
              <a:gd name="connsiteY2" fmla="*/ 175576 h 1356109"/>
              <a:gd name="connsiteX3" fmla="*/ 599490 w 1199002"/>
              <a:gd name="connsiteY3" fmla="*/ 0 h 1356109"/>
              <a:gd name="connsiteX4" fmla="*/ 175599 w 1199002"/>
              <a:gd name="connsiteY4" fmla="*/ 175599 h 1356109"/>
              <a:gd name="connsiteX5" fmla="*/ 0 w 1199002"/>
              <a:gd name="connsiteY5" fmla="*/ 599490 h 1356109"/>
              <a:gd name="connsiteX6" fmla="*/ 22802 w 1199002"/>
              <a:gd name="connsiteY6" fmla="*/ 599490 h 1356109"/>
              <a:gd name="connsiteX7" fmla="*/ 599490 w 1199002"/>
              <a:gd name="connsiteY7" fmla="*/ 22802 h 1356109"/>
              <a:gd name="connsiteX8" fmla="*/ 1176178 w 1199002"/>
              <a:gd name="connsiteY8" fmla="*/ 599490 h 1356109"/>
              <a:gd name="connsiteX9" fmla="*/ 599490 w 1199002"/>
              <a:gd name="connsiteY9" fmla="*/ 1176178 h 1356109"/>
              <a:gd name="connsiteX10" fmla="*/ 588089 w 1199002"/>
              <a:gd name="connsiteY10" fmla="*/ 1176178 h 1356109"/>
              <a:gd name="connsiteX11" fmla="*/ 588089 w 1199002"/>
              <a:gd name="connsiteY11" fmla="*/ 1288136 h 1356109"/>
              <a:gd name="connsiteX12" fmla="*/ 564534 w 1199002"/>
              <a:gd name="connsiteY12" fmla="*/ 1321154 h 1356109"/>
              <a:gd name="connsiteX13" fmla="*/ 599490 w 1199002"/>
              <a:gd name="connsiteY13" fmla="*/ 1356109 h 1356109"/>
              <a:gd name="connsiteX14" fmla="*/ 634445 w 1199002"/>
              <a:gd name="connsiteY14" fmla="*/ 1321154 h 1356109"/>
              <a:gd name="connsiteX15" fmla="*/ 610891 w 1199002"/>
              <a:gd name="connsiteY15" fmla="*/ 1288136 h 1356109"/>
              <a:gd name="connsiteX16" fmla="*/ 610891 w 1199002"/>
              <a:gd name="connsiteY16" fmla="*/ 1198889 h 1356109"/>
              <a:gd name="connsiteX17" fmla="*/ 1023404 w 1199002"/>
              <a:gd name="connsiteY17" fmla="*/ 1023404 h 135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99002" h="1356109">
                <a:moveTo>
                  <a:pt x="1023404" y="1023404"/>
                </a:moveTo>
                <a:cubicBezTo>
                  <a:pt x="1136639" y="910169"/>
                  <a:pt x="1199002" y="759629"/>
                  <a:pt x="1199002" y="599490"/>
                </a:cubicBezTo>
                <a:cubicBezTo>
                  <a:pt x="1199002" y="439351"/>
                  <a:pt x="1136639" y="288811"/>
                  <a:pt x="1023404" y="175576"/>
                </a:cubicBezTo>
                <a:cubicBezTo>
                  <a:pt x="910168" y="62364"/>
                  <a:pt x="759629" y="0"/>
                  <a:pt x="599490" y="0"/>
                </a:cubicBezTo>
                <a:cubicBezTo>
                  <a:pt x="439351" y="0"/>
                  <a:pt x="288811" y="62364"/>
                  <a:pt x="175599" y="175599"/>
                </a:cubicBezTo>
                <a:cubicBezTo>
                  <a:pt x="62364" y="288811"/>
                  <a:pt x="0" y="439374"/>
                  <a:pt x="0" y="599490"/>
                </a:cubicBezTo>
                <a:lnTo>
                  <a:pt x="22802" y="599490"/>
                </a:lnTo>
                <a:cubicBezTo>
                  <a:pt x="22802" y="281515"/>
                  <a:pt x="281515" y="22802"/>
                  <a:pt x="599490" y="22802"/>
                </a:cubicBezTo>
                <a:cubicBezTo>
                  <a:pt x="917465" y="22802"/>
                  <a:pt x="1176178" y="281515"/>
                  <a:pt x="1176178" y="599490"/>
                </a:cubicBezTo>
                <a:cubicBezTo>
                  <a:pt x="1176178" y="917465"/>
                  <a:pt x="917465" y="1176178"/>
                  <a:pt x="599490" y="1176178"/>
                </a:cubicBezTo>
                <a:lnTo>
                  <a:pt x="588089" y="1176178"/>
                </a:lnTo>
                <a:lnTo>
                  <a:pt x="588089" y="1288136"/>
                </a:lnTo>
                <a:cubicBezTo>
                  <a:pt x="574385" y="1292856"/>
                  <a:pt x="564534" y="1305854"/>
                  <a:pt x="564534" y="1321154"/>
                </a:cubicBezTo>
                <a:cubicBezTo>
                  <a:pt x="564534" y="1340467"/>
                  <a:pt x="580176" y="1356109"/>
                  <a:pt x="599490" y="1356109"/>
                </a:cubicBezTo>
                <a:cubicBezTo>
                  <a:pt x="618803" y="1356109"/>
                  <a:pt x="634445" y="1340467"/>
                  <a:pt x="634445" y="1321154"/>
                </a:cubicBezTo>
                <a:cubicBezTo>
                  <a:pt x="634445" y="1305854"/>
                  <a:pt x="624595" y="1292856"/>
                  <a:pt x="610891" y="1288136"/>
                </a:cubicBezTo>
                <a:lnTo>
                  <a:pt x="610891" y="1198889"/>
                </a:lnTo>
                <a:cubicBezTo>
                  <a:pt x="766766" y="1195993"/>
                  <a:pt x="912859" y="1133949"/>
                  <a:pt x="1023404" y="1023404"/>
                </a:cubicBezTo>
                <a:close/>
              </a:path>
            </a:pathLst>
          </a:custGeom>
          <a:solidFill>
            <a:srgbClr val="26890D"/>
          </a:solidFill>
          <a:ln w="2264" cap="flat">
            <a:noFill/>
            <a:prstDash val="solid"/>
            <a:miter/>
          </a:ln>
        </p:spPr>
        <p:txBody>
          <a:bodyPr rtlCol="0" anchor="ctr"/>
          <a:lstStyle/>
          <a:p>
            <a:pPr>
              <a:defRPr/>
            </a:pPr>
            <a:endParaRPr lang="en-US" kern="0">
              <a:solidFill>
                <a:prstClr val="black"/>
              </a:solidFill>
              <a:latin typeface="Aptos"/>
            </a:endParaRPr>
          </a:p>
        </p:txBody>
      </p:sp>
      <p:grpSp>
        <p:nvGrpSpPr>
          <p:cNvPr id="194" name="Graphic 16">
            <a:extLst>
              <a:ext uri="{FF2B5EF4-FFF2-40B4-BE49-F238E27FC236}">
                <a16:creationId xmlns:a16="http://schemas.microsoft.com/office/drawing/2014/main" id="{0BD7709C-A87C-2F61-FCC0-45ECC10CA3DE}"/>
              </a:ext>
            </a:extLst>
          </p:cNvPr>
          <p:cNvGrpSpPr/>
          <p:nvPr/>
        </p:nvGrpSpPr>
        <p:grpSpPr>
          <a:xfrm>
            <a:off x="3509841" y="1760274"/>
            <a:ext cx="594564" cy="594565"/>
            <a:chOff x="10328593" y="2172770"/>
            <a:chExt cx="1029263" cy="1029264"/>
          </a:xfrm>
          <a:solidFill>
            <a:srgbClr val="007CB0"/>
          </a:solidFill>
        </p:grpSpPr>
        <p:sp>
          <p:nvSpPr>
            <p:cNvPr id="195" name="Freeform: Shape 194">
              <a:extLst>
                <a:ext uri="{FF2B5EF4-FFF2-40B4-BE49-F238E27FC236}">
                  <a16:creationId xmlns:a16="http://schemas.microsoft.com/office/drawing/2014/main" id="{F4842A4D-BE25-827C-6006-58A2D161F274}"/>
                </a:ext>
              </a:extLst>
            </p:cNvPr>
            <p:cNvSpPr/>
            <p:nvPr/>
          </p:nvSpPr>
          <p:spPr>
            <a:xfrm>
              <a:off x="10328593" y="2172770"/>
              <a:ext cx="1029263" cy="844863"/>
            </a:xfrm>
            <a:custGeom>
              <a:avLst/>
              <a:gdLst>
                <a:gd name="connsiteX0" fmla="*/ 450159 w 1029263"/>
                <a:gd name="connsiteY0" fmla="*/ 514666 h 844863"/>
                <a:gd name="connsiteX1" fmla="*/ 514643 w 1029263"/>
                <a:gd name="connsiteY1" fmla="*/ 450159 h 844863"/>
                <a:gd name="connsiteX2" fmla="*/ 579128 w 1029263"/>
                <a:gd name="connsiteY2" fmla="*/ 514666 h 844863"/>
                <a:gd name="connsiteX3" fmla="*/ 909325 w 1029263"/>
                <a:gd name="connsiteY3" fmla="*/ 844863 h 844863"/>
                <a:gd name="connsiteX4" fmla="*/ 1029264 w 1029263"/>
                <a:gd name="connsiteY4" fmla="*/ 514643 h 844863"/>
                <a:gd name="connsiteX5" fmla="*/ 514620 w 1029263"/>
                <a:gd name="connsiteY5" fmla="*/ 0 h 844863"/>
                <a:gd name="connsiteX6" fmla="*/ 0 w 1029263"/>
                <a:gd name="connsiteY6" fmla="*/ 514643 h 844863"/>
                <a:gd name="connsiteX7" fmla="*/ 119939 w 1029263"/>
                <a:gd name="connsiteY7" fmla="*/ 844863 h 844863"/>
                <a:gd name="connsiteX8" fmla="*/ 450159 w 1029263"/>
                <a:gd name="connsiteY8" fmla="*/ 514666 h 844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263" h="844863">
                  <a:moveTo>
                    <a:pt x="450159" y="514666"/>
                  </a:moveTo>
                  <a:lnTo>
                    <a:pt x="514643" y="450159"/>
                  </a:lnTo>
                  <a:lnTo>
                    <a:pt x="579128" y="514666"/>
                  </a:lnTo>
                  <a:lnTo>
                    <a:pt x="909325" y="844863"/>
                  </a:lnTo>
                  <a:cubicBezTo>
                    <a:pt x="984184" y="755502"/>
                    <a:pt x="1029264" y="640351"/>
                    <a:pt x="1029264" y="514643"/>
                  </a:cubicBezTo>
                  <a:cubicBezTo>
                    <a:pt x="1029264" y="230415"/>
                    <a:pt x="798849" y="0"/>
                    <a:pt x="514620" y="0"/>
                  </a:cubicBezTo>
                  <a:cubicBezTo>
                    <a:pt x="230392" y="0"/>
                    <a:pt x="0" y="230415"/>
                    <a:pt x="0" y="514643"/>
                  </a:cubicBezTo>
                  <a:cubicBezTo>
                    <a:pt x="0" y="640329"/>
                    <a:pt x="45080" y="755479"/>
                    <a:pt x="119939" y="844863"/>
                  </a:cubicBezTo>
                  <a:lnTo>
                    <a:pt x="450159" y="514666"/>
                  </a:lnTo>
                  <a:close/>
                </a:path>
              </a:pathLst>
            </a:custGeom>
            <a:solidFill>
              <a:srgbClr val="26890D"/>
            </a:solidFill>
            <a:ln w="19050" cap="flat">
              <a:noFill/>
              <a:prstDash val="solid"/>
              <a:miter/>
            </a:ln>
          </p:spPr>
          <p:txBody>
            <a:bodyPr rtlCol="0" anchor="ctr"/>
            <a:lstStyle/>
            <a:p>
              <a:pPr>
                <a:defRPr/>
              </a:pPr>
              <a:endParaRPr lang="en-US" kern="0">
                <a:solidFill>
                  <a:prstClr val="black"/>
                </a:solidFill>
                <a:latin typeface="Aptos"/>
              </a:endParaRPr>
            </a:p>
          </p:txBody>
        </p:sp>
        <p:sp>
          <p:nvSpPr>
            <p:cNvPr id="196" name="Freeform: Shape 195">
              <a:extLst>
                <a:ext uri="{FF2B5EF4-FFF2-40B4-BE49-F238E27FC236}">
                  <a16:creationId xmlns:a16="http://schemas.microsoft.com/office/drawing/2014/main" id="{16D86535-2DE9-22C3-AC50-5166606406FA}"/>
                </a:ext>
              </a:extLst>
            </p:cNvPr>
            <p:cNvSpPr/>
            <p:nvPr/>
          </p:nvSpPr>
          <p:spPr>
            <a:xfrm>
              <a:off x="10513016" y="2751898"/>
              <a:ext cx="660416" cy="450136"/>
            </a:xfrm>
            <a:custGeom>
              <a:avLst/>
              <a:gdLst>
                <a:gd name="connsiteX0" fmla="*/ 330220 w 660416"/>
                <a:gd name="connsiteY0" fmla="*/ 23 h 450136"/>
                <a:gd name="connsiteX1" fmla="*/ 0 w 660416"/>
                <a:gd name="connsiteY1" fmla="*/ 330220 h 450136"/>
                <a:gd name="connsiteX2" fmla="*/ 330197 w 660416"/>
                <a:gd name="connsiteY2" fmla="*/ 450136 h 450136"/>
                <a:gd name="connsiteX3" fmla="*/ 660417 w 660416"/>
                <a:gd name="connsiteY3" fmla="*/ 330197 h 450136"/>
                <a:gd name="connsiteX4" fmla="*/ 330220 w 660416"/>
                <a:gd name="connsiteY4" fmla="*/ 0 h 450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16" h="450136">
                  <a:moveTo>
                    <a:pt x="330220" y="23"/>
                  </a:moveTo>
                  <a:lnTo>
                    <a:pt x="0" y="330220"/>
                  </a:lnTo>
                  <a:cubicBezTo>
                    <a:pt x="89361" y="405056"/>
                    <a:pt x="204512" y="450136"/>
                    <a:pt x="330197" y="450136"/>
                  </a:cubicBezTo>
                  <a:cubicBezTo>
                    <a:pt x="455882" y="450136"/>
                    <a:pt x="571033" y="405056"/>
                    <a:pt x="660417" y="330197"/>
                  </a:cubicBezTo>
                  <a:lnTo>
                    <a:pt x="330220" y="0"/>
                  </a:lnTo>
                  <a:close/>
                </a:path>
              </a:pathLst>
            </a:custGeom>
            <a:solidFill>
              <a:srgbClr val="26890D"/>
            </a:solidFill>
            <a:ln w="19050" cap="flat">
              <a:noFill/>
              <a:prstDash val="solid"/>
              <a:miter/>
            </a:ln>
          </p:spPr>
          <p:txBody>
            <a:bodyPr rtlCol="0" anchor="ctr"/>
            <a:lstStyle/>
            <a:p>
              <a:pPr>
                <a:defRPr/>
              </a:pPr>
              <a:endParaRPr lang="en-US" kern="0">
                <a:solidFill>
                  <a:prstClr val="black"/>
                </a:solidFill>
                <a:latin typeface="Aptos"/>
              </a:endParaRPr>
            </a:p>
          </p:txBody>
        </p:sp>
      </p:grpSp>
      <p:sp>
        <p:nvSpPr>
          <p:cNvPr id="197" name="Freeform: Shape 196">
            <a:extLst>
              <a:ext uri="{FF2B5EF4-FFF2-40B4-BE49-F238E27FC236}">
                <a16:creationId xmlns:a16="http://schemas.microsoft.com/office/drawing/2014/main" id="{FC9E9246-92A0-0DC4-C169-6E137B3F2FCF}"/>
              </a:ext>
            </a:extLst>
          </p:cNvPr>
          <p:cNvSpPr/>
          <p:nvPr/>
        </p:nvSpPr>
        <p:spPr>
          <a:xfrm>
            <a:off x="3560012" y="1810446"/>
            <a:ext cx="494234" cy="494235"/>
          </a:xfrm>
          <a:custGeom>
            <a:avLst/>
            <a:gdLst>
              <a:gd name="connsiteX0" fmla="*/ 427790 w 855580"/>
              <a:gd name="connsiteY0" fmla="*/ 855580 h 855580"/>
              <a:gd name="connsiteX1" fmla="*/ 125297 w 855580"/>
              <a:gd name="connsiteY1" fmla="*/ 730283 h 855580"/>
              <a:gd name="connsiteX2" fmla="*/ 0 w 855580"/>
              <a:gd name="connsiteY2" fmla="*/ 427790 h 855580"/>
              <a:gd name="connsiteX3" fmla="*/ 125297 w 855580"/>
              <a:gd name="connsiteY3" fmla="*/ 125298 h 855580"/>
              <a:gd name="connsiteX4" fmla="*/ 427790 w 855580"/>
              <a:gd name="connsiteY4" fmla="*/ 0 h 855580"/>
              <a:gd name="connsiteX5" fmla="*/ 730283 w 855580"/>
              <a:gd name="connsiteY5" fmla="*/ 125298 h 855580"/>
              <a:gd name="connsiteX6" fmla="*/ 855580 w 855580"/>
              <a:gd name="connsiteY6" fmla="*/ 427790 h 855580"/>
              <a:gd name="connsiteX7" fmla="*/ 730283 w 855580"/>
              <a:gd name="connsiteY7" fmla="*/ 730283 h 855580"/>
              <a:gd name="connsiteX8" fmla="*/ 427790 w 855580"/>
              <a:gd name="connsiteY8" fmla="*/ 855580 h 85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5580" h="855580">
                <a:moveTo>
                  <a:pt x="427790" y="855580"/>
                </a:moveTo>
                <a:cubicBezTo>
                  <a:pt x="313529" y="855580"/>
                  <a:pt x="206085" y="811094"/>
                  <a:pt x="125297" y="730283"/>
                </a:cubicBezTo>
                <a:cubicBezTo>
                  <a:pt x="44487" y="649495"/>
                  <a:pt x="0" y="542052"/>
                  <a:pt x="0" y="427790"/>
                </a:cubicBezTo>
                <a:cubicBezTo>
                  <a:pt x="0" y="313529"/>
                  <a:pt x="44487" y="206085"/>
                  <a:pt x="125297" y="125298"/>
                </a:cubicBezTo>
                <a:cubicBezTo>
                  <a:pt x="206108" y="44487"/>
                  <a:pt x="313529" y="0"/>
                  <a:pt x="427790" y="0"/>
                </a:cubicBezTo>
                <a:cubicBezTo>
                  <a:pt x="542051" y="0"/>
                  <a:pt x="649495" y="44487"/>
                  <a:pt x="730283" y="125298"/>
                </a:cubicBezTo>
                <a:cubicBezTo>
                  <a:pt x="811093" y="206108"/>
                  <a:pt x="855580" y="313529"/>
                  <a:pt x="855580" y="427790"/>
                </a:cubicBezTo>
                <a:cubicBezTo>
                  <a:pt x="855580" y="542052"/>
                  <a:pt x="811093" y="649495"/>
                  <a:pt x="730283" y="730283"/>
                </a:cubicBezTo>
                <a:cubicBezTo>
                  <a:pt x="649472" y="811094"/>
                  <a:pt x="542051" y="855580"/>
                  <a:pt x="427790" y="855580"/>
                </a:cubicBezTo>
                <a:close/>
              </a:path>
            </a:pathLst>
          </a:custGeom>
          <a:solidFill>
            <a:sysClr val="window" lastClr="FFFFFF"/>
          </a:solidFill>
          <a:ln w="2264" cap="flat">
            <a:noFill/>
            <a:prstDash val="solid"/>
            <a:miter/>
          </a:ln>
        </p:spPr>
        <p:txBody>
          <a:bodyPr rtlCol="0" anchor="ctr"/>
          <a:lstStyle/>
          <a:p>
            <a:pPr>
              <a:defRPr/>
            </a:pPr>
            <a:endParaRPr lang="en-US" kern="0">
              <a:solidFill>
                <a:prstClr val="black"/>
              </a:solidFill>
              <a:latin typeface="Aptos"/>
            </a:endParaRPr>
          </a:p>
        </p:txBody>
      </p:sp>
      <p:sp>
        <p:nvSpPr>
          <p:cNvPr id="198" name="Freeform: Shape 197">
            <a:extLst>
              <a:ext uri="{FF2B5EF4-FFF2-40B4-BE49-F238E27FC236}">
                <a16:creationId xmlns:a16="http://schemas.microsoft.com/office/drawing/2014/main" id="{87F70DB6-00C4-7643-25CF-E0A3F8A6FFF2}"/>
              </a:ext>
            </a:extLst>
          </p:cNvPr>
          <p:cNvSpPr/>
          <p:nvPr/>
        </p:nvSpPr>
        <p:spPr>
          <a:xfrm>
            <a:off x="3458734" y="1710643"/>
            <a:ext cx="692615" cy="783371"/>
          </a:xfrm>
          <a:custGeom>
            <a:avLst/>
            <a:gdLst>
              <a:gd name="connsiteX0" fmla="*/ 1023404 w 1199002"/>
              <a:gd name="connsiteY0" fmla="*/ 1023404 h 1356109"/>
              <a:gd name="connsiteX1" fmla="*/ 1199002 w 1199002"/>
              <a:gd name="connsiteY1" fmla="*/ 599490 h 1356109"/>
              <a:gd name="connsiteX2" fmla="*/ 1023404 w 1199002"/>
              <a:gd name="connsiteY2" fmla="*/ 175576 h 1356109"/>
              <a:gd name="connsiteX3" fmla="*/ 599490 w 1199002"/>
              <a:gd name="connsiteY3" fmla="*/ 0 h 1356109"/>
              <a:gd name="connsiteX4" fmla="*/ 175599 w 1199002"/>
              <a:gd name="connsiteY4" fmla="*/ 175599 h 1356109"/>
              <a:gd name="connsiteX5" fmla="*/ 0 w 1199002"/>
              <a:gd name="connsiteY5" fmla="*/ 599490 h 1356109"/>
              <a:gd name="connsiteX6" fmla="*/ 22802 w 1199002"/>
              <a:gd name="connsiteY6" fmla="*/ 599490 h 1356109"/>
              <a:gd name="connsiteX7" fmla="*/ 599490 w 1199002"/>
              <a:gd name="connsiteY7" fmla="*/ 22802 h 1356109"/>
              <a:gd name="connsiteX8" fmla="*/ 1176178 w 1199002"/>
              <a:gd name="connsiteY8" fmla="*/ 599490 h 1356109"/>
              <a:gd name="connsiteX9" fmla="*/ 599490 w 1199002"/>
              <a:gd name="connsiteY9" fmla="*/ 1176178 h 1356109"/>
              <a:gd name="connsiteX10" fmla="*/ 588089 w 1199002"/>
              <a:gd name="connsiteY10" fmla="*/ 1176178 h 1356109"/>
              <a:gd name="connsiteX11" fmla="*/ 588089 w 1199002"/>
              <a:gd name="connsiteY11" fmla="*/ 1288136 h 1356109"/>
              <a:gd name="connsiteX12" fmla="*/ 564534 w 1199002"/>
              <a:gd name="connsiteY12" fmla="*/ 1321154 h 1356109"/>
              <a:gd name="connsiteX13" fmla="*/ 599490 w 1199002"/>
              <a:gd name="connsiteY13" fmla="*/ 1356109 h 1356109"/>
              <a:gd name="connsiteX14" fmla="*/ 634445 w 1199002"/>
              <a:gd name="connsiteY14" fmla="*/ 1321154 h 1356109"/>
              <a:gd name="connsiteX15" fmla="*/ 610891 w 1199002"/>
              <a:gd name="connsiteY15" fmla="*/ 1288136 h 1356109"/>
              <a:gd name="connsiteX16" fmla="*/ 610891 w 1199002"/>
              <a:gd name="connsiteY16" fmla="*/ 1198889 h 1356109"/>
              <a:gd name="connsiteX17" fmla="*/ 1023404 w 1199002"/>
              <a:gd name="connsiteY17" fmla="*/ 1023404 h 135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99002" h="1356109">
                <a:moveTo>
                  <a:pt x="1023404" y="1023404"/>
                </a:moveTo>
                <a:cubicBezTo>
                  <a:pt x="1136639" y="910169"/>
                  <a:pt x="1199002" y="759629"/>
                  <a:pt x="1199002" y="599490"/>
                </a:cubicBezTo>
                <a:cubicBezTo>
                  <a:pt x="1199002" y="439351"/>
                  <a:pt x="1136639" y="288811"/>
                  <a:pt x="1023404" y="175576"/>
                </a:cubicBezTo>
                <a:cubicBezTo>
                  <a:pt x="910168" y="62364"/>
                  <a:pt x="759629" y="0"/>
                  <a:pt x="599490" y="0"/>
                </a:cubicBezTo>
                <a:cubicBezTo>
                  <a:pt x="439351" y="0"/>
                  <a:pt x="288811" y="62364"/>
                  <a:pt x="175599" y="175599"/>
                </a:cubicBezTo>
                <a:cubicBezTo>
                  <a:pt x="62364" y="288811"/>
                  <a:pt x="0" y="439374"/>
                  <a:pt x="0" y="599490"/>
                </a:cubicBezTo>
                <a:lnTo>
                  <a:pt x="22802" y="599490"/>
                </a:lnTo>
                <a:cubicBezTo>
                  <a:pt x="22802" y="281515"/>
                  <a:pt x="281515" y="22802"/>
                  <a:pt x="599490" y="22802"/>
                </a:cubicBezTo>
                <a:cubicBezTo>
                  <a:pt x="917465" y="22802"/>
                  <a:pt x="1176178" y="281515"/>
                  <a:pt x="1176178" y="599490"/>
                </a:cubicBezTo>
                <a:cubicBezTo>
                  <a:pt x="1176178" y="917465"/>
                  <a:pt x="917465" y="1176178"/>
                  <a:pt x="599490" y="1176178"/>
                </a:cubicBezTo>
                <a:lnTo>
                  <a:pt x="588089" y="1176178"/>
                </a:lnTo>
                <a:lnTo>
                  <a:pt x="588089" y="1288136"/>
                </a:lnTo>
                <a:cubicBezTo>
                  <a:pt x="574385" y="1292856"/>
                  <a:pt x="564534" y="1305854"/>
                  <a:pt x="564534" y="1321154"/>
                </a:cubicBezTo>
                <a:cubicBezTo>
                  <a:pt x="564534" y="1340467"/>
                  <a:pt x="580176" y="1356109"/>
                  <a:pt x="599490" y="1356109"/>
                </a:cubicBezTo>
                <a:cubicBezTo>
                  <a:pt x="618803" y="1356109"/>
                  <a:pt x="634445" y="1340467"/>
                  <a:pt x="634445" y="1321154"/>
                </a:cubicBezTo>
                <a:cubicBezTo>
                  <a:pt x="634445" y="1305854"/>
                  <a:pt x="624595" y="1292856"/>
                  <a:pt x="610891" y="1288136"/>
                </a:cubicBezTo>
                <a:lnTo>
                  <a:pt x="610891" y="1198889"/>
                </a:lnTo>
                <a:cubicBezTo>
                  <a:pt x="766766" y="1195993"/>
                  <a:pt x="912859" y="1133949"/>
                  <a:pt x="1023404" y="1023404"/>
                </a:cubicBezTo>
                <a:close/>
              </a:path>
            </a:pathLst>
          </a:custGeom>
          <a:solidFill>
            <a:srgbClr val="26890D"/>
          </a:solidFill>
          <a:ln w="2264" cap="flat">
            <a:noFill/>
            <a:prstDash val="solid"/>
            <a:miter/>
          </a:ln>
        </p:spPr>
        <p:txBody>
          <a:bodyPr rtlCol="0" anchor="ctr"/>
          <a:lstStyle/>
          <a:p>
            <a:pPr>
              <a:defRPr/>
            </a:pPr>
            <a:endParaRPr lang="en-US" kern="0">
              <a:solidFill>
                <a:prstClr val="black"/>
              </a:solidFill>
              <a:latin typeface="Aptos"/>
            </a:endParaRPr>
          </a:p>
        </p:txBody>
      </p:sp>
      <p:grpSp>
        <p:nvGrpSpPr>
          <p:cNvPr id="199" name="Graphic 16">
            <a:extLst>
              <a:ext uri="{FF2B5EF4-FFF2-40B4-BE49-F238E27FC236}">
                <a16:creationId xmlns:a16="http://schemas.microsoft.com/office/drawing/2014/main" id="{CDF9CEF8-2FC1-02DC-8A59-36383F08B29A}"/>
              </a:ext>
            </a:extLst>
          </p:cNvPr>
          <p:cNvGrpSpPr/>
          <p:nvPr/>
        </p:nvGrpSpPr>
        <p:grpSpPr>
          <a:xfrm>
            <a:off x="5798615" y="1760274"/>
            <a:ext cx="594564" cy="594565"/>
            <a:chOff x="10328593" y="2172770"/>
            <a:chExt cx="1029263" cy="1029264"/>
          </a:xfrm>
          <a:solidFill>
            <a:srgbClr val="007CB0"/>
          </a:solidFill>
        </p:grpSpPr>
        <p:sp>
          <p:nvSpPr>
            <p:cNvPr id="200" name="Freeform: Shape 199">
              <a:extLst>
                <a:ext uri="{FF2B5EF4-FFF2-40B4-BE49-F238E27FC236}">
                  <a16:creationId xmlns:a16="http://schemas.microsoft.com/office/drawing/2014/main" id="{9E4035C8-5C2A-0AD8-5A42-0B45CD56C694}"/>
                </a:ext>
              </a:extLst>
            </p:cNvPr>
            <p:cNvSpPr/>
            <p:nvPr/>
          </p:nvSpPr>
          <p:spPr>
            <a:xfrm>
              <a:off x="10328593" y="2172770"/>
              <a:ext cx="1029263" cy="844863"/>
            </a:xfrm>
            <a:custGeom>
              <a:avLst/>
              <a:gdLst>
                <a:gd name="connsiteX0" fmla="*/ 450159 w 1029263"/>
                <a:gd name="connsiteY0" fmla="*/ 514666 h 844863"/>
                <a:gd name="connsiteX1" fmla="*/ 514643 w 1029263"/>
                <a:gd name="connsiteY1" fmla="*/ 450159 h 844863"/>
                <a:gd name="connsiteX2" fmla="*/ 579128 w 1029263"/>
                <a:gd name="connsiteY2" fmla="*/ 514666 h 844863"/>
                <a:gd name="connsiteX3" fmla="*/ 909325 w 1029263"/>
                <a:gd name="connsiteY3" fmla="*/ 844863 h 844863"/>
                <a:gd name="connsiteX4" fmla="*/ 1029264 w 1029263"/>
                <a:gd name="connsiteY4" fmla="*/ 514643 h 844863"/>
                <a:gd name="connsiteX5" fmla="*/ 514620 w 1029263"/>
                <a:gd name="connsiteY5" fmla="*/ 0 h 844863"/>
                <a:gd name="connsiteX6" fmla="*/ 0 w 1029263"/>
                <a:gd name="connsiteY6" fmla="*/ 514643 h 844863"/>
                <a:gd name="connsiteX7" fmla="*/ 119939 w 1029263"/>
                <a:gd name="connsiteY7" fmla="*/ 844863 h 844863"/>
                <a:gd name="connsiteX8" fmla="*/ 450159 w 1029263"/>
                <a:gd name="connsiteY8" fmla="*/ 514666 h 844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263" h="844863">
                  <a:moveTo>
                    <a:pt x="450159" y="514666"/>
                  </a:moveTo>
                  <a:lnTo>
                    <a:pt x="514643" y="450159"/>
                  </a:lnTo>
                  <a:lnTo>
                    <a:pt x="579128" y="514666"/>
                  </a:lnTo>
                  <a:lnTo>
                    <a:pt x="909325" y="844863"/>
                  </a:lnTo>
                  <a:cubicBezTo>
                    <a:pt x="984184" y="755502"/>
                    <a:pt x="1029264" y="640351"/>
                    <a:pt x="1029264" y="514643"/>
                  </a:cubicBezTo>
                  <a:cubicBezTo>
                    <a:pt x="1029264" y="230415"/>
                    <a:pt x="798849" y="0"/>
                    <a:pt x="514620" y="0"/>
                  </a:cubicBezTo>
                  <a:cubicBezTo>
                    <a:pt x="230392" y="0"/>
                    <a:pt x="0" y="230415"/>
                    <a:pt x="0" y="514643"/>
                  </a:cubicBezTo>
                  <a:cubicBezTo>
                    <a:pt x="0" y="640329"/>
                    <a:pt x="45080" y="755479"/>
                    <a:pt x="119939" y="844863"/>
                  </a:cubicBezTo>
                  <a:lnTo>
                    <a:pt x="450159" y="514666"/>
                  </a:lnTo>
                  <a:close/>
                </a:path>
              </a:pathLst>
            </a:custGeom>
            <a:solidFill>
              <a:srgbClr val="26890D"/>
            </a:solidFill>
            <a:ln w="19050" cap="flat">
              <a:noFill/>
              <a:prstDash val="solid"/>
              <a:miter/>
            </a:ln>
          </p:spPr>
          <p:txBody>
            <a:bodyPr rtlCol="0" anchor="ctr"/>
            <a:lstStyle/>
            <a:p>
              <a:pPr>
                <a:defRPr/>
              </a:pPr>
              <a:endParaRPr lang="en-US" kern="0">
                <a:solidFill>
                  <a:prstClr val="black"/>
                </a:solidFill>
                <a:latin typeface="Aptos"/>
              </a:endParaRPr>
            </a:p>
          </p:txBody>
        </p:sp>
        <p:sp>
          <p:nvSpPr>
            <p:cNvPr id="201" name="Freeform: Shape 200">
              <a:extLst>
                <a:ext uri="{FF2B5EF4-FFF2-40B4-BE49-F238E27FC236}">
                  <a16:creationId xmlns:a16="http://schemas.microsoft.com/office/drawing/2014/main" id="{7FA06E9F-11EC-852C-6637-BBAF35F78B85}"/>
                </a:ext>
              </a:extLst>
            </p:cNvPr>
            <p:cNvSpPr/>
            <p:nvPr/>
          </p:nvSpPr>
          <p:spPr>
            <a:xfrm>
              <a:off x="10513016" y="2751898"/>
              <a:ext cx="660416" cy="450136"/>
            </a:xfrm>
            <a:custGeom>
              <a:avLst/>
              <a:gdLst>
                <a:gd name="connsiteX0" fmla="*/ 330220 w 660416"/>
                <a:gd name="connsiteY0" fmla="*/ 23 h 450136"/>
                <a:gd name="connsiteX1" fmla="*/ 0 w 660416"/>
                <a:gd name="connsiteY1" fmla="*/ 330220 h 450136"/>
                <a:gd name="connsiteX2" fmla="*/ 330197 w 660416"/>
                <a:gd name="connsiteY2" fmla="*/ 450136 h 450136"/>
                <a:gd name="connsiteX3" fmla="*/ 660417 w 660416"/>
                <a:gd name="connsiteY3" fmla="*/ 330197 h 450136"/>
                <a:gd name="connsiteX4" fmla="*/ 330220 w 660416"/>
                <a:gd name="connsiteY4" fmla="*/ 0 h 450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16" h="450136">
                  <a:moveTo>
                    <a:pt x="330220" y="23"/>
                  </a:moveTo>
                  <a:lnTo>
                    <a:pt x="0" y="330220"/>
                  </a:lnTo>
                  <a:cubicBezTo>
                    <a:pt x="89361" y="405056"/>
                    <a:pt x="204512" y="450136"/>
                    <a:pt x="330197" y="450136"/>
                  </a:cubicBezTo>
                  <a:cubicBezTo>
                    <a:pt x="455882" y="450136"/>
                    <a:pt x="571033" y="405056"/>
                    <a:pt x="660417" y="330197"/>
                  </a:cubicBezTo>
                  <a:lnTo>
                    <a:pt x="330220" y="0"/>
                  </a:lnTo>
                  <a:close/>
                </a:path>
              </a:pathLst>
            </a:custGeom>
            <a:solidFill>
              <a:srgbClr val="26890D"/>
            </a:solidFill>
            <a:ln w="19050" cap="flat">
              <a:noFill/>
              <a:prstDash val="solid"/>
              <a:miter/>
            </a:ln>
          </p:spPr>
          <p:txBody>
            <a:bodyPr rtlCol="0" anchor="ctr"/>
            <a:lstStyle/>
            <a:p>
              <a:pPr>
                <a:defRPr/>
              </a:pPr>
              <a:endParaRPr lang="en-US" kern="0">
                <a:solidFill>
                  <a:prstClr val="black"/>
                </a:solidFill>
                <a:latin typeface="Aptos"/>
              </a:endParaRPr>
            </a:p>
          </p:txBody>
        </p:sp>
      </p:grpSp>
      <p:sp>
        <p:nvSpPr>
          <p:cNvPr id="202" name="Freeform: Shape 201">
            <a:extLst>
              <a:ext uri="{FF2B5EF4-FFF2-40B4-BE49-F238E27FC236}">
                <a16:creationId xmlns:a16="http://schemas.microsoft.com/office/drawing/2014/main" id="{D6AFD1D2-AF61-A620-2A40-15490BC64E30}"/>
              </a:ext>
            </a:extLst>
          </p:cNvPr>
          <p:cNvSpPr/>
          <p:nvPr/>
        </p:nvSpPr>
        <p:spPr>
          <a:xfrm>
            <a:off x="5848786" y="1810446"/>
            <a:ext cx="494234" cy="494235"/>
          </a:xfrm>
          <a:custGeom>
            <a:avLst/>
            <a:gdLst>
              <a:gd name="connsiteX0" fmla="*/ 427790 w 855580"/>
              <a:gd name="connsiteY0" fmla="*/ 855580 h 855580"/>
              <a:gd name="connsiteX1" fmla="*/ 125297 w 855580"/>
              <a:gd name="connsiteY1" fmla="*/ 730283 h 855580"/>
              <a:gd name="connsiteX2" fmla="*/ 0 w 855580"/>
              <a:gd name="connsiteY2" fmla="*/ 427790 h 855580"/>
              <a:gd name="connsiteX3" fmla="*/ 125297 w 855580"/>
              <a:gd name="connsiteY3" fmla="*/ 125298 h 855580"/>
              <a:gd name="connsiteX4" fmla="*/ 427790 w 855580"/>
              <a:gd name="connsiteY4" fmla="*/ 0 h 855580"/>
              <a:gd name="connsiteX5" fmla="*/ 730283 w 855580"/>
              <a:gd name="connsiteY5" fmla="*/ 125298 h 855580"/>
              <a:gd name="connsiteX6" fmla="*/ 855580 w 855580"/>
              <a:gd name="connsiteY6" fmla="*/ 427790 h 855580"/>
              <a:gd name="connsiteX7" fmla="*/ 730283 w 855580"/>
              <a:gd name="connsiteY7" fmla="*/ 730283 h 855580"/>
              <a:gd name="connsiteX8" fmla="*/ 427790 w 855580"/>
              <a:gd name="connsiteY8" fmla="*/ 855580 h 85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5580" h="855580">
                <a:moveTo>
                  <a:pt x="427790" y="855580"/>
                </a:moveTo>
                <a:cubicBezTo>
                  <a:pt x="313529" y="855580"/>
                  <a:pt x="206085" y="811094"/>
                  <a:pt x="125297" y="730283"/>
                </a:cubicBezTo>
                <a:cubicBezTo>
                  <a:pt x="44487" y="649495"/>
                  <a:pt x="0" y="542052"/>
                  <a:pt x="0" y="427790"/>
                </a:cubicBezTo>
                <a:cubicBezTo>
                  <a:pt x="0" y="313529"/>
                  <a:pt x="44487" y="206085"/>
                  <a:pt x="125297" y="125298"/>
                </a:cubicBezTo>
                <a:cubicBezTo>
                  <a:pt x="206108" y="44487"/>
                  <a:pt x="313529" y="0"/>
                  <a:pt x="427790" y="0"/>
                </a:cubicBezTo>
                <a:cubicBezTo>
                  <a:pt x="542051" y="0"/>
                  <a:pt x="649495" y="44487"/>
                  <a:pt x="730283" y="125298"/>
                </a:cubicBezTo>
                <a:cubicBezTo>
                  <a:pt x="811093" y="206108"/>
                  <a:pt x="855580" y="313529"/>
                  <a:pt x="855580" y="427790"/>
                </a:cubicBezTo>
                <a:cubicBezTo>
                  <a:pt x="855580" y="542052"/>
                  <a:pt x="811093" y="649495"/>
                  <a:pt x="730283" y="730283"/>
                </a:cubicBezTo>
                <a:cubicBezTo>
                  <a:pt x="649472" y="811094"/>
                  <a:pt x="542051" y="855580"/>
                  <a:pt x="427790" y="855580"/>
                </a:cubicBezTo>
                <a:close/>
              </a:path>
            </a:pathLst>
          </a:custGeom>
          <a:solidFill>
            <a:sysClr val="window" lastClr="FFFFFF"/>
          </a:solidFill>
          <a:ln w="2264" cap="flat">
            <a:noFill/>
            <a:prstDash val="solid"/>
            <a:miter/>
          </a:ln>
        </p:spPr>
        <p:txBody>
          <a:bodyPr rtlCol="0" anchor="ctr"/>
          <a:lstStyle/>
          <a:p>
            <a:pPr>
              <a:defRPr/>
            </a:pPr>
            <a:endParaRPr lang="en-US" kern="0">
              <a:solidFill>
                <a:prstClr val="black"/>
              </a:solidFill>
              <a:latin typeface="Aptos"/>
            </a:endParaRPr>
          </a:p>
        </p:txBody>
      </p:sp>
      <p:sp>
        <p:nvSpPr>
          <p:cNvPr id="203" name="Freeform: Shape 202">
            <a:extLst>
              <a:ext uri="{FF2B5EF4-FFF2-40B4-BE49-F238E27FC236}">
                <a16:creationId xmlns:a16="http://schemas.microsoft.com/office/drawing/2014/main" id="{0FA17BD8-2B8A-A12D-961F-AA2DE3E67391}"/>
              </a:ext>
            </a:extLst>
          </p:cNvPr>
          <p:cNvSpPr/>
          <p:nvPr/>
        </p:nvSpPr>
        <p:spPr>
          <a:xfrm>
            <a:off x="5747508" y="1710643"/>
            <a:ext cx="692615" cy="783371"/>
          </a:xfrm>
          <a:custGeom>
            <a:avLst/>
            <a:gdLst>
              <a:gd name="connsiteX0" fmla="*/ 1023404 w 1199002"/>
              <a:gd name="connsiteY0" fmla="*/ 1023404 h 1356109"/>
              <a:gd name="connsiteX1" fmla="*/ 1199002 w 1199002"/>
              <a:gd name="connsiteY1" fmla="*/ 599490 h 1356109"/>
              <a:gd name="connsiteX2" fmla="*/ 1023404 w 1199002"/>
              <a:gd name="connsiteY2" fmla="*/ 175576 h 1356109"/>
              <a:gd name="connsiteX3" fmla="*/ 599490 w 1199002"/>
              <a:gd name="connsiteY3" fmla="*/ 0 h 1356109"/>
              <a:gd name="connsiteX4" fmla="*/ 175599 w 1199002"/>
              <a:gd name="connsiteY4" fmla="*/ 175599 h 1356109"/>
              <a:gd name="connsiteX5" fmla="*/ 0 w 1199002"/>
              <a:gd name="connsiteY5" fmla="*/ 599490 h 1356109"/>
              <a:gd name="connsiteX6" fmla="*/ 22802 w 1199002"/>
              <a:gd name="connsiteY6" fmla="*/ 599490 h 1356109"/>
              <a:gd name="connsiteX7" fmla="*/ 599490 w 1199002"/>
              <a:gd name="connsiteY7" fmla="*/ 22802 h 1356109"/>
              <a:gd name="connsiteX8" fmla="*/ 1176178 w 1199002"/>
              <a:gd name="connsiteY8" fmla="*/ 599490 h 1356109"/>
              <a:gd name="connsiteX9" fmla="*/ 599490 w 1199002"/>
              <a:gd name="connsiteY9" fmla="*/ 1176178 h 1356109"/>
              <a:gd name="connsiteX10" fmla="*/ 588089 w 1199002"/>
              <a:gd name="connsiteY10" fmla="*/ 1176178 h 1356109"/>
              <a:gd name="connsiteX11" fmla="*/ 588089 w 1199002"/>
              <a:gd name="connsiteY11" fmla="*/ 1288136 h 1356109"/>
              <a:gd name="connsiteX12" fmla="*/ 564534 w 1199002"/>
              <a:gd name="connsiteY12" fmla="*/ 1321154 h 1356109"/>
              <a:gd name="connsiteX13" fmla="*/ 599490 w 1199002"/>
              <a:gd name="connsiteY13" fmla="*/ 1356109 h 1356109"/>
              <a:gd name="connsiteX14" fmla="*/ 634445 w 1199002"/>
              <a:gd name="connsiteY14" fmla="*/ 1321154 h 1356109"/>
              <a:gd name="connsiteX15" fmla="*/ 610891 w 1199002"/>
              <a:gd name="connsiteY15" fmla="*/ 1288136 h 1356109"/>
              <a:gd name="connsiteX16" fmla="*/ 610891 w 1199002"/>
              <a:gd name="connsiteY16" fmla="*/ 1198889 h 1356109"/>
              <a:gd name="connsiteX17" fmla="*/ 1023404 w 1199002"/>
              <a:gd name="connsiteY17" fmla="*/ 1023404 h 135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99002" h="1356109">
                <a:moveTo>
                  <a:pt x="1023404" y="1023404"/>
                </a:moveTo>
                <a:cubicBezTo>
                  <a:pt x="1136639" y="910169"/>
                  <a:pt x="1199002" y="759629"/>
                  <a:pt x="1199002" y="599490"/>
                </a:cubicBezTo>
                <a:cubicBezTo>
                  <a:pt x="1199002" y="439351"/>
                  <a:pt x="1136639" y="288811"/>
                  <a:pt x="1023404" y="175576"/>
                </a:cubicBezTo>
                <a:cubicBezTo>
                  <a:pt x="910168" y="62364"/>
                  <a:pt x="759629" y="0"/>
                  <a:pt x="599490" y="0"/>
                </a:cubicBezTo>
                <a:cubicBezTo>
                  <a:pt x="439351" y="0"/>
                  <a:pt x="288811" y="62364"/>
                  <a:pt x="175599" y="175599"/>
                </a:cubicBezTo>
                <a:cubicBezTo>
                  <a:pt x="62364" y="288811"/>
                  <a:pt x="0" y="439374"/>
                  <a:pt x="0" y="599490"/>
                </a:cubicBezTo>
                <a:lnTo>
                  <a:pt x="22802" y="599490"/>
                </a:lnTo>
                <a:cubicBezTo>
                  <a:pt x="22802" y="281515"/>
                  <a:pt x="281515" y="22802"/>
                  <a:pt x="599490" y="22802"/>
                </a:cubicBezTo>
                <a:cubicBezTo>
                  <a:pt x="917465" y="22802"/>
                  <a:pt x="1176178" y="281515"/>
                  <a:pt x="1176178" y="599490"/>
                </a:cubicBezTo>
                <a:cubicBezTo>
                  <a:pt x="1176178" y="917465"/>
                  <a:pt x="917465" y="1176178"/>
                  <a:pt x="599490" y="1176178"/>
                </a:cubicBezTo>
                <a:lnTo>
                  <a:pt x="588089" y="1176178"/>
                </a:lnTo>
                <a:lnTo>
                  <a:pt x="588089" y="1288136"/>
                </a:lnTo>
                <a:cubicBezTo>
                  <a:pt x="574385" y="1292856"/>
                  <a:pt x="564534" y="1305854"/>
                  <a:pt x="564534" y="1321154"/>
                </a:cubicBezTo>
                <a:cubicBezTo>
                  <a:pt x="564534" y="1340467"/>
                  <a:pt x="580176" y="1356109"/>
                  <a:pt x="599490" y="1356109"/>
                </a:cubicBezTo>
                <a:cubicBezTo>
                  <a:pt x="618803" y="1356109"/>
                  <a:pt x="634445" y="1340467"/>
                  <a:pt x="634445" y="1321154"/>
                </a:cubicBezTo>
                <a:cubicBezTo>
                  <a:pt x="634445" y="1305854"/>
                  <a:pt x="624595" y="1292856"/>
                  <a:pt x="610891" y="1288136"/>
                </a:cubicBezTo>
                <a:lnTo>
                  <a:pt x="610891" y="1198889"/>
                </a:lnTo>
                <a:cubicBezTo>
                  <a:pt x="766766" y="1195993"/>
                  <a:pt x="912859" y="1133949"/>
                  <a:pt x="1023404" y="1023404"/>
                </a:cubicBezTo>
                <a:close/>
              </a:path>
            </a:pathLst>
          </a:custGeom>
          <a:solidFill>
            <a:srgbClr val="26890D"/>
          </a:solidFill>
          <a:ln w="2264" cap="flat">
            <a:noFill/>
            <a:prstDash val="solid"/>
            <a:miter/>
          </a:ln>
        </p:spPr>
        <p:txBody>
          <a:bodyPr rtlCol="0" anchor="ctr"/>
          <a:lstStyle/>
          <a:p>
            <a:pPr>
              <a:defRPr/>
            </a:pPr>
            <a:endParaRPr lang="en-US" kern="0">
              <a:solidFill>
                <a:prstClr val="black"/>
              </a:solidFill>
              <a:latin typeface="Aptos"/>
            </a:endParaRPr>
          </a:p>
        </p:txBody>
      </p:sp>
      <p:grpSp>
        <p:nvGrpSpPr>
          <p:cNvPr id="204" name="Graphic 16">
            <a:extLst>
              <a:ext uri="{FF2B5EF4-FFF2-40B4-BE49-F238E27FC236}">
                <a16:creationId xmlns:a16="http://schemas.microsoft.com/office/drawing/2014/main" id="{349AEA5C-782A-A089-8736-6806392B7A53}"/>
              </a:ext>
            </a:extLst>
          </p:cNvPr>
          <p:cNvGrpSpPr/>
          <p:nvPr/>
        </p:nvGrpSpPr>
        <p:grpSpPr>
          <a:xfrm>
            <a:off x="8087389" y="1760274"/>
            <a:ext cx="594564" cy="594565"/>
            <a:chOff x="10328593" y="2172770"/>
            <a:chExt cx="1029263" cy="1029264"/>
          </a:xfrm>
          <a:solidFill>
            <a:srgbClr val="007CB0"/>
          </a:solidFill>
        </p:grpSpPr>
        <p:sp>
          <p:nvSpPr>
            <p:cNvPr id="205" name="Freeform: Shape 204">
              <a:extLst>
                <a:ext uri="{FF2B5EF4-FFF2-40B4-BE49-F238E27FC236}">
                  <a16:creationId xmlns:a16="http://schemas.microsoft.com/office/drawing/2014/main" id="{0CE66D88-3D28-6F42-6628-E78D14A6E5E1}"/>
                </a:ext>
              </a:extLst>
            </p:cNvPr>
            <p:cNvSpPr/>
            <p:nvPr/>
          </p:nvSpPr>
          <p:spPr>
            <a:xfrm>
              <a:off x="10328593" y="2172770"/>
              <a:ext cx="1029263" cy="844863"/>
            </a:xfrm>
            <a:custGeom>
              <a:avLst/>
              <a:gdLst>
                <a:gd name="connsiteX0" fmla="*/ 450159 w 1029263"/>
                <a:gd name="connsiteY0" fmla="*/ 514666 h 844863"/>
                <a:gd name="connsiteX1" fmla="*/ 514643 w 1029263"/>
                <a:gd name="connsiteY1" fmla="*/ 450159 h 844863"/>
                <a:gd name="connsiteX2" fmla="*/ 579128 w 1029263"/>
                <a:gd name="connsiteY2" fmla="*/ 514666 h 844863"/>
                <a:gd name="connsiteX3" fmla="*/ 909325 w 1029263"/>
                <a:gd name="connsiteY3" fmla="*/ 844863 h 844863"/>
                <a:gd name="connsiteX4" fmla="*/ 1029264 w 1029263"/>
                <a:gd name="connsiteY4" fmla="*/ 514643 h 844863"/>
                <a:gd name="connsiteX5" fmla="*/ 514620 w 1029263"/>
                <a:gd name="connsiteY5" fmla="*/ 0 h 844863"/>
                <a:gd name="connsiteX6" fmla="*/ 0 w 1029263"/>
                <a:gd name="connsiteY6" fmla="*/ 514643 h 844863"/>
                <a:gd name="connsiteX7" fmla="*/ 119939 w 1029263"/>
                <a:gd name="connsiteY7" fmla="*/ 844863 h 844863"/>
                <a:gd name="connsiteX8" fmla="*/ 450159 w 1029263"/>
                <a:gd name="connsiteY8" fmla="*/ 514666 h 844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263" h="844863">
                  <a:moveTo>
                    <a:pt x="450159" y="514666"/>
                  </a:moveTo>
                  <a:lnTo>
                    <a:pt x="514643" y="450159"/>
                  </a:lnTo>
                  <a:lnTo>
                    <a:pt x="579128" y="514666"/>
                  </a:lnTo>
                  <a:lnTo>
                    <a:pt x="909325" y="844863"/>
                  </a:lnTo>
                  <a:cubicBezTo>
                    <a:pt x="984184" y="755502"/>
                    <a:pt x="1029264" y="640351"/>
                    <a:pt x="1029264" y="514643"/>
                  </a:cubicBezTo>
                  <a:cubicBezTo>
                    <a:pt x="1029264" y="230415"/>
                    <a:pt x="798849" y="0"/>
                    <a:pt x="514620" y="0"/>
                  </a:cubicBezTo>
                  <a:cubicBezTo>
                    <a:pt x="230392" y="0"/>
                    <a:pt x="0" y="230415"/>
                    <a:pt x="0" y="514643"/>
                  </a:cubicBezTo>
                  <a:cubicBezTo>
                    <a:pt x="0" y="640329"/>
                    <a:pt x="45080" y="755479"/>
                    <a:pt x="119939" y="844863"/>
                  </a:cubicBezTo>
                  <a:lnTo>
                    <a:pt x="450159" y="514666"/>
                  </a:lnTo>
                  <a:close/>
                </a:path>
              </a:pathLst>
            </a:custGeom>
            <a:solidFill>
              <a:srgbClr val="26890D"/>
            </a:solidFill>
            <a:ln w="19050" cap="flat">
              <a:noFill/>
              <a:prstDash val="solid"/>
              <a:miter/>
            </a:ln>
          </p:spPr>
          <p:txBody>
            <a:bodyPr rtlCol="0" anchor="ctr"/>
            <a:lstStyle/>
            <a:p>
              <a:pPr>
                <a:defRPr/>
              </a:pPr>
              <a:endParaRPr lang="en-US" kern="0">
                <a:solidFill>
                  <a:prstClr val="black"/>
                </a:solidFill>
                <a:latin typeface="Aptos"/>
              </a:endParaRPr>
            </a:p>
          </p:txBody>
        </p:sp>
        <p:sp>
          <p:nvSpPr>
            <p:cNvPr id="206" name="Freeform: Shape 205">
              <a:extLst>
                <a:ext uri="{FF2B5EF4-FFF2-40B4-BE49-F238E27FC236}">
                  <a16:creationId xmlns:a16="http://schemas.microsoft.com/office/drawing/2014/main" id="{18BCC0DC-DE06-8966-F2E6-6121D6DA2E80}"/>
                </a:ext>
              </a:extLst>
            </p:cNvPr>
            <p:cNvSpPr/>
            <p:nvPr/>
          </p:nvSpPr>
          <p:spPr>
            <a:xfrm>
              <a:off x="10513016" y="2751898"/>
              <a:ext cx="660416" cy="450136"/>
            </a:xfrm>
            <a:custGeom>
              <a:avLst/>
              <a:gdLst>
                <a:gd name="connsiteX0" fmla="*/ 330220 w 660416"/>
                <a:gd name="connsiteY0" fmla="*/ 23 h 450136"/>
                <a:gd name="connsiteX1" fmla="*/ 0 w 660416"/>
                <a:gd name="connsiteY1" fmla="*/ 330220 h 450136"/>
                <a:gd name="connsiteX2" fmla="*/ 330197 w 660416"/>
                <a:gd name="connsiteY2" fmla="*/ 450136 h 450136"/>
                <a:gd name="connsiteX3" fmla="*/ 660417 w 660416"/>
                <a:gd name="connsiteY3" fmla="*/ 330197 h 450136"/>
                <a:gd name="connsiteX4" fmla="*/ 330220 w 660416"/>
                <a:gd name="connsiteY4" fmla="*/ 0 h 450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16" h="450136">
                  <a:moveTo>
                    <a:pt x="330220" y="23"/>
                  </a:moveTo>
                  <a:lnTo>
                    <a:pt x="0" y="330220"/>
                  </a:lnTo>
                  <a:cubicBezTo>
                    <a:pt x="89361" y="405056"/>
                    <a:pt x="204512" y="450136"/>
                    <a:pt x="330197" y="450136"/>
                  </a:cubicBezTo>
                  <a:cubicBezTo>
                    <a:pt x="455882" y="450136"/>
                    <a:pt x="571033" y="405056"/>
                    <a:pt x="660417" y="330197"/>
                  </a:cubicBezTo>
                  <a:lnTo>
                    <a:pt x="330220" y="0"/>
                  </a:lnTo>
                  <a:close/>
                </a:path>
              </a:pathLst>
            </a:custGeom>
            <a:solidFill>
              <a:srgbClr val="26890D"/>
            </a:solidFill>
            <a:ln w="19050" cap="flat">
              <a:noFill/>
              <a:prstDash val="solid"/>
              <a:miter/>
            </a:ln>
          </p:spPr>
          <p:txBody>
            <a:bodyPr rtlCol="0" anchor="ctr"/>
            <a:lstStyle/>
            <a:p>
              <a:pPr>
                <a:defRPr/>
              </a:pPr>
              <a:endParaRPr lang="en-US" kern="0">
                <a:solidFill>
                  <a:prstClr val="black"/>
                </a:solidFill>
                <a:latin typeface="Aptos"/>
              </a:endParaRPr>
            </a:p>
          </p:txBody>
        </p:sp>
      </p:grpSp>
      <p:sp>
        <p:nvSpPr>
          <p:cNvPr id="207" name="Freeform: Shape 206">
            <a:extLst>
              <a:ext uri="{FF2B5EF4-FFF2-40B4-BE49-F238E27FC236}">
                <a16:creationId xmlns:a16="http://schemas.microsoft.com/office/drawing/2014/main" id="{40692AF7-6883-AB3F-D7AD-901A6FD4D10D}"/>
              </a:ext>
            </a:extLst>
          </p:cNvPr>
          <p:cNvSpPr/>
          <p:nvPr/>
        </p:nvSpPr>
        <p:spPr>
          <a:xfrm>
            <a:off x="8137560" y="1810446"/>
            <a:ext cx="494234" cy="494235"/>
          </a:xfrm>
          <a:custGeom>
            <a:avLst/>
            <a:gdLst>
              <a:gd name="connsiteX0" fmla="*/ 427790 w 855580"/>
              <a:gd name="connsiteY0" fmla="*/ 855580 h 855580"/>
              <a:gd name="connsiteX1" fmla="*/ 125297 w 855580"/>
              <a:gd name="connsiteY1" fmla="*/ 730283 h 855580"/>
              <a:gd name="connsiteX2" fmla="*/ 0 w 855580"/>
              <a:gd name="connsiteY2" fmla="*/ 427790 h 855580"/>
              <a:gd name="connsiteX3" fmla="*/ 125297 w 855580"/>
              <a:gd name="connsiteY3" fmla="*/ 125298 h 855580"/>
              <a:gd name="connsiteX4" fmla="*/ 427790 w 855580"/>
              <a:gd name="connsiteY4" fmla="*/ 0 h 855580"/>
              <a:gd name="connsiteX5" fmla="*/ 730283 w 855580"/>
              <a:gd name="connsiteY5" fmla="*/ 125298 h 855580"/>
              <a:gd name="connsiteX6" fmla="*/ 855580 w 855580"/>
              <a:gd name="connsiteY6" fmla="*/ 427790 h 855580"/>
              <a:gd name="connsiteX7" fmla="*/ 730283 w 855580"/>
              <a:gd name="connsiteY7" fmla="*/ 730283 h 855580"/>
              <a:gd name="connsiteX8" fmla="*/ 427790 w 855580"/>
              <a:gd name="connsiteY8" fmla="*/ 855580 h 85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5580" h="855580">
                <a:moveTo>
                  <a:pt x="427790" y="855580"/>
                </a:moveTo>
                <a:cubicBezTo>
                  <a:pt x="313529" y="855580"/>
                  <a:pt x="206085" y="811094"/>
                  <a:pt x="125297" y="730283"/>
                </a:cubicBezTo>
                <a:cubicBezTo>
                  <a:pt x="44487" y="649495"/>
                  <a:pt x="0" y="542052"/>
                  <a:pt x="0" y="427790"/>
                </a:cubicBezTo>
                <a:cubicBezTo>
                  <a:pt x="0" y="313529"/>
                  <a:pt x="44487" y="206085"/>
                  <a:pt x="125297" y="125298"/>
                </a:cubicBezTo>
                <a:cubicBezTo>
                  <a:pt x="206108" y="44487"/>
                  <a:pt x="313529" y="0"/>
                  <a:pt x="427790" y="0"/>
                </a:cubicBezTo>
                <a:cubicBezTo>
                  <a:pt x="542051" y="0"/>
                  <a:pt x="649495" y="44487"/>
                  <a:pt x="730283" y="125298"/>
                </a:cubicBezTo>
                <a:cubicBezTo>
                  <a:pt x="811093" y="206108"/>
                  <a:pt x="855580" y="313529"/>
                  <a:pt x="855580" y="427790"/>
                </a:cubicBezTo>
                <a:cubicBezTo>
                  <a:pt x="855580" y="542052"/>
                  <a:pt x="811093" y="649495"/>
                  <a:pt x="730283" y="730283"/>
                </a:cubicBezTo>
                <a:cubicBezTo>
                  <a:pt x="649472" y="811094"/>
                  <a:pt x="542051" y="855580"/>
                  <a:pt x="427790" y="855580"/>
                </a:cubicBezTo>
                <a:close/>
              </a:path>
            </a:pathLst>
          </a:custGeom>
          <a:solidFill>
            <a:sysClr val="window" lastClr="FFFFFF"/>
          </a:solidFill>
          <a:ln w="2264" cap="flat">
            <a:noFill/>
            <a:prstDash val="solid"/>
            <a:miter/>
          </a:ln>
        </p:spPr>
        <p:txBody>
          <a:bodyPr rtlCol="0" anchor="ctr"/>
          <a:lstStyle/>
          <a:p>
            <a:pPr>
              <a:defRPr/>
            </a:pPr>
            <a:endParaRPr lang="en-US" kern="0">
              <a:solidFill>
                <a:prstClr val="black"/>
              </a:solidFill>
              <a:latin typeface="Aptos"/>
            </a:endParaRPr>
          </a:p>
        </p:txBody>
      </p:sp>
      <p:sp>
        <p:nvSpPr>
          <p:cNvPr id="208" name="Freeform: Shape 207">
            <a:extLst>
              <a:ext uri="{FF2B5EF4-FFF2-40B4-BE49-F238E27FC236}">
                <a16:creationId xmlns:a16="http://schemas.microsoft.com/office/drawing/2014/main" id="{C4BD02CD-EC9A-F27A-1A14-BD705A44897A}"/>
              </a:ext>
            </a:extLst>
          </p:cNvPr>
          <p:cNvSpPr/>
          <p:nvPr/>
        </p:nvSpPr>
        <p:spPr>
          <a:xfrm>
            <a:off x="8036282" y="1710643"/>
            <a:ext cx="692615" cy="783371"/>
          </a:xfrm>
          <a:custGeom>
            <a:avLst/>
            <a:gdLst>
              <a:gd name="connsiteX0" fmla="*/ 1023404 w 1199002"/>
              <a:gd name="connsiteY0" fmla="*/ 1023404 h 1356109"/>
              <a:gd name="connsiteX1" fmla="*/ 1199002 w 1199002"/>
              <a:gd name="connsiteY1" fmla="*/ 599490 h 1356109"/>
              <a:gd name="connsiteX2" fmla="*/ 1023404 w 1199002"/>
              <a:gd name="connsiteY2" fmla="*/ 175576 h 1356109"/>
              <a:gd name="connsiteX3" fmla="*/ 599490 w 1199002"/>
              <a:gd name="connsiteY3" fmla="*/ 0 h 1356109"/>
              <a:gd name="connsiteX4" fmla="*/ 175599 w 1199002"/>
              <a:gd name="connsiteY4" fmla="*/ 175599 h 1356109"/>
              <a:gd name="connsiteX5" fmla="*/ 0 w 1199002"/>
              <a:gd name="connsiteY5" fmla="*/ 599490 h 1356109"/>
              <a:gd name="connsiteX6" fmla="*/ 22802 w 1199002"/>
              <a:gd name="connsiteY6" fmla="*/ 599490 h 1356109"/>
              <a:gd name="connsiteX7" fmla="*/ 599490 w 1199002"/>
              <a:gd name="connsiteY7" fmla="*/ 22802 h 1356109"/>
              <a:gd name="connsiteX8" fmla="*/ 1176178 w 1199002"/>
              <a:gd name="connsiteY8" fmla="*/ 599490 h 1356109"/>
              <a:gd name="connsiteX9" fmla="*/ 599490 w 1199002"/>
              <a:gd name="connsiteY9" fmla="*/ 1176178 h 1356109"/>
              <a:gd name="connsiteX10" fmla="*/ 588089 w 1199002"/>
              <a:gd name="connsiteY10" fmla="*/ 1176178 h 1356109"/>
              <a:gd name="connsiteX11" fmla="*/ 588089 w 1199002"/>
              <a:gd name="connsiteY11" fmla="*/ 1288136 h 1356109"/>
              <a:gd name="connsiteX12" fmla="*/ 564534 w 1199002"/>
              <a:gd name="connsiteY12" fmla="*/ 1321154 h 1356109"/>
              <a:gd name="connsiteX13" fmla="*/ 599490 w 1199002"/>
              <a:gd name="connsiteY13" fmla="*/ 1356109 h 1356109"/>
              <a:gd name="connsiteX14" fmla="*/ 634445 w 1199002"/>
              <a:gd name="connsiteY14" fmla="*/ 1321154 h 1356109"/>
              <a:gd name="connsiteX15" fmla="*/ 610891 w 1199002"/>
              <a:gd name="connsiteY15" fmla="*/ 1288136 h 1356109"/>
              <a:gd name="connsiteX16" fmla="*/ 610891 w 1199002"/>
              <a:gd name="connsiteY16" fmla="*/ 1198889 h 1356109"/>
              <a:gd name="connsiteX17" fmla="*/ 1023404 w 1199002"/>
              <a:gd name="connsiteY17" fmla="*/ 1023404 h 135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99002" h="1356109">
                <a:moveTo>
                  <a:pt x="1023404" y="1023404"/>
                </a:moveTo>
                <a:cubicBezTo>
                  <a:pt x="1136639" y="910169"/>
                  <a:pt x="1199002" y="759629"/>
                  <a:pt x="1199002" y="599490"/>
                </a:cubicBezTo>
                <a:cubicBezTo>
                  <a:pt x="1199002" y="439351"/>
                  <a:pt x="1136639" y="288811"/>
                  <a:pt x="1023404" y="175576"/>
                </a:cubicBezTo>
                <a:cubicBezTo>
                  <a:pt x="910168" y="62364"/>
                  <a:pt x="759629" y="0"/>
                  <a:pt x="599490" y="0"/>
                </a:cubicBezTo>
                <a:cubicBezTo>
                  <a:pt x="439351" y="0"/>
                  <a:pt x="288811" y="62364"/>
                  <a:pt x="175599" y="175599"/>
                </a:cubicBezTo>
                <a:cubicBezTo>
                  <a:pt x="62364" y="288811"/>
                  <a:pt x="0" y="439374"/>
                  <a:pt x="0" y="599490"/>
                </a:cubicBezTo>
                <a:lnTo>
                  <a:pt x="22802" y="599490"/>
                </a:lnTo>
                <a:cubicBezTo>
                  <a:pt x="22802" y="281515"/>
                  <a:pt x="281515" y="22802"/>
                  <a:pt x="599490" y="22802"/>
                </a:cubicBezTo>
                <a:cubicBezTo>
                  <a:pt x="917465" y="22802"/>
                  <a:pt x="1176178" y="281515"/>
                  <a:pt x="1176178" y="599490"/>
                </a:cubicBezTo>
                <a:cubicBezTo>
                  <a:pt x="1176178" y="917465"/>
                  <a:pt x="917465" y="1176178"/>
                  <a:pt x="599490" y="1176178"/>
                </a:cubicBezTo>
                <a:lnTo>
                  <a:pt x="588089" y="1176178"/>
                </a:lnTo>
                <a:lnTo>
                  <a:pt x="588089" y="1288136"/>
                </a:lnTo>
                <a:cubicBezTo>
                  <a:pt x="574385" y="1292856"/>
                  <a:pt x="564534" y="1305854"/>
                  <a:pt x="564534" y="1321154"/>
                </a:cubicBezTo>
                <a:cubicBezTo>
                  <a:pt x="564534" y="1340467"/>
                  <a:pt x="580176" y="1356109"/>
                  <a:pt x="599490" y="1356109"/>
                </a:cubicBezTo>
                <a:cubicBezTo>
                  <a:pt x="618803" y="1356109"/>
                  <a:pt x="634445" y="1340467"/>
                  <a:pt x="634445" y="1321154"/>
                </a:cubicBezTo>
                <a:cubicBezTo>
                  <a:pt x="634445" y="1305854"/>
                  <a:pt x="624595" y="1292856"/>
                  <a:pt x="610891" y="1288136"/>
                </a:cubicBezTo>
                <a:lnTo>
                  <a:pt x="610891" y="1198889"/>
                </a:lnTo>
                <a:cubicBezTo>
                  <a:pt x="766766" y="1195993"/>
                  <a:pt x="912859" y="1133949"/>
                  <a:pt x="1023404" y="1023404"/>
                </a:cubicBezTo>
                <a:close/>
              </a:path>
            </a:pathLst>
          </a:custGeom>
          <a:solidFill>
            <a:srgbClr val="26890D"/>
          </a:solidFill>
          <a:ln w="2264" cap="flat">
            <a:noFill/>
            <a:prstDash val="solid"/>
            <a:miter/>
          </a:ln>
        </p:spPr>
        <p:txBody>
          <a:bodyPr rtlCol="0" anchor="ctr"/>
          <a:lstStyle/>
          <a:p>
            <a:pPr>
              <a:defRPr/>
            </a:pPr>
            <a:endParaRPr lang="en-US" kern="0">
              <a:solidFill>
                <a:prstClr val="black"/>
              </a:solidFill>
              <a:latin typeface="Aptos"/>
            </a:endParaRPr>
          </a:p>
        </p:txBody>
      </p:sp>
      <p:grpSp>
        <p:nvGrpSpPr>
          <p:cNvPr id="209" name="Graphic 16">
            <a:extLst>
              <a:ext uri="{FF2B5EF4-FFF2-40B4-BE49-F238E27FC236}">
                <a16:creationId xmlns:a16="http://schemas.microsoft.com/office/drawing/2014/main" id="{00C1A379-07F2-D6BB-5C97-8B34508F33F2}"/>
              </a:ext>
            </a:extLst>
          </p:cNvPr>
          <p:cNvGrpSpPr/>
          <p:nvPr/>
        </p:nvGrpSpPr>
        <p:grpSpPr>
          <a:xfrm>
            <a:off x="10376165" y="1760274"/>
            <a:ext cx="594564" cy="594565"/>
            <a:chOff x="10328593" y="2172770"/>
            <a:chExt cx="1029263" cy="1029264"/>
          </a:xfrm>
          <a:solidFill>
            <a:srgbClr val="007CB0"/>
          </a:solidFill>
        </p:grpSpPr>
        <p:sp>
          <p:nvSpPr>
            <p:cNvPr id="210" name="Freeform: Shape 209">
              <a:extLst>
                <a:ext uri="{FF2B5EF4-FFF2-40B4-BE49-F238E27FC236}">
                  <a16:creationId xmlns:a16="http://schemas.microsoft.com/office/drawing/2014/main" id="{7C917D45-B32C-E30D-ADD6-759D256DB323}"/>
                </a:ext>
              </a:extLst>
            </p:cNvPr>
            <p:cNvSpPr/>
            <p:nvPr/>
          </p:nvSpPr>
          <p:spPr>
            <a:xfrm>
              <a:off x="10328593" y="2172770"/>
              <a:ext cx="1029263" cy="844863"/>
            </a:xfrm>
            <a:custGeom>
              <a:avLst/>
              <a:gdLst>
                <a:gd name="connsiteX0" fmla="*/ 450159 w 1029263"/>
                <a:gd name="connsiteY0" fmla="*/ 514666 h 844863"/>
                <a:gd name="connsiteX1" fmla="*/ 514643 w 1029263"/>
                <a:gd name="connsiteY1" fmla="*/ 450159 h 844863"/>
                <a:gd name="connsiteX2" fmla="*/ 579128 w 1029263"/>
                <a:gd name="connsiteY2" fmla="*/ 514666 h 844863"/>
                <a:gd name="connsiteX3" fmla="*/ 909325 w 1029263"/>
                <a:gd name="connsiteY3" fmla="*/ 844863 h 844863"/>
                <a:gd name="connsiteX4" fmla="*/ 1029264 w 1029263"/>
                <a:gd name="connsiteY4" fmla="*/ 514643 h 844863"/>
                <a:gd name="connsiteX5" fmla="*/ 514620 w 1029263"/>
                <a:gd name="connsiteY5" fmla="*/ 0 h 844863"/>
                <a:gd name="connsiteX6" fmla="*/ 0 w 1029263"/>
                <a:gd name="connsiteY6" fmla="*/ 514643 h 844863"/>
                <a:gd name="connsiteX7" fmla="*/ 119939 w 1029263"/>
                <a:gd name="connsiteY7" fmla="*/ 844863 h 844863"/>
                <a:gd name="connsiteX8" fmla="*/ 450159 w 1029263"/>
                <a:gd name="connsiteY8" fmla="*/ 514666 h 844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263" h="844863">
                  <a:moveTo>
                    <a:pt x="450159" y="514666"/>
                  </a:moveTo>
                  <a:lnTo>
                    <a:pt x="514643" y="450159"/>
                  </a:lnTo>
                  <a:lnTo>
                    <a:pt x="579128" y="514666"/>
                  </a:lnTo>
                  <a:lnTo>
                    <a:pt x="909325" y="844863"/>
                  </a:lnTo>
                  <a:cubicBezTo>
                    <a:pt x="984184" y="755502"/>
                    <a:pt x="1029264" y="640351"/>
                    <a:pt x="1029264" y="514643"/>
                  </a:cubicBezTo>
                  <a:cubicBezTo>
                    <a:pt x="1029264" y="230415"/>
                    <a:pt x="798849" y="0"/>
                    <a:pt x="514620" y="0"/>
                  </a:cubicBezTo>
                  <a:cubicBezTo>
                    <a:pt x="230392" y="0"/>
                    <a:pt x="0" y="230415"/>
                    <a:pt x="0" y="514643"/>
                  </a:cubicBezTo>
                  <a:cubicBezTo>
                    <a:pt x="0" y="640329"/>
                    <a:pt x="45080" y="755479"/>
                    <a:pt x="119939" y="844863"/>
                  </a:cubicBezTo>
                  <a:lnTo>
                    <a:pt x="450159" y="514666"/>
                  </a:lnTo>
                  <a:close/>
                </a:path>
              </a:pathLst>
            </a:custGeom>
            <a:solidFill>
              <a:srgbClr val="26890D"/>
            </a:solidFill>
            <a:ln w="19050" cap="flat">
              <a:noFill/>
              <a:prstDash val="solid"/>
              <a:miter/>
            </a:ln>
          </p:spPr>
          <p:txBody>
            <a:bodyPr rtlCol="0" anchor="ctr"/>
            <a:lstStyle/>
            <a:p>
              <a:pPr>
                <a:defRPr/>
              </a:pPr>
              <a:endParaRPr lang="en-US" kern="0">
                <a:solidFill>
                  <a:prstClr val="black"/>
                </a:solidFill>
                <a:latin typeface="Aptos"/>
              </a:endParaRPr>
            </a:p>
          </p:txBody>
        </p:sp>
        <p:sp>
          <p:nvSpPr>
            <p:cNvPr id="211" name="Freeform: Shape 210">
              <a:extLst>
                <a:ext uri="{FF2B5EF4-FFF2-40B4-BE49-F238E27FC236}">
                  <a16:creationId xmlns:a16="http://schemas.microsoft.com/office/drawing/2014/main" id="{AFFCEE2A-139F-974E-CA9E-B7FA754C8C17}"/>
                </a:ext>
              </a:extLst>
            </p:cNvPr>
            <p:cNvSpPr/>
            <p:nvPr/>
          </p:nvSpPr>
          <p:spPr>
            <a:xfrm>
              <a:off x="10513016" y="2751898"/>
              <a:ext cx="660416" cy="450136"/>
            </a:xfrm>
            <a:custGeom>
              <a:avLst/>
              <a:gdLst>
                <a:gd name="connsiteX0" fmla="*/ 330220 w 660416"/>
                <a:gd name="connsiteY0" fmla="*/ 23 h 450136"/>
                <a:gd name="connsiteX1" fmla="*/ 0 w 660416"/>
                <a:gd name="connsiteY1" fmla="*/ 330220 h 450136"/>
                <a:gd name="connsiteX2" fmla="*/ 330197 w 660416"/>
                <a:gd name="connsiteY2" fmla="*/ 450136 h 450136"/>
                <a:gd name="connsiteX3" fmla="*/ 660417 w 660416"/>
                <a:gd name="connsiteY3" fmla="*/ 330197 h 450136"/>
                <a:gd name="connsiteX4" fmla="*/ 330220 w 660416"/>
                <a:gd name="connsiteY4" fmla="*/ 0 h 450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16" h="450136">
                  <a:moveTo>
                    <a:pt x="330220" y="23"/>
                  </a:moveTo>
                  <a:lnTo>
                    <a:pt x="0" y="330220"/>
                  </a:lnTo>
                  <a:cubicBezTo>
                    <a:pt x="89361" y="405056"/>
                    <a:pt x="204512" y="450136"/>
                    <a:pt x="330197" y="450136"/>
                  </a:cubicBezTo>
                  <a:cubicBezTo>
                    <a:pt x="455882" y="450136"/>
                    <a:pt x="571033" y="405056"/>
                    <a:pt x="660417" y="330197"/>
                  </a:cubicBezTo>
                  <a:lnTo>
                    <a:pt x="330220" y="0"/>
                  </a:lnTo>
                  <a:close/>
                </a:path>
              </a:pathLst>
            </a:custGeom>
            <a:solidFill>
              <a:srgbClr val="26890D"/>
            </a:solidFill>
            <a:ln w="19050" cap="flat">
              <a:noFill/>
              <a:prstDash val="solid"/>
              <a:miter/>
            </a:ln>
          </p:spPr>
          <p:txBody>
            <a:bodyPr rtlCol="0" anchor="ctr"/>
            <a:lstStyle/>
            <a:p>
              <a:pPr>
                <a:defRPr/>
              </a:pPr>
              <a:endParaRPr lang="en-US" kern="0">
                <a:solidFill>
                  <a:prstClr val="black"/>
                </a:solidFill>
                <a:latin typeface="Aptos"/>
              </a:endParaRPr>
            </a:p>
          </p:txBody>
        </p:sp>
      </p:grpSp>
      <p:sp>
        <p:nvSpPr>
          <p:cNvPr id="212" name="Freeform: Shape 211">
            <a:extLst>
              <a:ext uri="{FF2B5EF4-FFF2-40B4-BE49-F238E27FC236}">
                <a16:creationId xmlns:a16="http://schemas.microsoft.com/office/drawing/2014/main" id="{A747B838-C44D-4DF8-BFE4-27D8A31A3AB2}"/>
              </a:ext>
            </a:extLst>
          </p:cNvPr>
          <p:cNvSpPr/>
          <p:nvPr/>
        </p:nvSpPr>
        <p:spPr>
          <a:xfrm>
            <a:off x="10426336" y="1810446"/>
            <a:ext cx="494234" cy="494235"/>
          </a:xfrm>
          <a:custGeom>
            <a:avLst/>
            <a:gdLst>
              <a:gd name="connsiteX0" fmla="*/ 427790 w 855580"/>
              <a:gd name="connsiteY0" fmla="*/ 855580 h 855580"/>
              <a:gd name="connsiteX1" fmla="*/ 125297 w 855580"/>
              <a:gd name="connsiteY1" fmla="*/ 730283 h 855580"/>
              <a:gd name="connsiteX2" fmla="*/ 0 w 855580"/>
              <a:gd name="connsiteY2" fmla="*/ 427790 h 855580"/>
              <a:gd name="connsiteX3" fmla="*/ 125297 w 855580"/>
              <a:gd name="connsiteY3" fmla="*/ 125298 h 855580"/>
              <a:gd name="connsiteX4" fmla="*/ 427790 w 855580"/>
              <a:gd name="connsiteY4" fmla="*/ 0 h 855580"/>
              <a:gd name="connsiteX5" fmla="*/ 730283 w 855580"/>
              <a:gd name="connsiteY5" fmla="*/ 125298 h 855580"/>
              <a:gd name="connsiteX6" fmla="*/ 855580 w 855580"/>
              <a:gd name="connsiteY6" fmla="*/ 427790 h 855580"/>
              <a:gd name="connsiteX7" fmla="*/ 730283 w 855580"/>
              <a:gd name="connsiteY7" fmla="*/ 730283 h 855580"/>
              <a:gd name="connsiteX8" fmla="*/ 427790 w 855580"/>
              <a:gd name="connsiteY8" fmla="*/ 855580 h 85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5580" h="855580">
                <a:moveTo>
                  <a:pt x="427790" y="855580"/>
                </a:moveTo>
                <a:cubicBezTo>
                  <a:pt x="313529" y="855580"/>
                  <a:pt x="206085" y="811094"/>
                  <a:pt x="125297" y="730283"/>
                </a:cubicBezTo>
                <a:cubicBezTo>
                  <a:pt x="44487" y="649495"/>
                  <a:pt x="0" y="542052"/>
                  <a:pt x="0" y="427790"/>
                </a:cubicBezTo>
                <a:cubicBezTo>
                  <a:pt x="0" y="313529"/>
                  <a:pt x="44487" y="206085"/>
                  <a:pt x="125297" y="125298"/>
                </a:cubicBezTo>
                <a:cubicBezTo>
                  <a:pt x="206108" y="44487"/>
                  <a:pt x="313529" y="0"/>
                  <a:pt x="427790" y="0"/>
                </a:cubicBezTo>
                <a:cubicBezTo>
                  <a:pt x="542051" y="0"/>
                  <a:pt x="649495" y="44487"/>
                  <a:pt x="730283" y="125298"/>
                </a:cubicBezTo>
                <a:cubicBezTo>
                  <a:pt x="811093" y="206108"/>
                  <a:pt x="855580" y="313529"/>
                  <a:pt x="855580" y="427790"/>
                </a:cubicBezTo>
                <a:cubicBezTo>
                  <a:pt x="855580" y="542052"/>
                  <a:pt x="811093" y="649495"/>
                  <a:pt x="730283" y="730283"/>
                </a:cubicBezTo>
                <a:cubicBezTo>
                  <a:pt x="649472" y="811094"/>
                  <a:pt x="542051" y="855580"/>
                  <a:pt x="427790" y="855580"/>
                </a:cubicBezTo>
                <a:close/>
              </a:path>
            </a:pathLst>
          </a:custGeom>
          <a:solidFill>
            <a:sysClr val="window" lastClr="FFFFFF"/>
          </a:solidFill>
          <a:ln w="2264" cap="flat">
            <a:noFill/>
            <a:prstDash val="solid"/>
            <a:miter/>
          </a:ln>
        </p:spPr>
        <p:txBody>
          <a:bodyPr rtlCol="0" anchor="ctr"/>
          <a:lstStyle/>
          <a:p>
            <a:pPr>
              <a:defRPr/>
            </a:pPr>
            <a:endParaRPr lang="en-US" kern="0">
              <a:solidFill>
                <a:prstClr val="black"/>
              </a:solidFill>
              <a:latin typeface="Aptos"/>
            </a:endParaRPr>
          </a:p>
        </p:txBody>
      </p:sp>
      <p:sp>
        <p:nvSpPr>
          <p:cNvPr id="213" name="Freeform: Shape 212">
            <a:extLst>
              <a:ext uri="{FF2B5EF4-FFF2-40B4-BE49-F238E27FC236}">
                <a16:creationId xmlns:a16="http://schemas.microsoft.com/office/drawing/2014/main" id="{1F8939A4-31E8-F241-AE10-B60C6991E19B}"/>
              </a:ext>
            </a:extLst>
          </p:cNvPr>
          <p:cNvSpPr/>
          <p:nvPr/>
        </p:nvSpPr>
        <p:spPr>
          <a:xfrm>
            <a:off x="10325058" y="1710643"/>
            <a:ext cx="692615" cy="783371"/>
          </a:xfrm>
          <a:custGeom>
            <a:avLst/>
            <a:gdLst>
              <a:gd name="connsiteX0" fmla="*/ 1023404 w 1199002"/>
              <a:gd name="connsiteY0" fmla="*/ 1023404 h 1356109"/>
              <a:gd name="connsiteX1" fmla="*/ 1199002 w 1199002"/>
              <a:gd name="connsiteY1" fmla="*/ 599490 h 1356109"/>
              <a:gd name="connsiteX2" fmla="*/ 1023404 w 1199002"/>
              <a:gd name="connsiteY2" fmla="*/ 175576 h 1356109"/>
              <a:gd name="connsiteX3" fmla="*/ 599490 w 1199002"/>
              <a:gd name="connsiteY3" fmla="*/ 0 h 1356109"/>
              <a:gd name="connsiteX4" fmla="*/ 175599 w 1199002"/>
              <a:gd name="connsiteY4" fmla="*/ 175599 h 1356109"/>
              <a:gd name="connsiteX5" fmla="*/ 0 w 1199002"/>
              <a:gd name="connsiteY5" fmla="*/ 599490 h 1356109"/>
              <a:gd name="connsiteX6" fmla="*/ 22802 w 1199002"/>
              <a:gd name="connsiteY6" fmla="*/ 599490 h 1356109"/>
              <a:gd name="connsiteX7" fmla="*/ 599490 w 1199002"/>
              <a:gd name="connsiteY7" fmla="*/ 22802 h 1356109"/>
              <a:gd name="connsiteX8" fmla="*/ 1176178 w 1199002"/>
              <a:gd name="connsiteY8" fmla="*/ 599490 h 1356109"/>
              <a:gd name="connsiteX9" fmla="*/ 599490 w 1199002"/>
              <a:gd name="connsiteY9" fmla="*/ 1176178 h 1356109"/>
              <a:gd name="connsiteX10" fmla="*/ 588089 w 1199002"/>
              <a:gd name="connsiteY10" fmla="*/ 1176178 h 1356109"/>
              <a:gd name="connsiteX11" fmla="*/ 588089 w 1199002"/>
              <a:gd name="connsiteY11" fmla="*/ 1288136 h 1356109"/>
              <a:gd name="connsiteX12" fmla="*/ 564534 w 1199002"/>
              <a:gd name="connsiteY12" fmla="*/ 1321154 h 1356109"/>
              <a:gd name="connsiteX13" fmla="*/ 599490 w 1199002"/>
              <a:gd name="connsiteY13" fmla="*/ 1356109 h 1356109"/>
              <a:gd name="connsiteX14" fmla="*/ 634445 w 1199002"/>
              <a:gd name="connsiteY14" fmla="*/ 1321154 h 1356109"/>
              <a:gd name="connsiteX15" fmla="*/ 610891 w 1199002"/>
              <a:gd name="connsiteY15" fmla="*/ 1288136 h 1356109"/>
              <a:gd name="connsiteX16" fmla="*/ 610891 w 1199002"/>
              <a:gd name="connsiteY16" fmla="*/ 1198889 h 1356109"/>
              <a:gd name="connsiteX17" fmla="*/ 1023404 w 1199002"/>
              <a:gd name="connsiteY17" fmla="*/ 1023404 h 135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99002" h="1356109">
                <a:moveTo>
                  <a:pt x="1023404" y="1023404"/>
                </a:moveTo>
                <a:cubicBezTo>
                  <a:pt x="1136639" y="910169"/>
                  <a:pt x="1199002" y="759629"/>
                  <a:pt x="1199002" y="599490"/>
                </a:cubicBezTo>
                <a:cubicBezTo>
                  <a:pt x="1199002" y="439351"/>
                  <a:pt x="1136639" y="288811"/>
                  <a:pt x="1023404" y="175576"/>
                </a:cubicBezTo>
                <a:cubicBezTo>
                  <a:pt x="910168" y="62364"/>
                  <a:pt x="759629" y="0"/>
                  <a:pt x="599490" y="0"/>
                </a:cubicBezTo>
                <a:cubicBezTo>
                  <a:pt x="439351" y="0"/>
                  <a:pt x="288811" y="62364"/>
                  <a:pt x="175599" y="175599"/>
                </a:cubicBezTo>
                <a:cubicBezTo>
                  <a:pt x="62364" y="288811"/>
                  <a:pt x="0" y="439374"/>
                  <a:pt x="0" y="599490"/>
                </a:cubicBezTo>
                <a:lnTo>
                  <a:pt x="22802" y="599490"/>
                </a:lnTo>
                <a:cubicBezTo>
                  <a:pt x="22802" y="281515"/>
                  <a:pt x="281515" y="22802"/>
                  <a:pt x="599490" y="22802"/>
                </a:cubicBezTo>
                <a:cubicBezTo>
                  <a:pt x="917465" y="22802"/>
                  <a:pt x="1176178" y="281515"/>
                  <a:pt x="1176178" y="599490"/>
                </a:cubicBezTo>
                <a:cubicBezTo>
                  <a:pt x="1176178" y="917465"/>
                  <a:pt x="917465" y="1176178"/>
                  <a:pt x="599490" y="1176178"/>
                </a:cubicBezTo>
                <a:lnTo>
                  <a:pt x="588089" y="1176178"/>
                </a:lnTo>
                <a:lnTo>
                  <a:pt x="588089" y="1288136"/>
                </a:lnTo>
                <a:cubicBezTo>
                  <a:pt x="574385" y="1292856"/>
                  <a:pt x="564534" y="1305854"/>
                  <a:pt x="564534" y="1321154"/>
                </a:cubicBezTo>
                <a:cubicBezTo>
                  <a:pt x="564534" y="1340467"/>
                  <a:pt x="580176" y="1356109"/>
                  <a:pt x="599490" y="1356109"/>
                </a:cubicBezTo>
                <a:cubicBezTo>
                  <a:pt x="618803" y="1356109"/>
                  <a:pt x="634445" y="1340467"/>
                  <a:pt x="634445" y="1321154"/>
                </a:cubicBezTo>
                <a:cubicBezTo>
                  <a:pt x="634445" y="1305854"/>
                  <a:pt x="624595" y="1292856"/>
                  <a:pt x="610891" y="1288136"/>
                </a:cubicBezTo>
                <a:lnTo>
                  <a:pt x="610891" y="1198889"/>
                </a:lnTo>
                <a:cubicBezTo>
                  <a:pt x="766766" y="1195993"/>
                  <a:pt x="912859" y="1133949"/>
                  <a:pt x="1023404" y="1023404"/>
                </a:cubicBezTo>
                <a:close/>
              </a:path>
            </a:pathLst>
          </a:custGeom>
          <a:solidFill>
            <a:srgbClr val="26890D"/>
          </a:solidFill>
          <a:ln w="2264" cap="flat">
            <a:noFill/>
            <a:prstDash val="solid"/>
            <a:miter/>
          </a:ln>
        </p:spPr>
        <p:txBody>
          <a:bodyPr rtlCol="0" anchor="ctr"/>
          <a:lstStyle/>
          <a:p>
            <a:pPr>
              <a:defRPr/>
            </a:pPr>
            <a:endParaRPr lang="en-US" kern="0">
              <a:solidFill>
                <a:prstClr val="black"/>
              </a:solidFill>
              <a:latin typeface="Aptos"/>
            </a:endParaRPr>
          </a:p>
        </p:txBody>
      </p:sp>
      <p:grpSp>
        <p:nvGrpSpPr>
          <p:cNvPr id="214" name="Group 213">
            <a:extLst>
              <a:ext uri="{FF2B5EF4-FFF2-40B4-BE49-F238E27FC236}">
                <a16:creationId xmlns:a16="http://schemas.microsoft.com/office/drawing/2014/main" id="{C78B98A3-8A17-ACA9-24D7-99F01D66790B}"/>
              </a:ext>
            </a:extLst>
          </p:cNvPr>
          <p:cNvGrpSpPr/>
          <p:nvPr/>
        </p:nvGrpSpPr>
        <p:grpSpPr>
          <a:xfrm>
            <a:off x="1294321" y="1833528"/>
            <a:ext cx="448056" cy="448056"/>
            <a:chOff x="1194293" y="1860277"/>
            <a:chExt cx="448056" cy="448056"/>
          </a:xfrm>
        </p:grpSpPr>
        <p:sp>
          <p:nvSpPr>
            <p:cNvPr id="215" name="Graphic 4">
              <a:extLst>
                <a:ext uri="{FF2B5EF4-FFF2-40B4-BE49-F238E27FC236}">
                  <a16:creationId xmlns:a16="http://schemas.microsoft.com/office/drawing/2014/main" id="{88E5E80D-6233-43A8-902E-74C0746B3D53}"/>
                </a:ext>
              </a:extLst>
            </p:cNvPr>
            <p:cNvSpPr/>
            <p:nvPr/>
          </p:nvSpPr>
          <p:spPr>
            <a:xfrm>
              <a:off x="1293245" y="2036807"/>
              <a:ext cx="214634" cy="154220"/>
            </a:xfrm>
            <a:custGeom>
              <a:avLst/>
              <a:gdLst>
                <a:gd name="connsiteX0" fmla="*/ 137384 w 173254"/>
                <a:gd name="connsiteY0" fmla="*/ 31281 h 124370"/>
                <a:gd name="connsiteX1" fmla="*/ 53675 w 173254"/>
                <a:gd name="connsiteY1" fmla="*/ 45326 h 124370"/>
                <a:gd name="connsiteX2" fmla="*/ 30033 w 173254"/>
                <a:gd name="connsiteY2" fmla="*/ 33197 h 124370"/>
                <a:gd name="connsiteX3" fmla="*/ 42812 w 173254"/>
                <a:gd name="connsiteY3" fmla="*/ 5107 h 124370"/>
                <a:gd name="connsiteX4" fmla="*/ 51759 w 173254"/>
                <a:gd name="connsiteY4" fmla="*/ 0 h 124370"/>
                <a:gd name="connsiteX5" fmla="*/ 0 w 173254"/>
                <a:gd name="connsiteY5" fmla="*/ 0 h 124370"/>
                <a:gd name="connsiteX6" fmla="*/ 0 w 173254"/>
                <a:gd name="connsiteY6" fmla="*/ 75331 h 124370"/>
                <a:gd name="connsiteX7" fmla="*/ 17892 w 173254"/>
                <a:gd name="connsiteY7" fmla="*/ 75331 h 124370"/>
                <a:gd name="connsiteX8" fmla="*/ 23643 w 173254"/>
                <a:gd name="connsiteY8" fmla="*/ 78523 h 124370"/>
                <a:gd name="connsiteX9" fmla="*/ 47925 w 173254"/>
                <a:gd name="connsiteY9" fmla="*/ 118742 h 124370"/>
                <a:gd name="connsiteX10" fmla="*/ 60065 w 173254"/>
                <a:gd name="connsiteY10" fmla="*/ 123849 h 124370"/>
                <a:gd name="connsiteX11" fmla="*/ 65177 w 173254"/>
                <a:gd name="connsiteY11" fmla="*/ 111720 h 124370"/>
                <a:gd name="connsiteX12" fmla="*/ 58787 w 173254"/>
                <a:gd name="connsiteY12" fmla="*/ 100229 h 124370"/>
                <a:gd name="connsiteX13" fmla="*/ 61343 w 173254"/>
                <a:gd name="connsiteY13" fmla="*/ 91291 h 124370"/>
                <a:gd name="connsiteX14" fmla="*/ 70289 w 173254"/>
                <a:gd name="connsiteY14" fmla="*/ 93845 h 124370"/>
                <a:gd name="connsiteX15" fmla="*/ 76679 w 173254"/>
                <a:gd name="connsiteY15" fmla="*/ 104697 h 124370"/>
                <a:gd name="connsiteX16" fmla="*/ 79235 w 173254"/>
                <a:gd name="connsiteY16" fmla="*/ 108528 h 124370"/>
                <a:gd name="connsiteX17" fmla="*/ 99683 w 173254"/>
                <a:gd name="connsiteY17" fmla="*/ 121934 h 124370"/>
                <a:gd name="connsiteX18" fmla="*/ 104156 w 173254"/>
                <a:gd name="connsiteY18" fmla="*/ 109805 h 124370"/>
                <a:gd name="connsiteX19" fmla="*/ 104156 w 173254"/>
                <a:gd name="connsiteY19" fmla="*/ 109166 h 124370"/>
                <a:gd name="connsiteX20" fmla="*/ 87542 w 173254"/>
                <a:gd name="connsiteY20" fmla="*/ 82353 h 124370"/>
                <a:gd name="connsiteX21" fmla="*/ 89459 w 173254"/>
                <a:gd name="connsiteY21" fmla="*/ 73416 h 124370"/>
                <a:gd name="connsiteX22" fmla="*/ 98405 w 173254"/>
                <a:gd name="connsiteY22" fmla="*/ 75331 h 124370"/>
                <a:gd name="connsiteX23" fmla="*/ 118853 w 173254"/>
                <a:gd name="connsiteY23" fmla="*/ 109166 h 124370"/>
                <a:gd name="connsiteX24" fmla="*/ 137384 w 173254"/>
                <a:gd name="connsiteY24" fmla="*/ 118742 h 124370"/>
                <a:gd name="connsiteX25" fmla="*/ 140579 w 173254"/>
                <a:gd name="connsiteY25" fmla="*/ 106613 h 124370"/>
                <a:gd name="connsiteX26" fmla="*/ 115658 w 173254"/>
                <a:gd name="connsiteY26" fmla="*/ 63840 h 124370"/>
                <a:gd name="connsiteX27" fmla="*/ 118214 w 173254"/>
                <a:gd name="connsiteY27" fmla="*/ 54902 h 124370"/>
                <a:gd name="connsiteX28" fmla="*/ 127160 w 173254"/>
                <a:gd name="connsiteY28" fmla="*/ 57456 h 124370"/>
                <a:gd name="connsiteX29" fmla="*/ 151441 w 173254"/>
                <a:gd name="connsiteY29" fmla="*/ 98952 h 124370"/>
                <a:gd name="connsiteX30" fmla="*/ 152080 w 173254"/>
                <a:gd name="connsiteY30" fmla="*/ 99590 h 124370"/>
                <a:gd name="connsiteX31" fmla="*/ 157831 w 173254"/>
                <a:gd name="connsiteY31" fmla="*/ 104697 h 124370"/>
                <a:gd name="connsiteX32" fmla="*/ 168055 w 173254"/>
                <a:gd name="connsiteY32" fmla="*/ 102144 h 124370"/>
                <a:gd name="connsiteX33" fmla="*/ 172528 w 173254"/>
                <a:gd name="connsiteY33" fmla="*/ 90653 h 124370"/>
                <a:gd name="connsiteX34" fmla="*/ 137384 w 173254"/>
                <a:gd name="connsiteY34" fmla="*/ 31281 h 124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73254" h="124370">
                  <a:moveTo>
                    <a:pt x="137384" y="31281"/>
                  </a:moveTo>
                  <a:lnTo>
                    <a:pt x="53675" y="45326"/>
                  </a:lnTo>
                  <a:cubicBezTo>
                    <a:pt x="46646" y="46603"/>
                    <a:pt x="33228" y="45965"/>
                    <a:pt x="30033" y="33197"/>
                  </a:cubicBezTo>
                  <a:cubicBezTo>
                    <a:pt x="25560" y="16598"/>
                    <a:pt x="38340" y="8299"/>
                    <a:pt x="42812" y="5107"/>
                  </a:cubicBezTo>
                  <a:cubicBezTo>
                    <a:pt x="44091" y="3830"/>
                    <a:pt x="47285" y="1915"/>
                    <a:pt x="51759" y="0"/>
                  </a:cubicBezTo>
                  <a:lnTo>
                    <a:pt x="0" y="0"/>
                  </a:lnTo>
                  <a:cubicBezTo>
                    <a:pt x="0" y="14045"/>
                    <a:pt x="0" y="48518"/>
                    <a:pt x="0" y="75331"/>
                  </a:cubicBezTo>
                  <a:lnTo>
                    <a:pt x="17892" y="75331"/>
                  </a:lnTo>
                  <a:cubicBezTo>
                    <a:pt x="20448" y="75331"/>
                    <a:pt x="22365" y="76608"/>
                    <a:pt x="23643" y="78523"/>
                  </a:cubicBezTo>
                  <a:cubicBezTo>
                    <a:pt x="23643" y="78523"/>
                    <a:pt x="41535" y="109166"/>
                    <a:pt x="47925" y="118742"/>
                  </a:cubicBezTo>
                  <a:cubicBezTo>
                    <a:pt x="52397" y="125765"/>
                    <a:pt x="58148" y="124488"/>
                    <a:pt x="60065" y="123849"/>
                  </a:cubicBezTo>
                  <a:cubicBezTo>
                    <a:pt x="67733" y="120019"/>
                    <a:pt x="66455" y="114273"/>
                    <a:pt x="65177" y="111720"/>
                  </a:cubicBezTo>
                  <a:lnTo>
                    <a:pt x="58787" y="100229"/>
                  </a:lnTo>
                  <a:cubicBezTo>
                    <a:pt x="56870" y="97037"/>
                    <a:pt x="58148" y="93206"/>
                    <a:pt x="61343" y="91291"/>
                  </a:cubicBezTo>
                  <a:cubicBezTo>
                    <a:pt x="64538" y="89376"/>
                    <a:pt x="68372" y="90653"/>
                    <a:pt x="70289" y="93845"/>
                  </a:cubicBezTo>
                  <a:lnTo>
                    <a:pt x="76679" y="104697"/>
                  </a:lnTo>
                  <a:cubicBezTo>
                    <a:pt x="77318" y="105336"/>
                    <a:pt x="77957" y="106613"/>
                    <a:pt x="79235" y="108528"/>
                  </a:cubicBezTo>
                  <a:cubicBezTo>
                    <a:pt x="86264" y="120019"/>
                    <a:pt x="92015" y="125765"/>
                    <a:pt x="99683" y="121934"/>
                  </a:cubicBezTo>
                  <a:cubicBezTo>
                    <a:pt x="106712" y="118104"/>
                    <a:pt x="105434" y="112358"/>
                    <a:pt x="104156" y="109805"/>
                  </a:cubicBezTo>
                  <a:cubicBezTo>
                    <a:pt x="104156" y="109805"/>
                    <a:pt x="104156" y="109166"/>
                    <a:pt x="104156" y="109166"/>
                  </a:cubicBezTo>
                  <a:lnTo>
                    <a:pt x="87542" y="82353"/>
                  </a:lnTo>
                  <a:cubicBezTo>
                    <a:pt x="85625" y="79161"/>
                    <a:pt x="86903" y="75331"/>
                    <a:pt x="89459" y="73416"/>
                  </a:cubicBezTo>
                  <a:cubicBezTo>
                    <a:pt x="92654" y="71501"/>
                    <a:pt x="96488" y="72777"/>
                    <a:pt x="98405" y="75331"/>
                  </a:cubicBezTo>
                  <a:lnTo>
                    <a:pt x="118853" y="109166"/>
                  </a:lnTo>
                  <a:cubicBezTo>
                    <a:pt x="127160" y="121296"/>
                    <a:pt x="131633" y="121934"/>
                    <a:pt x="137384" y="118742"/>
                  </a:cubicBezTo>
                  <a:cubicBezTo>
                    <a:pt x="143135" y="115550"/>
                    <a:pt x="141856" y="109166"/>
                    <a:pt x="140579" y="106613"/>
                  </a:cubicBezTo>
                  <a:lnTo>
                    <a:pt x="115658" y="63840"/>
                  </a:lnTo>
                  <a:cubicBezTo>
                    <a:pt x="113741" y="60648"/>
                    <a:pt x="115019" y="56817"/>
                    <a:pt x="118214" y="54902"/>
                  </a:cubicBezTo>
                  <a:cubicBezTo>
                    <a:pt x="121409" y="52987"/>
                    <a:pt x="125243" y="54264"/>
                    <a:pt x="127160" y="57456"/>
                  </a:cubicBezTo>
                  <a:lnTo>
                    <a:pt x="151441" y="98952"/>
                  </a:lnTo>
                  <a:cubicBezTo>
                    <a:pt x="151441" y="98952"/>
                    <a:pt x="152080" y="98952"/>
                    <a:pt x="152080" y="99590"/>
                  </a:cubicBezTo>
                  <a:cubicBezTo>
                    <a:pt x="153358" y="102144"/>
                    <a:pt x="155275" y="104059"/>
                    <a:pt x="157831" y="104697"/>
                  </a:cubicBezTo>
                  <a:cubicBezTo>
                    <a:pt x="161026" y="105336"/>
                    <a:pt x="165499" y="104059"/>
                    <a:pt x="168055" y="102144"/>
                  </a:cubicBezTo>
                  <a:cubicBezTo>
                    <a:pt x="175084" y="98313"/>
                    <a:pt x="173167" y="92568"/>
                    <a:pt x="172528" y="90653"/>
                  </a:cubicBezTo>
                  <a:lnTo>
                    <a:pt x="137384" y="31281"/>
                  </a:lnTo>
                  <a:close/>
                </a:path>
              </a:pathLst>
            </a:custGeom>
            <a:solidFill>
              <a:srgbClr val="26890D"/>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16" name="Graphic 4">
              <a:extLst>
                <a:ext uri="{FF2B5EF4-FFF2-40B4-BE49-F238E27FC236}">
                  <a16:creationId xmlns:a16="http://schemas.microsoft.com/office/drawing/2014/main" id="{279B3F46-5278-8800-53F9-4A1276B287DF}"/>
                </a:ext>
              </a:extLst>
            </p:cNvPr>
            <p:cNvSpPr/>
            <p:nvPr/>
          </p:nvSpPr>
          <p:spPr>
            <a:xfrm>
              <a:off x="1194293" y="1860277"/>
              <a:ext cx="448056" cy="448056"/>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88825 w 361674"/>
                <a:gd name="connsiteY5" fmla="*/ 233654 h 361333"/>
                <a:gd name="connsiteX6" fmla="*/ 295215 w 361674"/>
                <a:gd name="connsiteY6" fmla="*/ 240038 h 361333"/>
                <a:gd name="connsiteX7" fmla="*/ 288825 w 361674"/>
                <a:gd name="connsiteY7" fmla="*/ 246422 h 361333"/>
                <a:gd name="connsiteX8" fmla="*/ 281157 w 361674"/>
                <a:gd name="connsiteY8" fmla="*/ 246422 h 361333"/>
                <a:gd name="connsiteX9" fmla="*/ 274767 w 361674"/>
                <a:gd name="connsiteY9" fmla="*/ 240038 h 361333"/>
                <a:gd name="connsiteX10" fmla="*/ 274767 w 361674"/>
                <a:gd name="connsiteY10" fmla="*/ 230462 h 361333"/>
                <a:gd name="connsiteX11" fmla="*/ 262626 w 361674"/>
                <a:gd name="connsiteY11" fmla="*/ 230462 h 361333"/>
                <a:gd name="connsiteX12" fmla="*/ 252403 w 361674"/>
                <a:gd name="connsiteY12" fmla="*/ 255359 h 361333"/>
                <a:gd name="connsiteX13" fmla="*/ 232594 w 361674"/>
                <a:gd name="connsiteY13" fmla="*/ 259190 h 361333"/>
                <a:gd name="connsiteX14" fmla="*/ 222370 w 361674"/>
                <a:gd name="connsiteY14" fmla="*/ 272596 h 361333"/>
                <a:gd name="connsiteX15" fmla="*/ 193615 w 361674"/>
                <a:gd name="connsiteY15" fmla="*/ 267489 h 361333"/>
                <a:gd name="connsiteX16" fmla="*/ 184030 w 361674"/>
                <a:gd name="connsiteY16" fmla="*/ 275788 h 361333"/>
                <a:gd name="connsiteX17" fmla="*/ 155275 w 361674"/>
                <a:gd name="connsiteY17" fmla="*/ 268766 h 361333"/>
                <a:gd name="connsiteX18" fmla="*/ 145051 w 361674"/>
                <a:gd name="connsiteY18" fmla="*/ 277703 h 361333"/>
                <a:gd name="connsiteX19" fmla="*/ 136745 w 361674"/>
                <a:gd name="connsiteY19" fmla="*/ 279618 h 361333"/>
                <a:gd name="connsiteX20" fmla="*/ 116936 w 361674"/>
                <a:gd name="connsiteY20" fmla="*/ 268127 h 361333"/>
                <a:gd name="connsiteX21" fmla="*/ 94571 w 361674"/>
                <a:gd name="connsiteY21" fmla="*/ 230462 h 361333"/>
                <a:gd name="connsiteX22" fmla="*/ 79874 w 361674"/>
                <a:gd name="connsiteY22" fmla="*/ 230462 h 361333"/>
                <a:gd name="connsiteX23" fmla="*/ 79874 w 361674"/>
                <a:gd name="connsiteY23" fmla="*/ 240676 h 361333"/>
                <a:gd name="connsiteX24" fmla="*/ 73484 w 361674"/>
                <a:gd name="connsiteY24" fmla="*/ 247060 h 361333"/>
                <a:gd name="connsiteX25" fmla="*/ 65177 w 361674"/>
                <a:gd name="connsiteY25" fmla="*/ 247060 h 361333"/>
                <a:gd name="connsiteX26" fmla="*/ 58787 w 361674"/>
                <a:gd name="connsiteY26" fmla="*/ 240676 h 361333"/>
                <a:gd name="connsiteX27" fmla="*/ 65177 w 361674"/>
                <a:gd name="connsiteY27" fmla="*/ 234292 h 361333"/>
                <a:gd name="connsiteX28" fmla="*/ 67094 w 361674"/>
                <a:gd name="connsiteY28" fmla="*/ 234292 h 361333"/>
                <a:gd name="connsiteX29" fmla="*/ 67094 w 361674"/>
                <a:gd name="connsiteY29" fmla="*/ 118742 h 361333"/>
                <a:gd name="connsiteX30" fmla="*/ 65177 w 361674"/>
                <a:gd name="connsiteY30" fmla="*/ 118742 h 361333"/>
                <a:gd name="connsiteX31" fmla="*/ 58787 w 361674"/>
                <a:gd name="connsiteY31" fmla="*/ 112358 h 361333"/>
                <a:gd name="connsiteX32" fmla="*/ 65177 w 361674"/>
                <a:gd name="connsiteY32" fmla="*/ 105974 h 361333"/>
                <a:gd name="connsiteX33" fmla="*/ 73484 w 361674"/>
                <a:gd name="connsiteY33" fmla="*/ 105974 h 361333"/>
                <a:gd name="connsiteX34" fmla="*/ 79874 w 361674"/>
                <a:gd name="connsiteY34" fmla="*/ 112358 h 361333"/>
                <a:gd name="connsiteX35" fmla="*/ 79874 w 361674"/>
                <a:gd name="connsiteY35" fmla="*/ 129595 h 361333"/>
                <a:gd name="connsiteX36" fmla="*/ 154636 w 361674"/>
                <a:gd name="connsiteY36" fmla="*/ 129595 h 361333"/>
                <a:gd name="connsiteX37" fmla="*/ 182113 w 361674"/>
                <a:gd name="connsiteY37" fmla="*/ 114273 h 361333"/>
                <a:gd name="connsiteX38" fmla="*/ 187225 w 361674"/>
                <a:gd name="connsiteY38" fmla="*/ 113635 h 361333"/>
                <a:gd name="connsiteX39" fmla="*/ 241540 w 361674"/>
                <a:gd name="connsiteY39" fmla="*/ 130233 h 361333"/>
                <a:gd name="connsiteX40" fmla="*/ 275406 w 361674"/>
                <a:gd name="connsiteY40" fmla="*/ 130233 h 361333"/>
                <a:gd name="connsiteX41" fmla="*/ 275406 w 361674"/>
                <a:gd name="connsiteY41" fmla="*/ 112358 h 361333"/>
                <a:gd name="connsiteX42" fmla="*/ 281796 w 361674"/>
                <a:gd name="connsiteY42" fmla="*/ 105974 h 361333"/>
                <a:gd name="connsiteX43" fmla="*/ 289464 w 361674"/>
                <a:gd name="connsiteY43" fmla="*/ 105974 h 361333"/>
                <a:gd name="connsiteX44" fmla="*/ 295854 w 361674"/>
                <a:gd name="connsiteY44" fmla="*/ 112358 h 361333"/>
                <a:gd name="connsiteX45" fmla="*/ 289464 w 361674"/>
                <a:gd name="connsiteY45" fmla="*/ 118742 h 361333"/>
                <a:gd name="connsiteX46" fmla="*/ 288186 w 361674"/>
                <a:gd name="connsiteY46" fmla="*/ 118742 h 361333"/>
                <a:gd name="connsiteX47" fmla="*/ 288186 w 361674"/>
                <a:gd name="connsiteY47" fmla="*/ 233654 h 361333"/>
                <a:gd name="connsiteX48" fmla="*/ 288825 w 361674"/>
                <a:gd name="connsiteY48" fmla="*/ 23365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361674" h="361333">
                  <a:moveTo>
                    <a:pt x="180835" y="0"/>
                  </a:moveTo>
                  <a:cubicBezTo>
                    <a:pt x="80513" y="0"/>
                    <a:pt x="0" y="81076"/>
                    <a:pt x="0" y="180667"/>
                  </a:cubicBezTo>
                  <a:cubicBezTo>
                    <a:pt x="0" y="280895"/>
                    <a:pt x="81152" y="361333"/>
                    <a:pt x="180835" y="361333"/>
                  </a:cubicBezTo>
                  <a:cubicBezTo>
                    <a:pt x="280518" y="361333"/>
                    <a:pt x="361670" y="280257"/>
                    <a:pt x="361670" y="180667"/>
                  </a:cubicBezTo>
                  <a:cubicBezTo>
                    <a:pt x="362309" y="81076"/>
                    <a:pt x="281157" y="0"/>
                    <a:pt x="180835" y="0"/>
                  </a:cubicBezTo>
                  <a:close/>
                  <a:moveTo>
                    <a:pt x="288825" y="233654"/>
                  </a:moveTo>
                  <a:cubicBezTo>
                    <a:pt x="292659" y="233654"/>
                    <a:pt x="295215" y="236207"/>
                    <a:pt x="295215" y="240038"/>
                  </a:cubicBezTo>
                  <a:cubicBezTo>
                    <a:pt x="295215" y="243868"/>
                    <a:pt x="292659" y="246422"/>
                    <a:pt x="288825" y="246422"/>
                  </a:cubicBezTo>
                  <a:lnTo>
                    <a:pt x="281157" y="246422"/>
                  </a:lnTo>
                  <a:cubicBezTo>
                    <a:pt x="277323" y="246422"/>
                    <a:pt x="274767" y="243868"/>
                    <a:pt x="274767" y="240038"/>
                  </a:cubicBezTo>
                  <a:lnTo>
                    <a:pt x="274767" y="230462"/>
                  </a:lnTo>
                  <a:lnTo>
                    <a:pt x="262626" y="230462"/>
                  </a:lnTo>
                  <a:cubicBezTo>
                    <a:pt x="264543" y="237484"/>
                    <a:pt x="263904" y="248337"/>
                    <a:pt x="252403" y="255359"/>
                  </a:cubicBezTo>
                  <a:cubicBezTo>
                    <a:pt x="245374" y="259828"/>
                    <a:pt x="238345" y="261105"/>
                    <a:pt x="232594" y="259190"/>
                  </a:cubicBezTo>
                  <a:cubicBezTo>
                    <a:pt x="231316" y="264297"/>
                    <a:pt x="228760" y="269404"/>
                    <a:pt x="222370" y="272596"/>
                  </a:cubicBezTo>
                  <a:cubicBezTo>
                    <a:pt x="209590" y="279618"/>
                    <a:pt x="200644" y="274511"/>
                    <a:pt x="193615" y="267489"/>
                  </a:cubicBezTo>
                  <a:cubicBezTo>
                    <a:pt x="191698" y="270681"/>
                    <a:pt x="188503" y="273873"/>
                    <a:pt x="184030" y="275788"/>
                  </a:cubicBezTo>
                  <a:cubicBezTo>
                    <a:pt x="171250" y="282172"/>
                    <a:pt x="161665" y="275788"/>
                    <a:pt x="155275" y="268766"/>
                  </a:cubicBezTo>
                  <a:cubicBezTo>
                    <a:pt x="153358" y="271958"/>
                    <a:pt x="150164" y="275149"/>
                    <a:pt x="145051" y="277703"/>
                  </a:cubicBezTo>
                  <a:cubicBezTo>
                    <a:pt x="143135" y="278341"/>
                    <a:pt x="139940" y="279618"/>
                    <a:pt x="136745" y="279618"/>
                  </a:cubicBezTo>
                  <a:cubicBezTo>
                    <a:pt x="130355" y="279618"/>
                    <a:pt x="122687" y="277065"/>
                    <a:pt x="116936" y="268127"/>
                  </a:cubicBezTo>
                  <a:cubicBezTo>
                    <a:pt x="111824" y="259828"/>
                    <a:pt x="99044" y="238761"/>
                    <a:pt x="94571" y="230462"/>
                  </a:cubicBezTo>
                  <a:lnTo>
                    <a:pt x="79874" y="230462"/>
                  </a:lnTo>
                  <a:lnTo>
                    <a:pt x="79874" y="240676"/>
                  </a:lnTo>
                  <a:cubicBezTo>
                    <a:pt x="79874" y="244506"/>
                    <a:pt x="77318" y="247060"/>
                    <a:pt x="73484" y="247060"/>
                  </a:cubicBezTo>
                  <a:lnTo>
                    <a:pt x="65177" y="247060"/>
                  </a:lnTo>
                  <a:cubicBezTo>
                    <a:pt x="61343" y="247060"/>
                    <a:pt x="58787" y="244506"/>
                    <a:pt x="58787" y="240676"/>
                  </a:cubicBezTo>
                  <a:cubicBezTo>
                    <a:pt x="58787" y="236846"/>
                    <a:pt x="61343" y="234292"/>
                    <a:pt x="65177" y="234292"/>
                  </a:cubicBezTo>
                  <a:lnTo>
                    <a:pt x="67094" y="234292"/>
                  </a:lnTo>
                  <a:lnTo>
                    <a:pt x="67094" y="118742"/>
                  </a:lnTo>
                  <a:lnTo>
                    <a:pt x="65177" y="118742"/>
                  </a:lnTo>
                  <a:cubicBezTo>
                    <a:pt x="61343" y="118742"/>
                    <a:pt x="58787" y="116188"/>
                    <a:pt x="58787" y="112358"/>
                  </a:cubicBezTo>
                  <a:cubicBezTo>
                    <a:pt x="58787" y="108528"/>
                    <a:pt x="61343" y="105974"/>
                    <a:pt x="65177" y="105974"/>
                  </a:cubicBezTo>
                  <a:lnTo>
                    <a:pt x="73484" y="105974"/>
                  </a:lnTo>
                  <a:cubicBezTo>
                    <a:pt x="77318" y="105974"/>
                    <a:pt x="79874" y="108528"/>
                    <a:pt x="79874" y="112358"/>
                  </a:cubicBezTo>
                  <a:lnTo>
                    <a:pt x="79874" y="129595"/>
                  </a:lnTo>
                  <a:lnTo>
                    <a:pt x="154636" y="129595"/>
                  </a:lnTo>
                  <a:cubicBezTo>
                    <a:pt x="168055" y="121934"/>
                    <a:pt x="180835" y="114273"/>
                    <a:pt x="182113" y="114273"/>
                  </a:cubicBezTo>
                  <a:cubicBezTo>
                    <a:pt x="183391" y="113635"/>
                    <a:pt x="185308" y="112996"/>
                    <a:pt x="187225" y="113635"/>
                  </a:cubicBezTo>
                  <a:lnTo>
                    <a:pt x="241540" y="130233"/>
                  </a:lnTo>
                  <a:lnTo>
                    <a:pt x="275406" y="130233"/>
                  </a:lnTo>
                  <a:lnTo>
                    <a:pt x="275406" y="112358"/>
                  </a:lnTo>
                  <a:cubicBezTo>
                    <a:pt x="275406" y="108528"/>
                    <a:pt x="277962" y="105974"/>
                    <a:pt x="281796" y="105974"/>
                  </a:cubicBezTo>
                  <a:lnTo>
                    <a:pt x="289464" y="105974"/>
                  </a:lnTo>
                  <a:cubicBezTo>
                    <a:pt x="293298" y="105974"/>
                    <a:pt x="295854" y="108528"/>
                    <a:pt x="295854" y="112358"/>
                  </a:cubicBezTo>
                  <a:cubicBezTo>
                    <a:pt x="295854" y="116188"/>
                    <a:pt x="293298" y="118742"/>
                    <a:pt x="289464" y="118742"/>
                  </a:cubicBezTo>
                  <a:lnTo>
                    <a:pt x="288186" y="118742"/>
                  </a:lnTo>
                  <a:lnTo>
                    <a:pt x="288186" y="233654"/>
                  </a:lnTo>
                  <a:lnTo>
                    <a:pt x="288825" y="233654"/>
                  </a:lnTo>
                  <a:close/>
                </a:path>
              </a:pathLst>
            </a:custGeom>
            <a:solidFill>
              <a:srgbClr val="26890D"/>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sp>
        <p:nvSpPr>
          <p:cNvPr id="217" name="Freeform 580">
            <a:extLst>
              <a:ext uri="{FF2B5EF4-FFF2-40B4-BE49-F238E27FC236}">
                <a16:creationId xmlns:a16="http://schemas.microsoft.com/office/drawing/2014/main" id="{30F6F7C5-4153-A2CD-B2C1-4FCC2989558F}"/>
              </a:ext>
            </a:extLst>
          </p:cNvPr>
          <p:cNvSpPr>
            <a:spLocks noChangeAspect="1" noEditPoints="1"/>
          </p:cNvSpPr>
          <p:nvPr/>
        </p:nvSpPr>
        <p:spPr bwMode="auto">
          <a:xfrm>
            <a:off x="3583095" y="1833528"/>
            <a:ext cx="448056" cy="448056"/>
          </a:xfrm>
          <a:custGeom>
            <a:avLst/>
            <a:gdLst>
              <a:gd name="T0" fmla="*/ 176 w 512"/>
              <a:gd name="T1" fmla="*/ 170 h 512"/>
              <a:gd name="T2" fmla="*/ 352 w 512"/>
              <a:gd name="T3" fmla="*/ 170 h 512"/>
              <a:gd name="T4" fmla="*/ 352 w 512"/>
              <a:gd name="T5" fmla="*/ 394 h 512"/>
              <a:gd name="T6" fmla="*/ 176 w 512"/>
              <a:gd name="T7" fmla="*/ 394 h 512"/>
              <a:gd name="T8" fmla="*/ 160 w 512"/>
              <a:gd name="T9" fmla="*/ 378 h 512"/>
              <a:gd name="T10" fmla="*/ 160 w 512"/>
              <a:gd name="T11" fmla="*/ 167 h 512"/>
              <a:gd name="T12" fmla="*/ 176 w 512"/>
              <a:gd name="T13" fmla="*/ 170 h 512"/>
              <a:gd name="T14" fmla="*/ 176 w 512"/>
              <a:gd name="T15" fmla="*/ 149 h 512"/>
              <a:gd name="T16" fmla="*/ 323 w 512"/>
              <a:gd name="T17" fmla="*/ 149 h 512"/>
              <a:gd name="T18" fmla="*/ 320 w 512"/>
              <a:gd name="T19" fmla="*/ 133 h 512"/>
              <a:gd name="T20" fmla="*/ 323 w 512"/>
              <a:gd name="T21" fmla="*/ 117 h 512"/>
              <a:gd name="T22" fmla="*/ 176 w 512"/>
              <a:gd name="T23" fmla="*/ 117 h 512"/>
              <a:gd name="T24" fmla="*/ 160 w 512"/>
              <a:gd name="T25" fmla="*/ 133 h 512"/>
              <a:gd name="T26" fmla="*/ 176 w 512"/>
              <a:gd name="T27" fmla="*/ 149 h 512"/>
              <a:gd name="T28" fmla="*/ 512 w 512"/>
              <a:gd name="T29" fmla="*/ 256 h 512"/>
              <a:gd name="T30" fmla="*/ 256 w 512"/>
              <a:gd name="T31" fmla="*/ 512 h 512"/>
              <a:gd name="T32" fmla="*/ 0 w 512"/>
              <a:gd name="T33" fmla="*/ 256 h 512"/>
              <a:gd name="T34" fmla="*/ 256 w 512"/>
              <a:gd name="T35" fmla="*/ 0 h 512"/>
              <a:gd name="T36" fmla="*/ 512 w 512"/>
              <a:gd name="T37" fmla="*/ 256 h 512"/>
              <a:gd name="T38" fmla="*/ 341 w 512"/>
              <a:gd name="T39" fmla="*/ 133 h 512"/>
              <a:gd name="T40" fmla="*/ 346 w 512"/>
              <a:gd name="T41" fmla="*/ 117 h 512"/>
              <a:gd name="T42" fmla="*/ 364 w 512"/>
              <a:gd name="T43" fmla="*/ 117 h 512"/>
              <a:gd name="T44" fmla="*/ 373 w 512"/>
              <a:gd name="T45" fmla="*/ 106 h 512"/>
              <a:gd name="T46" fmla="*/ 364 w 512"/>
              <a:gd name="T47" fmla="*/ 96 h 512"/>
              <a:gd name="T48" fmla="*/ 176 w 512"/>
              <a:gd name="T49" fmla="*/ 96 h 512"/>
              <a:gd name="T50" fmla="*/ 138 w 512"/>
              <a:gd name="T51" fmla="*/ 133 h 512"/>
              <a:gd name="T52" fmla="*/ 138 w 512"/>
              <a:gd name="T53" fmla="*/ 378 h 512"/>
              <a:gd name="T54" fmla="*/ 176 w 512"/>
              <a:gd name="T55" fmla="*/ 416 h 512"/>
              <a:gd name="T56" fmla="*/ 362 w 512"/>
              <a:gd name="T57" fmla="*/ 416 h 512"/>
              <a:gd name="T58" fmla="*/ 373 w 512"/>
              <a:gd name="T59" fmla="*/ 405 h 512"/>
              <a:gd name="T60" fmla="*/ 373 w 512"/>
              <a:gd name="T61" fmla="*/ 160 h 512"/>
              <a:gd name="T62" fmla="*/ 362 w 512"/>
              <a:gd name="T63" fmla="*/ 149 h 512"/>
              <a:gd name="T64" fmla="*/ 346 w 512"/>
              <a:gd name="T65" fmla="*/ 149 h 512"/>
              <a:gd name="T66" fmla="*/ 341 w 512"/>
              <a:gd name="T67" fmla="*/ 13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76" y="170"/>
                </a:moveTo>
                <a:cubicBezTo>
                  <a:pt x="178" y="170"/>
                  <a:pt x="352" y="170"/>
                  <a:pt x="352" y="170"/>
                </a:cubicBezTo>
                <a:cubicBezTo>
                  <a:pt x="352" y="394"/>
                  <a:pt x="352" y="394"/>
                  <a:pt x="352" y="394"/>
                </a:cubicBezTo>
                <a:cubicBezTo>
                  <a:pt x="176" y="394"/>
                  <a:pt x="176" y="394"/>
                  <a:pt x="176" y="394"/>
                </a:cubicBezTo>
                <a:cubicBezTo>
                  <a:pt x="167" y="394"/>
                  <a:pt x="160" y="387"/>
                  <a:pt x="160" y="378"/>
                </a:cubicBezTo>
                <a:cubicBezTo>
                  <a:pt x="160" y="167"/>
                  <a:pt x="160" y="167"/>
                  <a:pt x="160" y="167"/>
                </a:cubicBezTo>
                <a:cubicBezTo>
                  <a:pt x="165" y="169"/>
                  <a:pt x="170" y="170"/>
                  <a:pt x="176" y="170"/>
                </a:cubicBezTo>
                <a:close/>
                <a:moveTo>
                  <a:pt x="176" y="149"/>
                </a:moveTo>
                <a:cubicBezTo>
                  <a:pt x="177" y="149"/>
                  <a:pt x="268" y="149"/>
                  <a:pt x="323" y="149"/>
                </a:cubicBezTo>
                <a:cubicBezTo>
                  <a:pt x="321" y="144"/>
                  <a:pt x="320" y="139"/>
                  <a:pt x="320" y="133"/>
                </a:cubicBezTo>
                <a:cubicBezTo>
                  <a:pt x="320" y="127"/>
                  <a:pt x="321" y="122"/>
                  <a:pt x="323" y="117"/>
                </a:cubicBezTo>
                <a:cubicBezTo>
                  <a:pt x="176" y="117"/>
                  <a:pt x="176" y="117"/>
                  <a:pt x="176" y="117"/>
                </a:cubicBezTo>
                <a:cubicBezTo>
                  <a:pt x="167" y="117"/>
                  <a:pt x="160" y="124"/>
                  <a:pt x="160" y="133"/>
                </a:cubicBezTo>
                <a:cubicBezTo>
                  <a:pt x="160" y="142"/>
                  <a:pt x="167" y="149"/>
                  <a:pt x="176" y="149"/>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41" y="133"/>
                </a:moveTo>
                <a:cubicBezTo>
                  <a:pt x="341" y="127"/>
                  <a:pt x="343" y="122"/>
                  <a:pt x="346" y="117"/>
                </a:cubicBezTo>
                <a:cubicBezTo>
                  <a:pt x="364" y="117"/>
                  <a:pt x="364" y="117"/>
                  <a:pt x="364" y="117"/>
                </a:cubicBezTo>
                <a:cubicBezTo>
                  <a:pt x="369" y="117"/>
                  <a:pt x="373" y="112"/>
                  <a:pt x="373" y="106"/>
                </a:cubicBezTo>
                <a:cubicBezTo>
                  <a:pt x="373" y="100"/>
                  <a:pt x="369" y="96"/>
                  <a:pt x="364" y="96"/>
                </a:cubicBezTo>
                <a:cubicBezTo>
                  <a:pt x="176" y="96"/>
                  <a:pt x="176" y="96"/>
                  <a:pt x="176" y="96"/>
                </a:cubicBezTo>
                <a:cubicBezTo>
                  <a:pt x="155" y="96"/>
                  <a:pt x="138" y="112"/>
                  <a:pt x="138" y="133"/>
                </a:cubicBezTo>
                <a:cubicBezTo>
                  <a:pt x="138" y="378"/>
                  <a:pt x="138" y="378"/>
                  <a:pt x="138" y="378"/>
                </a:cubicBezTo>
                <a:cubicBezTo>
                  <a:pt x="138" y="399"/>
                  <a:pt x="155" y="416"/>
                  <a:pt x="176" y="416"/>
                </a:cubicBezTo>
                <a:cubicBezTo>
                  <a:pt x="362" y="416"/>
                  <a:pt x="362" y="416"/>
                  <a:pt x="362" y="416"/>
                </a:cubicBezTo>
                <a:cubicBezTo>
                  <a:pt x="368" y="416"/>
                  <a:pt x="373" y="411"/>
                  <a:pt x="373" y="405"/>
                </a:cubicBezTo>
                <a:cubicBezTo>
                  <a:pt x="373" y="160"/>
                  <a:pt x="373" y="160"/>
                  <a:pt x="373" y="160"/>
                </a:cubicBezTo>
                <a:cubicBezTo>
                  <a:pt x="373" y="154"/>
                  <a:pt x="368" y="149"/>
                  <a:pt x="362" y="149"/>
                </a:cubicBezTo>
                <a:cubicBezTo>
                  <a:pt x="362" y="149"/>
                  <a:pt x="356" y="149"/>
                  <a:pt x="346" y="149"/>
                </a:cubicBezTo>
                <a:cubicBezTo>
                  <a:pt x="343" y="144"/>
                  <a:pt x="341" y="139"/>
                  <a:pt x="341" y="133"/>
                </a:cubicBezTo>
                <a:close/>
              </a:path>
            </a:pathLst>
          </a:custGeom>
          <a:solidFill>
            <a:srgbClr val="26890D"/>
          </a:solidFill>
          <a:ln>
            <a:noFill/>
          </a:ln>
        </p:spPr>
        <p:txBody>
          <a:bodyPr vert="horz" wrap="square" lIns="91440" tIns="45720" rIns="91440" bIns="45720" numCol="1" anchor="t" anchorCtr="0" compatLnSpc="1">
            <a:prstTxWarp prst="textNoShape">
              <a:avLst/>
            </a:prstTxWarp>
          </a:bodyPr>
          <a:lstStyle/>
          <a:p>
            <a:pPr>
              <a:defRPr/>
            </a:pPr>
            <a:endParaRPr lang="en-GB" kern="0">
              <a:solidFill>
                <a:prstClr val="black"/>
              </a:solidFill>
              <a:latin typeface="Aptos"/>
            </a:endParaRPr>
          </a:p>
        </p:txBody>
      </p:sp>
      <p:grpSp>
        <p:nvGrpSpPr>
          <p:cNvPr id="218" name="Group 217">
            <a:extLst>
              <a:ext uri="{FF2B5EF4-FFF2-40B4-BE49-F238E27FC236}">
                <a16:creationId xmlns:a16="http://schemas.microsoft.com/office/drawing/2014/main" id="{2C33F49D-8128-E96A-74C3-B5B0ECB5EA38}"/>
              </a:ext>
            </a:extLst>
          </p:cNvPr>
          <p:cNvGrpSpPr/>
          <p:nvPr/>
        </p:nvGrpSpPr>
        <p:grpSpPr>
          <a:xfrm>
            <a:off x="5871869" y="1833528"/>
            <a:ext cx="448056" cy="448056"/>
            <a:chOff x="5840574" y="1868717"/>
            <a:chExt cx="448055" cy="448061"/>
          </a:xfrm>
        </p:grpSpPr>
        <p:grpSp>
          <p:nvGrpSpPr>
            <p:cNvPr id="219" name="Group 218">
              <a:extLst>
                <a:ext uri="{FF2B5EF4-FFF2-40B4-BE49-F238E27FC236}">
                  <a16:creationId xmlns:a16="http://schemas.microsoft.com/office/drawing/2014/main" id="{34465E85-4DBD-7596-D2EE-0F88FE28BC9C}"/>
                </a:ext>
              </a:extLst>
            </p:cNvPr>
            <p:cNvGrpSpPr/>
            <p:nvPr/>
          </p:nvGrpSpPr>
          <p:grpSpPr>
            <a:xfrm>
              <a:off x="5945859" y="2015169"/>
              <a:ext cx="237484" cy="155950"/>
              <a:chOff x="5945859" y="2015169"/>
              <a:chExt cx="237484" cy="155950"/>
            </a:xfrm>
          </p:grpSpPr>
          <p:sp>
            <p:nvSpPr>
              <p:cNvPr id="221" name="Graphic 4">
                <a:extLst>
                  <a:ext uri="{FF2B5EF4-FFF2-40B4-BE49-F238E27FC236}">
                    <a16:creationId xmlns:a16="http://schemas.microsoft.com/office/drawing/2014/main" id="{F65DD20A-4366-561E-70FD-8FBC517EDF91}"/>
                  </a:ext>
                </a:extLst>
              </p:cNvPr>
              <p:cNvSpPr/>
              <p:nvPr/>
            </p:nvSpPr>
            <p:spPr>
              <a:xfrm>
                <a:off x="6072518" y="2133121"/>
                <a:ext cx="37997" cy="37998"/>
              </a:xfrm>
              <a:custGeom>
                <a:avLst/>
                <a:gdLst>
                  <a:gd name="connsiteX0" fmla="*/ 30672 w 30671"/>
                  <a:gd name="connsiteY0" fmla="*/ 15321 h 30643"/>
                  <a:gd name="connsiteX1" fmla="*/ 15336 w 30671"/>
                  <a:gd name="connsiteY1" fmla="*/ 30643 h 30643"/>
                  <a:gd name="connsiteX2" fmla="*/ 0 w 30671"/>
                  <a:gd name="connsiteY2" fmla="*/ 15321 h 30643"/>
                  <a:gd name="connsiteX3" fmla="*/ 15336 w 30671"/>
                  <a:gd name="connsiteY3" fmla="*/ 0 h 30643"/>
                  <a:gd name="connsiteX4" fmla="*/ 30672 w 30671"/>
                  <a:gd name="connsiteY4" fmla="*/ 15321 h 30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 h="30643">
                    <a:moveTo>
                      <a:pt x="30672" y="15321"/>
                    </a:moveTo>
                    <a:cubicBezTo>
                      <a:pt x="30672" y="23783"/>
                      <a:pt x="23805" y="30643"/>
                      <a:pt x="15336" y="30643"/>
                    </a:cubicBezTo>
                    <a:cubicBezTo>
                      <a:pt x="6866" y="30643"/>
                      <a:pt x="0" y="23783"/>
                      <a:pt x="0" y="15321"/>
                    </a:cubicBezTo>
                    <a:cubicBezTo>
                      <a:pt x="0" y="6860"/>
                      <a:pt x="6866" y="0"/>
                      <a:pt x="15336" y="0"/>
                    </a:cubicBezTo>
                    <a:cubicBezTo>
                      <a:pt x="23805" y="0"/>
                      <a:pt x="30672" y="6860"/>
                      <a:pt x="30672" y="15321"/>
                    </a:cubicBezTo>
                    <a:close/>
                  </a:path>
                </a:pathLst>
              </a:custGeom>
              <a:solidFill>
                <a:srgbClr val="26890D"/>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22" name="Graphic 4">
                <a:extLst>
                  <a:ext uri="{FF2B5EF4-FFF2-40B4-BE49-F238E27FC236}">
                    <a16:creationId xmlns:a16="http://schemas.microsoft.com/office/drawing/2014/main" id="{1D968761-8A90-1DFD-F5AE-40F4AA0A45B2}"/>
                  </a:ext>
                </a:extLst>
              </p:cNvPr>
              <p:cNvSpPr/>
              <p:nvPr/>
            </p:nvSpPr>
            <p:spPr>
              <a:xfrm>
                <a:off x="6009188" y="2015169"/>
                <a:ext cx="37997" cy="37998"/>
              </a:xfrm>
              <a:custGeom>
                <a:avLst/>
                <a:gdLst>
                  <a:gd name="connsiteX0" fmla="*/ 30672 w 30671"/>
                  <a:gd name="connsiteY0" fmla="*/ 15322 h 30643"/>
                  <a:gd name="connsiteX1" fmla="*/ 15336 w 30671"/>
                  <a:gd name="connsiteY1" fmla="*/ 30643 h 30643"/>
                  <a:gd name="connsiteX2" fmla="*/ 0 w 30671"/>
                  <a:gd name="connsiteY2" fmla="*/ 15322 h 30643"/>
                  <a:gd name="connsiteX3" fmla="*/ 15336 w 30671"/>
                  <a:gd name="connsiteY3" fmla="*/ 0 h 30643"/>
                  <a:gd name="connsiteX4" fmla="*/ 30672 w 30671"/>
                  <a:gd name="connsiteY4" fmla="*/ 15322 h 30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 h="30643">
                    <a:moveTo>
                      <a:pt x="30672" y="15322"/>
                    </a:moveTo>
                    <a:cubicBezTo>
                      <a:pt x="30672" y="23784"/>
                      <a:pt x="23805" y="30643"/>
                      <a:pt x="15336" y="30643"/>
                    </a:cubicBezTo>
                    <a:cubicBezTo>
                      <a:pt x="6866" y="30643"/>
                      <a:pt x="0" y="23784"/>
                      <a:pt x="0" y="15322"/>
                    </a:cubicBezTo>
                    <a:cubicBezTo>
                      <a:pt x="0" y="6860"/>
                      <a:pt x="6866" y="0"/>
                      <a:pt x="15336" y="0"/>
                    </a:cubicBezTo>
                    <a:cubicBezTo>
                      <a:pt x="23805" y="0"/>
                      <a:pt x="30672" y="6860"/>
                      <a:pt x="30672" y="15322"/>
                    </a:cubicBezTo>
                    <a:close/>
                  </a:path>
                </a:pathLst>
              </a:custGeom>
              <a:solidFill>
                <a:srgbClr val="26890D"/>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23" name="Graphic 4">
                <a:extLst>
                  <a:ext uri="{FF2B5EF4-FFF2-40B4-BE49-F238E27FC236}">
                    <a16:creationId xmlns:a16="http://schemas.microsoft.com/office/drawing/2014/main" id="{87F61B4A-FACF-CB5C-D062-96576E0CEE37}"/>
                  </a:ext>
                </a:extLst>
              </p:cNvPr>
              <p:cNvSpPr/>
              <p:nvPr/>
            </p:nvSpPr>
            <p:spPr>
              <a:xfrm>
                <a:off x="5945859" y="2133121"/>
                <a:ext cx="37997" cy="37998"/>
              </a:xfrm>
              <a:custGeom>
                <a:avLst/>
                <a:gdLst>
                  <a:gd name="connsiteX0" fmla="*/ 30672 w 30671"/>
                  <a:gd name="connsiteY0" fmla="*/ 15321 h 30643"/>
                  <a:gd name="connsiteX1" fmla="*/ 15336 w 30671"/>
                  <a:gd name="connsiteY1" fmla="*/ 30643 h 30643"/>
                  <a:gd name="connsiteX2" fmla="*/ 0 w 30671"/>
                  <a:gd name="connsiteY2" fmla="*/ 15321 h 30643"/>
                  <a:gd name="connsiteX3" fmla="*/ 15336 w 30671"/>
                  <a:gd name="connsiteY3" fmla="*/ 0 h 30643"/>
                  <a:gd name="connsiteX4" fmla="*/ 30672 w 30671"/>
                  <a:gd name="connsiteY4" fmla="*/ 15321 h 30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 h="30643">
                    <a:moveTo>
                      <a:pt x="30672" y="15321"/>
                    </a:moveTo>
                    <a:cubicBezTo>
                      <a:pt x="30672" y="23783"/>
                      <a:pt x="23805" y="30643"/>
                      <a:pt x="15336" y="30643"/>
                    </a:cubicBezTo>
                    <a:cubicBezTo>
                      <a:pt x="6866" y="30643"/>
                      <a:pt x="0" y="23783"/>
                      <a:pt x="0" y="15321"/>
                    </a:cubicBezTo>
                    <a:cubicBezTo>
                      <a:pt x="0" y="6860"/>
                      <a:pt x="6866" y="0"/>
                      <a:pt x="15336" y="0"/>
                    </a:cubicBezTo>
                    <a:cubicBezTo>
                      <a:pt x="23805" y="0"/>
                      <a:pt x="30672" y="6860"/>
                      <a:pt x="30672" y="15321"/>
                    </a:cubicBezTo>
                    <a:close/>
                  </a:path>
                </a:pathLst>
              </a:custGeom>
              <a:solidFill>
                <a:srgbClr val="26890D"/>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24" name="Graphic 4">
                <a:extLst>
                  <a:ext uri="{FF2B5EF4-FFF2-40B4-BE49-F238E27FC236}">
                    <a16:creationId xmlns:a16="http://schemas.microsoft.com/office/drawing/2014/main" id="{2A4CB6CC-8E3F-5812-D903-81D05F89F83B}"/>
                  </a:ext>
                </a:extLst>
              </p:cNvPr>
              <p:cNvSpPr/>
              <p:nvPr/>
            </p:nvSpPr>
            <p:spPr>
              <a:xfrm>
                <a:off x="6145346" y="2015169"/>
                <a:ext cx="37997" cy="37998"/>
              </a:xfrm>
              <a:custGeom>
                <a:avLst/>
                <a:gdLst>
                  <a:gd name="connsiteX0" fmla="*/ 30672 w 30671"/>
                  <a:gd name="connsiteY0" fmla="*/ 15322 h 30643"/>
                  <a:gd name="connsiteX1" fmla="*/ 15336 w 30671"/>
                  <a:gd name="connsiteY1" fmla="*/ 30643 h 30643"/>
                  <a:gd name="connsiteX2" fmla="*/ 0 w 30671"/>
                  <a:gd name="connsiteY2" fmla="*/ 15322 h 30643"/>
                  <a:gd name="connsiteX3" fmla="*/ 15336 w 30671"/>
                  <a:gd name="connsiteY3" fmla="*/ 0 h 30643"/>
                  <a:gd name="connsiteX4" fmla="*/ 30672 w 30671"/>
                  <a:gd name="connsiteY4" fmla="*/ 15322 h 30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 h="30643">
                    <a:moveTo>
                      <a:pt x="30672" y="15322"/>
                    </a:moveTo>
                    <a:cubicBezTo>
                      <a:pt x="30672" y="23784"/>
                      <a:pt x="23806" y="30643"/>
                      <a:pt x="15336" y="30643"/>
                    </a:cubicBezTo>
                    <a:cubicBezTo>
                      <a:pt x="6866" y="30643"/>
                      <a:pt x="0" y="23784"/>
                      <a:pt x="0" y="15322"/>
                    </a:cubicBezTo>
                    <a:cubicBezTo>
                      <a:pt x="0" y="6860"/>
                      <a:pt x="6866" y="0"/>
                      <a:pt x="15336" y="0"/>
                    </a:cubicBezTo>
                    <a:cubicBezTo>
                      <a:pt x="23806" y="0"/>
                      <a:pt x="30672" y="6860"/>
                      <a:pt x="30672" y="15322"/>
                    </a:cubicBezTo>
                    <a:close/>
                  </a:path>
                </a:pathLst>
              </a:custGeom>
              <a:solidFill>
                <a:srgbClr val="26890D"/>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sp>
          <p:nvSpPr>
            <p:cNvPr id="220" name="Graphic 4">
              <a:extLst>
                <a:ext uri="{FF2B5EF4-FFF2-40B4-BE49-F238E27FC236}">
                  <a16:creationId xmlns:a16="http://schemas.microsoft.com/office/drawing/2014/main" id="{A6FBCE34-FD1A-7725-A63C-2DE74CA341C7}"/>
                </a:ext>
              </a:extLst>
            </p:cNvPr>
            <p:cNvSpPr/>
            <p:nvPr/>
          </p:nvSpPr>
          <p:spPr>
            <a:xfrm>
              <a:off x="5840574" y="1868717"/>
              <a:ext cx="448055" cy="448061"/>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61348 w 361670"/>
                <a:gd name="connsiteY5" fmla="*/ 162153 h 361333"/>
                <a:gd name="connsiteX6" fmla="*/ 252403 w 361670"/>
                <a:gd name="connsiteY6" fmla="*/ 160876 h 361333"/>
                <a:gd name="connsiteX7" fmla="*/ 222370 w 361670"/>
                <a:gd name="connsiteY7" fmla="*/ 209395 h 361333"/>
                <a:gd name="connsiteX8" fmla="*/ 230677 w 361670"/>
                <a:gd name="connsiteY8" fmla="*/ 229823 h 361333"/>
                <a:gd name="connsiteX9" fmla="*/ 202561 w 361670"/>
                <a:gd name="connsiteY9" fmla="*/ 257913 h 361333"/>
                <a:gd name="connsiteX10" fmla="*/ 174445 w 361670"/>
                <a:gd name="connsiteY10" fmla="*/ 229823 h 361333"/>
                <a:gd name="connsiteX11" fmla="*/ 184030 w 361670"/>
                <a:gd name="connsiteY11" fmla="*/ 208756 h 361333"/>
                <a:gd name="connsiteX12" fmla="*/ 159109 w 361670"/>
                <a:gd name="connsiteY12" fmla="*/ 162153 h 361333"/>
                <a:gd name="connsiteX13" fmla="*/ 151442 w 361670"/>
                <a:gd name="connsiteY13" fmla="*/ 163430 h 361333"/>
                <a:gd name="connsiteX14" fmla="*/ 143774 w 361670"/>
                <a:gd name="connsiteY14" fmla="*/ 162153 h 361333"/>
                <a:gd name="connsiteX15" fmla="*/ 118853 w 361670"/>
                <a:gd name="connsiteY15" fmla="*/ 208756 h 361333"/>
                <a:gd name="connsiteX16" fmla="*/ 128438 w 361670"/>
                <a:gd name="connsiteY16" fmla="*/ 229823 h 361333"/>
                <a:gd name="connsiteX17" fmla="*/ 100322 w 361670"/>
                <a:gd name="connsiteY17" fmla="*/ 257913 h 361333"/>
                <a:gd name="connsiteX18" fmla="*/ 72206 w 361670"/>
                <a:gd name="connsiteY18" fmla="*/ 229823 h 361333"/>
                <a:gd name="connsiteX19" fmla="*/ 100322 w 361670"/>
                <a:gd name="connsiteY19" fmla="*/ 201734 h 361333"/>
                <a:gd name="connsiteX20" fmla="*/ 107990 w 361670"/>
                <a:gd name="connsiteY20" fmla="*/ 203011 h 361333"/>
                <a:gd name="connsiteX21" fmla="*/ 132911 w 361670"/>
                <a:gd name="connsiteY21" fmla="*/ 156408 h 361333"/>
                <a:gd name="connsiteX22" fmla="*/ 123326 w 361670"/>
                <a:gd name="connsiteY22" fmla="*/ 135341 h 361333"/>
                <a:gd name="connsiteX23" fmla="*/ 151442 w 361670"/>
                <a:gd name="connsiteY23" fmla="*/ 107251 h 361333"/>
                <a:gd name="connsiteX24" fmla="*/ 179557 w 361670"/>
                <a:gd name="connsiteY24" fmla="*/ 135341 h 361333"/>
                <a:gd name="connsiteX25" fmla="*/ 169972 w 361670"/>
                <a:gd name="connsiteY25" fmla="*/ 156408 h 361333"/>
                <a:gd name="connsiteX26" fmla="*/ 194893 w 361670"/>
                <a:gd name="connsiteY26" fmla="*/ 203011 h 361333"/>
                <a:gd name="connsiteX27" fmla="*/ 202561 w 361670"/>
                <a:gd name="connsiteY27" fmla="*/ 201734 h 361333"/>
                <a:gd name="connsiteX28" fmla="*/ 211507 w 361670"/>
                <a:gd name="connsiteY28" fmla="*/ 203011 h 361333"/>
                <a:gd name="connsiteX29" fmla="*/ 241540 w 361670"/>
                <a:gd name="connsiteY29" fmla="*/ 154492 h 361333"/>
                <a:gd name="connsiteX30" fmla="*/ 233233 w 361670"/>
                <a:gd name="connsiteY30" fmla="*/ 134064 h 361333"/>
                <a:gd name="connsiteX31" fmla="*/ 261348 w 361670"/>
                <a:gd name="connsiteY31" fmla="*/ 105974 h 361333"/>
                <a:gd name="connsiteX32" fmla="*/ 289464 w 361670"/>
                <a:gd name="connsiteY32" fmla="*/ 134064 h 361333"/>
                <a:gd name="connsiteX33" fmla="*/ 261348 w 361670"/>
                <a:gd name="connsiteY33" fmla="*/ 16215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261348" y="162153"/>
                  </a:moveTo>
                  <a:cubicBezTo>
                    <a:pt x="258153" y="162153"/>
                    <a:pt x="254958" y="161515"/>
                    <a:pt x="252403" y="160876"/>
                  </a:cubicBezTo>
                  <a:lnTo>
                    <a:pt x="222370" y="209395"/>
                  </a:lnTo>
                  <a:cubicBezTo>
                    <a:pt x="227482" y="214502"/>
                    <a:pt x="230677" y="221524"/>
                    <a:pt x="230677" y="229823"/>
                  </a:cubicBezTo>
                  <a:cubicBezTo>
                    <a:pt x="230677" y="245783"/>
                    <a:pt x="217897" y="257913"/>
                    <a:pt x="202561" y="257913"/>
                  </a:cubicBezTo>
                  <a:cubicBezTo>
                    <a:pt x="187225" y="257913"/>
                    <a:pt x="174445" y="245145"/>
                    <a:pt x="174445" y="229823"/>
                  </a:cubicBezTo>
                  <a:cubicBezTo>
                    <a:pt x="174445" y="221524"/>
                    <a:pt x="178279" y="213863"/>
                    <a:pt x="184030" y="208756"/>
                  </a:cubicBezTo>
                  <a:lnTo>
                    <a:pt x="159109" y="162153"/>
                  </a:lnTo>
                  <a:cubicBezTo>
                    <a:pt x="156553" y="162792"/>
                    <a:pt x="153997" y="163430"/>
                    <a:pt x="151442" y="163430"/>
                  </a:cubicBezTo>
                  <a:cubicBezTo>
                    <a:pt x="148885" y="163430"/>
                    <a:pt x="146329" y="162792"/>
                    <a:pt x="143774" y="162153"/>
                  </a:cubicBezTo>
                  <a:lnTo>
                    <a:pt x="118853" y="208756"/>
                  </a:lnTo>
                  <a:cubicBezTo>
                    <a:pt x="124604" y="213863"/>
                    <a:pt x="128438" y="221524"/>
                    <a:pt x="128438" y="229823"/>
                  </a:cubicBezTo>
                  <a:cubicBezTo>
                    <a:pt x="128438" y="245783"/>
                    <a:pt x="115658" y="257913"/>
                    <a:pt x="100322" y="257913"/>
                  </a:cubicBezTo>
                  <a:cubicBezTo>
                    <a:pt x="84986" y="257913"/>
                    <a:pt x="72206" y="245145"/>
                    <a:pt x="72206" y="229823"/>
                  </a:cubicBezTo>
                  <a:cubicBezTo>
                    <a:pt x="72206" y="214502"/>
                    <a:pt x="84986" y="201734"/>
                    <a:pt x="100322" y="201734"/>
                  </a:cubicBezTo>
                  <a:cubicBezTo>
                    <a:pt x="102878" y="201734"/>
                    <a:pt x="105434" y="202372"/>
                    <a:pt x="107990" y="203011"/>
                  </a:cubicBezTo>
                  <a:lnTo>
                    <a:pt x="132911" y="156408"/>
                  </a:lnTo>
                  <a:cubicBezTo>
                    <a:pt x="127160" y="151300"/>
                    <a:pt x="123326" y="143640"/>
                    <a:pt x="123326" y="135341"/>
                  </a:cubicBezTo>
                  <a:cubicBezTo>
                    <a:pt x="123326" y="119381"/>
                    <a:pt x="136106" y="107251"/>
                    <a:pt x="151442" y="107251"/>
                  </a:cubicBezTo>
                  <a:cubicBezTo>
                    <a:pt x="166777" y="107251"/>
                    <a:pt x="179557" y="120019"/>
                    <a:pt x="179557" y="135341"/>
                  </a:cubicBezTo>
                  <a:cubicBezTo>
                    <a:pt x="179557" y="143640"/>
                    <a:pt x="175723" y="151300"/>
                    <a:pt x="169972" y="156408"/>
                  </a:cubicBezTo>
                  <a:lnTo>
                    <a:pt x="194893" y="203011"/>
                  </a:lnTo>
                  <a:cubicBezTo>
                    <a:pt x="197449" y="202372"/>
                    <a:pt x="200005" y="201734"/>
                    <a:pt x="202561" y="201734"/>
                  </a:cubicBezTo>
                  <a:cubicBezTo>
                    <a:pt x="205756" y="201734"/>
                    <a:pt x="208951" y="202372"/>
                    <a:pt x="211507" y="203011"/>
                  </a:cubicBezTo>
                  <a:lnTo>
                    <a:pt x="241540" y="154492"/>
                  </a:lnTo>
                  <a:cubicBezTo>
                    <a:pt x="236428" y="149385"/>
                    <a:pt x="233233" y="142363"/>
                    <a:pt x="233233" y="134064"/>
                  </a:cubicBezTo>
                  <a:cubicBezTo>
                    <a:pt x="233233" y="118104"/>
                    <a:pt x="246013" y="105974"/>
                    <a:pt x="261348" y="105974"/>
                  </a:cubicBezTo>
                  <a:cubicBezTo>
                    <a:pt x="276684" y="105974"/>
                    <a:pt x="289464" y="118742"/>
                    <a:pt x="289464" y="134064"/>
                  </a:cubicBezTo>
                  <a:cubicBezTo>
                    <a:pt x="289464" y="149385"/>
                    <a:pt x="277323" y="162153"/>
                    <a:pt x="261348" y="162153"/>
                  </a:cubicBezTo>
                  <a:close/>
                </a:path>
              </a:pathLst>
            </a:custGeom>
            <a:solidFill>
              <a:srgbClr val="26890D"/>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sp>
        <p:nvSpPr>
          <p:cNvPr id="225" name="Freeform 806">
            <a:extLst>
              <a:ext uri="{FF2B5EF4-FFF2-40B4-BE49-F238E27FC236}">
                <a16:creationId xmlns:a16="http://schemas.microsoft.com/office/drawing/2014/main" id="{2645473B-1A55-5A6C-3EF6-8981F5D4B772}"/>
              </a:ext>
            </a:extLst>
          </p:cNvPr>
          <p:cNvSpPr>
            <a:spLocks noChangeAspect="1" noEditPoints="1"/>
          </p:cNvSpPr>
          <p:nvPr/>
        </p:nvSpPr>
        <p:spPr bwMode="auto">
          <a:xfrm>
            <a:off x="8160643" y="1833528"/>
            <a:ext cx="448056" cy="448056"/>
          </a:xfrm>
          <a:custGeom>
            <a:avLst/>
            <a:gdLst>
              <a:gd name="T0" fmla="*/ 275 w 512"/>
              <a:gd name="T1" fmla="*/ 288 h 512"/>
              <a:gd name="T2" fmla="*/ 254 w 512"/>
              <a:gd name="T3" fmla="*/ 202 h 512"/>
              <a:gd name="T4" fmla="*/ 256 w 512"/>
              <a:gd name="T5" fmla="*/ 138 h 512"/>
              <a:gd name="T6" fmla="*/ 256 w 512"/>
              <a:gd name="T7" fmla="*/ 117 h 512"/>
              <a:gd name="T8" fmla="*/ 256 w 512"/>
              <a:gd name="T9" fmla="*/ 138 h 512"/>
              <a:gd name="T10" fmla="*/ 160 w 512"/>
              <a:gd name="T11" fmla="*/ 128 h 512"/>
              <a:gd name="T12" fmla="*/ 138 w 512"/>
              <a:gd name="T13" fmla="*/ 128 h 512"/>
              <a:gd name="T14" fmla="*/ 147 w 512"/>
              <a:gd name="T15" fmla="*/ 202 h 512"/>
              <a:gd name="T16" fmla="*/ 168 w 512"/>
              <a:gd name="T17" fmla="*/ 288 h 512"/>
              <a:gd name="T18" fmla="*/ 147 w 512"/>
              <a:gd name="T19" fmla="*/ 202 h 512"/>
              <a:gd name="T20" fmla="*/ 384 w 512"/>
              <a:gd name="T21" fmla="*/ 266 h 512"/>
              <a:gd name="T22" fmla="*/ 341 w 512"/>
              <a:gd name="T23" fmla="*/ 202 h 512"/>
              <a:gd name="T24" fmla="*/ 362 w 512"/>
              <a:gd name="T25" fmla="*/ 138 h 512"/>
              <a:gd name="T26" fmla="*/ 362 w 512"/>
              <a:gd name="T27" fmla="*/ 117 h 512"/>
              <a:gd name="T28" fmla="*/ 362 w 512"/>
              <a:gd name="T29" fmla="*/ 138 h 512"/>
              <a:gd name="T30" fmla="*/ 256 w 512"/>
              <a:gd name="T31" fmla="*/ 512 h 512"/>
              <a:gd name="T32" fmla="*/ 256 w 512"/>
              <a:gd name="T33" fmla="*/ 0 h 512"/>
              <a:gd name="T34" fmla="*/ 330 w 512"/>
              <a:gd name="T35" fmla="*/ 128 h 512"/>
              <a:gd name="T36" fmla="*/ 394 w 512"/>
              <a:gd name="T37" fmla="*/ 128 h 512"/>
              <a:gd name="T38" fmla="*/ 330 w 512"/>
              <a:gd name="T39" fmla="*/ 128 h 512"/>
              <a:gd name="T40" fmla="*/ 256 w 512"/>
              <a:gd name="T41" fmla="*/ 160 h 512"/>
              <a:gd name="T42" fmla="*/ 256 w 512"/>
              <a:gd name="T43" fmla="*/ 96 h 512"/>
              <a:gd name="T44" fmla="*/ 117 w 512"/>
              <a:gd name="T45" fmla="*/ 128 h 512"/>
              <a:gd name="T46" fmla="*/ 181 w 512"/>
              <a:gd name="T47" fmla="*/ 128 h 512"/>
              <a:gd name="T48" fmla="*/ 117 w 512"/>
              <a:gd name="T49" fmla="*/ 128 h 512"/>
              <a:gd name="T50" fmla="*/ 170 w 512"/>
              <a:gd name="T51" fmla="*/ 190 h 512"/>
              <a:gd name="T52" fmla="*/ 138 w 512"/>
              <a:gd name="T53" fmla="*/ 181 h 512"/>
              <a:gd name="T54" fmla="*/ 107 w 512"/>
              <a:gd name="T55" fmla="*/ 296 h 512"/>
              <a:gd name="T56" fmla="*/ 117 w 512"/>
              <a:gd name="T57" fmla="*/ 309 h 512"/>
              <a:gd name="T58" fmla="*/ 128 w 512"/>
              <a:gd name="T59" fmla="*/ 394 h 512"/>
              <a:gd name="T60" fmla="*/ 138 w 512"/>
              <a:gd name="T61" fmla="*/ 309 h 512"/>
              <a:gd name="T62" fmla="*/ 160 w 512"/>
              <a:gd name="T63" fmla="*/ 384 h 512"/>
              <a:gd name="T64" fmla="*/ 181 w 512"/>
              <a:gd name="T65" fmla="*/ 384 h 512"/>
              <a:gd name="T66" fmla="*/ 189 w 512"/>
              <a:gd name="T67" fmla="*/ 305 h 512"/>
              <a:gd name="T68" fmla="*/ 298 w 512"/>
              <a:gd name="T69" fmla="*/ 296 h 512"/>
              <a:gd name="T70" fmla="*/ 266 w 512"/>
              <a:gd name="T71" fmla="*/ 181 h 512"/>
              <a:gd name="T72" fmla="*/ 235 w 512"/>
              <a:gd name="T73" fmla="*/ 190 h 512"/>
              <a:gd name="T74" fmla="*/ 215 w 512"/>
              <a:gd name="T75" fmla="*/ 305 h 512"/>
              <a:gd name="T76" fmla="*/ 224 w 512"/>
              <a:gd name="T77" fmla="*/ 384 h 512"/>
              <a:gd name="T78" fmla="*/ 245 w 512"/>
              <a:gd name="T79" fmla="*/ 384 h 512"/>
              <a:gd name="T80" fmla="*/ 266 w 512"/>
              <a:gd name="T81" fmla="*/ 309 h 512"/>
              <a:gd name="T82" fmla="*/ 277 w 512"/>
              <a:gd name="T83" fmla="*/ 394 h 512"/>
              <a:gd name="T84" fmla="*/ 288 w 512"/>
              <a:gd name="T85" fmla="*/ 309 h 512"/>
              <a:gd name="T86" fmla="*/ 298 w 512"/>
              <a:gd name="T87" fmla="*/ 296 h 512"/>
              <a:gd name="T88" fmla="*/ 394 w 512"/>
              <a:gd name="T89" fmla="*/ 181 h 512"/>
              <a:gd name="T90" fmla="*/ 320 w 512"/>
              <a:gd name="T91" fmla="*/ 192 h 512"/>
              <a:gd name="T92" fmla="*/ 330 w 512"/>
              <a:gd name="T93" fmla="*/ 288 h 512"/>
              <a:gd name="T94" fmla="*/ 341 w 512"/>
              <a:gd name="T95" fmla="*/ 394 h 512"/>
              <a:gd name="T96" fmla="*/ 352 w 512"/>
              <a:gd name="T97" fmla="*/ 288 h 512"/>
              <a:gd name="T98" fmla="*/ 373 w 512"/>
              <a:gd name="T99" fmla="*/ 384 h 512"/>
              <a:gd name="T100" fmla="*/ 394 w 512"/>
              <a:gd name="T101" fmla="*/ 384 h 512"/>
              <a:gd name="T102" fmla="*/ 405 w 512"/>
              <a:gd name="T103" fmla="*/ 27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2" h="512">
                <a:moveTo>
                  <a:pt x="258" y="202"/>
                </a:moveTo>
                <a:cubicBezTo>
                  <a:pt x="275" y="288"/>
                  <a:pt x="275" y="288"/>
                  <a:pt x="275" y="288"/>
                </a:cubicBezTo>
                <a:cubicBezTo>
                  <a:pt x="237" y="288"/>
                  <a:pt x="237" y="288"/>
                  <a:pt x="237" y="288"/>
                </a:cubicBezTo>
                <a:cubicBezTo>
                  <a:pt x="254" y="202"/>
                  <a:pt x="254" y="202"/>
                  <a:pt x="254" y="202"/>
                </a:cubicBezTo>
                <a:lnTo>
                  <a:pt x="258" y="202"/>
                </a:lnTo>
                <a:close/>
                <a:moveTo>
                  <a:pt x="256" y="138"/>
                </a:moveTo>
                <a:cubicBezTo>
                  <a:pt x="262" y="138"/>
                  <a:pt x="266" y="134"/>
                  <a:pt x="266" y="128"/>
                </a:cubicBezTo>
                <a:cubicBezTo>
                  <a:pt x="266" y="122"/>
                  <a:pt x="262" y="117"/>
                  <a:pt x="256" y="117"/>
                </a:cubicBezTo>
                <a:cubicBezTo>
                  <a:pt x="250" y="117"/>
                  <a:pt x="245" y="122"/>
                  <a:pt x="245" y="128"/>
                </a:cubicBezTo>
                <a:cubicBezTo>
                  <a:pt x="245" y="134"/>
                  <a:pt x="250" y="138"/>
                  <a:pt x="256" y="138"/>
                </a:cubicBezTo>
                <a:close/>
                <a:moveTo>
                  <a:pt x="149" y="138"/>
                </a:moveTo>
                <a:cubicBezTo>
                  <a:pt x="155" y="138"/>
                  <a:pt x="160" y="134"/>
                  <a:pt x="160" y="128"/>
                </a:cubicBezTo>
                <a:cubicBezTo>
                  <a:pt x="160" y="122"/>
                  <a:pt x="155" y="117"/>
                  <a:pt x="149" y="117"/>
                </a:cubicBezTo>
                <a:cubicBezTo>
                  <a:pt x="143" y="117"/>
                  <a:pt x="138" y="122"/>
                  <a:pt x="138" y="128"/>
                </a:cubicBezTo>
                <a:cubicBezTo>
                  <a:pt x="138" y="134"/>
                  <a:pt x="143" y="138"/>
                  <a:pt x="149" y="138"/>
                </a:cubicBezTo>
                <a:close/>
                <a:moveTo>
                  <a:pt x="147" y="202"/>
                </a:moveTo>
                <a:cubicBezTo>
                  <a:pt x="130" y="288"/>
                  <a:pt x="130" y="288"/>
                  <a:pt x="130" y="288"/>
                </a:cubicBezTo>
                <a:cubicBezTo>
                  <a:pt x="168" y="288"/>
                  <a:pt x="168" y="288"/>
                  <a:pt x="168" y="288"/>
                </a:cubicBezTo>
                <a:cubicBezTo>
                  <a:pt x="151" y="202"/>
                  <a:pt x="151" y="202"/>
                  <a:pt x="151" y="202"/>
                </a:cubicBezTo>
                <a:lnTo>
                  <a:pt x="147" y="202"/>
                </a:lnTo>
                <a:close/>
                <a:moveTo>
                  <a:pt x="341" y="266"/>
                </a:moveTo>
                <a:cubicBezTo>
                  <a:pt x="384" y="266"/>
                  <a:pt x="384" y="266"/>
                  <a:pt x="384" y="266"/>
                </a:cubicBezTo>
                <a:cubicBezTo>
                  <a:pt x="384" y="202"/>
                  <a:pt x="384" y="202"/>
                  <a:pt x="384" y="202"/>
                </a:cubicBezTo>
                <a:cubicBezTo>
                  <a:pt x="341" y="202"/>
                  <a:pt x="341" y="202"/>
                  <a:pt x="341" y="202"/>
                </a:cubicBezTo>
                <a:lnTo>
                  <a:pt x="341" y="266"/>
                </a:lnTo>
                <a:close/>
                <a:moveTo>
                  <a:pt x="362" y="138"/>
                </a:moveTo>
                <a:cubicBezTo>
                  <a:pt x="368" y="138"/>
                  <a:pt x="373" y="134"/>
                  <a:pt x="373" y="128"/>
                </a:cubicBezTo>
                <a:cubicBezTo>
                  <a:pt x="373" y="122"/>
                  <a:pt x="368" y="117"/>
                  <a:pt x="362" y="117"/>
                </a:cubicBezTo>
                <a:cubicBezTo>
                  <a:pt x="356" y="117"/>
                  <a:pt x="352" y="122"/>
                  <a:pt x="352" y="128"/>
                </a:cubicBezTo>
                <a:cubicBezTo>
                  <a:pt x="352" y="134"/>
                  <a:pt x="356" y="138"/>
                  <a:pt x="362" y="13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0" y="128"/>
                </a:moveTo>
                <a:cubicBezTo>
                  <a:pt x="330" y="145"/>
                  <a:pt x="345" y="160"/>
                  <a:pt x="362" y="160"/>
                </a:cubicBezTo>
                <a:cubicBezTo>
                  <a:pt x="380" y="160"/>
                  <a:pt x="394" y="145"/>
                  <a:pt x="394" y="128"/>
                </a:cubicBezTo>
                <a:cubicBezTo>
                  <a:pt x="394" y="110"/>
                  <a:pt x="380" y="96"/>
                  <a:pt x="362" y="96"/>
                </a:cubicBezTo>
                <a:cubicBezTo>
                  <a:pt x="345" y="96"/>
                  <a:pt x="330" y="110"/>
                  <a:pt x="330" y="128"/>
                </a:cubicBezTo>
                <a:close/>
                <a:moveTo>
                  <a:pt x="224" y="128"/>
                </a:moveTo>
                <a:cubicBezTo>
                  <a:pt x="224" y="145"/>
                  <a:pt x="238" y="160"/>
                  <a:pt x="256" y="160"/>
                </a:cubicBezTo>
                <a:cubicBezTo>
                  <a:pt x="273" y="160"/>
                  <a:pt x="288" y="145"/>
                  <a:pt x="288" y="128"/>
                </a:cubicBezTo>
                <a:cubicBezTo>
                  <a:pt x="288" y="110"/>
                  <a:pt x="273" y="96"/>
                  <a:pt x="256" y="96"/>
                </a:cubicBezTo>
                <a:cubicBezTo>
                  <a:pt x="238" y="96"/>
                  <a:pt x="224" y="110"/>
                  <a:pt x="224" y="128"/>
                </a:cubicBezTo>
                <a:close/>
                <a:moveTo>
                  <a:pt x="117" y="128"/>
                </a:moveTo>
                <a:cubicBezTo>
                  <a:pt x="117" y="145"/>
                  <a:pt x="131" y="160"/>
                  <a:pt x="149" y="160"/>
                </a:cubicBezTo>
                <a:cubicBezTo>
                  <a:pt x="167" y="160"/>
                  <a:pt x="181" y="145"/>
                  <a:pt x="181" y="128"/>
                </a:cubicBezTo>
                <a:cubicBezTo>
                  <a:pt x="181" y="110"/>
                  <a:pt x="167" y="96"/>
                  <a:pt x="149" y="96"/>
                </a:cubicBezTo>
                <a:cubicBezTo>
                  <a:pt x="131" y="96"/>
                  <a:pt x="117" y="110"/>
                  <a:pt x="117" y="128"/>
                </a:cubicBezTo>
                <a:close/>
                <a:moveTo>
                  <a:pt x="191" y="296"/>
                </a:moveTo>
                <a:cubicBezTo>
                  <a:pt x="170" y="190"/>
                  <a:pt x="170" y="190"/>
                  <a:pt x="170" y="190"/>
                </a:cubicBezTo>
                <a:cubicBezTo>
                  <a:pt x="169" y="185"/>
                  <a:pt x="165" y="181"/>
                  <a:pt x="160" y="181"/>
                </a:cubicBezTo>
                <a:cubicBezTo>
                  <a:pt x="138" y="181"/>
                  <a:pt x="138" y="181"/>
                  <a:pt x="138" y="181"/>
                </a:cubicBezTo>
                <a:cubicBezTo>
                  <a:pt x="133" y="181"/>
                  <a:pt x="129" y="185"/>
                  <a:pt x="128" y="190"/>
                </a:cubicBezTo>
                <a:cubicBezTo>
                  <a:pt x="107" y="296"/>
                  <a:pt x="107" y="296"/>
                  <a:pt x="107" y="296"/>
                </a:cubicBezTo>
                <a:cubicBezTo>
                  <a:pt x="106" y="299"/>
                  <a:pt x="107" y="303"/>
                  <a:pt x="109" y="305"/>
                </a:cubicBezTo>
                <a:cubicBezTo>
                  <a:pt x="111" y="308"/>
                  <a:pt x="114" y="309"/>
                  <a:pt x="117" y="309"/>
                </a:cubicBezTo>
                <a:cubicBezTo>
                  <a:pt x="117" y="384"/>
                  <a:pt x="117" y="384"/>
                  <a:pt x="117" y="384"/>
                </a:cubicBezTo>
                <a:cubicBezTo>
                  <a:pt x="117" y="390"/>
                  <a:pt x="122" y="394"/>
                  <a:pt x="128" y="394"/>
                </a:cubicBezTo>
                <a:cubicBezTo>
                  <a:pt x="134" y="394"/>
                  <a:pt x="138" y="390"/>
                  <a:pt x="138" y="384"/>
                </a:cubicBezTo>
                <a:cubicBezTo>
                  <a:pt x="138" y="309"/>
                  <a:pt x="138" y="309"/>
                  <a:pt x="138" y="309"/>
                </a:cubicBezTo>
                <a:cubicBezTo>
                  <a:pt x="160" y="309"/>
                  <a:pt x="160" y="309"/>
                  <a:pt x="160" y="309"/>
                </a:cubicBezTo>
                <a:cubicBezTo>
                  <a:pt x="160" y="384"/>
                  <a:pt x="160" y="384"/>
                  <a:pt x="160" y="384"/>
                </a:cubicBezTo>
                <a:cubicBezTo>
                  <a:pt x="160" y="390"/>
                  <a:pt x="164" y="394"/>
                  <a:pt x="170" y="394"/>
                </a:cubicBezTo>
                <a:cubicBezTo>
                  <a:pt x="176" y="394"/>
                  <a:pt x="181" y="390"/>
                  <a:pt x="181" y="384"/>
                </a:cubicBezTo>
                <a:cubicBezTo>
                  <a:pt x="181" y="309"/>
                  <a:pt x="181" y="309"/>
                  <a:pt x="181" y="309"/>
                </a:cubicBezTo>
                <a:cubicBezTo>
                  <a:pt x="184" y="309"/>
                  <a:pt x="187" y="308"/>
                  <a:pt x="189" y="305"/>
                </a:cubicBezTo>
                <a:cubicBezTo>
                  <a:pt x="191" y="303"/>
                  <a:pt x="192" y="299"/>
                  <a:pt x="191" y="296"/>
                </a:cubicBezTo>
                <a:close/>
                <a:moveTo>
                  <a:pt x="298" y="296"/>
                </a:moveTo>
                <a:cubicBezTo>
                  <a:pt x="277" y="190"/>
                  <a:pt x="277" y="190"/>
                  <a:pt x="277" y="190"/>
                </a:cubicBezTo>
                <a:cubicBezTo>
                  <a:pt x="276" y="185"/>
                  <a:pt x="271" y="181"/>
                  <a:pt x="266" y="181"/>
                </a:cubicBezTo>
                <a:cubicBezTo>
                  <a:pt x="245" y="181"/>
                  <a:pt x="245" y="181"/>
                  <a:pt x="245" y="181"/>
                </a:cubicBezTo>
                <a:cubicBezTo>
                  <a:pt x="240" y="181"/>
                  <a:pt x="236" y="185"/>
                  <a:pt x="235" y="190"/>
                </a:cubicBezTo>
                <a:cubicBezTo>
                  <a:pt x="213" y="296"/>
                  <a:pt x="213" y="296"/>
                  <a:pt x="213" y="296"/>
                </a:cubicBezTo>
                <a:cubicBezTo>
                  <a:pt x="213" y="299"/>
                  <a:pt x="213" y="303"/>
                  <a:pt x="215" y="305"/>
                </a:cubicBezTo>
                <a:cubicBezTo>
                  <a:pt x="217" y="308"/>
                  <a:pt x="220" y="309"/>
                  <a:pt x="224" y="309"/>
                </a:cubicBezTo>
                <a:cubicBezTo>
                  <a:pt x="224" y="384"/>
                  <a:pt x="224" y="384"/>
                  <a:pt x="224" y="384"/>
                </a:cubicBezTo>
                <a:cubicBezTo>
                  <a:pt x="224" y="390"/>
                  <a:pt x="228" y="394"/>
                  <a:pt x="234" y="394"/>
                </a:cubicBezTo>
                <a:cubicBezTo>
                  <a:pt x="240" y="394"/>
                  <a:pt x="245" y="390"/>
                  <a:pt x="245" y="384"/>
                </a:cubicBezTo>
                <a:cubicBezTo>
                  <a:pt x="245" y="309"/>
                  <a:pt x="245" y="309"/>
                  <a:pt x="245" y="309"/>
                </a:cubicBezTo>
                <a:cubicBezTo>
                  <a:pt x="266" y="309"/>
                  <a:pt x="266" y="309"/>
                  <a:pt x="266" y="309"/>
                </a:cubicBezTo>
                <a:cubicBezTo>
                  <a:pt x="266" y="384"/>
                  <a:pt x="266" y="384"/>
                  <a:pt x="266" y="384"/>
                </a:cubicBezTo>
                <a:cubicBezTo>
                  <a:pt x="266" y="390"/>
                  <a:pt x="271" y="394"/>
                  <a:pt x="277" y="394"/>
                </a:cubicBezTo>
                <a:cubicBezTo>
                  <a:pt x="283" y="394"/>
                  <a:pt x="288" y="390"/>
                  <a:pt x="288" y="384"/>
                </a:cubicBezTo>
                <a:cubicBezTo>
                  <a:pt x="288" y="309"/>
                  <a:pt x="288" y="309"/>
                  <a:pt x="288" y="309"/>
                </a:cubicBezTo>
                <a:cubicBezTo>
                  <a:pt x="291" y="309"/>
                  <a:pt x="294" y="308"/>
                  <a:pt x="296" y="305"/>
                </a:cubicBezTo>
                <a:cubicBezTo>
                  <a:pt x="298" y="303"/>
                  <a:pt x="299" y="299"/>
                  <a:pt x="298" y="296"/>
                </a:cubicBezTo>
                <a:close/>
                <a:moveTo>
                  <a:pt x="405" y="192"/>
                </a:moveTo>
                <a:cubicBezTo>
                  <a:pt x="405" y="186"/>
                  <a:pt x="400" y="181"/>
                  <a:pt x="394" y="181"/>
                </a:cubicBezTo>
                <a:cubicBezTo>
                  <a:pt x="330" y="181"/>
                  <a:pt x="330" y="181"/>
                  <a:pt x="330" y="181"/>
                </a:cubicBezTo>
                <a:cubicBezTo>
                  <a:pt x="324" y="181"/>
                  <a:pt x="320" y="186"/>
                  <a:pt x="320" y="192"/>
                </a:cubicBezTo>
                <a:cubicBezTo>
                  <a:pt x="320" y="277"/>
                  <a:pt x="320" y="277"/>
                  <a:pt x="320" y="277"/>
                </a:cubicBezTo>
                <a:cubicBezTo>
                  <a:pt x="320" y="283"/>
                  <a:pt x="324" y="288"/>
                  <a:pt x="330" y="288"/>
                </a:cubicBezTo>
                <a:cubicBezTo>
                  <a:pt x="330" y="384"/>
                  <a:pt x="330" y="384"/>
                  <a:pt x="330" y="384"/>
                </a:cubicBezTo>
                <a:cubicBezTo>
                  <a:pt x="330" y="390"/>
                  <a:pt x="335" y="394"/>
                  <a:pt x="341" y="394"/>
                </a:cubicBezTo>
                <a:cubicBezTo>
                  <a:pt x="347" y="394"/>
                  <a:pt x="352" y="390"/>
                  <a:pt x="352" y="384"/>
                </a:cubicBezTo>
                <a:cubicBezTo>
                  <a:pt x="352" y="288"/>
                  <a:pt x="352" y="288"/>
                  <a:pt x="352" y="288"/>
                </a:cubicBezTo>
                <a:cubicBezTo>
                  <a:pt x="373" y="288"/>
                  <a:pt x="373" y="288"/>
                  <a:pt x="373" y="288"/>
                </a:cubicBezTo>
                <a:cubicBezTo>
                  <a:pt x="373" y="384"/>
                  <a:pt x="373" y="384"/>
                  <a:pt x="373" y="384"/>
                </a:cubicBezTo>
                <a:cubicBezTo>
                  <a:pt x="373" y="390"/>
                  <a:pt x="378" y="394"/>
                  <a:pt x="384" y="394"/>
                </a:cubicBezTo>
                <a:cubicBezTo>
                  <a:pt x="390" y="394"/>
                  <a:pt x="394" y="390"/>
                  <a:pt x="394" y="384"/>
                </a:cubicBezTo>
                <a:cubicBezTo>
                  <a:pt x="394" y="288"/>
                  <a:pt x="394" y="288"/>
                  <a:pt x="394" y="288"/>
                </a:cubicBezTo>
                <a:cubicBezTo>
                  <a:pt x="400" y="288"/>
                  <a:pt x="405" y="283"/>
                  <a:pt x="405" y="277"/>
                </a:cubicBezTo>
                <a:lnTo>
                  <a:pt x="405" y="192"/>
                </a:lnTo>
                <a:close/>
              </a:path>
            </a:pathLst>
          </a:custGeom>
          <a:solidFill>
            <a:srgbClr val="26890D"/>
          </a:solidFill>
          <a:ln>
            <a:noFill/>
          </a:ln>
        </p:spPr>
        <p:txBody>
          <a:bodyPr vert="horz" wrap="square" lIns="91440" tIns="45720" rIns="91440" bIns="45720" numCol="1" anchor="t" anchorCtr="0" compatLnSpc="1">
            <a:prstTxWarp prst="textNoShape">
              <a:avLst/>
            </a:prstTxWarp>
          </a:bodyPr>
          <a:lstStyle/>
          <a:p>
            <a:pPr>
              <a:defRPr/>
            </a:pPr>
            <a:endParaRPr lang="en-GB" kern="0">
              <a:solidFill>
                <a:prstClr val="black"/>
              </a:solidFill>
              <a:latin typeface="Aptos"/>
            </a:endParaRPr>
          </a:p>
        </p:txBody>
      </p:sp>
      <p:grpSp>
        <p:nvGrpSpPr>
          <p:cNvPr id="226" name="Group 225">
            <a:extLst>
              <a:ext uri="{FF2B5EF4-FFF2-40B4-BE49-F238E27FC236}">
                <a16:creationId xmlns:a16="http://schemas.microsoft.com/office/drawing/2014/main" id="{E55687E8-87CB-6B3A-F3EC-62CA990F5711}"/>
              </a:ext>
            </a:extLst>
          </p:cNvPr>
          <p:cNvGrpSpPr/>
          <p:nvPr/>
        </p:nvGrpSpPr>
        <p:grpSpPr>
          <a:xfrm>
            <a:off x="10449419" y="1833528"/>
            <a:ext cx="448056" cy="448056"/>
            <a:chOff x="11155981" y="1816106"/>
            <a:chExt cx="459468" cy="459468"/>
          </a:xfrm>
        </p:grpSpPr>
        <p:sp>
          <p:nvSpPr>
            <p:cNvPr id="227" name="Oval 226">
              <a:extLst>
                <a:ext uri="{FF2B5EF4-FFF2-40B4-BE49-F238E27FC236}">
                  <a16:creationId xmlns:a16="http://schemas.microsoft.com/office/drawing/2014/main" id="{269C00AB-EA49-0B89-8AF4-4CCBB145EA75}"/>
                </a:ext>
              </a:extLst>
            </p:cNvPr>
            <p:cNvSpPr/>
            <p:nvPr/>
          </p:nvSpPr>
          <p:spPr bwMode="gray">
            <a:xfrm>
              <a:off x="11155981" y="1816106"/>
              <a:ext cx="459468" cy="459468"/>
            </a:xfrm>
            <a:prstGeom prst="ellipse">
              <a:avLst/>
            </a:prstGeom>
            <a:solidFill>
              <a:srgbClr val="26890D"/>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defRPr/>
              </a:pPr>
              <a:endParaRPr lang="en-US" sz="1600" b="1" kern="0">
                <a:solidFill>
                  <a:prstClr val="white"/>
                </a:solidFill>
                <a:latin typeface="Aptos"/>
              </a:endParaRPr>
            </a:p>
          </p:txBody>
        </p:sp>
        <p:pic>
          <p:nvPicPr>
            <p:cNvPr id="228" name="Graphic 227" descr="Aperture with solid fill">
              <a:extLst>
                <a:ext uri="{FF2B5EF4-FFF2-40B4-BE49-F238E27FC236}">
                  <a16:creationId xmlns:a16="http://schemas.microsoft.com/office/drawing/2014/main" id="{463D080E-064B-1F48-F00B-F0C0ADCB4965}"/>
                </a:ext>
              </a:extLst>
            </p:cNvPr>
            <p:cNvPicPr preferRelativeResize="0">
              <a:picLocks/>
            </p:cNvPicPr>
            <p:nvPr/>
          </p:nvPicPr>
          <p:blipFill>
            <a:blip>
              <a:extLst>
                <a:ext uri="{96DAC541-7B7A-43D3-8B79-37D633B846F1}">
                  <asvg:svgBlip xmlns:asvg="http://schemas.microsoft.com/office/drawing/2016/SVG/main" r:embed="rId8"/>
                </a:ext>
              </a:extLst>
            </a:blip>
            <a:srcRect/>
            <a:stretch/>
          </p:blipFill>
          <p:spPr>
            <a:xfrm>
              <a:off x="11163611" y="1823736"/>
              <a:ext cx="444208" cy="444208"/>
            </a:xfrm>
            <a:prstGeom prst="rect">
              <a:avLst/>
            </a:prstGeom>
          </p:spPr>
        </p:pic>
      </p:grpSp>
      <p:cxnSp>
        <p:nvCxnSpPr>
          <p:cNvPr id="229" name="Straight Connector 228">
            <a:extLst>
              <a:ext uri="{FF2B5EF4-FFF2-40B4-BE49-F238E27FC236}">
                <a16:creationId xmlns:a16="http://schemas.microsoft.com/office/drawing/2014/main" id="{6E4F4104-B766-141B-54C3-330A9023B1CC}"/>
              </a:ext>
            </a:extLst>
          </p:cNvPr>
          <p:cNvCxnSpPr>
            <a:stCxn id="176" idx="1"/>
          </p:cNvCxnSpPr>
          <p:nvPr/>
        </p:nvCxnSpPr>
        <p:spPr>
          <a:xfrm flipH="1" flipV="1">
            <a:off x="501650" y="1499111"/>
            <a:ext cx="2249362" cy="1"/>
          </a:xfrm>
          <a:prstGeom prst="line">
            <a:avLst/>
          </a:prstGeom>
          <a:noFill/>
          <a:ln w="9525" cap="flat" cmpd="sng" algn="ctr">
            <a:solidFill>
              <a:srgbClr val="43B02A"/>
            </a:solidFill>
            <a:prstDash val="solid"/>
            <a:tailEnd type="oval"/>
          </a:ln>
          <a:effectLst/>
        </p:spPr>
      </p:cxnSp>
      <p:cxnSp>
        <p:nvCxnSpPr>
          <p:cNvPr id="230" name="Straight Connector 229">
            <a:extLst>
              <a:ext uri="{FF2B5EF4-FFF2-40B4-BE49-F238E27FC236}">
                <a16:creationId xmlns:a16="http://schemas.microsoft.com/office/drawing/2014/main" id="{1DB2C074-11A1-83D8-87A8-C1B570D56B70}"/>
              </a:ext>
            </a:extLst>
          </p:cNvPr>
          <p:cNvCxnSpPr>
            <a:cxnSpLocks/>
            <a:stCxn id="176" idx="3"/>
          </p:cNvCxnSpPr>
          <p:nvPr/>
        </p:nvCxnSpPr>
        <p:spPr>
          <a:xfrm flipV="1">
            <a:off x="9440988" y="1499111"/>
            <a:ext cx="2244994" cy="1"/>
          </a:xfrm>
          <a:prstGeom prst="line">
            <a:avLst/>
          </a:prstGeom>
          <a:noFill/>
          <a:ln w="9525" cap="flat" cmpd="sng" algn="ctr">
            <a:solidFill>
              <a:srgbClr val="43B02A"/>
            </a:solidFill>
            <a:prstDash val="solid"/>
            <a:tailEnd type="oval"/>
          </a:ln>
          <a:effectLst/>
        </p:spPr>
      </p:cxnSp>
      <mc:AlternateContent xmlns:mc="http://schemas.openxmlformats.org/markup-compatibility/2006">
        <mc:Choice xmlns:pslz="http://schemas.microsoft.com/office/powerpoint/2016/slidezoom" Requires="pslz">
          <p:graphicFrame>
            <p:nvGraphicFramePr>
              <p:cNvPr id="236" name="Slide Zoom 235">
                <a:extLst>
                  <a:ext uri="{FF2B5EF4-FFF2-40B4-BE49-F238E27FC236}">
                    <a16:creationId xmlns:a16="http://schemas.microsoft.com/office/drawing/2014/main" id="{881FC0CF-6668-F518-9FD6-E801795D6BBC}"/>
                  </a:ext>
                </a:extLst>
              </p:cNvPr>
              <p:cNvGraphicFramePr>
                <a:graphicFrameLocks noChangeAspect="1"/>
              </p:cNvGraphicFramePr>
              <p:nvPr>
                <p:extLst>
                  <p:ext uri="{D42A27DB-BD31-4B8C-83A1-F6EECF244321}">
                    <p14:modId xmlns:p14="http://schemas.microsoft.com/office/powerpoint/2010/main" val="641768842"/>
                  </p:ext>
                </p:extLst>
              </p:nvPr>
            </p:nvGraphicFramePr>
            <p:xfrm>
              <a:off x="5198681" y="5041339"/>
              <a:ext cx="1800000" cy="1012500"/>
            </p:xfrm>
            <a:graphic>
              <a:graphicData uri="http://schemas.microsoft.com/office/powerpoint/2016/slidezoom">
                <pslz:sldZm>
                  <pslz:sldZmObj sldId="2147483243" cId="4221328921">
                    <pslz:zmPr id="{B1069E65-6D21-4A22-98A0-2028C3261D0A}" returnToParent="0" transitionDur="1000">
                      <p166:blipFill xmlns:p166="http://schemas.microsoft.com/office/powerpoint/2016/6/main">
                        <a:blip r:embed="rId9"/>
                        <a:stretch>
                          <a:fillRect/>
                        </a:stretch>
                      </p166:blipFill>
                      <p166:spPr xmlns:p166="http://schemas.microsoft.com/office/powerpoint/2016/6/main">
                        <a:xfrm>
                          <a:off x="0" y="0"/>
                          <a:ext cx="1800000" cy="1012500"/>
                        </a:xfrm>
                        <a:prstGeom prst="rect">
                          <a:avLst/>
                        </a:prstGeom>
                        <a:ln w="3175">
                          <a:solidFill>
                            <a:prstClr val="ltGray"/>
                          </a:solidFill>
                        </a:ln>
                      </p166:spPr>
                    </pslz:zmPr>
                  </pslz:sldZmObj>
                </pslz:sldZm>
              </a:graphicData>
            </a:graphic>
          </p:graphicFrame>
        </mc:Choice>
        <mc:Fallback>
          <p:pic>
            <p:nvPicPr>
              <p:cNvPr id="236" name="Slide Zoom 235">
                <a:hlinkClick r:id="rId10" action="ppaction://hlinksldjump"/>
                <a:extLst>
                  <a:ext uri="{FF2B5EF4-FFF2-40B4-BE49-F238E27FC236}">
                    <a16:creationId xmlns:a16="http://schemas.microsoft.com/office/drawing/2014/main" id="{881FC0CF-6668-F518-9FD6-E801795D6BBC}"/>
                  </a:ext>
                </a:extLst>
              </p:cNvPr>
              <p:cNvPicPr>
                <a:picLocks noGrp="1" noRot="1" noChangeAspect="1" noMove="1" noResize="1" noEditPoints="1" noAdjustHandles="1" noChangeArrowheads="1" noChangeShapeType="1"/>
              </p:cNvPicPr>
              <p:nvPr/>
            </p:nvPicPr>
            <p:blipFill>
              <a:blip r:embed="rId9"/>
              <a:stretch>
                <a:fillRect/>
              </a:stretch>
            </p:blipFill>
            <p:spPr>
              <a:xfrm>
                <a:off x="5198681" y="5041339"/>
                <a:ext cx="1800000" cy="1012500"/>
              </a:xfrm>
              <a:prstGeom prst="rect">
                <a:avLst/>
              </a:prstGeom>
              <a:ln w="3175">
                <a:solidFill>
                  <a:prstClr val="ltGray"/>
                </a:solidFill>
              </a:ln>
            </p:spPr>
          </p:pic>
        </mc:Fallback>
      </mc:AlternateContent>
    </p:spTree>
    <p:extLst>
      <p:ext uri="{BB962C8B-B14F-4D97-AF65-F5344CB8AC3E}">
        <p14:creationId xmlns:p14="http://schemas.microsoft.com/office/powerpoint/2010/main" val="205949456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51690-1C4B-C63B-6471-8D77D4A4C12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0D63BC6-E177-8D54-3C2E-585FE652C5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4" name="Rectangle 3">
            <a:extLst>
              <a:ext uri="{FF2B5EF4-FFF2-40B4-BE49-F238E27FC236}">
                <a16:creationId xmlns:a16="http://schemas.microsoft.com/office/drawing/2014/main" id="{CF40F728-1130-7732-DAD2-AECEED2528D4}"/>
              </a:ext>
            </a:extLst>
          </p:cNvPr>
          <p:cNvSpPr/>
          <p:nvPr/>
        </p:nvSpPr>
        <p:spPr>
          <a:xfrm>
            <a:off x="496956" y="487017"/>
            <a:ext cx="3925958" cy="1977887"/>
          </a:xfrm>
          <a:prstGeom prst="rect">
            <a:avLst/>
          </a:prstGeom>
          <a:gradFill>
            <a:gsLst>
              <a:gs pos="0">
                <a:sysClr val="window" lastClr="FFFFFF"/>
              </a:gs>
              <a:gs pos="91000">
                <a:srgbClr val="ABC2DE"/>
              </a:gs>
              <a:gs pos="0">
                <a:srgbClr val="D8DCE0"/>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002753"/>
                </a:solidFill>
                <a:effectLst/>
                <a:uLnTx/>
                <a:uFillTx/>
                <a:latin typeface="Aptos" panose="020B0004020202020204" pitchFamily="34" charset="0"/>
                <a:ea typeface="+mn-ea"/>
                <a:cs typeface="+mn-cs"/>
              </a:rPr>
              <a:t>3. Delivery framework, methodology &amp; workplan</a:t>
            </a:r>
          </a:p>
        </p:txBody>
      </p:sp>
    </p:spTree>
    <p:extLst>
      <p:ext uri="{BB962C8B-B14F-4D97-AF65-F5344CB8AC3E}">
        <p14:creationId xmlns:p14="http://schemas.microsoft.com/office/powerpoint/2010/main" val="3260905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42C09-B287-AAC8-A54B-26E931AAA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045A4C-6718-99DD-DAC9-9B4E5B6FA89B}"/>
              </a:ext>
            </a:extLst>
          </p:cNvPr>
          <p:cNvSpPr>
            <a:spLocks noGrp="1"/>
          </p:cNvSpPr>
          <p:nvPr>
            <p:ph type="title"/>
          </p:nvPr>
        </p:nvSpPr>
        <p:spPr/>
        <p:txBody>
          <a:bodyPr/>
          <a:lstStyle/>
          <a:p>
            <a:r>
              <a:rPr lang="en-US"/>
              <a:t>Our Implementation Framework</a:t>
            </a:r>
            <a:endParaRPr lang="en-IN"/>
          </a:p>
        </p:txBody>
      </p:sp>
      <p:sp>
        <p:nvSpPr>
          <p:cNvPr id="5" name="Slide Number Placeholder 4">
            <a:extLst>
              <a:ext uri="{FF2B5EF4-FFF2-40B4-BE49-F238E27FC236}">
                <a16:creationId xmlns:a16="http://schemas.microsoft.com/office/drawing/2014/main" id="{44FD2A81-834C-2270-348A-78D08DCDDE5E}"/>
              </a:ext>
            </a:extLst>
          </p:cNvPr>
          <p:cNvSpPr>
            <a:spLocks noGrp="1"/>
          </p:cNvSpPr>
          <p:nvPr>
            <p:ph type="sldNum" sz="quarter" idx="4"/>
          </p:nvPr>
        </p:nvSpPr>
        <p:spPr/>
        <p:txBody>
          <a:bodyPr/>
          <a:lstStyle/>
          <a:p>
            <a:fld id="{39E7427F-21AC-4FC2-AC74-F5AF5A475796}" type="slidenum">
              <a:rPr lang="en-IN" smtClean="0"/>
              <a:pPr/>
              <a:t>13</a:t>
            </a:fld>
            <a:endParaRPr lang="en-IN"/>
          </a:p>
        </p:txBody>
      </p:sp>
      <p:sp>
        <p:nvSpPr>
          <p:cNvPr id="264" name="Rectangle: Top Corners Rounded 263">
            <a:extLst>
              <a:ext uri="{FF2B5EF4-FFF2-40B4-BE49-F238E27FC236}">
                <a16:creationId xmlns:a16="http://schemas.microsoft.com/office/drawing/2014/main" id="{D24C3B76-50F3-B978-AFAC-8B9AC0DA84BA}"/>
              </a:ext>
            </a:extLst>
          </p:cNvPr>
          <p:cNvSpPr/>
          <p:nvPr/>
        </p:nvSpPr>
        <p:spPr>
          <a:xfrm>
            <a:off x="2358876" y="976484"/>
            <a:ext cx="9233575" cy="238296"/>
          </a:xfrm>
          <a:prstGeom prst="round2SameRect">
            <a:avLst>
              <a:gd name="adj1" fmla="val 24269"/>
              <a:gd name="adj2" fmla="val 0"/>
            </a:avLst>
          </a:prstGeom>
          <a:solidFill>
            <a:schemeClr val="tx1">
              <a:lumMod val="65000"/>
              <a:lumOff val="35000"/>
            </a:schemeClr>
          </a:solidFill>
          <a:ln w="3175" algn="ctr">
            <a:noFill/>
            <a:miter lim="800000"/>
            <a:headEnd/>
            <a:tailEnd/>
          </a:ln>
        </p:spPr>
        <p:txBody>
          <a:bodyPr wrap="square" lIns="88900" tIns="88900" rIns="88900" bIns="137160" rtlCol="0" anchor="ctr"/>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rPr>
              <a:t>Delivery Lifecycle</a:t>
            </a:r>
          </a:p>
        </p:txBody>
      </p:sp>
      <p:sp>
        <p:nvSpPr>
          <p:cNvPr id="268" name="Rectangle 267">
            <a:extLst>
              <a:ext uri="{FF2B5EF4-FFF2-40B4-BE49-F238E27FC236}">
                <a16:creationId xmlns:a16="http://schemas.microsoft.com/office/drawing/2014/main" id="{DE2ED523-0EBD-B354-1393-A40B0FF5CB74}"/>
              </a:ext>
            </a:extLst>
          </p:cNvPr>
          <p:cNvSpPr/>
          <p:nvPr/>
        </p:nvSpPr>
        <p:spPr bwMode="gray">
          <a:xfrm>
            <a:off x="2304455" y="5457712"/>
            <a:ext cx="139086" cy="250715"/>
          </a:xfrm>
          <a:prstGeom prst="rect">
            <a:avLst/>
          </a:prstGeom>
          <a:solidFill>
            <a:srgbClr val="046A38"/>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0" cap="none" spc="0" normalizeH="0" baseline="0" noProof="0">
              <a:ln>
                <a:noFill/>
              </a:ln>
              <a:solidFill>
                <a:prstClr val="black"/>
              </a:solidFill>
              <a:effectLst/>
              <a:uLnTx/>
              <a:uFillTx/>
              <a:latin typeface="Aptos" panose="020B0004020202020204" pitchFamily="34" charset="0"/>
            </a:endParaRPr>
          </a:p>
        </p:txBody>
      </p:sp>
      <p:sp>
        <p:nvSpPr>
          <p:cNvPr id="269" name="Rectangle 268">
            <a:extLst>
              <a:ext uri="{FF2B5EF4-FFF2-40B4-BE49-F238E27FC236}">
                <a16:creationId xmlns:a16="http://schemas.microsoft.com/office/drawing/2014/main" id="{97ADF236-B00A-259D-9685-F7A57ED7217E}"/>
              </a:ext>
            </a:extLst>
          </p:cNvPr>
          <p:cNvSpPr/>
          <p:nvPr/>
        </p:nvSpPr>
        <p:spPr bwMode="gray">
          <a:xfrm>
            <a:off x="2294244" y="5295069"/>
            <a:ext cx="3008399" cy="576000"/>
          </a:xfrm>
          <a:prstGeom prst="rect">
            <a:avLst/>
          </a:prstGeom>
          <a:noFill/>
          <a:ln w="12700" algn="ctr">
            <a:solidFill>
              <a:srgbClr val="43B02A"/>
            </a:solidFill>
            <a:miter lim="800000"/>
            <a:headEnd/>
            <a:tailEnd/>
          </a:ln>
        </p:spPr>
        <p:txBody>
          <a:bodyPr wrap="square" lIns="457200" tIns="91440" rIns="0" bIns="88900" rtlCol="0" anchor="ctr" anchorCtr="0"/>
          <a:lstStyle/>
          <a:p>
            <a:pPr lvl="0">
              <a:lnSpc>
                <a:spcPct val="106000"/>
              </a:lnSpc>
              <a:defRPr/>
            </a:pPr>
            <a:r>
              <a:rPr kumimoji="0" lang="en-US" sz="1200" i="0" u="none" strike="noStrike" kern="0" cap="none" spc="0" normalizeH="0" baseline="0" noProof="0">
                <a:ln>
                  <a:noFill/>
                </a:ln>
                <a:effectLst/>
                <a:uLnTx/>
                <a:uFillTx/>
                <a:latin typeface="Aptos" panose="020B0004020202020204" pitchFamily="34" charset="0"/>
              </a:rPr>
              <a:t>Diagnostic &amp; priorities - gaps in policies, processes, systems</a:t>
            </a:r>
          </a:p>
        </p:txBody>
      </p:sp>
      <p:sp>
        <p:nvSpPr>
          <p:cNvPr id="270" name="Rectangle 269">
            <a:extLst>
              <a:ext uri="{FF2B5EF4-FFF2-40B4-BE49-F238E27FC236}">
                <a16:creationId xmlns:a16="http://schemas.microsoft.com/office/drawing/2014/main" id="{FAE81204-6BC7-5080-A7FF-FED2FDDD9AD2}"/>
              </a:ext>
            </a:extLst>
          </p:cNvPr>
          <p:cNvSpPr/>
          <p:nvPr/>
        </p:nvSpPr>
        <p:spPr bwMode="gray">
          <a:xfrm>
            <a:off x="5423970" y="5295069"/>
            <a:ext cx="3008400" cy="576000"/>
          </a:xfrm>
          <a:prstGeom prst="rect">
            <a:avLst/>
          </a:prstGeom>
          <a:noFill/>
          <a:ln w="12700" algn="ctr">
            <a:solidFill>
              <a:srgbClr val="00B0F0"/>
            </a:solidFill>
            <a:miter lim="800000"/>
            <a:headEnd/>
            <a:tailEnd/>
          </a:ln>
        </p:spPr>
        <p:txBody>
          <a:bodyPr wrap="square" lIns="457200" tIns="91440" rIns="36000" bIns="88900" rtlCol="0" anchor="ctr" anchorCtr="0"/>
          <a:lstStyle/>
          <a:p>
            <a:pPr marL="0" marR="0" lvl="0" indent="0" defTabSz="914400" eaLnBrk="1" fontAlgn="auto" latinLnBrk="0" hangingPunct="1">
              <a:lnSpc>
                <a:spcPct val="106000"/>
              </a:lnSpc>
              <a:spcBef>
                <a:spcPts val="0"/>
              </a:spcBef>
              <a:spcAft>
                <a:spcPts val="0"/>
              </a:spcAft>
              <a:buClrTx/>
              <a:buSzTx/>
              <a:buFontTx/>
              <a:buNone/>
              <a:tabLst/>
              <a:defRPr/>
            </a:pPr>
            <a:r>
              <a:rPr kumimoji="0" lang="en-US" sz="1200" i="0" u="none" strike="noStrike" kern="0" cap="none" spc="0" normalizeH="0" baseline="0" noProof="0">
                <a:ln>
                  <a:noFill/>
                </a:ln>
                <a:effectLst/>
                <a:uLnTx/>
                <a:uFillTx/>
                <a:latin typeface="Aptos" panose="020B0004020202020204" pitchFamily="34" charset="0"/>
              </a:rPr>
              <a:t>Policy recommendations, SOPs &amp; institutional framework</a:t>
            </a:r>
          </a:p>
        </p:txBody>
      </p:sp>
      <p:sp>
        <p:nvSpPr>
          <p:cNvPr id="271" name="Rectangle 270">
            <a:extLst>
              <a:ext uri="{FF2B5EF4-FFF2-40B4-BE49-F238E27FC236}">
                <a16:creationId xmlns:a16="http://schemas.microsoft.com/office/drawing/2014/main" id="{D4B49A24-247E-1237-D811-15E80DF45847}"/>
              </a:ext>
            </a:extLst>
          </p:cNvPr>
          <p:cNvSpPr/>
          <p:nvPr/>
        </p:nvSpPr>
        <p:spPr bwMode="gray">
          <a:xfrm>
            <a:off x="5423970" y="5457712"/>
            <a:ext cx="139086" cy="250715"/>
          </a:xfrm>
          <a:prstGeom prst="rect">
            <a:avLst/>
          </a:prstGeom>
          <a:solidFill>
            <a:srgbClr val="012169"/>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0" cap="none" spc="0" normalizeH="0" baseline="0" noProof="0">
              <a:ln>
                <a:noFill/>
              </a:ln>
              <a:solidFill>
                <a:prstClr val="black"/>
              </a:solidFill>
              <a:effectLst/>
              <a:uLnTx/>
              <a:uFillTx/>
              <a:latin typeface="Aptos" panose="020B0004020202020204" pitchFamily="34" charset="0"/>
            </a:endParaRPr>
          </a:p>
        </p:txBody>
      </p:sp>
      <p:cxnSp>
        <p:nvCxnSpPr>
          <p:cNvPr id="272" name="Straight Connector 271">
            <a:extLst>
              <a:ext uri="{FF2B5EF4-FFF2-40B4-BE49-F238E27FC236}">
                <a16:creationId xmlns:a16="http://schemas.microsoft.com/office/drawing/2014/main" id="{253C8AAE-9324-756A-178D-560DAE146943}"/>
              </a:ext>
            </a:extLst>
          </p:cNvPr>
          <p:cNvCxnSpPr>
            <a:cxnSpLocks/>
          </p:cNvCxnSpPr>
          <p:nvPr/>
        </p:nvCxnSpPr>
        <p:spPr bwMode="gray">
          <a:xfrm>
            <a:off x="5356198" y="2232771"/>
            <a:ext cx="0" cy="2805715"/>
          </a:xfrm>
          <a:prstGeom prst="line">
            <a:avLst/>
          </a:prstGeom>
          <a:noFill/>
          <a:ln w="12700" cap="flat" cmpd="sng" algn="ctr">
            <a:solidFill>
              <a:srgbClr val="53565A">
                <a:lumMod val="40000"/>
                <a:lumOff val="60000"/>
              </a:srgbClr>
            </a:solidFill>
            <a:prstDash val="dash"/>
            <a:miter lim="800000"/>
          </a:ln>
          <a:effectLst/>
        </p:spPr>
      </p:cxnSp>
      <p:sp>
        <p:nvSpPr>
          <p:cNvPr id="273" name="Rectangle 272">
            <a:extLst>
              <a:ext uri="{FF2B5EF4-FFF2-40B4-BE49-F238E27FC236}">
                <a16:creationId xmlns:a16="http://schemas.microsoft.com/office/drawing/2014/main" id="{3EE34CF4-24A9-0C86-7FAA-55DF095502AD}"/>
              </a:ext>
            </a:extLst>
          </p:cNvPr>
          <p:cNvSpPr/>
          <p:nvPr/>
        </p:nvSpPr>
        <p:spPr bwMode="gray">
          <a:xfrm>
            <a:off x="8578112" y="5457712"/>
            <a:ext cx="139086" cy="250715"/>
          </a:xfrm>
          <a:prstGeom prst="rect">
            <a:avLst/>
          </a:prstGeom>
          <a:solidFill>
            <a:srgbClr val="046A38"/>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0" cap="none" spc="0" normalizeH="0" baseline="0" noProof="0">
              <a:ln>
                <a:noFill/>
              </a:ln>
              <a:solidFill>
                <a:prstClr val="black"/>
              </a:solidFill>
              <a:effectLst/>
              <a:uLnTx/>
              <a:uFillTx/>
              <a:latin typeface="Aptos" panose="020B0004020202020204" pitchFamily="34" charset="0"/>
            </a:endParaRPr>
          </a:p>
        </p:txBody>
      </p:sp>
      <p:sp>
        <p:nvSpPr>
          <p:cNvPr id="274" name="Rectangle 273">
            <a:extLst>
              <a:ext uri="{FF2B5EF4-FFF2-40B4-BE49-F238E27FC236}">
                <a16:creationId xmlns:a16="http://schemas.microsoft.com/office/drawing/2014/main" id="{096C9A05-7BCD-8FC4-F1DC-7FC358BFADC0}"/>
              </a:ext>
            </a:extLst>
          </p:cNvPr>
          <p:cNvSpPr/>
          <p:nvPr/>
        </p:nvSpPr>
        <p:spPr bwMode="gray">
          <a:xfrm>
            <a:off x="8573515" y="5295069"/>
            <a:ext cx="3008399" cy="576000"/>
          </a:xfrm>
          <a:prstGeom prst="rect">
            <a:avLst/>
          </a:prstGeom>
          <a:noFill/>
          <a:ln w="12700" algn="ctr">
            <a:solidFill>
              <a:srgbClr val="26890D"/>
            </a:solidFill>
            <a:miter lim="800000"/>
            <a:headEnd/>
            <a:tailEnd/>
          </a:ln>
        </p:spPr>
        <p:txBody>
          <a:bodyPr wrap="square" lIns="457200" tIns="91440" rIns="36000" bIns="88900" rtlCol="0" anchor="ctr" anchorCtr="0"/>
          <a:lstStyle/>
          <a:p>
            <a:pPr lvl="0">
              <a:lnSpc>
                <a:spcPct val="106000"/>
              </a:lnSpc>
              <a:defRPr/>
            </a:pPr>
            <a:r>
              <a:rPr lang="en-US" sz="1200" kern="0">
                <a:latin typeface="Aptos" panose="020B0004020202020204" pitchFamily="34" charset="0"/>
              </a:rPr>
              <a:t>Data-led governance - timely interventions and continuous improvement</a:t>
            </a:r>
          </a:p>
        </p:txBody>
      </p:sp>
      <p:grpSp>
        <p:nvGrpSpPr>
          <p:cNvPr id="275" name="Group 274">
            <a:extLst>
              <a:ext uri="{FF2B5EF4-FFF2-40B4-BE49-F238E27FC236}">
                <a16:creationId xmlns:a16="http://schemas.microsoft.com/office/drawing/2014/main" id="{536CBDC5-44EF-87B2-DFBC-5166A0E41DD3}"/>
              </a:ext>
            </a:extLst>
          </p:cNvPr>
          <p:cNvGrpSpPr/>
          <p:nvPr/>
        </p:nvGrpSpPr>
        <p:grpSpPr>
          <a:xfrm>
            <a:off x="8614561" y="5404761"/>
            <a:ext cx="356615" cy="356617"/>
            <a:chOff x="7104815" y="5551313"/>
            <a:chExt cx="275092" cy="250715"/>
          </a:xfrm>
        </p:grpSpPr>
        <p:sp>
          <p:nvSpPr>
            <p:cNvPr id="408" name="Graphic 4">
              <a:extLst>
                <a:ext uri="{FF2B5EF4-FFF2-40B4-BE49-F238E27FC236}">
                  <a16:creationId xmlns:a16="http://schemas.microsoft.com/office/drawing/2014/main" id="{1605FC9E-D636-B4BD-A8FC-1D3AA23E5516}"/>
                </a:ext>
              </a:extLst>
            </p:cNvPr>
            <p:cNvSpPr/>
            <p:nvPr/>
          </p:nvSpPr>
          <p:spPr>
            <a:xfrm>
              <a:off x="7189675" y="5619850"/>
              <a:ext cx="99089" cy="124252"/>
            </a:xfrm>
            <a:prstGeom prst="ellipse">
              <a:avLst/>
            </a:prstGeom>
            <a:solidFill>
              <a:srgbClr val="000000"/>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409" name="Graphic 4">
              <a:extLst>
                <a:ext uri="{FF2B5EF4-FFF2-40B4-BE49-F238E27FC236}">
                  <a16:creationId xmlns:a16="http://schemas.microsoft.com/office/drawing/2014/main" id="{CEB704A8-8743-AE52-0720-9045C0AD9890}"/>
                </a:ext>
              </a:extLst>
            </p:cNvPr>
            <p:cNvSpPr/>
            <p:nvPr/>
          </p:nvSpPr>
          <p:spPr>
            <a:xfrm>
              <a:off x="7104815" y="5551313"/>
              <a:ext cx="268825" cy="250715"/>
            </a:xfrm>
            <a:prstGeom prst="ellipse">
              <a:avLst/>
            </a:prstGeom>
            <a:solidFill>
              <a:sysClr val="window" lastClr="FFFFFF">
                <a:lumMod val="95000"/>
              </a:sysClr>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410" name="Graphic 4">
              <a:extLst>
                <a:ext uri="{FF2B5EF4-FFF2-40B4-BE49-F238E27FC236}">
                  <a16:creationId xmlns:a16="http://schemas.microsoft.com/office/drawing/2014/main" id="{D9FD1312-1042-4E1A-D9AA-E14B00A71163}"/>
                </a:ext>
              </a:extLst>
            </p:cNvPr>
            <p:cNvSpPr/>
            <p:nvPr/>
          </p:nvSpPr>
          <p:spPr>
            <a:xfrm>
              <a:off x="7221480" y="5608846"/>
              <a:ext cx="35559" cy="12822"/>
            </a:xfrm>
            <a:prstGeom prst="ellipse">
              <a:avLst/>
            </a:prstGeom>
            <a:solidFill>
              <a:srgbClr val="000000"/>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411" name="Graphic 4">
              <a:extLst>
                <a:ext uri="{FF2B5EF4-FFF2-40B4-BE49-F238E27FC236}">
                  <a16:creationId xmlns:a16="http://schemas.microsoft.com/office/drawing/2014/main" id="{B521989F-B17F-38E6-BEC1-E2D48A18ABB7}"/>
                </a:ext>
              </a:extLst>
            </p:cNvPr>
            <p:cNvSpPr/>
            <p:nvPr/>
          </p:nvSpPr>
          <p:spPr>
            <a:xfrm>
              <a:off x="7189675" y="5619850"/>
              <a:ext cx="99089" cy="124252"/>
            </a:xfrm>
            <a:custGeom>
              <a:avLst/>
              <a:gdLst>
                <a:gd name="connsiteX0" fmla="*/ 103517 w 133549"/>
                <a:gd name="connsiteY0" fmla="*/ 8938 h 179389"/>
                <a:gd name="connsiteX1" fmla="*/ 97127 w 133549"/>
                <a:gd name="connsiteY1" fmla="*/ 15322 h 179389"/>
                <a:gd name="connsiteX2" fmla="*/ 36422 w 133549"/>
                <a:gd name="connsiteY2" fmla="*/ 15322 h 179389"/>
                <a:gd name="connsiteX3" fmla="*/ 30032 w 133549"/>
                <a:gd name="connsiteY3" fmla="*/ 8938 h 179389"/>
                <a:gd name="connsiteX4" fmla="*/ 30032 w 133549"/>
                <a:gd name="connsiteY4" fmla="*/ 0 h 179389"/>
                <a:gd name="connsiteX5" fmla="*/ 0 w 133549"/>
                <a:gd name="connsiteY5" fmla="*/ 0 h 179389"/>
                <a:gd name="connsiteX6" fmla="*/ 0 w 133549"/>
                <a:gd name="connsiteY6" fmla="*/ 179390 h 179389"/>
                <a:gd name="connsiteX7" fmla="*/ 133550 w 133549"/>
                <a:gd name="connsiteY7" fmla="*/ 179390 h 179389"/>
                <a:gd name="connsiteX8" fmla="*/ 133550 w 133549"/>
                <a:gd name="connsiteY8" fmla="*/ 0 h 179389"/>
                <a:gd name="connsiteX9" fmla="*/ 103517 w 133549"/>
                <a:gd name="connsiteY9" fmla="*/ 0 h 179389"/>
                <a:gd name="connsiteX10" fmla="*/ 103517 w 133549"/>
                <a:gd name="connsiteY10" fmla="*/ 8938 h 17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549" h="179389">
                  <a:moveTo>
                    <a:pt x="103517" y="8938"/>
                  </a:moveTo>
                  <a:cubicBezTo>
                    <a:pt x="103517" y="12768"/>
                    <a:pt x="100961" y="15322"/>
                    <a:pt x="97127" y="15322"/>
                  </a:cubicBezTo>
                  <a:lnTo>
                    <a:pt x="36422" y="15322"/>
                  </a:lnTo>
                  <a:cubicBezTo>
                    <a:pt x="32589" y="15322"/>
                    <a:pt x="30032" y="12768"/>
                    <a:pt x="30032" y="8938"/>
                  </a:cubicBezTo>
                  <a:lnTo>
                    <a:pt x="30032" y="0"/>
                  </a:lnTo>
                  <a:lnTo>
                    <a:pt x="0" y="0"/>
                  </a:lnTo>
                  <a:lnTo>
                    <a:pt x="0" y="179390"/>
                  </a:lnTo>
                  <a:lnTo>
                    <a:pt x="133550" y="179390"/>
                  </a:lnTo>
                  <a:lnTo>
                    <a:pt x="133550" y="0"/>
                  </a:lnTo>
                  <a:lnTo>
                    <a:pt x="103517" y="0"/>
                  </a:lnTo>
                  <a:lnTo>
                    <a:pt x="103517" y="8938"/>
                  </a:lnTo>
                  <a:close/>
                </a:path>
              </a:pathLst>
            </a:custGeom>
            <a:solidFill>
              <a:srgbClr val="43B02A"/>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412" name="Graphic 4">
              <a:extLst>
                <a:ext uri="{FF2B5EF4-FFF2-40B4-BE49-F238E27FC236}">
                  <a16:creationId xmlns:a16="http://schemas.microsoft.com/office/drawing/2014/main" id="{8381399A-5992-0849-2377-1DFA001E82AE}"/>
                </a:ext>
              </a:extLst>
            </p:cNvPr>
            <p:cNvSpPr/>
            <p:nvPr/>
          </p:nvSpPr>
          <p:spPr>
            <a:xfrm>
              <a:off x="7104815" y="5551313"/>
              <a:ext cx="275092" cy="250715"/>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260710 w 362309"/>
                <a:gd name="connsiteY6" fmla="*/ 284725 h 361971"/>
                <a:gd name="connsiteX7" fmla="*/ 254320 w 362309"/>
                <a:gd name="connsiteY7" fmla="*/ 291109 h 361971"/>
                <a:gd name="connsiteX8" fmla="*/ 107990 w 362309"/>
                <a:gd name="connsiteY8" fmla="*/ 291109 h 361971"/>
                <a:gd name="connsiteX9" fmla="*/ 101600 w 362309"/>
                <a:gd name="connsiteY9" fmla="*/ 284725 h 361971"/>
                <a:gd name="connsiteX10" fmla="*/ 101600 w 362309"/>
                <a:gd name="connsiteY10" fmla="*/ 92568 h 361971"/>
                <a:gd name="connsiteX11" fmla="*/ 107990 w 362309"/>
                <a:gd name="connsiteY11" fmla="*/ 86184 h 361971"/>
                <a:gd name="connsiteX12" fmla="*/ 144412 w 362309"/>
                <a:gd name="connsiteY12" fmla="*/ 86184 h 361971"/>
                <a:gd name="connsiteX13" fmla="*/ 144412 w 362309"/>
                <a:gd name="connsiteY13" fmla="*/ 76608 h 361971"/>
                <a:gd name="connsiteX14" fmla="*/ 150802 w 362309"/>
                <a:gd name="connsiteY14" fmla="*/ 70224 h 361971"/>
                <a:gd name="connsiteX15" fmla="*/ 211507 w 362309"/>
                <a:gd name="connsiteY15" fmla="*/ 70224 h 361971"/>
                <a:gd name="connsiteX16" fmla="*/ 217897 w 362309"/>
                <a:gd name="connsiteY16" fmla="*/ 76608 h 361971"/>
                <a:gd name="connsiteX17" fmla="*/ 217897 w 362309"/>
                <a:gd name="connsiteY17" fmla="*/ 86184 h 361971"/>
                <a:gd name="connsiteX18" fmla="*/ 254320 w 362309"/>
                <a:gd name="connsiteY18" fmla="*/ 86184 h 361971"/>
                <a:gd name="connsiteX19" fmla="*/ 260710 w 362309"/>
                <a:gd name="connsiteY19" fmla="*/ 92568 h 361971"/>
                <a:gd name="connsiteX20" fmla="*/ 260710 w 362309"/>
                <a:gd name="connsiteY20" fmla="*/ 28472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2309" h="361971">
                  <a:moveTo>
                    <a:pt x="181474" y="0"/>
                  </a:moveTo>
                  <a:cubicBezTo>
                    <a:pt x="81153" y="0"/>
                    <a:pt x="0" y="81076"/>
                    <a:pt x="0" y="180667"/>
                  </a:cubicBezTo>
                  <a:cubicBezTo>
                    <a:pt x="0" y="280895"/>
                    <a:pt x="81153" y="361972"/>
                    <a:pt x="180836" y="361972"/>
                  </a:cubicBezTo>
                  <a:cubicBezTo>
                    <a:pt x="281157" y="361972"/>
                    <a:pt x="362310" y="280895"/>
                    <a:pt x="362310" y="181305"/>
                  </a:cubicBezTo>
                  <a:cubicBezTo>
                    <a:pt x="362310" y="181305"/>
                    <a:pt x="362310" y="181305"/>
                    <a:pt x="362310" y="181305"/>
                  </a:cubicBezTo>
                  <a:cubicBezTo>
                    <a:pt x="362310" y="81076"/>
                    <a:pt x="281157" y="0"/>
                    <a:pt x="181474" y="0"/>
                  </a:cubicBezTo>
                  <a:close/>
                  <a:moveTo>
                    <a:pt x="260710" y="284725"/>
                  </a:moveTo>
                  <a:cubicBezTo>
                    <a:pt x="260710" y="288556"/>
                    <a:pt x="258154" y="291109"/>
                    <a:pt x="254320" y="291109"/>
                  </a:cubicBezTo>
                  <a:lnTo>
                    <a:pt x="107990" y="291109"/>
                  </a:lnTo>
                  <a:cubicBezTo>
                    <a:pt x="104156" y="291109"/>
                    <a:pt x="101600" y="288556"/>
                    <a:pt x="101600" y="284725"/>
                  </a:cubicBezTo>
                  <a:lnTo>
                    <a:pt x="101600" y="92568"/>
                  </a:lnTo>
                  <a:cubicBezTo>
                    <a:pt x="101600" y="88737"/>
                    <a:pt x="104156" y="86184"/>
                    <a:pt x="107990" y="86184"/>
                  </a:cubicBezTo>
                  <a:lnTo>
                    <a:pt x="144412" y="86184"/>
                  </a:lnTo>
                  <a:lnTo>
                    <a:pt x="144412" y="76608"/>
                  </a:lnTo>
                  <a:cubicBezTo>
                    <a:pt x="144412" y="72777"/>
                    <a:pt x="146969" y="70224"/>
                    <a:pt x="150802" y="70224"/>
                  </a:cubicBezTo>
                  <a:lnTo>
                    <a:pt x="211507" y="70224"/>
                  </a:lnTo>
                  <a:cubicBezTo>
                    <a:pt x="215341" y="70224"/>
                    <a:pt x="217897" y="72777"/>
                    <a:pt x="217897" y="76608"/>
                  </a:cubicBezTo>
                  <a:lnTo>
                    <a:pt x="217897" y="86184"/>
                  </a:lnTo>
                  <a:lnTo>
                    <a:pt x="254320" y="86184"/>
                  </a:lnTo>
                  <a:cubicBezTo>
                    <a:pt x="258154" y="86184"/>
                    <a:pt x="260710" y="88737"/>
                    <a:pt x="260710" y="92568"/>
                  </a:cubicBezTo>
                  <a:lnTo>
                    <a:pt x="260710" y="284725"/>
                  </a:lnTo>
                  <a:close/>
                </a:path>
              </a:pathLst>
            </a:custGeom>
            <a:solidFill>
              <a:srgbClr val="43B02A"/>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413" name="Graphic 4">
              <a:extLst>
                <a:ext uri="{FF2B5EF4-FFF2-40B4-BE49-F238E27FC236}">
                  <a16:creationId xmlns:a16="http://schemas.microsoft.com/office/drawing/2014/main" id="{ACD31B9D-FB6F-CD13-3D94-918FDAB57B4D}"/>
                </a:ext>
              </a:extLst>
            </p:cNvPr>
            <p:cNvSpPr/>
            <p:nvPr/>
          </p:nvSpPr>
          <p:spPr>
            <a:xfrm>
              <a:off x="7221480" y="5608846"/>
              <a:ext cx="35559" cy="12822"/>
            </a:xfrm>
            <a:custGeom>
              <a:avLst/>
              <a:gdLst>
                <a:gd name="connsiteX0" fmla="*/ 0 w 47924"/>
                <a:gd name="connsiteY0" fmla="*/ 0 h 18513"/>
                <a:gd name="connsiteX1" fmla="*/ 47924 w 47924"/>
                <a:gd name="connsiteY1" fmla="*/ 0 h 18513"/>
                <a:gd name="connsiteX2" fmla="*/ 47924 w 47924"/>
                <a:gd name="connsiteY2" fmla="*/ 18514 h 18513"/>
                <a:gd name="connsiteX3" fmla="*/ 0 w 47924"/>
                <a:gd name="connsiteY3" fmla="*/ 18514 h 18513"/>
              </a:gdLst>
              <a:ahLst/>
              <a:cxnLst>
                <a:cxn ang="0">
                  <a:pos x="connsiteX0" y="connsiteY0"/>
                </a:cxn>
                <a:cxn ang="0">
                  <a:pos x="connsiteX1" y="connsiteY1"/>
                </a:cxn>
                <a:cxn ang="0">
                  <a:pos x="connsiteX2" y="connsiteY2"/>
                </a:cxn>
                <a:cxn ang="0">
                  <a:pos x="connsiteX3" y="connsiteY3"/>
                </a:cxn>
              </a:cxnLst>
              <a:rect l="l" t="t" r="r" b="b"/>
              <a:pathLst>
                <a:path w="47924" h="18513">
                  <a:moveTo>
                    <a:pt x="0" y="0"/>
                  </a:moveTo>
                  <a:lnTo>
                    <a:pt x="47924" y="0"/>
                  </a:lnTo>
                  <a:lnTo>
                    <a:pt x="47924" y="18514"/>
                  </a:lnTo>
                  <a:lnTo>
                    <a:pt x="0" y="18514"/>
                  </a:lnTo>
                  <a:close/>
                </a:path>
              </a:pathLst>
            </a:custGeom>
            <a:solidFill>
              <a:srgbClr val="26890D"/>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grpSp>
      <p:cxnSp>
        <p:nvCxnSpPr>
          <p:cNvPr id="276" name="Straight Connector 275">
            <a:extLst>
              <a:ext uri="{FF2B5EF4-FFF2-40B4-BE49-F238E27FC236}">
                <a16:creationId xmlns:a16="http://schemas.microsoft.com/office/drawing/2014/main" id="{8D30FA63-0DF0-BB8A-DA7F-C2331978B528}"/>
              </a:ext>
            </a:extLst>
          </p:cNvPr>
          <p:cNvCxnSpPr>
            <a:cxnSpLocks/>
          </p:cNvCxnSpPr>
          <p:nvPr/>
        </p:nvCxnSpPr>
        <p:spPr bwMode="gray">
          <a:xfrm>
            <a:off x="8505745" y="2232771"/>
            <a:ext cx="0" cy="2805715"/>
          </a:xfrm>
          <a:prstGeom prst="line">
            <a:avLst/>
          </a:prstGeom>
          <a:noFill/>
          <a:ln w="12700" cap="flat" cmpd="sng" algn="ctr">
            <a:solidFill>
              <a:srgbClr val="53565A">
                <a:lumMod val="40000"/>
                <a:lumOff val="60000"/>
              </a:srgbClr>
            </a:solidFill>
            <a:prstDash val="dash"/>
            <a:miter lim="800000"/>
          </a:ln>
          <a:effectLst/>
        </p:spPr>
      </p:cxnSp>
      <p:sp>
        <p:nvSpPr>
          <p:cNvPr id="392" name="Rectangle 391">
            <a:extLst>
              <a:ext uri="{FF2B5EF4-FFF2-40B4-BE49-F238E27FC236}">
                <a16:creationId xmlns:a16="http://schemas.microsoft.com/office/drawing/2014/main" id="{D10A200E-407C-D018-3E45-96EBC6E40936}"/>
              </a:ext>
            </a:extLst>
          </p:cNvPr>
          <p:cNvSpPr/>
          <p:nvPr/>
        </p:nvSpPr>
        <p:spPr bwMode="gray">
          <a:xfrm>
            <a:off x="2294244" y="1610886"/>
            <a:ext cx="3008997" cy="360000"/>
          </a:xfrm>
          <a:prstGeom prst="rect">
            <a:avLst/>
          </a:prstGeom>
          <a:solidFill>
            <a:sysClr val="window" lastClr="FFFFFF"/>
          </a:solidFill>
          <a:ln w="12700" algn="ctr">
            <a:solidFill>
              <a:srgbClr val="43B02A"/>
            </a:solidFill>
            <a:miter lim="800000"/>
            <a:headEnd/>
            <a:tailEnd/>
          </a:ln>
        </p:spPr>
        <p:txBody>
          <a:bodyPr wrap="square" lIns="36000" tIns="0" rIns="36000" bIns="0" rtlCol="0" anchor="ctr" anchorCtr="0"/>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0" cap="none" spc="0" normalizeH="0" baseline="0" noProof="0">
                <a:ln>
                  <a:noFill/>
                </a:ln>
                <a:solidFill>
                  <a:srgbClr val="43B02A"/>
                </a:solidFill>
                <a:effectLst/>
                <a:uLnTx/>
                <a:uFillTx/>
                <a:latin typeface="Aptos" panose="020B0004020202020204" pitchFamily="34" charset="0"/>
              </a:rPr>
              <a:t>Identify gaps and opportunities</a:t>
            </a:r>
          </a:p>
        </p:txBody>
      </p:sp>
      <p:sp>
        <p:nvSpPr>
          <p:cNvPr id="393" name="Rectangle: Single Corner Rounded 392">
            <a:extLst>
              <a:ext uri="{FF2B5EF4-FFF2-40B4-BE49-F238E27FC236}">
                <a16:creationId xmlns:a16="http://schemas.microsoft.com/office/drawing/2014/main" id="{F6F1E1F9-4BF6-3241-B1F6-9D5A02AA84F1}"/>
              </a:ext>
            </a:extLst>
          </p:cNvPr>
          <p:cNvSpPr/>
          <p:nvPr/>
        </p:nvSpPr>
        <p:spPr bwMode="gray">
          <a:xfrm>
            <a:off x="2294244" y="1351825"/>
            <a:ext cx="3008997" cy="231703"/>
          </a:xfrm>
          <a:prstGeom prst="round1Rect">
            <a:avLst/>
          </a:prstGeom>
          <a:solidFill>
            <a:srgbClr val="43B02A"/>
          </a:solidFill>
          <a:ln w="1270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rPr>
              <a:t>Diagnose</a:t>
            </a:r>
          </a:p>
        </p:txBody>
      </p:sp>
      <p:sp>
        <p:nvSpPr>
          <p:cNvPr id="394" name="Rectangle 393">
            <a:extLst>
              <a:ext uri="{FF2B5EF4-FFF2-40B4-BE49-F238E27FC236}">
                <a16:creationId xmlns:a16="http://schemas.microsoft.com/office/drawing/2014/main" id="{456EB2DE-B631-C833-29A7-769F02C23F52}"/>
              </a:ext>
            </a:extLst>
          </p:cNvPr>
          <p:cNvSpPr/>
          <p:nvPr/>
        </p:nvSpPr>
        <p:spPr bwMode="gray">
          <a:xfrm>
            <a:off x="5423969" y="1610886"/>
            <a:ext cx="3008997" cy="360000"/>
          </a:xfrm>
          <a:prstGeom prst="rect">
            <a:avLst/>
          </a:prstGeom>
          <a:solidFill>
            <a:sysClr val="window" lastClr="FFFFFF"/>
          </a:solidFill>
          <a:ln w="12700" algn="ctr">
            <a:solidFill>
              <a:srgbClr val="00B0F0"/>
            </a:solidFill>
            <a:miter lim="800000"/>
            <a:headEnd/>
            <a:tailEnd/>
          </a:ln>
        </p:spPr>
        <p:txBody>
          <a:bodyPr wrap="square" lIns="36000" tIns="0" rIns="36000" bIns="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1200" b="1" i="0" u="none" strike="noStrike" kern="0" cap="none" spc="0" normalizeH="0" baseline="0" noProof="0">
                <a:ln>
                  <a:noFill/>
                </a:ln>
                <a:solidFill>
                  <a:srgbClr val="00B0F0"/>
                </a:solidFill>
                <a:effectLst/>
                <a:uLnTx/>
                <a:uFillTx/>
                <a:latin typeface="Aptos" panose="020B0004020202020204" pitchFamily="34" charset="0"/>
              </a:rPr>
              <a:t>Design actionable reforms and mechanisms</a:t>
            </a:r>
          </a:p>
        </p:txBody>
      </p:sp>
      <p:sp>
        <p:nvSpPr>
          <p:cNvPr id="395" name="Rectangle: Single Corner Rounded 394">
            <a:extLst>
              <a:ext uri="{FF2B5EF4-FFF2-40B4-BE49-F238E27FC236}">
                <a16:creationId xmlns:a16="http://schemas.microsoft.com/office/drawing/2014/main" id="{F3A6957F-A9F4-A020-19B9-9A4402B5AB70}"/>
              </a:ext>
            </a:extLst>
          </p:cNvPr>
          <p:cNvSpPr/>
          <p:nvPr/>
        </p:nvSpPr>
        <p:spPr bwMode="gray">
          <a:xfrm>
            <a:off x="5423969" y="1351825"/>
            <a:ext cx="3008997" cy="231703"/>
          </a:xfrm>
          <a:prstGeom prst="round1Rect">
            <a:avLst/>
          </a:prstGeom>
          <a:solidFill>
            <a:srgbClr val="00B0F0"/>
          </a:solidFill>
          <a:ln w="1270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rPr>
              <a:t>Design</a:t>
            </a:r>
          </a:p>
        </p:txBody>
      </p:sp>
      <p:cxnSp>
        <p:nvCxnSpPr>
          <p:cNvPr id="396" name="Straight Arrow Connector 395">
            <a:extLst>
              <a:ext uri="{FF2B5EF4-FFF2-40B4-BE49-F238E27FC236}">
                <a16:creationId xmlns:a16="http://schemas.microsoft.com/office/drawing/2014/main" id="{828D8FC5-788F-E511-0488-913D544A1898}"/>
              </a:ext>
            </a:extLst>
          </p:cNvPr>
          <p:cNvCxnSpPr>
            <a:cxnSpLocks/>
          </p:cNvCxnSpPr>
          <p:nvPr/>
        </p:nvCxnSpPr>
        <p:spPr>
          <a:xfrm>
            <a:off x="2378880" y="1467676"/>
            <a:ext cx="900000" cy="0"/>
          </a:xfrm>
          <a:prstGeom prst="straightConnector1">
            <a:avLst/>
          </a:prstGeom>
          <a:noFill/>
          <a:ln w="12700" cap="flat" cmpd="sng" algn="ctr">
            <a:solidFill>
              <a:sysClr val="window" lastClr="FFFFFF"/>
            </a:solidFill>
            <a:prstDash val="solid"/>
            <a:tailEnd type="none"/>
          </a:ln>
          <a:effectLst/>
        </p:spPr>
      </p:cxnSp>
      <p:cxnSp>
        <p:nvCxnSpPr>
          <p:cNvPr id="397" name="Straight Arrow Connector 396">
            <a:extLst>
              <a:ext uri="{FF2B5EF4-FFF2-40B4-BE49-F238E27FC236}">
                <a16:creationId xmlns:a16="http://schemas.microsoft.com/office/drawing/2014/main" id="{69AFA909-EA99-064B-9730-BCADEA25D129}"/>
              </a:ext>
            </a:extLst>
          </p:cNvPr>
          <p:cNvCxnSpPr>
            <a:cxnSpLocks/>
          </p:cNvCxnSpPr>
          <p:nvPr/>
        </p:nvCxnSpPr>
        <p:spPr>
          <a:xfrm>
            <a:off x="4242544" y="1467676"/>
            <a:ext cx="900000" cy="0"/>
          </a:xfrm>
          <a:prstGeom prst="straightConnector1">
            <a:avLst/>
          </a:prstGeom>
          <a:noFill/>
          <a:ln w="12700" cap="flat" cmpd="sng" algn="ctr">
            <a:solidFill>
              <a:sysClr val="window" lastClr="FFFFFF"/>
            </a:solidFill>
            <a:prstDash val="solid"/>
            <a:tailEnd type="triangle"/>
          </a:ln>
          <a:effectLst/>
        </p:spPr>
      </p:cxnSp>
      <p:cxnSp>
        <p:nvCxnSpPr>
          <p:cNvPr id="398" name="Straight Arrow Connector 397">
            <a:extLst>
              <a:ext uri="{FF2B5EF4-FFF2-40B4-BE49-F238E27FC236}">
                <a16:creationId xmlns:a16="http://schemas.microsoft.com/office/drawing/2014/main" id="{5C6CB47A-3091-F2A5-7EAF-AE84BDE20F18}"/>
              </a:ext>
            </a:extLst>
          </p:cNvPr>
          <p:cNvCxnSpPr>
            <a:cxnSpLocks/>
          </p:cNvCxnSpPr>
          <p:nvPr/>
        </p:nvCxnSpPr>
        <p:spPr>
          <a:xfrm>
            <a:off x="5497930" y="1467676"/>
            <a:ext cx="900000" cy="0"/>
          </a:xfrm>
          <a:prstGeom prst="straightConnector1">
            <a:avLst/>
          </a:prstGeom>
          <a:noFill/>
          <a:ln w="12700" cap="flat" cmpd="sng" algn="ctr">
            <a:solidFill>
              <a:sysClr val="window" lastClr="FFFFFF"/>
            </a:solidFill>
            <a:prstDash val="solid"/>
            <a:tailEnd type="none"/>
          </a:ln>
          <a:effectLst/>
        </p:spPr>
      </p:cxnSp>
      <p:cxnSp>
        <p:nvCxnSpPr>
          <p:cNvPr id="399" name="Straight Arrow Connector 398">
            <a:extLst>
              <a:ext uri="{FF2B5EF4-FFF2-40B4-BE49-F238E27FC236}">
                <a16:creationId xmlns:a16="http://schemas.microsoft.com/office/drawing/2014/main" id="{88F33225-62D8-A35B-7FE1-A82661FAE9EE}"/>
              </a:ext>
            </a:extLst>
          </p:cNvPr>
          <p:cNvCxnSpPr>
            <a:cxnSpLocks/>
          </p:cNvCxnSpPr>
          <p:nvPr/>
        </p:nvCxnSpPr>
        <p:spPr>
          <a:xfrm>
            <a:off x="7464395" y="1467676"/>
            <a:ext cx="900000" cy="0"/>
          </a:xfrm>
          <a:prstGeom prst="straightConnector1">
            <a:avLst/>
          </a:prstGeom>
          <a:noFill/>
          <a:ln w="12700" cap="flat" cmpd="sng" algn="ctr">
            <a:solidFill>
              <a:sysClr val="window" lastClr="FFFFFF"/>
            </a:solidFill>
            <a:prstDash val="solid"/>
            <a:tailEnd type="triangle"/>
          </a:ln>
          <a:effectLst/>
        </p:spPr>
      </p:cxnSp>
      <p:sp>
        <p:nvSpPr>
          <p:cNvPr id="400" name="Rectangle 399">
            <a:extLst>
              <a:ext uri="{FF2B5EF4-FFF2-40B4-BE49-F238E27FC236}">
                <a16:creationId xmlns:a16="http://schemas.microsoft.com/office/drawing/2014/main" id="{948E11B4-D8C8-78E7-339B-93A106975404}"/>
              </a:ext>
            </a:extLst>
          </p:cNvPr>
          <p:cNvSpPr/>
          <p:nvPr/>
        </p:nvSpPr>
        <p:spPr bwMode="gray">
          <a:xfrm>
            <a:off x="8573515" y="1610886"/>
            <a:ext cx="3008997" cy="360000"/>
          </a:xfrm>
          <a:prstGeom prst="rect">
            <a:avLst/>
          </a:prstGeom>
          <a:solidFill>
            <a:sysClr val="window" lastClr="FFFFFF"/>
          </a:solidFill>
          <a:ln w="12700" algn="ctr">
            <a:solidFill>
              <a:srgbClr val="43B02A"/>
            </a:solidFill>
            <a:miter lim="800000"/>
            <a:headEnd/>
            <a:tailEnd/>
          </a:ln>
        </p:spPr>
        <p:txBody>
          <a:bodyPr wrap="square" lIns="36000" tIns="0" rIns="36000" bIns="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1200" b="1" i="0" u="none" strike="noStrike" kern="0" cap="none" spc="0" normalizeH="0" baseline="0" noProof="0">
                <a:ln>
                  <a:noFill/>
                </a:ln>
                <a:solidFill>
                  <a:srgbClr val="43B02A"/>
                </a:solidFill>
                <a:effectLst/>
                <a:uLnTx/>
                <a:uFillTx/>
                <a:latin typeface="Aptos" panose="020B0004020202020204" pitchFamily="34" charset="0"/>
              </a:rPr>
              <a:t>Drive implementation and monitor progress</a:t>
            </a:r>
          </a:p>
        </p:txBody>
      </p:sp>
      <p:sp>
        <p:nvSpPr>
          <p:cNvPr id="401" name="Rectangle: Single Corner Rounded 400">
            <a:extLst>
              <a:ext uri="{FF2B5EF4-FFF2-40B4-BE49-F238E27FC236}">
                <a16:creationId xmlns:a16="http://schemas.microsoft.com/office/drawing/2014/main" id="{99A86E6D-40FD-496B-EC96-403304E6CBF4}"/>
              </a:ext>
            </a:extLst>
          </p:cNvPr>
          <p:cNvSpPr/>
          <p:nvPr/>
        </p:nvSpPr>
        <p:spPr bwMode="gray">
          <a:xfrm>
            <a:off x="8573515" y="1351825"/>
            <a:ext cx="3008997" cy="231703"/>
          </a:xfrm>
          <a:prstGeom prst="round1Rect">
            <a:avLst/>
          </a:prstGeom>
          <a:solidFill>
            <a:srgbClr val="43B02A"/>
          </a:solidFill>
          <a:ln w="1270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rPr>
              <a:t>Deliver</a:t>
            </a:r>
          </a:p>
        </p:txBody>
      </p:sp>
      <p:cxnSp>
        <p:nvCxnSpPr>
          <p:cNvPr id="402" name="Straight Arrow Connector 401">
            <a:extLst>
              <a:ext uri="{FF2B5EF4-FFF2-40B4-BE49-F238E27FC236}">
                <a16:creationId xmlns:a16="http://schemas.microsoft.com/office/drawing/2014/main" id="{99037858-DC50-7C8C-68E4-003E32C3F27F}"/>
              </a:ext>
            </a:extLst>
          </p:cNvPr>
          <p:cNvCxnSpPr>
            <a:cxnSpLocks/>
          </p:cNvCxnSpPr>
          <p:nvPr/>
        </p:nvCxnSpPr>
        <p:spPr>
          <a:xfrm>
            <a:off x="8702527" y="1467676"/>
            <a:ext cx="900000" cy="0"/>
          </a:xfrm>
          <a:prstGeom prst="straightConnector1">
            <a:avLst/>
          </a:prstGeom>
          <a:noFill/>
          <a:ln w="12700" cap="flat" cmpd="sng" algn="ctr">
            <a:solidFill>
              <a:sysClr val="window" lastClr="FFFFFF"/>
            </a:solidFill>
            <a:prstDash val="solid"/>
            <a:tailEnd type="none"/>
          </a:ln>
          <a:effectLst/>
        </p:spPr>
      </p:cxnSp>
      <p:cxnSp>
        <p:nvCxnSpPr>
          <p:cNvPr id="403" name="Straight Arrow Connector 402">
            <a:extLst>
              <a:ext uri="{FF2B5EF4-FFF2-40B4-BE49-F238E27FC236}">
                <a16:creationId xmlns:a16="http://schemas.microsoft.com/office/drawing/2014/main" id="{E5F02047-EACE-1CCA-6397-9EBC3F4E1E3E}"/>
              </a:ext>
            </a:extLst>
          </p:cNvPr>
          <p:cNvCxnSpPr>
            <a:cxnSpLocks/>
          </p:cNvCxnSpPr>
          <p:nvPr/>
        </p:nvCxnSpPr>
        <p:spPr>
          <a:xfrm>
            <a:off x="10608578" y="1467676"/>
            <a:ext cx="900000" cy="0"/>
          </a:xfrm>
          <a:prstGeom prst="straightConnector1">
            <a:avLst/>
          </a:prstGeom>
          <a:noFill/>
          <a:ln w="12700" cap="flat" cmpd="sng" algn="ctr">
            <a:solidFill>
              <a:sysClr val="window" lastClr="FFFFFF"/>
            </a:solidFill>
            <a:prstDash val="solid"/>
            <a:tailEnd type="triangle"/>
          </a:ln>
          <a:effectLst/>
        </p:spPr>
      </p:cxnSp>
      <p:grpSp>
        <p:nvGrpSpPr>
          <p:cNvPr id="280" name="Group 279">
            <a:extLst>
              <a:ext uri="{FF2B5EF4-FFF2-40B4-BE49-F238E27FC236}">
                <a16:creationId xmlns:a16="http://schemas.microsoft.com/office/drawing/2014/main" id="{AB0FE66A-AF4A-45CD-94A8-ED6D90A80C56}"/>
              </a:ext>
            </a:extLst>
          </p:cNvPr>
          <p:cNvGrpSpPr/>
          <p:nvPr/>
        </p:nvGrpSpPr>
        <p:grpSpPr>
          <a:xfrm>
            <a:off x="2339421" y="5404761"/>
            <a:ext cx="356615" cy="356617"/>
            <a:chOff x="2324621" y="5547840"/>
            <a:chExt cx="275092" cy="250715"/>
          </a:xfrm>
        </p:grpSpPr>
        <p:sp>
          <p:nvSpPr>
            <p:cNvPr id="386" name="Graphic 4">
              <a:extLst>
                <a:ext uri="{FF2B5EF4-FFF2-40B4-BE49-F238E27FC236}">
                  <a16:creationId xmlns:a16="http://schemas.microsoft.com/office/drawing/2014/main" id="{5069DC9E-DF4A-5BF7-C5D4-2AD07D3212C2}"/>
                </a:ext>
              </a:extLst>
            </p:cNvPr>
            <p:cNvSpPr/>
            <p:nvPr/>
          </p:nvSpPr>
          <p:spPr>
            <a:xfrm>
              <a:off x="2409481" y="5616377"/>
              <a:ext cx="99089" cy="124252"/>
            </a:xfrm>
            <a:prstGeom prst="ellipse">
              <a:avLst/>
            </a:prstGeom>
            <a:solidFill>
              <a:srgbClr val="000000"/>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87" name="Graphic 4">
              <a:extLst>
                <a:ext uri="{FF2B5EF4-FFF2-40B4-BE49-F238E27FC236}">
                  <a16:creationId xmlns:a16="http://schemas.microsoft.com/office/drawing/2014/main" id="{E676A97E-C819-4C7D-A7C7-2E5CCDEB8DA6}"/>
                </a:ext>
              </a:extLst>
            </p:cNvPr>
            <p:cNvSpPr/>
            <p:nvPr/>
          </p:nvSpPr>
          <p:spPr>
            <a:xfrm>
              <a:off x="2324621" y="5547840"/>
              <a:ext cx="268825" cy="250715"/>
            </a:xfrm>
            <a:prstGeom prst="ellipse">
              <a:avLst/>
            </a:prstGeom>
            <a:solidFill>
              <a:sysClr val="window" lastClr="FFFFFF">
                <a:lumMod val="95000"/>
              </a:sysClr>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88" name="Graphic 4">
              <a:extLst>
                <a:ext uri="{FF2B5EF4-FFF2-40B4-BE49-F238E27FC236}">
                  <a16:creationId xmlns:a16="http://schemas.microsoft.com/office/drawing/2014/main" id="{13916F48-B9EC-E2A3-D539-EBB326DE6270}"/>
                </a:ext>
              </a:extLst>
            </p:cNvPr>
            <p:cNvSpPr/>
            <p:nvPr/>
          </p:nvSpPr>
          <p:spPr>
            <a:xfrm>
              <a:off x="2441286" y="5605373"/>
              <a:ext cx="35559" cy="12822"/>
            </a:xfrm>
            <a:prstGeom prst="ellipse">
              <a:avLst/>
            </a:prstGeom>
            <a:solidFill>
              <a:srgbClr val="000000"/>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89" name="Graphic 4">
              <a:extLst>
                <a:ext uri="{FF2B5EF4-FFF2-40B4-BE49-F238E27FC236}">
                  <a16:creationId xmlns:a16="http://schemas.microsoft.com/office/drawing/2014/main" id="{8B12DC82-7066-B829-A695-0A2EAD621625}"/>
                </a:ext>
              </a:extLst>
            </p:cNvPr>
            <p:cNvSpPr/>
            <p:nvPr/>
          </p:nvSpPr>
          <p:spPr>
            <a:xfrm>
              <a:off x="2409481" y="5616377"/>
              <a:ext cx="99089" cy="124252"/>
            </a:xfrm>
            <a:custGeom>
              <a:avLst/>
              <a:gdLst>
                <a:gd name="connsiteX0" fmla="*/ 103517 w 133549"/>
                <a:gd name="connsiteY0" fmla="*/ 8938 h 179389"/>
                <a:gd name="connsiteX1" fmla="*/ 97127 w 133549"/>
                <a:gd name="connsiteY1" fmla="*/ 15322 h 179389"/>
                <a:gd name="connsiteX2" fmla="*/ 36422 w 133549"/>
                <a:gd name="connsiteY2" fmla="*/ 15322 h 179389"/>
                <a:gd name="connsiteX3" fmla="*/ 30032 w 133549"/>
                <a:gd name="connsiteY3" fmla="*/ 8938 h 179389"/>
                <a:gd name="connsiteX4" fmla="*/ 30032 w 133549"/>
                <a:gd name="connsiteY4" fmla="*/ 0 h 179389"/>
                <a:gd name="connsiteX5" fmla="*/ 0 w 133549"/>
                <a:gd name="connsiteY5" fmla="*/ 0 h 179389"/>
                <a:gd name="connsiteX6" fmla="*/ 0 w 133549"/>
                <a:gd name="connsiteY6" fmla="*/ 179390 h 179389"/>
                <a:gd name="connsiteX7" fmla="*/ 133550 w 133549"/>
                <a:gd name="connsiteY7" fmla="*/ 179390 h 179389"/>
                <a:gd name="connsiteX8" fmla="*/ 133550 w 133549"/>
                <a:gd name="connsiteY8" fmla="*/ 0 h 179389"/>
                <a:gd name="connsiteX9" fmla="*/ 103517 w 133549"/>
                <a:gd name="connsiteY9" fmla="*/ 0 h 179389"/>
                <a:gd name="connsiteX10" fmla="*/ 103517 w 133549"/>
                <a:gd name="connsiteY10" fmla="*/ 8938 h 17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549" h="179389">
                  <a:moveTo>
                    <a:pt x="103517" y="8938"/>
                  </a:moveTo>
                  <a:cubicBezTo>
                    <a:pt x="103517" y="12768"/>
                    <a:pt x="100961" y="15322"/>
                    <a:pt x="97127" y="15322"/>
                  </a:cubicBezTo>
                  <a:lnTo>
                    <a:pt x="36422" y="15322"/>
                  </a:lnTo>
                  <a:cubicBezTo>
                    <a:pt x="32589" y="15322"/>
                    <a:pt x="30032" y="12768"/>
                    <a:pt x="30032" y="8938"/>
                  </a:cubicBezTo>
                  <a:lnTo>
                    <a:pt x="30032" y="0"/>
                  </a:lnTo>
                  <a:lnTo>
                    <a:pt x="0" y="0"/>
                  </a:lnTo>
                  <a:lnTo>
                    <a:pt x="0" y="179390"/>
                  </a:lnTo>
                  <a:lnTo>
                    <a:pt x="133550" y="179390"/>
                  </a:lnTo>
                  <a:lnTo>
                    <a:pt x="133550" y="0"/>
                  </a:lnTo>
                  <a:lnTo>
                    <a:pt x="103517" y="0"/>
                  </a:lnTo>
                  <a:lnTo>
                    <a:pt x="103517" y="8938"/>
                  </a:lnTo>
                  <a:close/>
                </a:path>
              </a:pathLst>
            </a:custGeom>
            <a:solidFill>
              <a:srgbClr val="43B02A"/>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90" name="Graphic 4">
              <a:extLst>
                <a:ext uri="{FF2B5EF4-FFF2-40B4-BE49-F238E27FC236}">
                  <a16:creationId xmlns:a16="http://schemas.microsoft.com/office/drawing/2014/main" id="{1370E9DE-1A62-7490-3DA9-9AD55D919666}"/>
                </a:ext>
              </a:extLst>
            </p:cNvPr>
            <p:cNvSpPr/>
            <p:nvPr/>
          </p:nvSpPr>
          <p:spPr>
            <a:xfrm>
              <a:off x="2324621" y="5547840"/>
              <a:ext cx="275092" cy="250715"/>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260710 w 362309"/>
                <a:gd name="connsiteY6" fmla="*/ 284725 h 361971"/>
                <a:gd name="connsiteX7" fmla="*/ 254320 w 362309"/>
                <a:gd name="connsiteY7" fmla="*/ 291109 h 361971"/>
                <a:gd name="connsiteX8" fmla="*/ 107990 w 362309"/>
                <a:gd name="connsiteY8" fmla="*/ 291109 h 361971"/>
                <a:gd name="connsiteX9" fmla="*/ 101600 w 362309"/>
                <a:gd name="connsiteY9" fmla="*/ 284725 h 361971"/>
                <a:gd name="connsiteX10" fmla="*/ 101600 w 362309"/>
                <a:gd name="connsiteY10" fmla="*/ 92568 h 361971"/>
                <a:gd name="connsiteX11" fmla="*/ 107990 w 362309"/>
                <a:gd name="connsiteY11" fmla="*/ 86184 h 361971"/>
                <a:gd name="connsiteX12" fmla="*/ 144412 w 362309"/>
                <a:gd name="connsiteY12" fmla="*/ 86184 h 361971"/>
                <a:gd name="connsiteX13" fmla="*/ 144412 w 362309"/>
                <a:gd name="connsiteY13" fmla="*/ 76608 h 361971"/>
                <a:gd name="connsiteX14" fmla="*/ 150802 w 362309"/>
                <a:gd name="connsiteY14" fmla="*/ 70224 h 361971"/>
                <a:gd name="connsiteX15" fmla="*/ 211507 w 362309"/>
                <a:gd name="connsiteY15" fmla="*/ 70224 h 361971"/>
                <a:gd name="connsiteX16" fmla="*/ 217897 w 362309"/>
                <a:gd name="connsiteY16" fmla="*/ 76608 h 361971"/>
                <a:gd name="connsiteX17" fmla="*/ 217897 w 362309"/>
                <a:gd name="connsiteY17" fmla="*/ 86184 h 361971"/>
                <a:gd name="connsiteX18" fmla="*/ 254320 w 362309"/>
                <a:gd name="connsiteY18" fmla="*/ 86184 h 361971"/>
                <a:gd name="connsiteX19" fmla="*/ 260710 w 362309"/>
                <a:gd name="connsiteY19" fmla="*/ 92568 h 361971"/>
                <a:gd name="connsiteX20" fmla="*/ 260710 w 362309"/>
                <a:gd name="connsiteY20" fmla="*/ 28472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2309" h="361971">
                  <a:moveTo>
                    <a:pt x="181474" y="0"/>
                  </a:moveTo>
                  <a:cubicBezTo>
                    <a:pt x="81153" y="0"/>
                    <a:pt x="0" y="81076"/>
                    <a:pt x="0" y="180667"/>
                  </a:cubicBezTo>
                  <a:cubicBezTo>
                    <a:pt x="0" y="280895"/>
                    <a:pt x="81153" y="361972"/>
                    <a:pt x="180836" y="361972"/>
                  </a:cubicBezTo>
                  <a:cubicBezTo>
                    <a:pt x="281157" y="361972"/>
                    <a:pt x="362310" y="280895"/>
                    <a:pt x="362310" y="181305"/>
                  </a:cubicBezTo>
                  <a:cubicBezTo>
                    <a:pt x="362310" y="181305"/>
                    <a:pt x="362310" y="181305"/>
                    <a:pt x="362310" y="181305"/>
                  </a:cubicBezTo>
                  <a:cubicBezTo>
                    <a:pt x="362310" y="81076"/>
                    <a:pt x="281157" y="0"/>
                    <a:pt x="181474" y="0"/>
                  </a:cubicBezTo>
                  <a:close/>
                  <a:moveTo>
                    <a:pt x="260710" y="284725"/>
                  </a:moveTo>
                  <a:cubicBezTo>
                    <a:pt x="260710" y="288556"/>
                    <a:pt x="258154" y="291109"/>
                    <a:pt x="254320" y="291109"/>
                  </a:cubicBezTo>
                  <a:lnTo>
                    <a:pt x="107990" y="291109"/>
                  </a:lnTo>
                  <a:cubicBezTo>
                    <a:pt x="104156" y="291109"/>
                    <a:pt x="101600" y="288556"/>
                    <a:pt x="101600" y="284725"/>
                  </a:cubicBezTo>
                  <a:lnTo>
                    <a:pt x="101600" y="92568"/>
                  </a:lnTo>
                  <a:cubicBezTo>
                    <a:pt x="101600" y="88737"/>
                    <a:pt x="104156" y="86184"/>
                    <a:pt x="107990" y="86184"/>
                  </a:cubicBezTo>
                  <a:lnTo>
                    <a:pt x="144412" y="86184"/>
                  </a:lnTo>
                  <a:lnTo>
                    <a:pt x="144412" y="76608"/>
                  </a:lnTo>
                  <a:cubicBezTo>
                    <a:pt x="144412" y="72777"/>
                    <a:pt x="146969" y="70224"/>
                    <a:pt x="150802" y="70224"/>
                  </a:cubicBezTo>
                  <a:lnTo>
                    <a:pt x="211507" y="70224"/>
                  </a:lnTo>
                  <a:cubicBezTo>
                    <a:pt x="215341" y="70224"/>
                    <a:pt x="217897" y="72777"/>
                    <a:pt x="217897" y="76608"/>
                  </a:cubicBezTo>
                  <a:lnTo>
                    <a:pt x="217897" y="86184"/>
                  </a:lnTo>
                  <a:lnTo>
                    <a:pt x="254320" y="86184"/>
                  </a:lnTo>
                  <a:cubicBezTo>
                    <a:pt x="258154" y="86184"/>
                    <a:pt x="260710" y="88737"/>
                    <a:pt x="260710" y="92568"/>
                  </a:cubicBezTo>
                  <a:lnTo>
                    <a:pt x="260710" y="284725"/>
                  </a:lnTo>
                  <a:close/>
                </a:path>
              </a:pathLst>
            </a:custGeom>
            <a:solidFill>
              <a:srgbClr val="43B02A"/>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91" name="Graphic 4">
              <a:extLst>
                <a:ext uri="{FF2B5EF4-FFF2-40B4-BE49-F238E27FC236}">
                  <a16:creationId xmlns:a16="http://schemas.microsoft.com/office/drawing/2014/main" id="{E3FE0219-203C-0D9D-BFFE-FB99EF9C1C24}"/>
                </a:ext>
              </a:extLst>
            </p:cNvPr>
            <p:cNvSpPr/>
            <p:nvPr/>
          </p:nvSpPr>
          <p:spPr>
            <a:xfrm>
              <a:off x="2441286" y="5605373"/>
              <a:ext cx="35559" cy="12822"/>
            </a:xfrm>
            <a:custGeom>
              <a:avLst/>
              <a:gdLst>
                <a:gd name="connsiteX0" fmla="*/ 0 w 47924"/>
                <a:gd name="connsiteY0" fmla="*/ 0 h 18513"/>
                <a:gd name="connsiteX1" fmla="*/ 47924 w 47924"/>
                <a:gd name="connsiteY1" fmla="*/ 0 h 18513"/>
                <a:gd name="connsiteX2" fmla="*/ 47924 w 47924"/>
                <a:gd name="connsiteY2" fmla="*/ 18514 h 18513"/>
                <a:gd name="connsiteX3" fmla="*/ 0 w 47924"/>
                <a:gd name="connsiteY3" fmla="*/ 18514 h 18513"/>
              </a:gdLst>
              <a:ahLst/>
              <a:cxnLst>
                <a:cxn ang="0">
                  <a:pos x="connsiteX0" y="connsiteY0"/>
                </a:cxn>
                <a:cxn ang="0">
                  <a:pos x="connsiteX1" y="connsiteY1"/>
                </a:cxn>
                <a:cxn ang="0">
                  <a:pos x="connsiteX2" y="connsiteY2"/>
                </a:cxn>
                <a:cxn ang="0">
                  <a:pos x="connsiteX3" y="connsiteY3"/>
                </a:cxn>
              </a:cxnLst>
              <a:rect l="l" t="t" r="r" b="b"/>
              <a:pathLst>
                <a:path w="47924" h="18513">
                  <a:moveTo>
                    <a:pt x="0" y="0"/>
                  </a:moveTo>
                  <a:lnTo>
                    <a:pt x="47924" y="0"/>
                  </a:lnTo>
                  <a:lnTo>
                    <a:pt x="47924" y="18514"/>
                  </a:lnTo>
                  <a:lnTo>
                    <a:pt x="0" y="18514"/>
                  </a:lnTo>
                  <a:close/>
                </a:path>
              </a:pathLst>
            </a:custGeom>
            <a:solidFill>
              <a:srgbClr val="26890D"/>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grpSp>
      <p:sp>
        <p:nvSpPr>
          <p:cNvPr id="282" name="Rectangle 281">
            <a:extLst>
              <a:ext uri="{FF2B5EF4-FFF2-40B4-BE49-F238E27FC236}">
                <a16:creationId xmlns:a16="http://schemas.microsoft.com/office/drawing/2014/main" id="{4A2AF3B8-7D91-4B11-C92B-FCB42EB06F11}"/>
              </a:ext>
            </a:extLst>
          </p:cNvPr>
          <p:cNvSpPr/>
          <p:nvPr/>
        </p:nvSpPr>
        <p:spPr bwMode="gray">
          <a:xfrm>
            <a:off x="2294244" y="2075752"/>
            <a:ext cx="3008997" cy="3096000"/>
          </a:xfrm>
          <a:prstGeom prst="rect">
            <a:avLst/>
          </a:prstGeom>
          <a:solidFill>
            <a:srgbClr val="43B02A">
              <a:alpha val="12000"/>
            </a:srgbClr>
          </a:solidFill>
          <a:ln w="12700" algn="ctr">
            <a:noFill/>
            <a:miter lim="800000"/>
            <a:headEnd/>
            <a:tailEnd/>
          </a:ln>
        </p:spPr>
        <p:txBody>
          <a:bodyPr wrap="square" lIns="88900" tIns="0" rIns="88900" bIns="0" rtlCol="0" anchor="t" anchorCtr="0">
            <a:noAutofit/>
          </a:bodyPr>
          <a:lstStyle/>
          <a:p>
            <a:pPr marL="182880" lvl="0" indent="-182880">
              <a:spcAft>
                <a:spcPts val="800"/>
              </a:spcAft>
              <a:buFont typeface="Arial" panose="020B0604020202020204" pitchFamily="34" charset="0"/>
              <a:buChar char="•"/>
              <a:defRPr/>
            </a:pPr>
            <a:r>
              <a:rPr lang="en-IN" sz="1200">
                <a:latin typeface="Aptos" panose="020B0004020202020204" pitchFamily="34" charset="0"/>
              </a:rPr>
              <a:t>Analyse </a:t>
            </a:r>
            <a:r>
              <a:rPr lang="en-IN" sz="1200" b="1">
                <a:latin typeface="Aptos" panose="020B0004020202020204" pitchFamily="34" charset="0"/>
              </a:rPr>
              <a:t>State &amp; district revenue performance</a:t>
            </a:r>
            <a:r>
              <a:rPr lang="en-IN" sz="1200">
                <a:latin typeface="Aptos" panose="020B0004020202020204" pitchFamily="34" charset="0"/>
              </a:rPr>
              <a:t> and key revenue sources</a:t>
            </a:r>
          </a:p>
          <a:p>
            <a:pPr marL="182880" lvl="0" indent="-182880">
              <a:spcAft>
                <a:spcPts val="800"/>
              </a:spcAft>
              <a:buFont typeface="Arial" panose="020B0604020202020204" pitchFamily="34" charset="0"/>
              <a:buChar char="•"/>
              <a:defRPr/>
            </a:pPr>
            <a:r>
              <a:rPr lang="en-IN" sz="1200">
                <a:latin typeface="Aptos" panose="020B0004020202020204" pitchFamily="34" charset="0"/>
              </a:rPr>
              <a:t>Assess performance of Rajasthan in various land-related indices/ schemes</a:t>
            </a:r>
          </a:p>
          <a:p>
            <a:pPr marL="182880" lvl="0" indent="-182880">
              <a:spcAft>
                <a:spcPts val="800"/>
              </a:spcAft>
              <a:buFont typeface="Arial" panose="020B0604020202020204" pitchFamily="34" charset="0"/>
              <a:buChar char="•"/>
              <a:defRPr/>
            </a:pPr>
            <a:r>
              <a:rPr lang="en-IN" sz="1200">
                <a:latin typeface="Aptos" panose="020B0004020202020204" pitchFamily="34" charset="0"/>
              </a:rPr>
              <a:t>Assess </a:t>
            </a:r>
            <a:r>
              <a:rPr lang="en-IN" sz="1200" b="1">
                <a:latin typeface="Aptos" panose="020B0004020202020204" pitchFamily="34" charset="0"/>
              </a:rPr>
              <a:t>land service processes, policies and collection mechanisms</a:t>
            </a:r>
          </a:p>
          <a:p>
            <a:pPr marL="182880" lvl="0" indent="-182880">
              <a:spcAft>
                <a:spcPts val="800"/>
              </a:spcAft>
              <a:buFont typeface="Arial" panose="020B0604020202020204" pitchFamily="34" charset="0"/>
              <a:buChar char="•"/>
              <a:defRPr/>
            </a:pPr>
            <a:r>
              <a:rPr lang="en-IN" sz="1200">
                <a:latin typeface="Aptos" panose="020B0004020202020204" pitchFamily="34" charset="0"/>
              </a:rPr>
              <a:t>Map key citizen services and identify </a:t>
            </a:r>
            <a:r>
              <a:rPr lang="en-IN" sz="1200" b="1">
                <a:latin typeface="Aptos" panose="020B0004020202020204" pitchFamily="34" charset="0"/>
              </a:rPr>
              <a:t>bottlenecks, leakages and delays</a:t>
            </a:r>
          </a:p>
          <a:p>
            <a:pPr marL="182880" lvl="0" indent="-182880">
              <a:spcAft>
                <a:spcPts val="800"/>
              </a:spcAft>
              <a:buFont typeface="Arial" panose="020B0604020202020204" pitchFamily="34" charset="0"/>
              <a:buChar char="•"/>
              <a:defRPr/>
            </a:pPr>
            <a:r>
              <a:rPr lang="en-IN" sz="1200">
                <a:latin typeface="Aptos" panose="020B0004020202020204" pitchFamily="34" charset="0"/>
              </a:rPr>
              <a:t>Assess existing </a:t>
            </a:r>
            <a:r>
              <a:rPr lang="en-IN" sz="1200" b="1">
                <a:latin typeface="Aptos" panose="020B0004020202020204" pitchFamily="34" charset="0"/>
              </a:rPr>
              <a:t>IT systems, data and inter-departmental linkages</a:t>
            </a:r>
          </a:p>
          <a:p>
            <a:pPr marL="182880" lvl="0" indent="-182880">
              <a:spcAft>
                <a:spcPts val="800"/>
              </a:spcAft>
              <a:buFont typeface="Arial" panose="020B0604020202020204" pitchFamily="34" charset="0"/>
              <a:buChar char="•"/>
              <a:defRPr/>
            </a:pPr>
            <a:r>
              <a:rPr lang="en-IN" sz="1200">
                <a:latin typeface="Aptos" panose="020B0004020202020204" pitchFamily="34" charset="0"/>
              </a:rPr>
              <a:t>Benchmark Rajasthan against </a:t>
            </a:r>
            <a:r>
              <a:rPr lang="en-IN" sz="1200" b="1">
                <a:latin typeface="Aptos" panose="020B0004020202020204" pitchFamily="34" charset="0"/>
              </a:rPr>
              <a:t>other States and good practices</a:t>
            </a:r>
            <a:endParaRPr kumimoji="0" lang="en-US" sz="1200" b="0" i="0" u="none" strike="noStrike" kern="0" cap="none" spc="0" normalizeH="0" baseline="0" noProof="0">
              <a:ln>
                <a:noFill/>
              </a:ln>
              <a:effectLst/>
              <a:uLnTx/>
              <a:uFillTx/>
              <a:latin typeface="Aptos" panose="020B0004020202020204" pitchFamily="34" charset="0"/>
            </a:endParaRPr>
          </a:p>
        </p:txBody>
      </p:sp>
      <p:sp>
        <p:nvSpPr>
          <p:cNvPr id="283" name="Rectangle 282">
            <a:extLst>
              <a:ext uri="{FF2B5EF4-FFF2-40B4-BE49-F238E27FC236}">
                <a16:creationId xmlns:a16="http://schemas.microsoft.com/office/drawing/2014/main" id="{C6956E70-B5F1-2843-010D-828C61FF8257}"/>
              </a:ext>
            </a:extLst>
          </p:cNvPr>
          <p:cNvSpPr/>
          <p:nvPr/>
        </p:nvSpPr>
        <p:spPr bwMode="gray">
          <a:xfrm>
            <a:off x="5428938" y="2075751"/>
            <a:ext cx="3008997" cy="3096000"/>
          </a:xfrm>
          <a:prstGeom prst="rect">
            <a:avLst/>
          </a:prstGeom>
          <a:solidFill>
            <a:srgbClr val="00B0F0">
              <a:alpha val="10000"/>
            </a:srgbClr>
          </a:solidFill>
          <a:ln w="12700" algn="ctr">
            <a:noFill/>
            <a:miter lim="800000"/>
            <a:headEnd/>
            <a:tailEnd/>
          </a:ln>
        </p:spPr>
        <p:txBody>
          <a:bodyPr wrap="square" lIns="88900" tIns="0" rIns="88900" bIns="0" rtlCol="0" anchor="t" anchorCtr="0">
            <a:noAutofit/>
          </a:bodyPr>
          <a:lstStyle/>
          <a:p>
            <a:pPr marL="182880" lvl="0" indent="-182880">
              <a:spcAft>
                <a:spcPts val="800"/>
              </a:spcAft>
              <a:buFont typeface="Arial" panose="020B0604020202020204" pitchFamily="34" charset="0"/>
              <a:buChar char="•"/>
              <a:defRPr/>
            </a:pPr>
            <a:r>
              <a:rPr lang="en-IN" sz="1200">
                <a:latin typeface="Aptos" panose="020B0004020202020204" pitchFamily="34" charset="0"/>
              </a:rPr>
              <a:t>Identify and prioritise </a:t>
            </a:r>
            <a:r>
              <a:rPr lang="en-IN" sz="1200" b="1">
                <a:latin typeface="Aptos" panose="020B0004020202020204" pitchFamily="34" charset="0"/>
              </a:rPr>
              <a:t>revenue enhancement opportunities &amp; quick wins</a:t>
            </a:r>
          </a:p>
          <a:p>
            <a:pPr marL="182880" lvl="0" indent="-182880">
              <a:spcAft>
                <a:spcPts val="800"/>
              </a:spcAft>
              <a:buFont typeface="Arial" panose="020B0604020202020204" pitchFamily="34" charset="0"/>
              <a:buChar char="•"/>
              <a:defRPr/>
            </a:pPr>
            <a:r>
              <a:rPr lang="en-IN" sz="1200">
                <a:latin typeface="Aptos" panose="020B0004020202020204" pitchFamily="34" charset="0"/>
              </a:rPr>
              <a:t>Design </a:t>
            </a:r>
            <a:r>
              <a:rPr lang="en-IN" sz="1200" b="1">
                <a:latin typeface="Aptos" panose="020B0004020202020204" pitchFamily="34" charset="0"/>
              </a:rPr>
              <a:t>simplified processes and SOPs</a:t>
            </a:r>
            <a:r>
              <a:rPr lang="en-IN" sz="1200">
                <a:latin typeface="Aptos" panose="020B0004020202020204" pitchFamily="34" charset="0"/>
              </a:rPr>
              <a:t> for services</a:t>
            </a:r>
          </a:p>
          <a:p>
            <a:pPr marL="182880" lvl="0" indent="-182880">
              <a:spcAft>
                <a:spcPts val="800"/>
              </a:spcAft>
              <a:buFont typeface="Arial" panose="020B0604020202020204" pitchFamily="34" charset="0"/>
              <a:buChar char="•"/>
              <a:defRPr/>
            </a:pPr>
            <a:r>
              <a:rPr lang="en-IN" sz="1200">
                <a:latin typeface="Aptos" panose="020B0004020202020204" pitchFamily="34" charset="0"/>
              </a:rPr>
              <a:t>Develop </a:t>
            </a:r>
            <a:r>
              <a:rPr lang="en-IN" sz="1200" b="1">
                <a:latin typeface="Aptos" panose="020B0004020202020204" pitchFamily="34" charset="0"/>
              </a:rPr>
              <a:t>policy/regulatory reform recommendations</a:t>
            </a:r>
          </a:p>
          <a:p>
            <a:pPr marL="182880" lvl="0" indent="-182880">
              <a:spcAft>
                <a:spcPts val="800"/>
              </a:spcAft>
              <a:buFont typeface="Arial" panose="020B0604020202020204" pitchFamily="34" charset="0"/>
              <a:buChar char="•"/>
              <a:defRPr/>
            </a:pPr>
            <a:r>
              <a:rPr lang="en-IN" sz="1200">
                <a:latin typeface="Aptos" panose="020B0004020202020204" pitchFamily="34" charset="0"/>
              </a:rPr>
              <a:t>Define </a:t>
            </a:r>
            <a:r>
              <a:rPr lang="en-IN" sz="1200" b="1">
                <a:latin typeface="Aptos" panose="020B0004020202020204" pitchFamily="34" charset="0"/>
              </a:rPr>
              <a:t>digitalisation, automation and API integration</a:t>
            </a:r>
            <a:r>
              <a:rPr lang="en-IN" sz="1200">
                <a:latin typeface="Aptos" panose="020B0004020202020204" pitchFamily="34" charset="0"/>
              </a:rPr>
              <a:t> requirements</a:t>
            </a:r>
          </a:p>
          <a:p>
            <a:pPr marL="182880" lvl="0" indent="-182880">
              <a:spcAft>
                <a:spcPts val="800"/>
              </a:spcAft>
              <a:buFont typeface="Arial" panose="020B0604020202020204" pitchFamily="34" charset="0"/>
              <a:buChar char="•"/>
              <a:defRPr/>
            </a:pPr>
            <a:r>
              <a:rPr lang="en-IN" sz="1200">
                <a:latin typeface="Aptos" panose="020B0004020202020204" pitchFamily="34" charset="0"/>
              </a:rPr>
              <a:t>Establish </a:t>
            </a:r>
            <a:r>
              <a:rPr lang="en-IN" sz="1200" b="1">
                <a:latin typeface="Aptos" panose="020B0004020202020204" pitchFamily="34" charset="0"/>
              </a:rPr>
              <a:t>district targets and KPIs</a:t>
            </a:r>
          </a:p>
          <a:p>
            <a:pPr marL="182880" lvl="0" indent="-182880">
              <a:spcAft>
                <a:spcPts val="800"/>
              </a:spcAft>
              <a:buFont typeface="Arial" panose="020B0604020202020204" pitchFamily="34" charset="0"/>
              <a:buChar char="•"/>
              <a:defRPr/>
            </a:pPr>
            <a:r>
              <a:rPr lang="en-IN" sz="1200" b="1">
                <a:latin typeface="Aptos" panose="020B0004020202020204" pitchFamily="34" charset="0"/>
              </a:rPr>
              <a:t>Develop dashboard </a:t>
            </a:r>
            <a:r>
              <a:rPr lang="en-IN" sz="1200">
                <a:latin typeface="Aptos" panose="020B0004020202020204" pitchFamily="34" charset="0"/>
              </a:rPr>
              <a:t>for revenue, SASCI/DILRMP progress tracking</a:t>
            </a:r>
            <a:endParaRPr kumimoji="0" lang="en-US" sz="1200" i="0" u="none" strike="noStrike" kern="0" cap="none" spc="0" normalizeH="0" baseline="0" noProof="0">
              <a:ln>
                <a:noFill/>
              </a:ln>
              <a:effectLst/>
              <a:uLnTx/>
              <a:uFillTx/>
              <a:latin typeface="Aptos" panose="020B0004020202020204" pitchFamily="34" charset="0"/>
            </a:endParaRPr>
          </a:p>
        </p:txBody>
      </p:sp>
      <p:sp>
        <p:nvSpPr>
          <p:cNvPr id="284" name="Rectangle 283">
            <a:extLst>
              <a:ext uri="{FF2B5EF4-FFF2-40B4-BE49-F238E27FC236}">
                <a16:creationId xmlns:a16="http://schemas.microsoft.com/office/drawing/2014/main" id="{3241476B-DF44-B4C1-EA1D-D1A7AB9401BA}"/>
              </a:ext>
            </a:extLst>
          </p:cNvPr>
          <p:cNvSpPr/>
          <p:nvPr/>
        </p:nvSpPr>
        <p:spPr bwMode="gray">
          <a:xfrm>
            <a:off x="8583452" y="2075752"/>
            <a:ext cx="3008997" cy="3096000"/>
          </a:xfrm>
          <a:prstGeom prst="rect">
            <a:avLst/>
          </a:prstGeom>
          <a:solidFill>
            <a:srgbClr val="43B02A">
              <a:alpha val="12000"/>
            </a:srgbClr>
          </a:solidFill>
          <a:ln w="12700" algn="ctr">
            <a:noFill/>
            <a:miter lim="800000"/>
            <a:headEnd/>
            <a:tailEnd/>
          </a:ln>
        </p:spPr>
        <p:txBody>
          <a:bodyPr wrap="square" lIns="88900" tIns="0" rIns="88900" bIns="0" rtlCol="0" anchor="t" anchorCtr="0">
            <a:noAutofit/>
          </a:bodyPr>
          <a:lstStyle/>
          <a:p>
            <a:pPr marL="182880" lvl="0" indent="-182880">
              <a:spcAft>
                <a:spcPts val="800"/>
              </a:spcAft>
              <a:buFont typeface="Arial" panose="020B0604020202020204" pitchFamily="34" charset="0"/>
              <a:buChar char="•"/>
              <a:defRPr/>
            </a:pPr>
            <a:r>
              <a:rPr lang="en-IN" sz="1200">
                <a:latin typeface="Aptos" panose="020B0004020202020204" pitchFamily="34" charset="0"/>
              </a:rPr>
              <a:t>Support implementation of </a:t>
            </a:r>
            <a:r>
              <a:rPr lang="en-IN" sz="1200" b="1">
                <a:latin typeface="Aptos" panose="020B0004020202020204" pitchFamily="34" charset="0"/>
              </a:rPr>
              <a:t>priority revenue enhancement measures</a:t>
            </a:r>
          </a:p>
          <a:p>
            <a:pPr marL="182880" lvl="0" indent="-182880">
              <a:spcAft>
                <a:spcPts val="800"/>
              </a:spcAft>
              <a:buFont typeface="Arial" panose="020B0604020202020204" pitchFamily="34" charset="0"/>
              <a:buChar char="•"/>
              <a:defRPr/>
            </a:pPr>
            <a:r>
              <a:rPr lang="en-IN" sz="1200">
                <a:latin typeface="Aptos" panose="020B0004020202020204" pitchFamily="34" charset="0"/>
              </a:rPr>
              <a:t>Roll out </a:t>
            </a:r>
            <a:r>
              <a:rPr lang="en-IN" sz="1200" b="1">
                <a:latin typeface="Aptos" panose="020B0004020202020204" pitchFamily="34" charset="0"/>
              </a:rPr>
              <a:t>SOPs and process improvements</a:t>
            </a:r>
            <a:endParaRPr lang="en-IN" sz="1200">
              <a:latin typeface="Aptos" panose="020B0004020202020204" pitchFamily="34" charset="0"/>
            </a:endParaRPr>
          </a:p>
          <a:p>
            <a:pPr marL="182880" lvl="0" indent="-182880">
              <a:spcAft>
                <a:spcPts val="800"/>
              </a:spcAft>
              <a:buFont typeface="Arial" panose="020B0604020202020204" pitchFamily="34" charset="0"/>
              <a:buChar char="•"/>
              <a:defRPr/>
            </a:pPr>
            <a:r>
              <a:rPr lang="en-IN" sz="1200">
                <a:latin typeface="Aptos" panose="020B0004020202020204" pitchFamily="34" charset="0"/>
              </a:rPr>
              <a:t>Drive </a:t>
            </a:r>
            <a:r>
              <a:rPr lang="en-IN" sz="1200" b="1">
                <a:latin typeface="Aptos" panose="020B0004020202020204" pitchFamily="34" charset="0"/>
              </a:rPr>
              <a:t>district-level SASCI/ DILRMP milestone achievement and claims</a:t>
            </a:r>
          </a:p>
          <a:p>
            <a:pPr marL="182880" lvl="0" indent="-182880">
              <a:spcAft>
                <a:spcPts val="800"/>
              </a:spcAft>
              <a:buFont typeface="Arial" panose="020B0604020202020204" pitchFamily="34" charset="0"/>
              <a:buChar char="•"/>
              <a:defRPr/>
            </a:pPr>
            <a:r>
              <a:rPr lang="en-IN" sz="1200">
                <a:latin typeface="Aptos" panose="020B0004020202020204" pitchFamily="34" charset="0"/>
              </a:rPr>
              <a:t>Track </a:t>
            </a:r>
            <a:r>
              <a:rPr lang="en-IN" sz="1200" b="1">
                <a:latin typeface="Aptos" panose="020B0004020202020204" pitchFamily="34" charset="0"/>
              </a:rPr>
              <a:t>revenue</a:t>
            </a:r>
            <a:r>
              <a:rPr lang="en-IN" sz="1200">
                <a:latin typeface="Aptos" panose="020B0004020202020204" pitchFamily="34" charset="0"/>
              </a:rPr>
              <a:t> through dashboards</a:t>
            </a:r>
          </a:p>
          <a:p>
            <a:pPr marL="182880" lvl="0" indent="-182880">
              <a:spcAft>
                <a:spcPts val="800"/>
              </a:spcAft>
              <a:buFont typeface="Arial" panose="020B0604020202020204" pitchFamily="34" charset="0"/>
              <a:buChar char="•"/>
              <a:defRPr/>
            </a:pPr>
            <a:r>
              <a:rPr lang="en-IN" sz="1200">
                <a:latin typeface="Aptos" panose="020B0004020202020204" pitchFamily="34" charset="0"/>
              </a:rPr>
              <a:t>Conduct </a:t>
            </a:r>
            <a:r>
              <a:rPr lang="en-IN" sz="1200" b="1">
                <a:latin typeface="Aptos" panose="020B0004020202020204" pitchFamily="34" charset="0"/>
              </a:rPr>
              <a:t>periodic State and district performance reviews</a:t>
            </a:r>
          </a:p>
          <a:p>
            <a:pPr marL="182880" lvl="0" indent="-182880">
              <a:spcAft>
                <a:spcPts val="800"/>
              </a:spcAft>
              <a:buFont typeface="Arial" panose="020B0604020202020204" pitchFamily="34" charset="0"/>
              <a:buChar char="•"/>
              <a:defRPr/>
            </a:pPr>
            <a:r>
              <a:rPr lang="en-IN" sz="1200">
                <a:latin typeface="Aptos" panose="020B0004020202020204" pitchFamily="34" charset="0"/>
              </a:rPr>
              <a:t>Assist preparation of documents for </a:t>
            </a:r>
            <a:r>
              <a:rPr lang="en-IN" sz="1200" b="1">
                <a:latin typeface="Aptos" panose="020B0004020202020204" pitchFamily="34" charset="0"/>
              </a:rPr>
              <a:t>legislative changes</a:t>
            </a:r>
          </a:p>
          <a:p>
            <a:pPr marL="182880" lvl="0" indent="-182880">
              <a:spcAft>
                <a:spcPts val="800"/>
              </a:spcAft>
              <a:buFont typeface="Arial" panose="020B0604020202020204" pitchFamily="34" charset="0"/>
              <a:buChar char="•"/>
              <a:defRPr/>
            </a:pPr>
            <a:r>
              <a:rPr lang="en-US" sz="1200">
                <a:latin typeface="Aptos" panose="020B0004020202020204" pitchFamily="34" charset="0"/>
              </a:rPr>
              <a:t>Provide </a:t>
            </a:r>
            <a:r>
              <a:rPr lang="en-US" sz="1200" b="1">
                <a:latin typeface="Aptos" panose="020B0004020202020204" pitchFamily="34" charset="0"/>
              </a:rPr>
              <a:t>periodic analysis </a:t>
            </a:r>
            <a:r>
              <a:rPr lang="en-US" sz="1200">
                <a:latin typeface="Aptos" panose="020B0004020202020204" pitchFamily="34" charset="0"/>
              </a:rPr>
              <a:t>and continuous technical support</a:t>
            </a:r>
          </a:p>
        </p:txBody>
      </p:sp>
      <p:sp>
        <p:nvSpPr>
          <p:cNvPr id="296" name="Rectangle 295">
            <a:extLst>
              <a:ext uri="{FF2B5EF4-FFF2-40B4-BE49-F238E27FC236}">
                <a16:creationId xmlns:a16="http://schemas.microsoft.com/office/drawing/2014/main" id="{C8B4B824-7DB2-5B19-2426-B2217DDF64BE}"/>
              </a:ext>
            </a:extLst>
          </p:cNvPr>
          <p:cNvSpPr/>
          <p:nvPr/>
        </p:nvSpPr>
        <p:spPr>
          <a:xfrm>
            <a:off x="512334" y="1573778"/>
            <a:ext cx="1643111" cy="4734099"/>
          </a:xfrm>
          <a:prstGeom prst="rect">
            <a:avLst/>
          </a:prstGeom>
          <a:solidFill>
            <a:sysClr val="window" lastClr="FFFFFF">
              <a:lumMod val="95000"/>
              <a:alpha val="71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97" name="Rectangle: Rounded Corners 296">
            <a:extLst>
              <a:ext uri="{FF2B5EF4-FFF2-40B4-BE49-F238E27FC236}">
                <a16:creationId xmlns:a16="http://schemas.microsoft.com/office/drawing/2014/main" id="{4E8643EB-3B91-1042-ADB4-735C6905715B}"/>
              </a:ext>
            </a:extLst>
          </p:cNvPr>
          <p:cNvSpPr/>
          <p:nvPr/>
        </p:nvSpPr>
        <p:spPr bwMode="gray">
          <a:xfrm>
            <a:off x="512333" y="976484"/>
            <a:ext cx="1643103" cy="700337"/>
          </a:xfrm>
          <a:prstGeom prst="roundRect">
            <a:avLst/>
          </a:prstGeom>
          <a:solidFill>
            <a:srgbClr val="012169"/>
          </a:solidFill>
          <a:ln w="12700" algn="ctr">
            <a:noFill/>
            <a:miter lim="800000"/>
            <a:headEnd/>
            <a:tailEnd/>
          </a:ln>
          <a:effectLst/>
        </p:spPr>
        <p:txBody>
          <a:bodyPr wrap="square" lIns="182880" tIns="88900" rIns="88900" bIns="88900" rtlCol="0" anchor="ctr"/>
          <a:lstStyle/>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endParaRPr kumimoji="0" lang="en-US" sz="800" b="1" i="0" u="none" strike="noStrike" kern="0" cap="none" spc="0" normalizeH="0" baseline="0" noProof="0">
              <a:ln>
                <a:noFill/>
              </a:ln>
              <a:solidFill>
                <a:prstClr val="white"/>
              </a:solidFill>
              <a:effectLst/>
              <a:uLnTx/>
              <a:uFillTx/>
              <a:latin typeface="Aptos" panose="020B0004020202020204" pitchFamily="34" charset="0"/>
            </a:endParaRPr>
          </a:p>
        </p:txBody>
      </p:sp>
      <p:sp>
        <p:nvSpPr>
          <p:cNvPr id="298" name="TextBox 297">
            <a:extLst>
              <a:ext uri="{FF2B5EF4-FFF2-40B4-BE49-F238E27FC236}">
                <a16:creationId xmlns:a16="http://schemas.microsoft.com/office/drawing/2014/main" id="{59EAA272-D0AF-BF0C-84A2-FC03B00B3FA3}"/>
              </a:ext>
            </a:extLst>
          </p:cNvPr>
          <p:cNvSpPr txBox="1"/>
          <p:nvPr/>
        </p:nvSpPr>
        <p:spPr>
          <a:xfrm>
            <a:off x="936053" y="1118199"/>
            <a:ext cx="1187109" cy="461665"/>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rPr>
              <a:t>Foundational Enablers</a:t>
            </a:r>
          </a:p>
        </p:txBody>
      </p:sp>
      <p:sp>
        <p:nvSpPr>
          <p:cNvPr id="340" name="Rectangle: Rounded Corners 339">
            <a:extLst>
              <a:ext uri="{FF2B5EF4-FFF2-40B4-BE49-F238E27FC236}">
                <a16:creationId xmlns:a16="http://schemas.microsoft.com/office/drawing/2014/main" id="{DF565333-F197-CA8E-3B28-FB9D4D223FDA}"/>
              </a:ext>
            </a:extLst>
          </p:cNvPr>
          <p:cNvSpPr/>
          <p:nvPr/>
        </p:nvSpPr>
        <p:spPr bwMode="gray">
          <a:xfrm>
            <a:off x="651544" y="2976815"/>
            <a:ext cx="1366026" cy="972000"/>
          </a:xfrm>
          <a:prstGeom prst="roundRect">
            <a:avLst/>
          </a:prstGeom>
          <a:solidFill>
            <a:sysClr val="window" lastClr="FFFFFF"/>
          </a:solidFill>
          <a:ln w="6350" algn="ctr">
            <a:solidFill>
              <a:srgbClr val="005D84"/>
            </a:solidFill>
            <a:miter lim="800000"/>
            <a:headEnd/>
            <a:tailEnd/>
          </a:ln>
          <a:effectLst/>
        </p:spPr>
        <p:txBody>
          <a:bodyPr wrap="square" lIns="72000" tIns="88900" rIns="36000" bIns="88900" rtlCol="0" anchor="ct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200" b="1" i="0" u="none" strike="noStrike" kern="0" cap="none" spc="0" normalizeH="0" baseline="0" noProof="0">
                <a:ln>
                  <a:noFill/>
                </a:ln>
                <a:solidFill>
                  <a:prstClr val="black"/>
                </a:solidFill>
                <a:effectLst/>
                <a:uLnTx/>
                <a:uFillTx/>
                <a:latin typeface="Aptos" panose="020B0004020202020204" pitchFamily="34" charset="0"/>
              </a:rPr>
              <a:t>Stakeholder Engagement</a:t>
            </a:r>
            <a:br>
              <a:rPr kumimoji="0" lang="en-US" sz="1200" b="0" i="0" u="none" strike="noStrike" kern="0" cap="none" spc="0" normalizeH="0" baseline="0" noProof="0">
                <a:ln>
                  <a:noFill/>
                </a:ln>
                <a:solidFill>
                  <a:prstClr val="black"/>
                </a:solidFill>
                <a:effectLst/>
                <a:uLnTx/>
                <a:uFillTx/>
                <a:latin typeface="Aptos" panose="020B0004020202020204" pitchFamily="34" charset="0"/>
              </a:rPr>
            </a:br>
            <a:r>
              <a:rPr kumimoji="0" lang="en-US" sz="1200" b="0" i="0" u="none" strike="noStrike" kern="0" cap="none" spc="0" normalizeH="0" baseline="0" noProof="0">
                <a:ln>
                  <a:noFill/>
                </a:ln>
                <a:solidFill>
                  <a:prstClr val="black"/>
                </a:solidFill>
                <a:effectLst/>
                <a:uLnTx/>
                <a:uFillTx/>
                <a:latin typeface="Aptos" panose="020B0004020202020204" pitchFamily="34" charset="0"/>
              </a:rPr>
              <a:t>Structured consultations, coordination</a:t>
            </a:r>
            <a:endParaRPr kumimoji="0" lang="en-US" sz="1200" b="1" i="0" u="none" strike="noStrike" kern="0" cap="none" spc="0" normalizeH="0" baseline="0" noProof="0">
              <a:ln>
                <a:noFill/>
              </a:ln>
              <a:solidFill>
                <a:prstClr val="black"/>
              </a:solidFill>
              <a:effectLst/>
              <a:uLnTx/>
              <a:uFillTx/>
              <a:latin typeface="Aptos" panose="020B0004020202020204" pitchFamily="34" charset="0"/>
            </a:endParaRPr>
          </a:p>
        </p:txBody>
      </p:sp>
      <p:grpSp>
        <p:nvGrpSpPr>
          <p:cNvPr id="341" name="Group 340">
            <a:extLst>
              <a:ext uri="{FF2B5EF4-FFF2-40B4-BE49-F238E27FC236}">
                <a16:creationId xmlns:a16="http://schemas.microsoft.com/office/drawing/2014/main" id="{A87962C5-9244-0B52-FBE7-F0BD0E10C0DB}"/>
              </a:ext>
            </a:extLst>
          </p:cNvPr>
          <p:cNvGrpSpPr/>
          <p:nvPr/>
        </p:nvGrpSpPr>
        <p:grpSpPr>
          <a:xfrm>
            <a:off x="536775" y="3329747"/>
            <a:ext cx="270167" cy="266136"/>
            <a:chOff x="320109" y="4384504"/>
            <a:chExt cx="278203" cy="278203"/>
          </a:xfrm>
        </p:grpSpPr>
        <p:sp>
          <p:nvSpPr>
            <p:cNvPr id="342" name="Rectangle 5">
              <a:extLst>
                <a:ext uri="{FF2B5EF4-FFF2-40B4-BE49-F238E27FC236}">
                  <a16:creationId xmlns:a16="http://schemas.microsoft.com/office/drawing/2014/main" id="{CAFBF3D1-634B-C250-8CC5-B9336EAD5245}"/>
                </a:ext>
              </a:extLst>
            </p:cNvPr>
            <p:cNvSpPr>
              <a:spLocks noChangeArrowheads="1"/>
            </p:cNvSpPr>
            <p:nvPr/>
          </p:nvSpPr>
          <p:spPr bwMode="auto">
            <a:xfrm>
              <a:off x="389730" y="4494661"/>
              <a:ext cx="23207" cy="34846"/>
            </a:xfrm>
            <a:prstGeom prst="ellipse">
              <a:avLst/>
            </a:prstGeom>
            <a:solidFill>
              <a:srgbClr val="005D84"/>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343" name="Oval 6">
              <a:extLst>
                <a:ext uri="{FF2B5EF4-FFF2-40B4-BE49-F238E27FC236}">
                  <a16:creationId xmlns:a16="http://schemas.microsoft.com/office/drawing/2014/main" id="{54600CB0-1CDD-F9EA-9C24-ADD1ABBB1D6C}"/>
                </a:ext>
              </a:extLst>
            </p:cNvPr>
            <p:cNvSpPr>
              <a:spLocks noChangeArrowheads="1"/>
            </p:cNvSpPr>
            <p:nvPr/>
          </p:nvSpPr>
          <p:spPr bwMode="auto">
            <a:xfrm>
              <a:off x="395601" y="4448294"/>
              <a:ext cx="11464" cy="11522"/>
            </a:xfrm>
            <a:prstGeom prst="ellipse">
              <a:avLst/>
            </a:prstGeom>
            <a:solidFill>
              <a:srgbClr val="005D84"/>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344" name="Rectangle 7">
              <a:extLst>
                <a:ext uri="{FF2B5EF4-FFF2-40B4-BE49-F238E27FC236}">
                  <a16:creationId xmlns:a16="http://schemas.microsoft.com/office/drawing/2014/main" id="{2C0A5AEF-6C69-DA92-978B-43C9893793A0}"/>
                </a:ext>
              </a:extLst>
            </p:cNvPr>
            <p:cNvSpPr>
              <a:spLocks noChangeArrowheads="1"/>
            </p:cNvSpPr>
            <p:nvPr/>
          </p:nvSpPr>
          <p:spPr bwMode="auto">
            <a:xfrm>
              <a:off x="447607" y="4494661"/>
              <a:ext cx="23207" cy="34846"/>
            </a:xfrm>
            <a:prstGeom prst="ellipse">
              <a:avLst/>
            </a:prstGeom>
            <a:solidFill>
              <a:srgbClr val="005D84"/>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345" name="Freeform 10">
              <a:extLst>
                <a:ext uri="{FF2B5EF4-FFF2-40B4-BE49-F238E27FC236}">
                  <a16:creationId xmlns:a16="http://schemas.microsoft.com/office/drawing/2014/main" id="{7F438614-0F85-1657-4720-776469656A60}"/>
                </a:ext>
              </a:extLst>
            </p:cNvPr>
            <p:cNvSpPr>
              <a:spLocks noEditPoints="1"/>
            </p:cNvSpPr>
            <p:nvPr/>
          </p:nvSpPr>
          <p:spPr bwMode="auto">
            <a:xfrm>
              <a:off x="320109" y="4384504"/>
              <a:ext cx="278203" cy="278203"/>
            </a:xfrm>
            <a:prstGeom prst="ellipse">
              <a:avLst/>
            </a:prstGeom>
            <a:solidFill>
              <a:srgbClr val="012169"/>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Aptos" panose="020B0004020202020204" pitchFamily="34" charset="0"/>
                </a:rPr>
                <a:t>02</a:t>
              </a:r>
            </a:p>
          </p:txBody>
        </p:sp>
      </p:grpSp>
      <p:sp>
        <p:nvSpPr>
          <p:cNvPr id="336" name="Rectangle: Rounded Corners 335">
            <a:extLst>
              <a:ext uri="{FF2B5EF4-FFF2-40B4-BE49-F238E27FC236}">
                <a16:creationId xmlns:a16="http://schemas.microsoft.com/office/drawing/2014/main" id="{98BA84FE-7FAE-667A-B441-419156DE4DED}"/>
              </a:ext>
            </a:extLst>
          </p:cNvPr>
          <p:cNvSpPr/>
          <p:nvPr/>
        </p:nvSpPr>
        <p:spPr bwMode="gray">
          <a:xfrm>
            <a:off x="651544" y="1804428"/>
            <a:ext cx="1366026" cy="972000"/>
          </a:xfrm>
          <a:prstGeom prst="roundRect">
            <a:avLst/>
          </a:prstGeom>
          <a:solidFill>
            <a:sysClr val="window" lastClr="FFFFFF"/>
          </a:solidFill>
          <a:ln w="6350" algn="ctr">
            <a:solidFill>
              <a:srgbClr val="005D84"/>
            </a:solidFill>
            <a:miter lim="800000"/>
            <a:headEnd/>
            <a:tailEnd/>
          </a:ln>
          <a:effectLst/>
        </p:spPr>
        <p:txBody>
          <a:bodyPr wrap="square" lIns="72000" tIns="88900" rIns="36000" bIns="88900" rtlCol="0" anchor="ct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200" b="1" i="0" u="none" strike="noStrike" kern="0" cap="none" spc="0" normalizeH="0" baseline="0" noProof="0" err="1">
                <a:ln>
                  <a:noFill/>
                </a:ln>
                <a:solidFill>
                  <a:prstClr val="black"/>
                </a:solidFill>
                <a:effectLst/>
                <a:uLnTx/>
                <a:uFillTx/>
                <a:latin typeface="Aptos" panose="020B0004020202020204" pitchFamily="34" charset="0"/>
              </a:rPr>
              <a:t>Programme</a:t>
            </a:r>
            <a:r>
              <a:rPr kumimoji="0" lang="en-US" sz="1200" b="1" i="0" u="none" strike="noStrike" kern="0" cap="none" spc="0" normalizeH="0" baseline="0" noProof="0">
                <a:ln>
                  <a:noFill/>
                </a:ln>
                <a:solidFill>
                  <a:prstClr val="black"/>
                </a:solidFill>
                <a:effectLst/>
                <a:uLnTx/>
                <a:uFillTx/>
                <a:latin typeface="Aptos" panose="020B0004020202020204" pitchFamily="34" charset="0"/>
              </a:rPr>
              <a:t> Management</a:t>
            </a:r>
            <a:br>
              <a:rPr kumimoji="0" lang="en-US" sz="1200" b="0" i="0" u="none" strike="noStrike" kern="0" cap="none" spc="0" normalizeH="0" baseline="0" noProof="0">
                <a:ln>
                  <a:noFill/>
                </a:ln>
                <a:solidFill>
                  <a:prstClr val="black"/>
                </a:solidFill>
                <a:effectLst/>
                <a:uLnTx/>
                <a:uFillTx/>
                <a:latin typeface="Aptos" panose="020B0004020202020204" pitchFamily="34" charset="0"/>
              </a:rPr>
            </a:br>
            <a:r>
              <a:rPr kumimoji="0" lang="en-US" sz="1200" b="0" i="0" u="none" strike="noStrike" kern="0" cap="none" spc="0" normalizeH="0" baseline="0" noProof="0">
                <a:ln>
                  <a:noFill/>
                </a:ln>
                <a:solidFill>
                  <a:prstClr val="black"/>
                </a:solidFill>
                <a:effectLst/>
                <a:uLnTx/>
                <a:uFillTx/>
                <a:latin typeface="Aptos" panose="020B0004020202020204" pitchFamily="34" charset="0"/>
              </a:rPr>
              <a:t>Structured approach, tools and support</a:t>
            </a:r>
            <a:endParaRPr kumimoji="0" lang="en-US" sz="1200" b="1" i="0" u="none" strike="noStrike" kern="0" cap="none" spc="0" normalizeH="0" baseline="0" noProof="0">
              <a:ln>
                <a:noFill/>
              </a:ln>
              <a:solidFill>
                <a:prstClr val="black"/>
              </a:solidFill>
              <a:effectLst/>
              <a:uLnTx/>
              <a:uFillTx/>
              <a:latin typeface="Aptos" panose="020B0004020202020204" pitchFamily="34" charset="0"/>
            </a:endParaRPr>
          </a:p>
        </p:txBody>
      </p:sp>
      <p:grpSp>
        <p:nvGrpSpPr>
          <p:cNvPr id="337" name="Group 336">
            <a:extLst>
              <a:ext uri="{FF2B5EF4-FFF2-40B4-BE49-F238E27FC236}">
                <a16:creationId xmlns:a16="http://schemas.microsoft.com/office/drawing/2014/main" id="{2D3394EA-CD4D-0850-41D3-A7E74313F20C}"/>
              </a:ext>
            </a:extLst>
          </p:cNvPr>
          <p:cNvGrpSpPr/>
          <p:nvPr/>
        </p:nvGrpSpPr>
        <p:grpSpPr>
          <a:xfrm>
            <a:off x="536775" y="2157360"/>
            <a:ext cx="270167" cy="266136"/>
            <a:chOff x="320109" y="3789788"/>
            <a:chExt cx="278203" cy="278203"/>
          </a:xfrm>
        </p:grpSpPr>
        <p:sp>
          <p:nvSpPr>
            <p:cNvPr id="338" name="Oval 6">
              <a:extLst>
                <a:ext uri="{FF2B5EF4-FFF2-40B4-BE49-F238E27FC236}">
                  <a16:creationId xmlns:a16="http://schemas.microsoft.com/office/drawing/2014/main" id="{E762170A-95E7-F727-DF66-A1C826A129FD}"/>
                </a:ext>
              </a:extLst>
            </p:cNvPr>
            <p:cNvSpPr>
              <a:spLocks noChangeArrowheads="1"/>
            </p:cNvSpPr>
            <p:nvPr/>
          </p:nvSpPr>
          <p:spPr bwMode="auto">
            <a:xfrm>
              <a:off x="395601" y="4000086"/>
              <a:ext cx="11464" cy="11522"/>
            </a:xfrm>
            <a:prstGeom prst="ellipse">
              <a:avLst/>
            </a:prstGeom>
            <a:solidFill>
              <a:srgbClr val="005D84"/>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339" name="Freeform 10">
              <a:extLst>
                <a:ext uri="{FF2B5EF4-FFF2-40B4-BE49-F238E27FC236}">
                  <a16:creationId xmlns:a16="http://schemas.microsoft.com/office/drawing/2014/main" id="{BF40919E-CA07-1437-752D-42B06D1FB956}"/>
                </a:ext>
              </a:extLst>
            </p:cNvPr>
            <p:cNvSpPr>
              <a:spLocks noEditPoints="1"/>
            </p:cNvSpPr>
            <p:nvPr/>
          </p:nvSpPr>
          <p:spPr bwMode="auto">
            <a:xfrm>
              <a:off x="320109" y="3789788"/>
              <a:ext cx="278203" cy="278203"/>
            </a:xfrm>
            <a:prstGeom prst="ellipse">
              <a:avLst/>
            </a:prstGeom>
            <a:solidFill>
              <a:srgbClr val="012169"/>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Aptos" panose="020B0004020202020204" pitchFamily="34" charset="0"/>
                </a:rPr>
                <a:t>01</a:t>
              </a:r>
            </a:p>
          </p:txBody>
        </p:sp>
      </p:grpSp>
      <p:sp>
        <p:nvSpPr>
          <p:cNvPr id="330" name="Rectangle: Rounded Corners 329">
            <a:extLst>
              <a:ext uri="{FF2B5EF4-FFF2-40B4-BE49-F238E27FC236}">
                <a16:creationId xmlns:a16="http://schemas.microsoft.com/office/drawing/2014/main" id="{653CD609-C62D-F4C7-F0D1-A7B5A8F42DE1}"/>
              </a:ext>
            </a:extLst>
          </p:cNvPr>
          <p:cNvSpPr/>
          <p:nvPr/>
        </p:nvSpPr>
        <p:spPr bwMode="gray">
          <a:xfrm>
            <a:off x="651544" y="4149202"/>
            <a:ext cx="1366026" cy="972000"/>
          </a:xfrm>
          <a:prstGeom prst="roundRect">
            <a:avLst/>
          </a:prstGeom>
          <a:solidFill>
            <a:sysClr val="window" lastClr="FFFFFF"/>
          </a:solidFill>
          <a:ln w="6350" algn="ctr">
            <a:solidFill>
              <a:srgbClr val="005D84"/>
            </a:solidFill>
            <a:miter lim="800000"/>
            <a:headEnd/>
            <a:tailEnd/>
          </a:ln>
          <a:effectLst/>
        </p:spPr>
        <p:txBody>
          <a:bodyPr wrap="square" lIns="72000" tIns="88900" rIns="36000" bIns="88900" rtlCol="0" anchor="ct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200" b="1" i="0" u="none" strike="noStrike" kern="0" cap="none" spc="0" normalizeH="0" baseline="0" noProof="0">
                <a:ln>
                  <a:noFill/>
                </a:ln>
                <a:solidFill>
                  <a:prstClr val="black"/>
                </a:solidFill>
                <a:effectLst/>
                <a:uLnTx/>
                <a:uFillTx/>
                <a:latin typeface="Aptos" panose="020B0004020202020204" pitchFamily="34" charset="0"/>
              </a:rPr>
              <a:t>Data &amp; Analytics</a:t>
            </a:r>
            <a:br>
              <a:rPr kumimoji="0" lang="en-US" sz="1200" b="0" i="0" u="none" strike="noStrike" kern="0" cap="none" spc="0" normalizeH="0" baseline="0" noProof="0">
                <a:ln>
                  <a:noFill/>
                </a:ln>
                <a:solidFill>
                  <a:prstClr val="black"/>
                </a:solidFill>
                <a:effectLst/>
                <a:uLnTx/>
                <a:uFillTx/>
                <a:latin typeface="Aptos" panose="020B0004020202020204" pitchFamily="34" charset="0"/>
              </a:rPr>
            </a:br>
            <a:r>
              <a:rPr kumimoji="0" lang="en-US" sz="1200" b="0" i="0" u="none" strike="noStrike" kern="0" cap="none" spc="0" normalizeH="0" baseline="0" noProof="0">
                <a:ln>
                  <a:noFill/>
                </a:ln>
                <a:solidFill>
                  <a:prstClr val="black"/>
                </a:solidFill>
                <a:effectLst/>
                <a:uLnTx/>
                <a:uFillTx/>
                <a:latin typeface="Aptos" panose="020B0004020202020204" pitchFamily="34" charset="0"/>
              </a:rPr>
              <a:t>Data-driven insights and benchmarking</a:t>
            </a:r>
            <a:endParaRPr kumimoji="0" lang="en-US" sz="1200" b="1" i="0" u="none" strike="noStrike" kern="0" cap="none" spc="0" normalizeH="0" baseline="0" noProof="0">
              <a:ln>
                <a:noFill/>
              </a:ln>
              <a:solidFill>
                <a:prstClr val="black"/>
              </a:solidFill>
              <a:effectLst/>
              <a:uLnTx/>
              <a:uFillTx/>
              <a:latin typeface="Aptos" panose="020B0004020202020204" pitchFamily="34" charset="0"/>
            </a:endParaRPr>
          </a:p>
        </p:txBody>
      </p:sp>
      <p:grpSp>
        <p:nvGrpSpPr>
          <p:cNvPr id="331" name="Group 330">
            <a:extLst>
              <a:ext uri="{FF2B5EF4-FFF2-40B4-BE49-F238E27FC236}">
                <a16:creationId xmlns:a16="http://schemas.microsoft.com/office/drawing/2014/main" id="{3A798DEB-FC45-1AC6-3319-B47460AB60FA}"/>
              </a:ext>
            </a:extLst>
          </p:cNvPr>
          <p:cNvGrpSpPr/>
          <p:nvPr/>
        </p:nvGrpSpPr>
        <p:grpSpPr>
          <a:xfrm>
            <a:off x="536775" y="4502134"/>
            <a:ext cx="270167" cy="266136"/>
            <a:chOff x="320109" y="5108721"/>
            <a:chExt cx="278203" cy="278203"/>
          </a:xfrm>
        </p:grpSpPr>
        <p:sp>
          <p:nvSpPr>
            <p:cNvPr id="332" name="Rectangle 5">
              <a:extLst>
                <a:ext uri="{FF2B5EF4-FFF2-40B4-BE49-F238E27FC236}">
                  <a16:creationId xmlns:a16="http://schemas.microsoft.com/office/drawing/2014/main" id="{BA30AFBA-7C73-E992-0312-EF3F3A9715A5}"/>
                </a:ext>
              </a:extLst>
            </p:cNvPr>
            <p:cNvSpPr>
              <a:spLocks noChangeArrowheads="1"/>
            </p:cNvSpPr>
            <p:nvPr/>
          </p:nvSpPr>
          <p:spPr bwMode="auto">
            <a:xfrm>
              <a:off x="389730" y="5218878"/>
              <a:ext cx="23207" cy="34846"/>
            </a:xfrm>
            <a:prstGeom prst="ellipse">
              <a:avLst/>
            </a:prstGeom>
            <a:solidFill>
              <a:srgbClr val="005D84"/>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333" name="Oval 6">
              <a:extLst>
                <a:ext uri="{FF2B5EF4-FFF2-40B4-BE49-F238E27FC236}">
                  <a16:creationId xmlns:a16="http://schemas.microsoft.com/office/drawing/2014/main" id="{02CDD752-BF38-48BE-EBA8-BF2698B4BDF0}"/>
                </a:ext>
              </a:extLst>
            </p:cNvPr>
            <p:cNvSpPr>
              <a:spLocks noChangeArrowheads="1"/>
            </p:cNvSpPr>
            <p:nvPr/>
          </p:nvSpPr>
          <p:spPr bwMode="auto">
            <a:xfrm>
              <a:off x="395601" y="5172511"/>
              <a:ext cx="11464" cy="11522"/>
            </a:xfrm>
            <a:prstGeom prst="ellipse">
              <a:avLst/>
            </a:prstGeom>
            <a:solidFill>
              <a:srgbClr val="005D84"/>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334" name="Rectangle 7">
              <a:extLst>
                <a:ext uri="{FF2B5EF4-FFF2-40B4-BE49-F238E27FC236}">
                  <a16:creationId xmlns:a16="http://schemas.microsoft.com/office/drawing/2014/main" id="{64F7033E-5070-CA80-62D8-B23EC58DC249}"/>
                </a:ext>
              </a:extLst>
            </p:cNvPr>
            <p:cNvSpPr>
              <a:spLocks noChangeArrowheads="1"/>
            </p:cNvSpPr>
            <p:nvPr/>
          </p:nvSpPr>
          <p:spPr bwMode="auto">
            <a:xfrm>
              <a:off x="447607" y="5218878"/>
              <a:ext cx="23207" cy="34846"/>
            </a:xfrm>
            <a:prstGeom prst="ellipse">
              <a:avLst/>
            </a:prstGeom>
            <a:solidFill>
              <a:srgbClr val="005D84"/>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335" name="Freeform 10">
              <a:extLst>
                <a:ext uri="{FF2B5EF4-FFF2-40B4-BE49-F238E27FC236}">
                  <a16:creationId xmlns:a16="http://schemas.microsoft.com/office/drawing/2014/main" id="{485918F4-247C-ADA6-E3F3-E3975075B474}"/>
                </a:ext>
              </a:extLst>
            </p:cNvPr>
            <p:cNvSpPr>
              <a:spLocks noEditPoints="1"/>
            </p:cNvSpPr>
            <p:nvPr/>
          </p:nvSpPr>
          <p:spPr bwMode="auto">
            <a:xfrm>
              <a:off x="320109" y="5108721"/>
              <a:ext cx="278203" cy="278203"/>
            </a:xfrm>
            <a:prstGeom prst="ellipse">
              <a:avLst/>
            </a:prstGeom>
            <a:solidFill>
              <a:srgbClr val="012169"/>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Aptos" panose="020B0004020202020204" pitchFamily="34" charset="0"/>
                </a:rPr>
                <a:t>03</a:t>
              </a:r>
            </a:p>
          </p:txBody>
        </p:sp>
      </p:grpSp>
      <p:sp>
        <p:nvSpPr>
          <p:cNvPr id="324" name="Rectangle: Rounded Corners 323">
            <a:extLst>
              <a:ext uri="{FF2B5EF4-FFF2-40B4-BE49-F238E27FC236}">
                <a16:creationId xmlns:a16="http://schemas.microsoft.com/office/drawing/2014/main" id="{E7E22FC7-294C-31EC-6C6D-66D45ECF2F80}"/>
              </a:ext>
            </a:extLst>
          </p:cNvPr>
          <p:cNvSpPr/>
          <p:nvPr/>
        </p:nvSpPr>
        <p:spPr bwMode="gray">
          <a:xfrm>
            <a:off x="654365" y="5321590"/>
            <a:ext cx="1366026" cy="972000"/>
          </a:xfrm>
          <a:prstGeom prst="roundRect">
            <a:avLst/>
          </a:prstGeom>
          <a:solidFill>
            <a:sysClr val="window" lastClr="FFFFFF"/>
          </a:solidFill>
          <a:ln w="6350" algn="ctr">
            <a:solidFill>
              <a:srgbClr val="005D84"/>
            </a:solidFill>
            <a:miter lim="800000"/>
            <a:headEnd/>
            <a:tailEnd/>
          </a:ln>
          <a:effectLst/>
        </p:spPr>
        <p:txBody>
          <a:bodyPr wrap="square" lIns="72000" tIns="88900" rIns="36000" bIns="88900" rtlCol="0" anchor="ct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200" b="1" i="0" u="none" strike="noStrike" kern="0" cap="none" spc="0" normalizeH="0" baseline="0" noProof="0">
                <a:ln>
                  <a:noFill/>
                </a:ln>
                <a:solidFill>
                  <a:prstClr val="black"/>
                </a:solidFill>
                <a:effectLst/>
                <a:uLnTx/>
                <a:uFillTx/>
                <a:latin typeface="Aptos" panose="020B0004020202020204" pitchFamily="34" charset="0"/>
              </a:rPr>
              <a:t>Technology &amp; Digital Enablement</a:t>
            </a:r>
            <a:br>
              <a:rPr kumimoji="0" lang="en-US" sz="1200" b="1" i="0" u="none" strike="noStrike" kern="0" cap="none" spc="0" normalizeH="0" baseline="0" noProof="0">
                <a:ln>
                  <a:noFill/>
                </a:ln>
                <a:solidFill>
                  <a:prstClr val="black"/>
                </a:solidFill>
                <a:effectLst/>
                <a:uLnTx/>
                <a:uFillTx/>
                <a:latin typeface="Aptos" panose="020B0004020202020204" pitchFamily="34" charset="0"/>
              </a:rPr>
            </a:br>
            <a:r>
              <a:rPr kumimoji="0" lang="en-US" sz="1200" b="0" i="0" u="none" strike="noStrike" kern="0" cap="none" spc="0" normalizeH="0" baseline="0" noProof="0">
                <a:ln>
                  <a:noFill/>
                </a:ln>
                <a:solidFill>
                  <a:prstClr val="black"/>
                </a:solidFill>
                <a:effectLst/>
                <a:uLnTx/>
                <a:uFillTx/>
                <a:latin typeface="Aptos" panose="020B0004020202020204" pitchFamily="34" charset="0"/>
              </a:rPr>
              <a:t>Digital tools, dashboards</a:t>
            </a:r>
            <a:endParaRPr kumimoji="0" lang="en-US" sz="1200" b="1" i="0" u="none" strike="noStrike" kern="0" cap="none" spc="0" normalizeH="0" baseline="0" noProof="0">
              <a:ln>
                <a:noFill/>
              </a:ln>
              <a:solidFill>
                <a:prstClr val="black"/>
              </a:solidFill>
              <a:effectLst/>
              <a:uLnTx/>
              <a:uFillTx/>
              <a:latin typeface="Aptos" panose="020B0004020202020204" pitchFamily="34" charset="0"/>
            </a:endParaRPr>
          </a:p>
        </p:txBody>
      </p:sp>
      <p:grpSp>
        <p:nvGrpSpPr>
          <p:cNvPr id="325" name="Group 324">
            <a:extLst>
              <a:ext uri="{FF2B5EF4-FFF2-40B4-BE49-F238E27FC236}">
                <a16:creationId xmlns:a16="http://schemas.microsoft.com/office/drawing/2014/main" id="{8328F577-4E5B-9C6E-C4AC-0EA59C0A975F}"/>
              </a:ext>
            </a:extLst>
          </p:cNvPr>
          <p:cNvGrpSpPr/>
          <p:nvPr/>
        </p:nvGrpSpPr>
        <p:grpSpPr>
          <a:xfrm>
            <a:off x="536775" y="5674522"/>
            <a:ext cx="270167" cy="266136"/>
            <a:chOff x="320109" y="5756810"/>
            <a:chExt cx="278203" cy="278203"/>
          </a:xfrm>
        </p:grpSpPr>
        <p:sp>
          <p:nvSpPr>
            <p:cNvPr id="326" name="Rectangle 5">
              <a:extLst>
                <a:ext uri="{FF2B5EF4-FFF2-40B4-BE49-F238E27FC236}">
                  <a16:creationId xmlns:a16="http://schemas.microsoft.com/office/drawing/2014/main" id="{DB41B130-2AFA-2484-EB02-818AA41AF456}"/>
                </a:ext>
              </a:extLst>
            </p:cNvPr>
            <p:cNvSpPr>
              <a:spLocks noChangeArrowheads="1"/>
            </p:cNvSpPr>
            <p:nvPr/>
          </p:nvSpPr>
          <p:spPr bwMode="auto">
            <a:xfrm>
              <a:off x="389730" y="5866967"/>
              <a:ext cx="23207" cy="34846"/>
            </a:xfrm>
            <a:prstGeom prst="ellipse">
              <a:avLst/>
            </a:prstGeom>
            <a:solidFill>
              <a:srgbClr val="005D84"/>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327" name="Oval 6">
              <a:extLst>
                <a:ext uri="{FF2B5EF4-FFF2-40B4-BE49-F238E27FC236}">
                  <a16:creationId xmlns:a16="http://schemas.microsoft.com/office/drawing/2014/main" id="{E9F54D96-F10F-E422-2255-6B1C611549C6}"/>
                </a:ext>
              </a:extLst>
            </p:cNvPr>
            <p:cNvSpPr>
              <a:spLocks noChangeArrowheads="1"/>
            </p:cNvSpPr>
            <p:nvPr/>
          </p:nvSpPr>
          <p:spPr bwMode="auto">
            <a:xfrm>
              <a:off x="395601" y="5820600"/>
              <a:ext cx="11464" cy="11522"/>
            </a:xfrm>
            <a:prstGeom prst="ellipse">
              <a:avLst/>
            </a:prstGeom>
            <a:solidFill>
              <a:srgbClr val="005D84"/>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328" name="Rectangle 7">
              <a:extLst>
                <a:ext uri="{FF2B5EF4-FFF2-40B4-BE49-F238E27FC236}">
                  <a16:creationId xmlns:a16="http://schemas.microsoft.com/office/drawing/2014/main" id="{81FCBCB4-1514-004F-44CB-45B3E69CBE33}"/>
                </a:ext>
              </a:extLst>
            </p:cNvPr>
            <p:cNvSpPr>
              <a:spLocks noChangeArrowheads="1"/>
            </p:cNvSpPr>
            <p:nvPr/>
          </p:nvSpPr>
          <p:spPr bwMode="auto">
            <a:xfrm>
              <a:off x="447607" y="5866967"/>
              <a:ext cx="23207" cy="34846"/>
            </a:xfrm>
            <a:prstGeom prst="ellipse">
              <a:avLst/>
            </a:prstGeom>
            <a:solidFill>
              <a:srgbClr val="005D84"/>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329" name="Freeform 10">
              <a:extLst>
                <a:ext uri="{FF2B5EF4-FFF2-40B4-BE49-F238E27FC236}">
                  <a16:creationId xmlns:a16="http://schemas.microsoft.com/office/drawing/2014/main" id="{57A9EAB8-4DB6-6543-A1BE-5DBB2133DAAA}"/>
                </a:ext>
              </a:extLst>
            </p:cNvPr>
            <p:cNvSpPr>
              <a:spLocks noEditPoints="1"/>
            </p:cNvSpPr>
            <p:nvPr/>
          </p:nvSpPr>
          <p:spPr bwMode="auto">
            <a:xfrm>
              <a:off x="320109" y="5756810"/>
              <a:ext cx="278203" cy="278203"/>
            </a:xfrm>
            <a:prstGeom prst="ellipse">
              <a:avLst/>
            </a:prstGeom>
            <a:solidFill>
              <a:srgbClr val="012169"/>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Aptos" panose="020B0004020202020204" pitchFamily="34" charset="0"/>
                </a:rPr>
                <a:t>04</a:t>
              </a:r>
            </a:p>
          </p:txBody>
        </p:sp>
      </p:grpSp>
      <p:grpSp>
        <p:nvGrpSpPr>
          <p:cNvPr id="303" name="Graphic 4">
            <a:extLst>
              <a:ext uri="{FF2B5EF4-FFF2-40B4-BE49-F238E27FC236}">
                <a16:creationId xmlns:a16="http://schemas.microsoft.com/office/drawing/2014/main" id="{D1479443-AC44-5B8E-508D-AE8BA0746935}"/>
              </a:ext>
            </a:extLst>
          </p:cNvPr>
          <p:cNvGrpSpPr>
            <a:grpSpLocks/>
          </p:cNvGrpSpPr>
          <p:nvPr/>
        </p:nvGrpSpPr>
        <p:grpSpPr>
          <a:xfrm>
            <a:off x="633161" y="1140207"/>
            <a:ext cx="351842" cy="356613"/>
            <a:chOff x="5099169" y="1873861"/>
            <a:chExt cx="362309" cy="361971"/>
          </a:xfrm>
          <a:solidFill>
            <a:sysClr val="window" lastClr="FFFFFF"/>
          </a:solidFill>
        </p:grpSpPr>
        <p:sp>
          <p:nvSpPr>
            <p:cNvPr id="319" name="Graphic 4">
              <a:extLst>
                <a:ext uri="{FF2B5EF4-FFF2-40B4-BE49-F238E27FC236}">
                  <a16:creationId xmlns:a16="http://schemas.microsoft.com/office/drawing/2014/main" id="{DE3CF867-56B4-D47B-44FC-82A0049B5301}"/>
                </a:ext>
              </a:extLst>
            </p:cNvPr>
            <p:cNvSpPr/>
            <p:nvPr/>
          </p:nvSpPr>
          <p:spPr>
            <a:xfrm>
              <a:off x="5195657" y="1970259"/>
              <a:ext cx="55592" cy="55540"/>
            </a:xfrm>
            <a:custGeom>
              <a:avLst/>
              <a:gdLst>
                <a:gd name="connsiteX0" fmla="*/ 0 w 55592"/>
                <a:gd name="connsiteY0" fmla="*/ 0 h 55540"/>
                <a:gd name="connsiteX1" fmla="*/ 55592 w 55592"/>
                <a:gd name="connsiteY1" fmla="*/ 0 h 55540"/>
                <a:gd name="connsiteX2" fmla="*/ 55592 w 55592"/>
                <a:gd name="connsiteY2" fmla="*/ 55541 h 55540"/>
                <a:gd name="connsiteX3" fmla="*/ 0 w 55592"/>
                <a:gd name="connsiteY3" fmla="*/ 55541 h 55540"/>
              </a:gdLst>
              <a:ahLst/>
              <a:cxnLst>
                <a:cxn ang="0">
                  <a:pos x="connsiteX0" y="connsiteY0"/>
                </a:cxn>
                <a:cxn ang="0">
                  <a:pos x="connsiteX1" y="connsiteY1"/>
                </a:cxn>
                <a:cxn ang="0">
                  <a:pos x="connsiteX2" y="connsiteY2"/>
                </a:cxn>
                <a:cxn ang="0">
                  <a:pos x="connsiteX3" y="connsiteY3"/>
                </a:cxn>
              </a:cxnLst>
              <a:rect l="l" t="t" r="r" b="b"/>
              <a:pathLst>
                <a:path w="55592" h="55540">
                  <a:moveTo>
                    <a:pt x="0" y="0"/>
                  </a:moveTo>
                  <a:lnTo>
                    <a:pt x="55592" y="0"/>
                  </a:lnTo>
                  <a:lnTo>
                    <a:pt x="55592" y="55541"/>
                  </a:lnTo>
                  <a:lnTo>
                    <a:pt x="0" y="55541"/>
                  </a:lnTo>
                  <a:close/>
                </a:path>
              </a:pathLst>
            </a:custGeom>
            <a:grp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20" name="Graphic 4">
              <a:extLst>
                <a:ext uri="{FF2B5EF4-FFF2-40B4-BE49-F238E27FC236}">
                  <a16:creationId xmlns:a16="http://schemas.microsoft.com/office/drawing/2014/main" id="{54116B29-E981-F87C-AA9F-7BF489471959}"/>
                </a:ext>
              </a:extLst>
            </p:cNvPr>
            <p:cNvSpPr/>
            <p:nvPr/>
          </p:nvSpPr>
          <p:spPr>
            <a:xfrm>
              <a:off x="5195657" y="2083894"/>
              <a:ext cx="55592" cy="55540"/>
            </a:xfrm>
            <a:custGeom>
              <a:avLst/>
              <a:gdLst>
                <a:gd name="connsiteX0" fmla="*/ 0 w 55592"/>
                <a:gd name="connsiteY0" fmla="*/ 0 h 55540"/>
                <a:gd name="connsiteX1" fmla="*/ 55592 w 55592"/>
                <a:gd name="connsiteY1" fmla="*/ 0 h 55540"/>
                <a:gd name="connsiteX2" fmla="*/ 55592 w 55592"/>
                <a:gd name="connsiteY2" fmla="*/ 55541 h 55540"/>
                <a:gd name="connsiteX3" fmla="*/ 0 w 55592"/>
                <a:gd name="connsiteY3" fmla="*/ 55541 h 55540"/>
              </a:gdLst>
              <a:ahLst/>
              <a:cxnLst>
                <a:cxn ang="0">
                  <a:pos x="connsiteX0" y="connsiteY0"/>
                </a:cxn>
                <a:cxn ang="0">
                  <a:pos x="connsiteX1" y="connsiteY1"/>
                </a:cxn>
                <a:cxn ang="0">
                  <a:pos x="connsiteX2" y="connsiteY2"/>
                </a:cxn>
                <a:cxn ang="0">
                  <a:pos x="connsiteX3" y="connsiteY3"/>
                </a:cxn>
              </a:cxnLst>
              <a:rect l="l" t="t" r="r" b="b"/>
              <a:pathLst>
                <a:path w="55592" h="55540">
                  <a:moveTo>
                    <a:pt x="0" y="0"/>
                  </a:moveTo>
                  <a:lnTo>
                    <a:pt x="55592" y="0"/>
                  </a:lnTo>
                  <a:lnTo>
                    <a:pt x="55592" y="55541"/>
                  </a:lnTo>
                  <a:lnTo>
                    <a:pt x="0" y="55541"/>
                  </a:lnTo>
                  <a:close/>
                </a:path>
              </a:pathLst>
            </a:custGeom>
            <a:grp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21" name="Graphic 4">
              <a:extLst>
                <a:ext uri="{FF2B5EF4-FFF2-40B4-BE49-F238E27FC236}">
                  <a16:creationId xmlns:a16="http://schemas.microsoft.com/office/drawing/2014/main" id="{4CB8EA7E-97E8-98F2-D495-8704316E0A20}"/>
                </a:ext>
              </a:extLst>
            </p:cNvPr>
            <p:cNvSpPr/>
            <p:nvPr/>
          </p:nvSpPr>
          <p:spPr>
            <a:xfrm>
              <a:off x="5309398" y="2083894"/>
              <a:ext cx="55592" cy="55540"/>
            </a:xfrm>
            <a:custGeom>
              <a:avLst/>
              <a:gdLst>
                <a:gd name="connsiteX0" fmla="*/ 0 w 55592"/>
                <a:gd name="connsiteY0" fmla="*/ 0 h 55540"/>
                <a:gd name="connsiteX1" fmla="*/ 55593 w 55592"/>
                <a:gd name="connsiteY1" fmla="*/ 0 h 55540"/>
                <a:gd name="connsiteX2" fmla="*/ 55593 w 55592"/>
                <a:gd name="connsiteY2" fmla="*/ 55541 h 55540"/>
                <a:gd name="connsiteX3" fmla="*/ 0 w 55592"/>
                <a:gd name="connsiteY3" fmla="*/ 55541 h 55540"/>
              </a:gdLst>
              <a:ahLst/>
              <a:cxnLst>
                <a:cxn ang="0">
                  <a:pos x="connsiteX0" y="connsiteY0"/>
                </a:cxn>
                <a:cxn ang="0">
                  <a:pos x="connsiteX1" y="connsiteY1"/>
                </a:cxn>
                <a:cxn ang="0">
                  <a:pos x="connsiteX2" y="connsiteY2"/>
                </a:cxn>
                <a:cxn ang="0">
                  <a:pos x="connsiteX3" y="connsiteY3"/>
                </a:cxn>
              </a:cxnLst>
              <a:rect l="l" t="t" r="r" b="b"/>
              <a:pathLst>
                <a:path w="55592" h="55540">
                  <a:moveTo>
                    <a:pt x="0" y="0"/>
                  </a:moveTo>
                  <a:lnTo>
                    <a:pt x="55593" y="0"/>
                  </a:lnTo>
                  <a:lnTo>
                    <a:pt x="55593" y="55541"/>
                  </a:lnTo>
                  <a:lnTo>
                    <a:pt x="0" y="55541"/>
                  </a:lnTo>
                  <a:close/>
                </a:path>
              </a:pathLst>
            </a:custGeom>
            <a:grp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22" name="Graphic 4">
              <a:extLst>
                <a:ext uri="{FF2B5EF4-FFF2-40B4-BE49-F238E27FC236}">
                  <a16:creationId xmlns:a16="http://schemas.microsoft.com/office/drawing/2014/main" id="{E9E0AB91-B1E0-38AC-0B1D-48A242BAEA7E}"/>
                </a:ext>
              </a:extLst>
            </p:cNvPr>
            <p:cNvSpPr/>
            <p:nvPr/>
          </p:nvSpPr>
          <p:spPr>
            <a:xfrm>
              <a:off x="5099169" y="1873861"/>
              <a:ext cx="362309" cy="361971"/>
            </a:xfrm>
            <a:custGeom>
              <a:avLst/>
              <a:gdLst>
                <a:gd name="connsiteX0" fmla="*/ 278601 w 362309"/>
                <a:gd name="connsiteY0" fmla="*/ 158323 h 361971"/>
                <a:gd name="connsiteX1" fmla="*/ 272211 w 362309"/>
                <a:gd name="connsiteY1" fmla="*/ 164707 h 361971"/>
                <a:gd name="connsiteX2" fmla="*/ 203839 w 362309"/>
                <a:gd name="connsiteY2" fmla="*/ 164707 h 361971"/>
                <a:gd name="connsiteX3" fmla="*/ 197449 w 362309"/>
                <a:gd name="connsiteY3" fmla="*/ 158323 h 361971"/>
                <a:gd name="connsiteX4" fmla="*/ 197449 w 362309"/>
                <a:gd name="connsiteY4" fmla="*/ 90014 h 361971"/>
                <a:gd name="connsiteX5" fmla="*/ 203839 w 362309"/>
                <a:gd name="connsiteY5" fmla="*/ 83630 h 361971"/>
                <a:gd name="connsiteX6" fmla="*/ 272211 w 362309"/>
                <a:gd name="connsiteY6" fmla="*/ 83630 h 361971"/>
                <a:gd name="connsiteX7" fmla="*/ 278601 w 362309"/>
                <a:gd name="connsiteY7" fmla="*/ 90014 h 361971"/>
                <a:gd name="connsiteX8" fmla="*/ 278601 w 362309"/>
                <a:gd name="connsiteY8" fmla="*/ 158323 h 361971"/>
                <a:gd name="connsiteX9" fmla="*/ 278601 w 362309"/>
                <a:gd name="connsiteY9" fmla="*/ 271958 h 361971"/>
                <a:gd name="connsiteX10" fmla="*/ 272211 w 362309"/>
                <a:gd name="connsiteY10" fmla="*/ 278342 h 361971"/>
                <a:gd name="connsiteX11" fmla="*/ 203839 w 362309"/>
                <a:gd name="connsiteY11" fmla="*/ 278342 h 361971"/>
                <a:gd name="connsiteX12" fmla="*/ 197449 w 362309"/>
                <a:gd name="connsiteY12" fmla="*/ 271958 h 361971"/>
                <a:gd name="connsiteX13" fmla="*/ 197449 w 362309"/>
                <a:gd name="connsiteY13" fmla="*/ 203649 h 361971"/>
                <a:gd name="connsiteX14" fmla="*/ 203839 w 362309"/>
                <a:gd name="connsiteY14" fmla="*/ 197265 h 361971"/>
                <a:gd name="connsiteX15" fmla="*/ 272211 w 362309"/>
                <a:gd name="connsiteY15" fmla="*/ 197265 h 361971"/>
                <a:gd name="connsiteX16" fmla="*/ 278601 w 362309"/>
                <a:gd name="connsiteY16" fmla="*/ 203649 h 361971"/>
                <a:gd name="connsiteX17" fmla="*/ 278601 w 362309"/>
                <a:gd name="connsiteY17" fmla="*/ 271958 h 361971"/>
                <a:gd name="connsiteX18" fmla="*/ 164860 w 362309"/>
                <a:gd name="connsiteY18" fmla="*/ 158323 h 361971"/>
                <a:gd name="connsiteX19" fmla="*/ 158470 w 362309"/>
                <a:gd name="connsiteY19" fmla="*/ 164707 h 361971"/>
                <a:gd name="connsiteX20" fmla="*/ 90098 w 362309"/>
                <a:gd name="connsiteY20" fmla="*/ 164707 h 361971"/>
                <a:gd name="connsiteX21" fmla="*/ 83708 w 362309"/>
                <a:gd name="connsiteY21" fmla="*/ 158323 h 361971"/>
                <a:gd name="connsiteX22" fmla="*/ 83708 w 362309"/>
                <a:gd name="connsiteY22" fmla="*/ 90014 h 361971"/>
                <a:gd name="connsiteX23" fmla="*/ 90098 w 362309"/>
                <a:gd name="connsiteY23" fmla="*/ 83630 h 361971"/>
                <a:gd name="connsiteX24" fmla="*/ 158470 w 362309"/>
                <a:gd name="connsiteY24" fmla="*/ 83630 h 361971"/>
                <a:gd name="connsiteX25" fmla="*/ 164860 w 362309"/>
                <a:gd name="connsiteY25" fmla="*/ 90014 h 361971"/>
                <a:gd name="connsiteX26" fmla="*/ 164860 w 362309"/>
                <a:gd name="connsiteY26" fmla="*/ 158323 h 361971"/>
                <a:gd name="connsiteX27" fmla="*/ 164860 w 362309"/>
                <a:gd name="connsiteY27" fmla="*/ 271958 h 361971"/>
                <a:gd name="connsiteX28" fmla="*/ 158470 w 362309"/>
                <a:gd name="connsiteY28" fmla="*/ 278342 h 361971"/>
                <a:gd name="connsiteX29" fmla="*/ 90098 w 362309"/>
                <a:gd name="connsiteY29" fmla="*/ 278342 h 361971"/>
                <a:gd name="connsiteX30" fmla="*/ 83708 w 362309"/>
                <a:gd name="connsiteY30" fmla="*/ 271958 h 361971"/>
                <a:gd name="connsiteX31" fmla="*/ 83708 w 362309"/>
                <a:gd name="connsiteY31" fmla="*/ 203649 h 361971"/>
                <a:gd name="connsiteX32" fmla="*/ 90098 w 362309"/>
                <a:gd name="connsiteY32" fmla="*/ 197265 h 361971"/>
                <a:gd name="connsiteX33" fmla="*/ 158470 w 362309"/>
                <a:gd name="connsiteY33" fmla="*/ 197265 h 361971"/>
                <a:gd name="connsiteX34" fmla="*/ 164860 w 362309"/>
                <a:gd name="connsiteY34" fmla="*/ 203649 h 361971"/>
                <a:gd name="connsiteX35" fmla="*/ 164860 w 362309"/>
                <a:gd name="connsiteY35" fmla="*/ 271958 h 361971"/>
                <a:gd name="connsiteX36" fmla="*/ 181474 w 362309"/>
                <a:gd name="connsiteY36" fmla="*/ 0 h 361971"/>
                <a:gd name="connsiteX37" fmla="*/ 0 w 362309"/>
                <a:gd name="connsiteY37" fmla="*/ 180667 h 361971"/>
                <a:gd name="connsiteX38" fmla="*/ 180835 w 362309"/>
                <a:gd name="connsiteY38" fmla="*/ 361972 h 361971"/>
                <a:gd name="connsiteX39" fmla="*/ 362310 w 362309"/>
                <a:gd name="connsiteY39" fmla="*/ 181305 h 361971"/>
                <a:gd name="connsiteX40" fmla="*/ 362310 w 362309"/>
                <a:gd name="connsiteY40" fmla="*/ 181305 h 361971"/>
                <a:gd name="connsiteX41" fmla="*/ 181474 w 362309"/>
                <a:gd name="connsiteY41" fmla="*/ 0 h 361971"/>
                <a:gd name="connsiteX42" fmla="*/ 181474 w 362309"/>
                <a:gd name="connsiteY42" fmla="*/ 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62309" h="361971">
                  <a:moveTo>
                    <a:pt x="278601" y="158323"/>
                  </a:moveTo>
                  <a:cubicBezTo>
                    <a:pt x="278601" y="162153"/>
                    <a:pt x="276045" y="164707"/>
                    <a:pt x="272211" y="164707"/>
                  </a:cubicBezTo>
                  <a:lnTo>
                    <a:pt x="203839" y="164707"/>
                  </a:lnTo>
                  <a:cubicBezTo>
                    <a:pt x="200005" y="164707"/>
                    <a:pt x="197449" y="162153"/>
                    <a:pt x="197449" y="158323"/>
                  </a:cubicBezTo>
                  <a:lnTo>
                    <a:pt x="197449" y="90014"/>
                  </a:lnTo>
                  <a:cubicBezTo>
                    <a:pt x="197449" y="86184"/>
                    <a:pt x="200005" y="83630"/>
                    <a:pt x="203839" y="83630"/>
                  </a:cubicBezTo>
                  <a:lnTo>
                    <a:pt x="272211" y="83630"/>
                  </a:lnTo>
                  <a:cubicBezTo>
                    <a:pt x="276045" y="83630"/>
                    <a:pt x="278601" y="86184"/>
                    <a:pt x="278601" y="90014"/>
                  </a:cubicBezTo>
                  <a:lnTo>
                    <a:pt x="278601" y="158323"/>
                  </a:lnTo>
                  <a:close/>
                  <a:moveTo>
                    <a:pt x="278601" y="271958"/>
                  </a:moveTo>
                  <a:cubicBezTo>
                    <a:pt x="278601" y="275788"/>
                    <a:pt x="276045" y="278342"/>
                    <a:pt x="272211" y="278342"/>
                  </a:cubicBezTo>
                  <a:lnTo>
                    <a:pt x="203839" y="278342"/>
                  </a:lnTo>
                  <a:cubicBezTo>
                    <a:pt x="200005" y="278342"/>
                    <a:pt x="197449" y="275788"/>
                    <a:pt x="197449" y="271958"/>
                  </a:cubicBezTo>
                  <a:lnTo>
                    <a:pt x="197449" y="203649"/>
                  </a:lnTo>
                  <a:cubicBezTo>
                    <a:pt x="197449" y="199819"/>
                    <a:pt x="200005" y="197265"/>
                    <a:pt x="203839" y="197265"/>
                  </a:cubicBezTo>
                  <a:lnTo>
                    <a:pt x="272211" y="197265"/>
                  </a:lnTo>
                  <a:cubicBezTo>
                    <a:pt x="276045" y="197265"/>
                    <a:pt x="278601" y="199819"/>
                    <a:pt x="278601" y="203649"/>
                  </a:cubicBezTo>
                  <a:lnTo>
                    <a:pt x="278601" y="271958"/>
                  </a:lnTo>
                  <a:close/>
                  <a:moveTo>
                    <a:pt x="164860" y="158323"/>
                  </a:moveTo>
                  <a:cubicBezTo>
                    <a:pt x="164860" y="162153"/>
                    <a:pt x="162305" y="164707"/>
                    <a:pt x="158470" y="164707"/>
                  </a:cubicBezTo>
                  <a:lnTo>
                    <a:pt x="90098" y="164707"/>
                  </a:lnTo>
                  <a:cubicBezTo>
                    <a:pt x="86264" y="164707"/>
                    <a:pt x="83708" y="162153"/>
                    <a:pt x="83708" y="158323"/>
                  </a:cubicBezTo>
                  <a:lnTo>
                    <a:pt x="83708" y="90014"/>
                  </a:lnTo>
                  <a:cubicBezTo>
                    <a:pt x="83708" y="86184"/>
                    <a:pt x="86264" y="83630"/>
                    <a:pt x="90098" y="83630"/>
                  </a:cubicBezTo>
                  <a:lnTo>
                    <a:pt x="158470" y="83630"/>
                  </a:lnTo>
                  <a:cubicBezTo>
                    <a:pt x="162305" y="83630"/>
                    <a:pt x="164860" y="86184"/>
                    <a:pt x="164860" y="90014"/>
                  </a:cubicBezTo>
                  <a:lnTo>
                    <a:pt x="164860" y="158323"/>
                  </a:lnTo>
                  <a:close/>
                  <a:moveTo>
                    <a:pt x="164860" y="271958"/>
                  </a:moveTo>
                  <a:cubicBezTo>
                    <a:pt x="164860" y="275788"/>
                    <a:pt x="162305" y="278342"/>
                    <a:pt x="158470" y="278342"/>
                  </a:cubicBezTo>
                  <a:lnTo>
                    <a:pt x="90098" y="278342"/>
                  </a:lnTo>
                  <a:cubicBezTo>
                    <a:pt x="86264" y="278342"/>
                    <a:pt x="83708" y="275788"/>
                    <a:pt x="83708" y="271958"/>
                  </a:cubicBezTo>
                  <a:lnTo>
                    <a:pt x="83708" y="203649"/>
                  </a:lnTo>
                  <a:cubicBezTo>
                    <a:pt x="83708" y="199819"/>
                    <a:pt x="86264" y="197265"/>
                    <a:pt x="90098" y="197265"/>
                  </a:cubicBezTo>
                  <a:lnTo>
                    <a:pt x="158470" y="197265"/>
                  </a:lnTo>
                  <a:cubicBezTo>
                    <a:pt x="162305" y="197265"/>
                    <a:pt x="164860" y="199819"/>
                    <a:pt x="164860" y="203649"/>
                  </a:cubicBezTo>
                  <a:lnTo>
                    <a:pt x="164860" y="271958"/>
                  </a:lnTo>
                  <a:close/>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310" y="81077"/>
                    <a:pt x="281157" y="0"/>
                    <a:pt x="181474" y="0"/>
                  </a:cubicBezTo>
                  <a:cubicBezTo>
                    <a:pt x="181474" y="0"/>
                    <a:pt x="181474" y="0"/>
                    <a:pt x="181474" y="0"/>
                  </a:cubicBezTo>
                </a:path>
              </a:pathLst>
            </a:custGeom>
            <a:grp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23" name="Graphic 4">
              <a:extLst>
                <a:ext uri="{FF2B5EF4-FFF2-40B4-BE49-F238E27FC236}">
                  <a16:creationId xmlns:a16="http://schemas.microsoft.com/office/drawing/2014/main" id="{E082D80C-0DA5-44CC-C694-38F640F8127A}"/>
                </a:ext>
              </a:extLst>
            </p:cNvPr>
            <p:cNvSpPr/>
            <p:nvPr/>
          </p:nvSpPr>
          <p:spPr>
            <a:xfrm>
              <a:off x="5309398" y="1970259"/>
              <a:ext cx="55592" cy="55540"/>
            </a:xfrm>
            <a:custGeom>
              <a:avLst/>
              <a:gdLst>
                <a:gd name="connsiteX0" fmla="*/ 0 w 55592"/>
                <a:gd name="connsiteY0" fmla="*/ 0 h 55540"/>
                <a:gd name="connsiteX1" fmla="*/ 55593 w 55592"/>
                <a:gd name="connsiteY1" fmla="*/ 0 h 55540"/>
                <a:gd name="connsiteX2" fmla="*/ 55593 w 55592"/>
                <a:gd name="connsiteY2" fmla="*/ 55541 h 55540"/>
                <a:gd name="connsiteX3" fmla="*/ 0 w 55592"/>
                <a:gd name="connsiteY3" fmla="*/ 55541 h 55540"/>
              </a:gdLst>
              <a:ahLst/>
              <a:cxnLst>
                <a:cxn ang="0">
                  <a:pos x="connsiteX0" y="connsiteY0"/>
                </a:cxn>
                <a:cxn ang="0">
                  <a:pos x="connsiteX1" y="connsiteY1"/>
                </a:cxn>
                <a:cxn ang="0">
                  <a:pos x="connsiteX2" y="connsiteY2"/>
                </a:cxn>
                <a:cxn ang="0">
                  <a:pos x="connsiteX3" y="connsiteY3"/>
                </a:cxn>
              </a:cxnLst>
              <a:rect l="l" t="t" r="r" b="b"/>
              <a:pathLst>
                <a:path w="55592" h="55540">
                  <a:moveTo>
                    <a:pt x="0" y="0"/>
                  </a:moveTo>
                  <a:lnTo>
                    <a:pt x="55593" y="0"/>
                  </a:lnTo>
                  <a:lnTo>
                    <a:pt x="55593" y="55541"/>
                  </a:lnTo>
                  <a:lnTo>
                    <a:pt x="0" y="55541"/>
                  </a:lnTo>
                  <a:close/>
                </a:path>
              </a:pathLst>
            </a:custGeom>
            <a:grp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grpSp>
      <p:grpSp>
        <p:nvGrpSpPr>
          <p:cNvPr id="308" name="Group 307">
            <a:extLst>
              <a:ext uri="{FF2B5EF4-FFF2-40B4-BE49-F238E27FC236}">
                <a16:creationId xmlns:a16="http://schemas.microsoft.com/office/drawing/2014/main" id="{1B7EF8B0-0FBB-7A4F-1CD6-6E6C0B30EAAC}"/>
              </a:ext>
            </a:extLst>
          </p:cNvPr>
          <p:cNvGrpSpPr/>
          <p:nvPr/>
        </p:nvGrpSpPr>
        <p:grpSpPr>
          <a:xfrm>
            <a:off x="5487911" y="5404761"/>
            <a:ext cx="356621" cy="356616"/>
            <a:chOff x="4668347" y="4538328"/>
            <a:chExt cx="203015" cy="302326"/>
          </a:xfrm>
        </p:grpSpPr>
        <p:sp>
          <p:nvSpPr>
            <p:cNvPr id="309" name="Graphic 4">
              <a:extLst>
                <a:ext uri="{FF2B5EF4-FFF2-40B4-BE49-F238E27FC236}">
                  <a16:creationId xmlns:a16="http://schemas.microsoft.com/office/drawing/2014/main" id="{D93937A3-9ECE-9011-B3D5-EFB912ED0313}"/>
                </a:ext>
              </a:extLst>
            </p:cNvPr>
            <p:cNvSpPr/>
            <p:nvPr/>
          </p:nvSpPr>
          <p:spPr>
            <a:xfrm>
              <a:off x="4773439" y="4716733"/>
              <a:ext cx="17216" cy="25639"/>
            </a:xfrm>
            <a:prstGeom prst="ellipse">
              <a:avLst/>
            </a:prstGeom>
            <a:solidFill>
              <a:srgbClr val="000000"/>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10" name="Graphic 4">
              <a:extLst>
                <a:ext uri="{FF2B5EF4-FFF2-40B4-BE49-F238E27FC236}">
                  <a16:creationId xmlns:a16="http://schemas.microsoft.com/office/drawing/2014/main" id="{2AEC0E73-D0B5-66AE-26A5-E26ADA600185}"/>
                </a:ext>
              </a:extLst>
            </p:cNvPr>
            <p:cNvSpPr/>
            <p:nvPr/>
          </p:nvSpPr>
          <p:spPr>
            <a:xfrm>
              <a:off x="4744744" y="4637145"/>
              <a:ext cx="17216" cy="25639"/>
            </a:xfrm>
            <a:prstGeom prst="ellipse">
              <a:avLst/>
            </a:prstGeom>
            <a:solidFill>
              <a:srgbClr val="000000"/>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11" name="Graphic 4">
              <a:extLst>
                <a:ext uri="{FF2B5EF4-FFF2-40B4-BE49-F238E27FC236}">
                  <a16:creationId xmlns:a16="http://schemas.microsoft.com/office/drawing/2014/main" id="{D5838F76-5339-98BA-9E03-2095D9CC9520}"/>
                </a:ext>
              </a:extLst>
            </p:cNvPr>
            <p:cNvSpPr/>
            <p:nvPr/>
          </p:nvSpPr>
          <p:spPr>
            <a:xfrm>
              <a:off x="4716051" y="4716733"/>
              <a:ext cx="17216" cy="25639"/>
            </a:xfrm>
            <a:prstGeom prst="ellipse">
              <a:avLst/>
            </a:prstGeom>
            <a:solidFill>
              <a:srgbClr val="000000"/>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12" name="Graphic 4">
              <a:extLst>
                <a:ext uri="{FF2B5EF4-FFF2-40B4-BE49-F238E27FC236}">
                  <a16:creationId xmlns:a16="http://schemas.microsoft.com/office/drawing/2014/main" id="{059D0305-9E44-8D11-4233-5B4F527BB79D}"/>
                </a:ext>
              </a:extLst>
            </p:cNvPr>
            <p:cNvSpPr/>
            <p:nvPr/>
          </p:nvSpPr>
          <p:spPr>
            <a:xfrm>
              <a:off x="4806437" y="4637145"/>
              <a:ext cx="17216" cy="25639"/>
            </a:xfrm>
            <a:prstGeom prst="ellipse">
              <a:avLst/>
            </a:prstGeom>
            <a:solidFill>
              <a:srgbClr val="000000"/>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13" name="Graphic 4">
              <a:extLst>
                <a:ext uri="{FF2B5EF4-FFF2-40B4-BE49-F238E27FC236}">
                  <a16:creationId xmlns:a16="http://schemas.microsoft.com/office/drawing/2014/main" id="{33332174-2699-15CB-78AC-C83CE6C6AD5A}"/>
                </a:ext>
              </a:extLst>
            </p:cNvPr>
            <p:cNvSpPr/>
            <p:nvPr/>
          </p:nvSpPr>
          <p:spPr>
            <a:xfrm>
              <a:off x="4668347" y="4538328"/>
              <a:ext cx="203010" cy="302326"/>
            </a:xfrm>
            <a:prstGeom prst="ellipse">
              <a:avLst/>
            </a:prstGeom>
            <a:solidFill>
              <a:sysClr val="window" lastClr="FFFFFF">
                <a:lumMod val="95000"/>
              </a:sysClr>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14" name="Graphic 4">
              <a:extLst>
                <a:ext uri="{FF2B5EF4-FFF2-40B4-BE49-F238E27FC236}">
                  <a16:creationId xmlns:a16="http://schemas.microsoft.com/office/drawing/2014/main" id="{FF7A06CF-6BA3-9F16-6459-327312855C56}"/>
                </a:ext>
              </a:extLst>
            </p:cNvPr>
            <p:cNvSpPr/>
            <p:nvPr/>
          </p:nvSpPr>
          <p:spPr>
            <a:xfrm>
              <a:off x="4773439" y="4716733"/>
              <a:ext cx="17216" cy="25639"/>
            </a:xfrm>
            <a:custGeom>
              <a:avLst/>
              <a:gdLst>
                <a:gd name="connsiteX0" fmla="*/ 30672 w 30671"/>
                <a:gd name="connsiteY0" fmla="*/ 15321 h 30643"/>
                <a:gd name="connsiteX1" fmla="*/ 15336 w 30671"/>
                <a:gd name="connsiteY1" fmla="*/ 30643 h 30643"/>
                <a:gd name="connsiteX2" fmla="*/ 0 w 30671"/>
                <a:gd name="connsiteY2" fmla="*/ 15321 h 30643"/>
                <a:gd name="connsiteX3" fmla="*/ 15336 w 30671"/>
                <a:gd name="connsiteY3" fmla="*/ 0 h 30643"/>
                <a:gd name="connsiteX4" fmla="*/ 30672 w 30671"/>
                <a:gd name="connsiteY4" fmla="*/ 15321 h 30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 h="30643">
                  <a:moveTo>
                    <a:pt x="30672" y="15321"/>
                  </a:moveTo>
                  <a:cubicBezTo>
                    <a:pt x="30672" y="23783"/>
                    <a:pt x="23805" y="30643"/>
                    <a:pt x="15336" y="30643"/>
                  </a:cubicBezTo>
                  <a:cubicBezTo>
                    <a:pt x="6866" y="30643"/>
                    <a:pt x="0" y="23783"/>
                    <a:pt x="0" y="15321"/>
                  </a:cubicBezTo>
                  <a:cubicBezTo>
                    <a:pt x="0" y="6860"/>
                    <a:pt x="6866" y="0"/>
                    <a:pt x="15336" y="0"/>
                  </a:cubicBezTo>
                  <a:cubicBezTo>
                    <a:pt x="23805" y="0"/>
                    <a:pt x="30672" y="6860"/>
                    <a:pt x="30672" y="15321"/>
                  </a:cubicBezTo>
                  <a:close/>
                </a:path>
              </a:pathLst>
            </a:custGeom>
            <a:solidFill>
              <a:srgbClr val="00B0F0"/>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15" name="Graphic 4">
              <a:extLst>
                <a:ext uri="{FF2B5EF4-FFF2-40B4-BE49-F238E27FC236}">
                  <a16:creationId xmlns:a16="http://schemas.microsoft.com/office/drawing/2014/main" id="{33B9DB29-B2F6-32AB-CAD7-8E0769FBE1D1}"/>
                </a:ext>
              </a:extLst>
            </p:cNvPr>
            <p:cNvSpPr/>
            <p:nvPr/>
          </p:nvSpPr>
          <p:spPr>
            <a:xfrm>
              <a:off x="4744744" y="4637145"/>
              <a:ext cx="17216" cy="25639"/>
            </a:xfrm>
            <a:custGeom>
              <a:avLst/>
              <a:gdLst>
                <a:gd name="connsiteX0" fmla="*/ 30672 w 30671"/>
                <a:gd name="connsiteY0" fmla="*/ 15322 h 30643"/>
                <a:gd name="connsiteX1" fmla="*/ 15336 w 30671"/>
                <a:gd name="connsiteY1" fmla="*/ 30643 h 30643"/>
                <a:gd name="connsiteX2" fmla="*/ 0 w 30671"/>
                <a:gd name="connsiteY2" fmla="*/ 15322 h 30643"/>
                <a:gd name="connsiteX3" fmla="*/ 15336 w 30671"/>
                <a:gd name="connsiteY3" fmla="*/ 0 h 30643"/>
                <a:gd name="connsiteX4" fmla="*/ 30672 w 30671"/>
                <a:gd name="connsiteY4" fmla="*/ 15322 h 30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 h="30643">
                  <a:moveTo>
                    <a:pt x="30672" y="15322"/>
                  </a:moveTo>
                  <a:cubicBezTo>
                    <a:pt x="30672" y="23784"/>
                    <a:pt x="23805" y="30643"/>
                    <a:pt x="15336" y="30643"/>
                  </a:cubicBezTo>
                  <a:cubicBezTo>
                    <a:pt x="6866" y="30643"/>
                    <a:pt x="0" y="23784"/>
                    <a:pt x="0" y="15322"/>
                  </a:cubicBezTo>
                  <a:cubicBezTo>
                    <a:pt x="0" y="6860"/>
                    <a:pt x="6866" y="0"/>
                    <a:pt x="15336" y="0"/>
                  </a:cubicBezTo>
                  <a:cubicBezTo>
                    <a:pt x="23805" y="0"/>
                    <a:pt x="30672" y="6860"/>
                    <a:pt x="30672" y="15322"/>
                  </a:cubicBezTo>
                  <a:close/>
                </a:path>
              </a:pathLst>
            </a:custGeom>
            <a:solidFill>
              <a:srgbClr val="00B0F0"/>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16" name="Graphic 4">
              <a:extLst>
                <a:ext uri="{FF2B5EF4-FFF2-40B4-BE49-F238E27FC236}">
                  <a16:creationId xmlns:a16="http://schemas.microsoft.com/office/drawing/2014/main" id="{133A8209-7501-9556-6517-E31E99A6D967}"/>
                </a:ext>
              </a:extLst>
            </p:cNvPr>
            <p:cNvSpPr/>
            <p:nvPr/>
          </p:nvSpPr>
          <p:spPr>
            <a:xfrm>
              <a:off x="4716051" y="4716733"/>
              <a:ext cx="17216" cy="25639"/>
            </a:xfrm>
            <a:custGeom>
              <a:avLst/>
              <a:gdLst>
                <a:gd name="connsiteX0" fmla="*/ 30672 w 30671"/>
                <a:gd name="connsiteY0" fmla="*/ 15321 h 30643"/>
                <a:gd name="connsiteX1" fmla="*/ 15336 w 30671"/>
                <a:gd name="connsiteY1" fmla="*/ 30643 h 30643"/>
                <a:gd name="connsiteX2" fmla="*/ 0 w 30671"/>
                <a:gd name="connsiteY2" fmla="*/ 15321 h 30643"/>
                <a:gd name="connsiteX3" fmla="*/ 15336 w 30671"/>
                <a:gd name="connsiteY3" fmla="*/ 0 h 30643"/>
                <a:gd name="connsiteX4" fmla="*/ 30672 w 30671"/>
                <a:gd name="connsiteY4" fmla="*/ 15321 h 30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 h="30643">
                  <a:moveTo>
                    <a:pt x="30672" y="15321"/>
                  </a:moveTo>
                  <a:cubicBezTo>
                    <a:pt x="30672" y="23783"/>
                    <a:pt x="23805" y="30643"/>
                    <a:pt x="15336" y="30643"/>
                  </a:cubicBezTo>
                  <a:cubicBezTo>
                    <a:pt x="6866" y="30643"/>
                    <a:pt x="0" y="23783"/>
                    <a:pt x="0" y="15321"/>
                  </a:cubicBezTo>
                  <a:cubicBezTo>
                    <a:pt x="0" y="6860"/>
                    <a:pt x="6866" y="0"/>
                    <a:pt x="15336" y="0"/>
                  </a:cubicBezTo>
                  <a:cubicBezTo>
                    <a:pt x="23805" y="0"/>
                    <a:pt x="30672" y="6860"/>
                    <a:pt x="30672" y="15321"/>
                  </a:cubicBezTo>
                  <a:close/>
                </a:path>
              </a:pathLst>
            </a:custGeom>
            <a:solidFill>
              <a:srgbClr val="00B0F0"/>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17" name="Graphic 4">
              <a:extLst>
                <a:ext uri="{FF2B5EF4-FFF2-40B4-BE49-F238E27FC236}">
                  <a16:creationId xmlns:a16="http://schemas.microsoft.com/office/drawing/2014/main" id="{4F1B8B33-5FAC-9637-BC53-EC7B5C473DA3}"/>
                </a:ext>
              </a:extLst>
            </p:cNvPr>
            <p:cNvSpPr/>
            <p:nvPr/>
          </p:nvSpPr>
          <p:spPr>
            <a:xfrm>
              <a:off x="4806437" y="4637145"/>
              <a:ext cx="17216" cy="25639"/>
            </a:xfrm>
            <a:custGeom>
              <a:avLst/>
              <a:gdLst>
                <a:gd name="connsiteX0" fmla="*/ 30672 w 30671"/>
                <a:gd name="connsiteY0" fmla="*/ 15322 h 30643"/>
                <a:gd name="connsiteX1" fmla="*/ 15336 w 30671"/>
                <a:gd name="connsiteY1" fmla="*/ 30643 h 30643"/>
                <a:gd name="connsiteX2" fmla="*/ 0 w 30671"/>
                <a:gd name="connsiteY2" fmla="*/ 15322 h 30643"/>
                <a:gd name="connsiteX3" fmla="*/ 15336 w 30671"/>
                <a:gd name="connsiteY3" fmla="*/ 0 h 30643"/>
                <a:gd name="connsiteX4" fmla="*/ 30672 w 30671"/>
                <a:gd name="connsiteY4" fmla="*/ 15322 h 30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 h="30643">
                  <a:moveTo>
                    <a:pt x="30672" y="15322"/>
                  </a:moveTo>
                  <a:cubicBezTo>
                    <a:pt x="30672" y="23784"/>
                    <a:pt x="23806" y="30643"/>
                    <a:pt x="15336" y="30643"/>
                  </a:cubicBezTo>
                  <a:cubicBezTo>
                    <a:pt x="6866" y="30643"/>
                    <a:pt x="0" y="23784"/>
                    <a:pt x="0" y="15322"/>
                  </a:cubicBezTo>
                  <a:cubicBezTo>
                    <a:pt x="0" y="6860"/>
                    <a:pt x="6866" y="0"/>
                    <a:pt x="15336" y="0"/>
                  </a:cubicBezTo>
                  <a:cubicBezTo>
                    <a:pt x="23806" y="0"/>
                    <a:pt x="30672" y="6860"/>
                    <a:pt x="30672" y="15322"/>
                  </a:cubicBezTo>
                  <a:close/>
                </a:path>
              </a:pathLst>
            </a:custGeom>
            <a:solidFill>
              <a:srgbClr val="00B0F0"/>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318" name="Graphic 4">
              <a:extLst>
                <a:ext uri="{FF2B5EF4-FFF2-40B4-BE49-F238E27FC236}">
                  <a16:creationId xmlns:a16="http://schemas.microsoft.com/office/drawing/2014/main" id="{E2D3A9F2-53BF-2699-6382-04F9EEAEB2DF}"/>
                </a:ext>
              </a:extLst>
            </p:cNvPr>
            <p:cNvSpPr/>
            <p:nvPr/>
          </p:nvSpPr>
          <p:spPr>
            <a:xfrm>
              <a:off x="4668352" y="4538328"/>
              <a:ext cx="203010" cy="302326"/>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61348 w 361670"/>
                <a:gd name="connsiteY5" fmla="*/ 162153 h 361333"/>
                <a:gd name="connsiteX6" fmla="*/ 252403 w 361670"/>
                <a:gd name="connsiteY6" fmla="*/ 160876 h 361333"/>
                <a:gd name="connsiteX7" fmla="*/ 222370 w 361670"/>
                <a:gd name="connsiteY7" fmla="*/ 209395 h 361333"/>
                <a:gd name="connsiteX8" fmla="*/ 230677 w 361670"/>
                <a:gd name="connsiteY8" fmla="*/ 229823 h 361333"/>
                <a:gd name="connsiteX9" fmla="*/ 202561 w 361670"/>
                <a:gd name="connsiteY9" fmla="*/ 257913 h 361333"/>
                <a:gd name="connsiteX10" fmla="*/ 174445 w 361670"/>
                <a:gd name="connsiteY10" fmla="*/ 229823 h 361333"/>
                <a:gd name="connsiteX11" fmla="*/ 184030 w 361670"/>
                <a:gd name="connsiteY11" fmla="*/ 208756 h 361333"/>
                <a:gd name="connsiteX12" fmla="*/ 159109 w 361670"/>
                <a:gd name="connsiteY12" fmla="*/ 162153 h 361333"/>
                <a:gd name="connsiteX13" fmla="*/ 151442 w 361670"/>
                <a:gd name="connsiteY13" fmla="*/ 163430 h 361333"/>
                <a:gd name="connsiteX14" fmla="*/ 143774 w 361670"/>
                <a:gd name="connsiteY14" fmla="*/ 162153 h 361333"/>
                <a:gd name="connsiteX15" fmla="*/ 118853 w 361670"/>
                <a:gd name="connsiteY15" fmla="*/ 208756 h 361333"/>
                <a:gd name="connsiteX16" fmla="*/ 128438 w 361670"/>
                <a:gd name="connsiteY16" fmla="*/ 229823 h 361333"/>
                <a:gd name="connsiteX17" fmla="*/ 100322 w 361670"/>
                <a:gd name="connsiteY17" fmla="*/ 257913 h 361333"/>
                <a:gd name="connsiteX18" fmla="*/ 72206 w 361670"/>
                <a:gd name="connsiteY18" fmla="*/ 229823 h 361333"/>
                <a:gd name="connsiteX19" fmla="*/ 100322 w 361670"/>
                <a:gd name="connsiteY19" fmla="*/ 201734 h 361333"/>
                <a:gd name="connsiteX20" fmla="*/ 107990 w 361670"/>
                <a:gd name="connsiteY20" fmla="*/ 203011 h 361333"/>
                <a:gd name="connsiteX21" fmla="*/ 132911 w 361670"/>
                <a:gd name="connsiteY21" fmla="*/ 156408 h 361333"/>
                <a:gd name="connsiteX22" fmla="*/ 123326 w 361670"/>
                <a:gd name="connsiteY22" fmla="*/ 135341 h 361333"/>
                <a:gd name="connsiteX23" fmla="*/ 151442 w 361670"/>
                <a:gd name="connsiteY23" fmla="*/ 107251 h 361333"/>
                <a:gd name="connsiteX24" fmla="*/ 179557 w 361670"/>
                <a:gd name="connsiteY24" fmla="*/ 135341 h 361333"/>
                <a:gd name="connsiteX25" fmla="*/ 169972 w 361670"/>
                <a:gd name="connsiteY25" fmla="*/ 156408 h 361333"/>
                <a:gd name="connsiteX26" fmla="*/ 194893 w 361670"/>
                <a:gd name="connsiteY26" fmla="*/ 203011 h 361333"/>
                <a:gd name="connsiteX27" fmla="*/ 202561 w 361670"/>
                <a:gd name="connsiteY27" fmla="*/ 201734 h 361333"/>
                <a:gd name="connsiteX28" fmla="*/ 211507 w 361670"/>
                <a:gd name="connsiteY28" fmla="*/ 203011 h 361333"/>
                <a:gd name="connsiteX29" fmla="*/ 241540 w 361670"/>
                <a:gd name="connsiteY29" fmla="*/ 154492 h 361333"/>
                <a:gd name="connsiteX30" fmla="*/ 233233 w 361670"/>
                <a:gd name="connsiteY30" fmla="*/ 134064 h 361333"/>
                <a:gd name="connsiteX31" fmla="*/ 261348 w 361670"/>
                <a:gd name="connsiteY31" fmla="*/ 105974 h 361333"/>
                <a:gd name="connsiteX32" fmla="*/ 289464 w 361670"/>
                <a:gd name="connsiteY32" fmla="*/ 134064 h 361333"/>
                <a:gd name="connsiteX33" fmla="*/ 261348 w 361670"/>
                <a:gd name="connsiteY33" fmla="*/ 16215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261348" y="162153"/>
                  </a:moveTo>
                  <a:cubicBezTo>
                    <a:pt x="258153" y="162153"/>
                    <a:pt x="254958" y="161515"/>
                    <a:pt x="252403" y="160876"/>
                  </a:cubicBezTo>
                  <a:lnTo>
                    <a:pt x="222370" y="209395"/>
                  </a:lnTo>
                  <a:cubicBezTo>
                    <a:pt x="227482" y="214502"/>
                    <a:pt x="230677" y="221524"/>
                    <a:pt x="230677" y="229823"/>
                  </a:cubicBezTo>
                  <a:cubicBezTo>
                    <a:pt x="230677" y="245783"/>
                    <a:pt x="217897" y="257913"/>
                    <a:pt x="202561" y="257913"/>
                  </a:cubicBezTo>
                  <a:cubicBezTo>
                    <a:pt x="187225" y="257913"/>
                    <a:pt x="174445" y="245145"/>
                    <a:pt x="174445" y="229823"/>
                  </a:cubicBezTo>
                  <a:cubicBezTo>
                    <a:pt x="174445" y="221524"/>
                    <a:pt x="178279" y="213863"/>
                    <a:pt x="184030" y="208756"/>
                  </a:cubicBezTo>
                  <a:lnTo>
                    <a:pt x="159109" y="162153"/>
                  </a:lnTo>
                  <a:cubicBezTo>
                    <a:pt x="156553" y="162792"/>
                    <a:pt x="153997" y="163430"/>
                    <a:pt x="151442" y="163430"/>
                  </a:cubicBezTo>
                  <a:cubicBezTo>
                    <a:pt x="148885" y="163430"/>
                    <a:pt x="146329" y="162792"/>
                    <a:pt x="143774" y="162153"/>
                  </a:cubicBezTo>
                  <a:lnTo>
                    <a:pt x="118853" y="208756"/>
                  </a:lnTo>
                  <a:cubicBezTo>
                    <a:pt x="124604" y="213863"/>
                    <a:pt x="128438" y="221524"/>
                    <a:pt x="128438" y="229823"/>
                  </a:cubicBezTo>
                  <a:cubicBezTo>
                    <a:pt x="128438" y="245783"/>
                    <a:pt x="115658" y="257913"/>
                    <a:pt x="100322" y="257913"/>
                  </a:cubicBezTo>
                  <a:cubicBezTo>
                    <a:pt x="84986" y="257913"/>
                    <a:pt x="72206" y="245145"/>
                    <a:pt x="72206" y="229823"/>
                  </a:cubicBezTo>
                  <a:cubicBezTo>
                    <a:pt x="72206" y="214502"/>
                    <a:pt x="84986" y="201734"/>
                    <a:pt x="100322" y="201734"/>
                  </a:cubicBezTo>
                  <a:cubicBezTo>
                    <a:pt x="102878" y="201734"/>
                    <a:pt x="105434" y="202372"/>
                    <a:pt x="107990" y="203011"/>
                  </a:cubicBezTo>
                  <a:lnTo>
                    <a:pt x="132911" y="156408"/>
                  </a:lnTo>
                  <a:cubicBezTo>
                    <a:pt x="127160" y="151300"/>
                    <a:pt x="123326" y="143640"/>
                    <a:pt x="123326" y="135341"/>
                  </a:cubicBezTo>
                  <a:cubicBezTo>
                    <a:pt x="123326" y="119381"/>
                    <a:pt x="136106" y="107251"/>
                    <a:pt x="151442" y="107251"/>
                  </a:cubicBezTo>
                  <a:cubicBezTo>
                    <a:pt x="166777" y="107251"/>
                    <a:pt x="179557" y="120019"/>
                    <a:pt x="179557" y="135341"/>
                  </a:cubicBezTo>
                  <a:cubicBezTo>
                    <a:pt x="179557" y="143640"/>
                    <a:pt x="175723" y="151300"/>
                    <a:pt x="169972" y="156408"/>
                  </a:cubicBezTo>
                  <a:lnTo>
                    <a:pt x="194893" y="203011"/>
                  </a:lnTo>
                  <a:cubicBezTo>
                    <a:pt x="197449" y="202372"/>
                    <a:pt x="200005" y="201734"/>
                    <a:pt x="202561" y="201734"/>
                  </a:cubicBezTo>
                  <a:cubicBezTo>
                    <a:pt x="205756" y="201734"/>
                    <a:pt x="208951" y="202372"/>
                    <a:pt x="211507" y="203011"/>
                  </a:cubicBezTo>
                  <a:lnTo>
                    <a:pt x="241540" y="154492"/>
                  </a:lnTo>
                  <a:cubicBezTo>
                    <a:pt x="236428" y="149385"/>
                    <a:pt x="233233" y="142363"/>
                    <a:pt x="233233" y="134064"/>
                  </a:cubicBezTo>
                  <a:cubicBezTo>
                    <a:pt x="233233" y="118104"/>
                    <a:pt x="246013" y="105974"/>
                    <a:pt x="261348" y="105974"/>
                  </a:cubicBezTo>
                  <a:cubicBezTo>
                    <a:pt x="276684" y="105974"/>
                    <a:pt x="289464" y="118742"/>
                    <a:pt x="289464" y="134064"/>
                  </a:cubicBezTo>
                  <a:cubicBezTo>
                    <a:pt x="289464" y="149385"/>
                    <a:pt x="277323" y="162153"/>
                    <a:pt x="261348" y="162153"/>
                  </a:cubicBezTo>
                  <a:close/>
                </a:path>
              </a:pathLst>
            </a:custGeom>
            <a:solidFill>
              <a:srgbClr val="00B0F0"/>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Aptos" panose="020B0004020202020204" pitchFamily="34" charset="0"/>
              </a:endParaRPr>
            </a:p>
          </p:txBody>
        </p:sp>
      </p:grpSp>
      <p:sp>
        <p:nvSpPr>
          <p:cNvPr id="418" name="Rectangle 417">
            <a:extLst>
              <a:ext uri="{FF2B5EF4-FFF2-40B4-BE49-F238E27FC236}">
                <a16:creationId xmlns:a16="http://schemas.microsoft.com/office/drawing/2014/main" id="{7A0349D1-8B3D-69A4-2E88-690521D34D8E}"/>
              </a:ext>
            </a:extLst>
          </p:cNvPr>
          <p:cNvSpPr/>
          <p:nvPr/>
        </p:nvSpPr>
        <p:spPr bwMode="gray">
          <a:xfrm>
            <a:off x="2294245" y="5996578"/>
            <a:ext cx="9298204" cy="252000"/>
          </a:xfrm>
          <a:prstGeom prst="rect">
            <a:avLst/>
          </a:prstGeom>
          <a:solidFill>
            <a:srgbClr val="002753"/>
          </a:solidFill>
          <a:ln w="12700" algn="ctr">
            <a:noFill/>
            <a:miter lim="800000"/>
            <a:headEnd/>
            <a:tailEnd/>
          </a:ln>
        </p:spPr>
        <p:txBody>
          <a:bodyPr wrap="square" lIns="88900" tIns="0" rIns="88900" bIns="0" rtlCol="0" anchor="ctr" anchorCtr="0">
            <a:noAutofit/>
          </a:bodyPr>
          <a:lstStyle/>
          <a:p>
            <a:pPr lvl="0" algn="ctr">
              <a:spcAft>
                <a:spcPts val="300"/>
              </a:spcAft>
              <a:defRPr/>
            </a:pPr>
            <a:r>
              <a:rPr kumimoji="0" lang="en-US" sz="1400" b="1" i="0" u="none" strike="noStrike" kern="0" cap="none" spc="0" normalizeH="0" baseline="0" noProof="0">
                <a:ln>
                  <a:noFill/>
                </a:ln>
                <a:solidFill>
                  <a:schemeClr val="bg1"/>
                </a:solidFill>
                <a:effectLst/>
                <a:uLnTx/>
                <a:uFillTx/>
                <a:latin typeface="Aptos" panose="020B0004020202020204" pitchFamily="34" charset="0"/>
              </a:rPr>
              <a:t>Deloitte’s Value Addition: </a:t>
            </a:r>
            <a:r>
              <a:rPr kumimoji="0" lang="en-US" sz="1400" b="0" i="0" u="none" strike="noStrike" kern="0" cap="none" spc="0" normalizeH="0" baseline="0" noProof="0">
                <a:ln>
                  <a:noFill/>
                </a:ln>
                <a:solidFill>
                  <a:schemeClr val="bg1"/>
                </a:solidFill>
                <a:effectLst/>
                <a:uLnTx/>
                <a:uFillTx/>
                <a:latin typeface="Aptos" panose="020B0004020202020204" pitchFamily="34" charset="0"/>
              </a:rPr>
              <a:t>Blueprint for an integrated land governance system</a:t>
            </a:r>
          </a:p>
        </p:txBody>
      </p:sp>
    </p:spTree>
    <p:extLst>
      <p:ext uri="{BB962C8B-B14F-4D97-AF65-F5344CB8AC3E}">
        <p14:creationId xmlns:p14="http://schemas.microsoft.com/office/powerpoint/2010/main" val="178784992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426E0-D1F9-2EE1-0EC3-3461924A1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214F8-D9AF-5755-A209-3E4A7D16A7B4}"/>
              </a:ext>
            </a:extLst>
          </p:cNvPr>
          <p:cNvSpPr>
            <a:spLocks noGrp="1"/>
          </p:cNvSpPr>
          <p:nvPr>
            <p:ph type="title"/>
          </p:nvPr>
        </p:nvSpPr>
        <p:spPr/>
        <p:txBody>
          <a:bodyPr/>
          <a:lstStyle/>
          <a:p>
            <a:r>
              <a:rPr lang="en-US"/>
              <a:t>Detailed Methodology: Revenue Analysis and Enhancement</a:t>
            </a:r>
            <a:endParaRPr lang="en-IN"/>
          </a:p>
        </p:txBody>
      </p:sp>
      <p:sp>
        <p:nvSpPr>
          <p:cNvPr id="5" name="Slide Number Placeholder 4">
            <a:extLst>
              <a:ext uri="{FF2B5EF4-FFF2-40B4-BE49-F238E27FC236}">
                <a16:creationId xmlns:a16="http://schemas.microsoft.com/office/drawing/2014/main" id="{C1F6B52F-22A8-4412-DC1A-8B70CF042DBE}"/>
              </a:ext>
            </a:extLst>
          </p:cNvPr>
          <p:cNvSpPr>
            <a:spLocks noGrp="1"/>
          </p:cNvSpPr>
          <p:nvPr>
            <p:ph type="sldNum" sz="quarter" idx="4"/>
          </p:nvPr>
        </p:nvSpPr>
        <p:spPr/>
        <p:txBody>
          <a:bodyPr/>
          <a:lstStyle/>
          <a:p>
            <a:fld id="{39E7427F-21AC-4FC2-AC74-F5AF5A475796}" type="slidenum">
              <a:rPr lang="en-IN" smtClean="0"/>
              <a:pPr/>
              <a:t>14</a:t>
            </a:fld>
            <a:endParaRPr lang="en-IN"/>
          </a:p>
        </p:txBody>
      </p:sp>
      <p:sp>
        <p:nvSpPr>
          <p:cNvPr id="457" name="considerations-panel">
            <a:extLst>
              <a:ext uri="{FF2B5EF4-FFF2-40B4-BE49-F238E27FC236}">
                <a16:creationId xmlns:a16="http://schemas.microsoft.com/office/drawing/2014/main" id="{885ED182-F754-04B3-1CBD-7C4E1E0CF182}"/>
              </a:ext>
            </a:extLst>
          </p:cNvPr>
          <p:cNvSpPr>
            <a:spLocks noGrp="1"/>
          </p:cNvSpPr>
          <p:nvPr/>
        </p:nvSpPr>
        <p:spPr>
          <a:xfrm>
            <a:off x="342900" y="977056"/>
            <a:ext cx="2266950" cy="3901439"/>
          </a:xfrm>
          <a:prstGeom prst="roundRect">
            <a:avLst>
              <a:gd name="adj" fmla="val 3361"/>
            </a:avLst>
          </a:prstGeom>
          <a:solidFill>
            <a:srgbClr val="203744"/>
          </a:solidFill>
          <a:ln w="9525">
            <a:solidFill>
              <a:srgbClr val="2E5263"/>
            </a:solidFill>
            <a:prstDash val="solid"/>
          </a:ln>
        </p:spPr>
        <p:txBody>
          <a:bodyPr/>
          <a:lstStyle/>
          <a:p>
            <a:endParaRPr lang="en-US" sz="1200">
              <a:solidFill>
                <a:prstClr val="black"/>
              </a:solidFill>
              <a:latin typeface="Aptos" panose="020B0004020202020204" pitchFamily="34" charset="0"/>
            </a:endParaRPr>
          </a:p>
        </p:txBody>
      </p:sp>
      <p:sp>
        <p:nvSpPr>
          <p:cNvPr id="458" name="Rectangle 457">
            <a:extLst>
              <a:ext uri="{FF2B5EF4-FFF2-40B4-BE49-F238E27FC236}">
                <a16:creationId xmlns:a16="http://schemas.microsoft.com/office/drawing/2014/main" id="{144AE7D5-E980-1325-2666-140FF2D9DA48}"/>
              </a:ext>
            </a:extLst>
          </p:cNvPr>
          <p:cNvSpPr>
            <a:spLocks noGrp="1"/>
          </p:cNvSpPr>
          <p:nvPr/>
        </p:nvSpPr>
        <p:spPr>
          <a:xfrm>
            <a:off x="533400" y="1110351"/>
            <a:ext cx="1885950" cy="476250"/>
          </a:xfrm>
          <a:prstGeom prst="rect">
            <a:avLst/>
          </a:prstGeom>
          <a:noFill/>
          <a:ln w="0">
            <a:noFill/>
            <a:prstDash val="solid"/>
          </a:ln>
        </p:spPr>
        <p:txBody>
          <a:bodyPr anchor="ctr"/>
          <a:lstStyle/>
          <a:p>
            <a:pPr algn="ctr">
              <a:defRPr sz="1200" b="1">
                <a:solidFill>
                  <a:srgbClr val="83D1D2"/>
                </a:solidFill>
              </a:defRPr>
            </a:pPr>
            <a:r>
              <a:rPr lang="en-US" sz="1200" b="1">
                <a:solidFill>
                  <a:srgbClr val="83D1D2"/>
                </a:solidFill>
                <a:latin typeface="Aptos" panose="020B0004020202020204" pitchFamily="34" charset="0"/>
              </a:rPr>
              <a:t>POTENTIAL SOURCES OF REVENUE</a:t>
            </a:r>
          </a:p>
        </p:txBody>
      </p:sp>
      <p:sp>
        <p:nvSpPr>
          <p:cNvPr id="463" name="Rectangle: Rounded Corners 462">
            <a:extLst>
              <a:ext uri="{FF2B5EF4-FFF2-40B4-BE49-F238E27FC236}">
                <a16:creationId xmlns:a16="http://schemas.microsoft.com/office/drawing/2014/main" id="{B352CC30-C289-0A26-A8A6-41BCFC0ABE43}"/>
              </a:ext>
            </a:extLst>
          </p:cNvPr>
          <p:cNvSpPr>
            <a:spLocks noGrp="1"/>
          </p:cNvSpPr>
          <p:nvPr/>
        </p:nvSpPr>
        <p:spPr>
          <a:xfrm>
            <a:off x="342900" y="5093032"/>
            <a:ext cx="2266950" cy="1181100"/>
          </a:xfrm>
          <a:prstGeom prst="roundRect">
            <a:avLst>
              <a:gd name="adj" fmla="val 10256"/>
            </a:avLst>
          </a:prstGeom>
          <a:solidFill>
            <a:srgbClr val="E9EDEE"/>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464" name="Rectangle 463">
            <a:extLst>
              <a:ext uri="{FF2B5EF4-FFF2-40B4-BE49-F238E27FC236}">
                <a16:creationId xmlns:a16="http://schemas.microsoft.com/office/drawing/2014/main" id="{4FC96349-00FC-7052-705B-2AB35E02409B}"/>
              </a:ext>
            </a:extLst>
          </p:cNvPr>
          <p:cNvSpPr>
            <a:spLocks noGrp="1"/>
          </p:cNvSpPr>
          <p:nvPr/>
        </p:nvSpPr>
        <p:spPr>
          <a:xfrm>
            <a:off x="514350" y="4982816"/>
            <a:ext cx="1962150" cy="190500"/>
          </a:xfrm>
          <a:prstGeom prst="rect">
            <a:avLst/>
          </a:prstGeom>
          <a:solidFill>
            <a:srgbClr val="0D8390">
              <a:lumMod val="50000"/>
            </a:srgbClr>
          </a:solidFill>
          <a:ln w="0">
            <a:noFill/>
            <a:prstDash val="soli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sz="975" b="1">
                <a:solidFill>
                  <a:srgbClr val="203744"/>
                </a:solidFill>
              </a:defRPr>
            </a:pPr>
            <a:r>
              <a:rPr kumimoji="0" sz="1200" b="1" i="0" u="none" strike="noStrike" kern="0" cap="none" spc="0" normalizeH="0" baseline="0" noProof="0">
                <a:ln>
                  <a:noFill/>
                </a:ln>
                <a:solidFill>
                  <a:prstClr val="white"/>
                </a:solidFill>
                <a:effectLst/>
                <a:uLnTx/>
                <a:uFillTx/>
                <a:latin typeface="Aptos" panose="020B0004020202020204" pitchFamily="34" charset="0"/>
              </a:rPr>
              <a:t>TOOLS &amp; ENABLERS</a:t>
            </a:r>
          </a:p>
        </p:txBody>
      </p:sp>
      <p:sp>
        <p:nvSpPr>
          <p:cNvPr id="465" name="Rectangle 464">
            <a:extLst>
              <a:ext uri="{FF2B5EF4-FFF2-40B4-BE49-F238E27FC236}">
                <a16:creationId xmlns:a16="http://schemas.microsoft.com/office/drawing/2014/main" id="{203B1B65-8A3C-763E-4C67-E692D14053F7}"/>
              </a:ext>
            </a:extLst>
          </p:cNvPr>
          <p:cNvSpPr>
            <a:spLocks noGrp="1"/>
          </p:cNvSpPr>
          <p:nvPr/>
        </p:nvSpPr>
        <p:spPr>
          <a:xfrm>
            <a:off x="342900" y="5226383"/>
            <a:ext cx="2266950" cy="1181100"/>
          </a:xfrm>
          <a:prstGeom prst="rect">
            <a:avLst/>
          </a:prstGeom>
          <a:noFill/>
          <a:ln w="0">
            <a:noFill/>
            <a:prstDash val="solid"/>
          </a:ln>
        </p:spPr>
        <p:txBody>
          <a:bodyPr anchor="ctr"/>
          <a:lstStyle/>
          <a:p>
            <a:pPr marL="171450" indent="-171450">
              <a:buFont typeface="Arial" panose="020B0604020202020204" pitchFamily="34" charset="0"/>
              <a:buChar char="•"/>
            </a:pPr>
            <a:r>
              <a:rPr lang="en-US" sz="1400">
                <a:solidFill>
                  <a:prstClr val="black"/>
                </a:solidFill>
                <a:latin typeface="Aptos" panose="020B0004020202020204" pitchFamily="34" charset="0"/>
              </a:rPr>
              <a:t>Revenue monitoring framework </a:t>
            </a:r>
          </a:p>
          <a:p>
            <a:pPr marL="171450" indent="-171450">
              <a:buFont typeface="Arial" panose="020B0604020202020204" pitchFamily="34" charset="0"/>
              <a:buChar char="•"/>
            </a:pPr>
            <a:r>
              <a:rPr lang="en-US" sz="1400">
                <a:solidFill>
                  <a:prstClr val="black"/>
                </a:solidFill>
                <a:latin typeface="Aptos" panose="020B0004020202020204" pitchFamily="34" charset="0"/>
              </a:rPr>
              <a:t>Quarterly performance reporting templates</a:t>
            </a:r>
          </a:p>
          <a:p>
            <a:pPr marL="171450" indent="-171450">
              <a:buFont typeface="Arial" panose="020B0604020202020204" pitchFamily="34" charset="0"/>
              <a:buChar char="•"/>
            </a:pPr>
            <a:endParaRPr lang="en-US" sz="1400">
              <a:solidFill>
                <a:prstClr val="black"/>
              </a:solidFill>
              <a:latin typeface="Aptos" panose="020B0004020202020204" pitchFamily="34" charset="0"/>
            </a:endParaRPr>
          </a:p>
        </p:txBody>
      </p:sp>
      <p:sp>
        <p:nvSpPr>
          <p:cNvPr id="466" name="Arrow: Chevron 465">
            <a:extLst>
              <a:ext uri="{FF2B5EF4-FFF2-40B4-BE49-F238E27FC236}">
                <a16:creationId xmlns:a16="http://schemas.microsoft.com/office/drawing/2014/main" id="{81602890-8332-9E32-657F-2B6B2AC19DE8}"/>
              </a:ext>
            </a:extLst>
          </p:cNvPr>
          <p:cNvSpPr>
            <a:spLocks noGrp="1"/>
          </p:cNvSpPr>
          <p:nvPr/>
        </p:nvSpPr>
        <p:spPr>
          <a:xfrm>
            <a:off x="2800350" y="946575"/>
            <a:ext cx="2819400" cy="457200"/>
          </a:xfrm>
          <a:prstGeom prst="chevron">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467" name="Rectangle 466">
            <a:extLst>
              <a:ext uri="{FF2B5EF4-FFF2-40B4-BE49-F238E27FC236}">
                <a16:creationId xmlns:a16="http://schemas.microsoft.com/office/drawing/2014/main" id="{DEB39028-A0FC-398C-BA14-3273500374D1}"/>
              </a:ext>
            </a:extLst>
          </p:cNvPr>
          <p:cNvSpPr>
            <a:spLocks noGrp="1"/>
          </p:cNvSpPr>
          <p:nvPr/>
        </p:nvSpPr>
        <p:spPr>
          <a:xfrm>
            <a:off x="2847975" y="946575"/>
            <a:ext cx="2581275" cy="457200"/>
          </a:xfrm>
          <a:prstGeom prst="rect">
            <a:avLst/>
          </a:prstGeom>
          <a:noFill/>
          <a:ln w="0">
            <a:noFill/>
            <a:prstDash val="solid"/>
          </a:ln>
        </p:spPr>
        <p:txBody>
          <a:bodyPr anchor="ctr"/>
          <a:lstStyle/>
          <a:p>
            <a:pPr algn="ctr">
              <a:defRPr sz="1350" b="1">
                <a:solidFill>
                  <a:srgbClr val="FFFFFF"/>
                </a:solidFill>
              </a:defRPr>
            </a:pPr>
            <a:r>
              <a:rPr sz="1400" b="1">
                <a:solidFill>
                  <a:srgbClr val="FFFFFF"/>
                </a:solidFill>
                <a:latin typeface="Aptos" panose="020B0004020202020204" pitchFamily="34" charset="0"/>
              </a:rPr>
              <a:t>DIAGNOSE</a:t>
            </a:r>
          </a:p>
        </p:txBody>
      </p:sp>
      <p:sp>
        <p:nvSpPr>
          <p:cNvPr id="468" name="Arrow: Chevron 467">
            <a:extLst>
              <a:ext uri="{FF2B5EF4-FFF2-40B4-BE49-F238E27FC236}">
                <a16:creationId xmlns:a16="http://schemas.microsoft.com/office/drawing/2014/main" id="{42858ABA-8A2C-529B-1CEE-B78B9D214980}"/>
              </a:ext>
            </a:extLst>
          </p:cNvPr>
          <p:cNvSpPr>
            <a:spLocks noGrp="1"/>
          </p:cNvSpPr>
          <p:nvPr/>
        </p:nvSpPr>
        <p:spPr>
          <a:xfrm>
            <a:off x="5867400" y="946575"/>
            <a:ext cx="2819400" cy="457200"/>
          </a:xfrm>
          <a:prstGeom prst="chevron">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469" name="Rectangle 468">
            <a:extLst>
              <a:ext uri="{FF2B5EF4-FFF2-40B4-BE49-F238E27FC236}">
                <a16:creationId xmlns:a16="http://schemas.microsoft.com/office/drawing/2014/main" id="{A4B39295-E609-596B-1073-D826E57562A7}"/>
              </a:ext>
            </a:extLst>
          </p:cNvPr>
          <p:cNvSpPr>
            <a:spLocks noGrp="1"/>
          </p:cNvSpPr>
          <p:nvPr/>
        </p:nvSpPr>
        <p:spPr>
          <a:xfrm>
            <a:off x="5915025" y="946575"/>
            <a:ext cx="2581275" cy="457200"/>
          </a:xfrm>
          <a:prstGeom prst="rect">
            <a:avLst/>
          </a:prstGeom>
          <a:noFill/>
          <a:ln w="0">
            <a:noFill/>
            <a:prstDash val="solid"/>
          </a:ln>
        </p:spPr>
        <p:txBody>
          <a:bodyPr anchor="ctr"/>
          <a:lstStyle/>
          <a:p>
            <a:pPr algn="ctr">
              <a:defRPr sz="1350" b="1">
                <a:solidFill>
                  <a:srgbClr val="FFFFFF"/>
                </a:solidFill>
              </a:defRPr>
            </a:pPr>
            <a:r>
              <a:rPr lang="en-US" sz="1400" b="1">
                <a:solidFill>
                  <a:srgbClr val="FFFFFF"/>
                </a:solidFill>
                <a:latin typeface="Aptos" panose="020B0004020202020204" pitchFamily="34" charset="0"/>
              </a:rPr>
              <a:t>DESIGN</a:t>
            </a:r>
          </a:p>
        </p:txBody>
      </p:sp>
      <p:sp>
        <p:nvSpPr>
          <p:cNvPr id="470" name="Arrow: Chevron 469">
            <a:extLst>
              <a:ext uri="{FF2B5EF4-FFF2-40B4-BE49-F238E27FC236}">
                <a16:creationId xmlns:a16="http://schemas.microsoft.com/office/drawing/2014/main" id="{5D392518-542D-2178-D507-AD2C7D285BA9}"/>
              </a:ext>
            </a:extLst>
          </p:cNvPr>
          <p:cNvSpPr>
            <a:spLocks noGrp="1"/>
          </p:cNvSpPr>
          <p:nvPr/>
        </p:nvSpPr>
        <p:spPr>
          <a:xfrm>
            <a:off x="8934450" y="946575"/>
            <a:ext cx="2819400" cy="457200"/>
          </a:xfrm>
          <a:prstGeom prst="chevron">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471" name="Rectangle 470">
            <a:extLst>
              <a:ext uri="{FF2B5EF4-FFF2-40B4-BE49-F238E27FC236}">
                <a16:creationId xmlns:a16="http://schemas.microsoft.com/office/drawing/2014/main" id="{2FCF6DE1-FE91-1FDB-C400-1792D728F31D}"/>
              </a:ext>
            </a:extLst>
          </p:cNvPr>
          <p:cNvSpPr>
            <a:spLocks noGrp="1"/>
          </p:cNvSpPr>
          <p:nvPr/>
        </p:nvSpPr>
        <p:spPr>
          <a:xfrm>
            <a:off x="8982075" y="946575"/>
            <a:ext cx="2581275" cy="457200"/>
          </a:xfrm>
          <a:prstGeom prst="rect">
            <a:avLst/>
          </a:prstGeom>
          <a:noFill/>
          <a:ln w="0">
            <a:noFill/>
            <a:prstDash val="solid"/>
          </a:ln>
        </p:spPr>
        <p:txBody>
          <a:bodyPr anchor="ctr"/>
          <a:lstStyle/>
          <a:p>
            <a:pPr algn="ctr">
              <a:defRPr sz="1350" b="1">
                <a:solidFill>
                  <a:srgbClr val="FFFFFF"/>
                </a:solidFill>
              </a:defRPr>
            </a:pPr>
            <a:r>
              <a:rPr sz="1400" b="1">
                <a:solidFill>
                  <a:srgbClr val="FFFFFF"/>
                </a:solidFill>
                <a:latin typeface="Aptos" panose="020B0004020202020204" pitchFamily="34" charset="0"/>
              </a:rPr>
              <a:t>DELIVER</a:t>
            </a:r>
          </a:p>
        </p:txBody>
      </p:sp>
      <p:sp>
        <p:nvSpPr>
          <p:cNvPr id="472" name="diagnose-1">
            <a:extLst>
              <a:ext uri="{FF2B5EF4-FFF2-40B4-BE49-F238E27FC236}">
                <a16:creationId xmlns:a16="http://schemas.microsoft.com/office/drawing/2014/main" id="{886114B3-E215-8187-227C-D28B13AA6A39}"/>
              </a:ext>
            </a:extLst>
          </p:cNvPr>
          <p:cNvSpPr>
            <a:spLocks noGrp="1"/>
          </p:cNvSpPr>
          <p:nvPr/>
        </p:nvSpPr>
        <p:spPr>
          <a:xfrm>
            <a:off x="2800350" y="151807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473" name="Rectangle 472">
            <a:extLst>
              <a:ext uri="{FF2B5EF4-FFF2-40B4-BE49-F238E27FC236}">
                <a16:creationId xmlns:a16="http://schemas.microsoft.com/office/drawing/2014/main" id="{4DCFBFE5-07AF-03F3-B3DB-31B66F47E259}"/>
              </a:ext>
            </a:extLst>
          </p:cNvPr>
          <p:cNvSpPr>
            <a:spLocks noGrp="1"/>
          </p:cNvSpPr>
          <p:nvPr/>
        </p:nvSpPr>
        <p:spPr>
          <a:xfrm>
            <a:off x="2800350" y="1518075"/>
            <a:ext cx="66675" cy="742950"/>
          </a:xfrm>
          <a:prstGeom prst="rect">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474" name="Oval 473">
            <a:extLst>
              <a:ext uri="{FF2B5EF4-FFF2-40B4-BE49-F238E27FC236}">
                <a16:creationId xmlns:a16="http://schemas.microsoft.com/office/drawing/2014/main" id="{81EA7E1D-48BA-4DB0-77EC-E30E6E2C2473}"/>
              </a:ext>
            </a:extLst>
          </p:cNvPr>
          <p:cNvSpPr>
            <a:spLocks noGrp="1"/>
          </p:cNvSpPr>
          <p:nvPr/>
        </p:nvSpPr>
        <p:spPr>
          <a:xfrm>
            <a:off x="2952750" y="1708575"/>
            <a:ext cx="342900" cy="342900"/>
          </a:xfrm>
          <a:prstGeom prst="ellipse">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475" name="Rectangle 474">
            <a:extLst>
              <a:ext uri="{FF2B5EF4-FFF2-40B4-BE49-F238E27FC236}">
                <a16:creationId xmlns:a16="http://schemas.microsoft.com/office/drawing/2014/main" id="{E7ADFB8E-8212-AB02-544F-D69FBCD4091D}"/>
              </a:ext>
            </a:extLst>
          </p:cNvPr>
          <p:cNvSpPr>
            <a:spLocks noGrp="1"/>
          </p:cNvSpPr>
          <p:nvPr/>
        </p:nvSpPr>
        <p:spPr>
          <a:xfrm>
            <a:off x="2952750" y="170857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1</a:t>
            </a:r>
          </a:p>
        </p:txBody>
      </p:sp>
      <p:sp>
        <p:nvSpPr>
          <p:cNvPr id="476" name="Rectangle 475">
            <a:extLst>
              <a:ext uri="{FF2B5EF4-FFF2-40B4-BE49-F238E27FC236}">
                <a16:creationId xmlns:a16="http://schemas.microsoft.com/office/drawing/2014/main" id="{5587F5CD-8271-855E-C813-4B681725F2FB}"/>
              </a:ext>
            </a:extLst>
          </p:cNvPr>
          <p:cNvSpPr>
            <a:spLocks noGrp="1"/>
          </p:cNvSpPr>
          <p:nvPr/>
        </p:nvSpPr>
        <p:spPr>
          <a:xfrm>
            <a:off x="3409950" y="1594275"/>
            <a:ext cx="2095500" cy="590550"/>
          </a:xfrm>
          <a:prstGeom prst="rect">
            <a:avLst/>
          </a:prstGeom>
          <a:noFill/>
          <a:ln w="0">
            <a:noFill/>
            <a:prstDash val="solid"/>
          </a:ln>
        </p:spPr>
        <p:txBody>
          <a:bodyPr anchor="ctr"/>
          <a:lstStyle/>
          <a:p>
            <a:pPr>
              <a:defRPr sz="1050" b="0">
                <a:solidFill>
                  <a:srgbClr val="203744"/>
                </a:solidFill>
              </a:defRPr>
            </a:pPr>
            <a:r>
              <a:rPr sz="1200">
                <a:latin typeface="Aptos" panose="020B0004020202020204" pitchFamily="34" charset="0"/>
              </a:rPr>
              <a:t>Map revenue sources, </a:t>
            </a:r>
            <a:r>
              <a:rPr lang="en-US" sz="1200">
                <a:latin typeface="Aptos" panose="020B0004020202020204" pitchFamily="34" charset="0"/>
              </a:rPr>
              <a:t>charges</a:t>
            </a:r>
            <a:r>
              <a:rPr sz="1200">
                <a:latin typeface="Aptos" panose="020B0004020202020204" pitchFamily="34" charset="0"/>
              </a:rPr>
              <a:t>, </a:t>
            </a:r>
            <a:r>
              <a:rPr lang="en-US" sz="1200">
                <a:latin typeface="Aptos" panose="020B0004020202020204" pitchFamily="34" charset="0"/>
              </a:rPr>
              <a:t>collection etc. and disaggregated trend analysis</a:t>
            </a:r>
            <a:endParaRPr sz="1200">
              <a:latin typeface="Aptos" panose="020B0004020202020204" pitchFamily="34" charset="0"/>
            </a:endParaRPr>
          </a:p>
        </p:txBody>
      </p:sp>
      <p:sp>
        <p:nvSpPr>
          <p:cNvPr id="477" name="reform-1">
            <a:extLst>
              <a:ext uri="{FF2B5EF4-FFF2-40B4-BE49-F238E27FC236}">
                <a16:creationId xmlns:a16="http://schemas.microsoft.com/office/drawing/2014/main" id="{2120AB75-8081-9F89-AB52-ACE6D4A30F65}"/>
              </a:ext>
            </a:extLst>
          </p:cNvPr>
          <p:cNvSpPr>
            <a:spLocks noGrp="1"/>
          </p:cNvSpPr>
          <p:nvPr/>
        </p:nvSpPr>
        <p:spPr>
          <a:xfrm>
            <a:off x="5867400" y="151807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478" name="Rectangle 477">
            <a:extLst>
              <a:ext uri="{FF2B5EF4-FFF2-40B4-BE49-F238E27FC236}">
                <a16:creationId xmlns:a16="http://schemas.microsoft.com/office/drawing/2014/main" id="{8CA6832E-A8E1-7807-BECB-737419987488}"/>
              </a:ext>
            </a:extLst>
          </p:cNvPr>
          <p:cNvSpPr>
            <a:spLocks noGrp="1"/>
          </p:cNvSpPr>
          <p:nvPr/>
        </p:nvSpPr>
        <p:spPr>
          <a:xfrm>
            <a:off x="5867400" y="1518075"/>
            <a:ext cx="66675" cy="742950"/>
          </a:xfrm>
          <a:prstGeom prst="rect">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479" name="Oval 478">
            <a:extLst>
              <a:ext uri="{FF2B5EF4-FFF2-40B4-BE49-F238E27FC236}">
                <a16:creationId xmlns:a16="http://schemas.microsoft.com/office/drawing/2014/main" id="{4831F821-1445-2BB1-AA89-1AEE0999832B}"/>
              </a:ext>
            </a:extLst>
          </p:cNvPr>
          <p:cNvSpPr>
            <a:spLocks noGrp="1"/>
          </p:cNvSpPr>
          <p:nvPr/>
        </p:nvSpPr>
        <p:spPr>
          <a:xfrm>
            <a:off x="6019800" y="1708575"/>
            <a:ext cx="342900" cy="342900"/>
          </a:xfrm>
          <a:prstGeom prst="ellipse">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480" name="Rectangle 479">
            <a:extLst>
              <a:ext uri="{FF2B5EF4-FFF2-40B4-BE49-F238E27FC236}">
                <a16:creationId xmlns:a16="http://schemas.microsoft.com/office/drawing/2014/main" id="{A2A6ACA9-3668-8F80-DF6F-92674B00DA40}"/>
              </a:ext>
            </a:extLst>
          </p:cNvPr>
          <p:cNvSpPr>
            <a:spLocks noGrp="1"/>
          </p:cNvSpPr>
          <p:nvPr/>
        </p:nvSpPr>
        <p:spPr>
          <a:xfrm>
            <a:off x="6019800" y="170857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1</a:t>
            </a:r>
          </a:p>
        </p:txBody>
      </p:sp>
      <p:sp>
        <p:nvSpPr>
          <p:cNvPr id="481" name="Rectangle 480">
            <a:extLst>
              <a:ext uri="{FF2B5EF4-FFF2-40B4-BE49-F238E27FC236}">
                <a16:creationId xmlns:a16="http://schemas.microsoft.com/office/drawing/2014/main" id="{406F56EB-0785-E1AB-2AF8-0546B3F968EF}"/>
              </a:ext>
            </a:extLst>
          </p:cNvPr>
          <p:cNvSpPr>
            <a:spLocks noGrp="1"/>
          </p:cNvSpPr>
          <p:nvPr/>
        </p:nvSpPr>
        <p:spPr>
          <a:xfrm>
            <a:off x="6477000" y="1594275"/>
            <a:ext cx="2095500" cy="590550"/>
          </a:xfrm>
          <a:prstGeom prst="rect">
            <a:avLst/>
          </a:prstGeom>
          <a:noFill/>
          <a:ln w="0">
            <a:noFill/>
            <a:prstDash val="solid"/>
          </a:ln>
        </p:spPr>
        <p:txBody>
          <a:bodyPr anchor="ctr"/>
          <a:lstStyle/>
          <a:p>
            <a:pPr>
              <a:defRPr sz="1050" b="0">
                <a:solidFill>
                  <a:srgbClr val="203744"/>
                </a:solidFill>
              </a:defRPr>
            </a:pPr>
            <a:r>
              <a:rPr lang="en-US" sz="1200">
                <a:latin typeface="Aptos" panose="020B0004020202020204" pitchFamily="34" charset="0"/>
              </a:rPr>
              <a:t>Build forecasting models and set district baselines, targets, and timelines</a:t>
            </a:r>
          </a:p>
        </p:txBody>
      </p:sp>
      <p:sp>
        <p:nvSpPr>
          <p:cNvPr id="482" name="deliver-1">
            <a:extLst>
              <a:ext uri="{FF2B5EF4-FFF2-40B4-BE49-F238E27FC236}">
                <a16:creationId xmlns:a16="http://schemas.microsoft.com/office/drawing/2014/main" id="{F20D06CB-093B-D4F5-D81E-737AC673613F}"/>
              </a:ext>
            </a:extLst>
          </p:cNvPr>
          <p:cNvSpPr>
            <a:spLocks noGrp="1"/>
          </p:cNvSpPr>
          <p:nvPr/>
        </p:nvSpPr>
        <p:spPr>
          <a:xfrm>
            <a:off x="8934450" y="151807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483" name="Rectangle 482">
            <a:extLst>
              <a:ext uri="{FF2B5EF4-FFF2-40B4-BE49-F238E27FC236}">
                <a16:creationId xmlns:a16="http://schemas.microsoft.com/office/drawing/2014/main" id="{FE87450B-4D36-56A1-593C-00695829C2A6}"/>
              </a:ext>
            </a:extLst>
          </p:cNvPr>
          <p:cNvSpPr>
            <a:spLocks noGrp="1"/>
          </p:cNvSpPr>
          <p:nvPr/>
        </p:nvSpPr>
        <p:spPr>
          <a:xfrm>
            <a:off x="8934450" y="1518075"/>
            <a:ext cx="66675" cy="742950"/>
          </a:xfrm>
          <a:prstGeom prst="rect">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484" name="Oval 483">
            <a:extLst>
              <a:ext uri="{FF2B5EF4-FFF2-40B4-BE49-F238E27FC236}">
                <a16:creationId xmlns:a16="http://schemas.microsoft.com/office/drawing/2014/main" id="{60F347F6-E353-CAF1-024B-C0D85E1445AE}"/>
              </a:ext>
            </a:extLst>
          </p:cNvPr>
          <p:cNvSpPr>
            <a:spLocks noGrp="1"/>
          </p:cNvSpPr>
          <p:nvPr/>
        </p:nvSpPr>
        <p:spPr>
          <a:xfrm>
            <a:off x="9086850" y="1708575"/>
            <a:ext cx="342900" cy="342900"/>
          </a:xfrm>
          <a:prstGeom prst="ellipse">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485" name="Rectangle 484">
            <a:extLst>
              <a:ext uri="{FF2B5EF4-FFF2-40B4-BE49-F238E27FC236}">
                <a16:creationId xmlns:a16="http://schemas.microsoft.com/office/drawing/2014/main" id="{FBEE09D2-8F0F-A5B3-9CF4-D61DC065EAC5}"/>
              </a:ext>
            </a:extLst>
          </p:cNvPr>
          <p:cNvSpPr>
            <a:spLocks noGrp="1"/>
          </p:cNvSpPr>
          <p:nvPr/>
        </p:nvSpPr>
        <p:spPr>
          <a:xfrm>
            <a:off x="9086850" y="170857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1</a:t>
            </a:r>
          </a:p>
        </p:txBody>
      </p:sp>
      <p:sp>
        <p:nvSpPr>
          <p:cNvPr id="486" name="Rectangle 485">
            <a:extLst>
              <a:ext uri="{FF2B5EF4-FFF2-40B4-BE49-F238E27FC236}">
                <a16:creationId xmlns:a16="http://schemas.microsoft.com/office/drawing/2014/main" id="{64D6F3D9-76AA-D6A4-A918-753DF83F86EC}"/>
              </a:ext>
            </a:extLst>
          </p:cNvPr>
          <p:cNvSpPr>
            <a:spLocks noGrp="1"/>
          </p:cNvSpPr>
          <p:nvPr/>
        </p:nvSpPr>
        <p:spPr>
          <a:xfrm>
            <a:off x="9544050" y="1594275"/>
            <a:ext cx="2095500" cy="590550"/>
          </a:xfrm>
          <a:prstGeom prst="rect">
            <a:avLst/>
          </a:prstGeom>
          <a:noFill/>
          <a:ln w="0">
            <a:noFill/>
            <a:prstDash val="solid"/>
          </a:ln>
        </p:spPr>
        <p:txBody>
          <a:bodyPr anchor="ctr"/>
          <a:lstStyle/>
          <a:p>
            <a:pPr>
              <a:defRPr sz="1050" b="0">
                <a:solidFill>
                  <a:srgbClr val="203744"/>
                </a:solidFill>
              </a:defRPr>
            </a:pPr>
            <a:r>
              <a:rPr sz="1200" err="1">
                <a:latin typeface="Aptos" panose="020B0004020202020204" pitchFamily="34" charset="0"/>
              </a:rPr>
              <a:t>Operationalise</a:t>
            </a:r>
            <a:r>
              <a:rPr sz="1200">
                <a:latin typeface="Aptos" panose="020B0004020202020204" pitchFamily="34" charset="0"/>
              </a:rPr>
              <a:t> revenue collection and SASC</a:t>
            </a:r>
            <a:r>
              <a:rPr lang="en-US" sz="1200">
                <a:latin typeface="Aptos" panose="020B0004020202020204" pitchFamily="34" charset="0"/>
              </a:rPr>
              <a:t>I/ DILRMP </a:t>
            </a:r>
            <a:r>
              <a:rPr sz="1200">
                <a:latin typeface="Aptos" panose="020B0004020202020204" pitchFamily="34" charset="0"/>
              </a:rPr>
              <a:t>monitoring dashboards</a:t>
            </a:r>
          </a:p>
        </p:txBody>
      </p:sp>
      <p:sp>
        <p:nvSpPr>
          <p:cNvPr id="487" name="diagnose-2">
            <a:extLst>
              <a:ext uri="{FF2B5EF4-FFF2-40B4-BE49-F238E27FC236}">
                <a16:creationId xmlns:a16="http://schemas.microsoft.com/office/drawing/2014/main" id="{A320B6E5-C81A-7347-E8E2-23DEB16FC3B2}"/>
              </a:ext>
            </a:extLst>
          </p:cNvPr>
          <p:cNvSpPr>
            <a:spLocks noGrp="1"/>
          </p:cNvSpPr>
          <p:nvPr/>
        </p:nvSpPr>
        <p:spPr>
          <a:xfrm>
            <a:off x="2800350" y="238485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488" name="Rectangle 487">
            <a:extLst>
              <a:ext uri="{FF2B5EF4-FFF2-40B4-BE49-F238E27FC236}">
                <a16:creationId xmlns:a16="http://schemas.microsoft.com/office/drawing/2014/main" id="{82E4485B-6BB5-3CD3-B77E-DD4788EF037D}"/>
              </a:ext>
            </a:extLst>
          </p:cNvPr>
          <p:cNvSpPr>
            <a:spLocks noGrp="1"/>
          </p:cNvSpPr>
          <p:nvPr/>
        </p:nvSpPr>
        <p:spPr>
          <a:xfrm>
            <a:off x="2800350" y="2384850"/>
            <a:ext cx="66675" cy="742950"/>
          </a:xfrm>
          <a:prstGeom prst="rect">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489" name="Oval 488">
            <a:extLst>
              <a:ext uri="{FF2B5EF4-FFF2-40B4-BE49-F238E27FC236}">
                <a16:creationId xmlns:a16="http://schemas.microsoft.com/office/drawing/2014/main" id="{1E4F02DB-49BA-A412-DAFA-C774FEFED5C6}"/>
              </a:ext>
            </a:extLst>
          </p:cNvPr>
          <p:cNvSpPr>
            <a:spLocks noGrp="1"/>
          </p:cNvSpPr>
          <p:nvPr/>
        </p:nvSpPr>
        <p:spPr>
          <a:xfrm>
            <a:off x="2952750" y="2575350"/>
            <a:ext cx="342900" cy="342900"/>
          </a:xfrm>
          <a:prstGeom prst="ellipse">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490" name="Rectangle 489">
            <a:extLst>
              <a:ext uri="{FF2B5EF4-FFF2-40B4-BE49-F238E27FC236}">
                <a16:creationId xmlns:a16="http://schemas.microsoft.com/office/drawing/2014/main" id="{09852D78-8ED0-5FCC-373D-1B7E4E48156F}"/>
              </a:ext>
            </a:extLst>
          </p:cNvPr>
          <p:cNvSpPr>
            <a:spLocks noGrp="1"/>
          </p:cNvSpPr>
          <p:nvPr/>
        </p:nvSpPr>
        <p:spPr>
          <a:xfrm>
            <a:off x="2952750" y="257535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2</a:t>
            </a:r>
          </a:p>
        </p:txBody>
      </p:sp>
      <p:sp>
        <p:nvSpPr>
          <p:cNvPr id="491" name="Rectangle 490">
            <a:extLst>
              <a:ext uri="{FF2B5EF4-FFF2-40B4-BE49-F238E27FC236}">
                <a16:creationId xmlns:a16="http://schemas.microsoft.com/office/drawing/2014/main" id="{A647FD61-E526-ACB0-656E-F36B4739D610}"/>
              </a:ext>
            </a:extLst>
          </p:cNvPr>
          <p:cNvSpPr>
            <a:spLocks noGrp="1"/>
          </p:cNvSpPr>
          <p:nvPr/>
        </p:nvSpPr>
        <p:spPr>
          <a:xfrm>
            <a:off x="3409950" y="2461050"/>
            <a:ext cx="2095500" cy="590550"/>
          </a:xfrm>
          <a:prstGeom prst="rect">
            <a:avLst/>
          </a:prstGeom>
          <a:noFill/>
          <a:ln w="0">
            <a:noFill/>
            <a:prstDash val="solid"/>
          </a:ln>
        </p:spPr>
        <p:txBody>
          <a:bodyPr anchor="ctr"/>
          <a:lstStyle/>
          <a:p>
            <a:pPr>
              <a:defRPr sz="1050" b="0">
                <a:solidFill>
                  <a:srgbClr val="203744"/>
                </a:solidFill>
              </a:defRPr>
            </a:pPr>
            <a:r>
              <a:rPr lang="en-US" sz="1200">
                <a:latin typeface="Aptos" panose="020B0004020202020204" pitchFamily="34" charset="0"/>
              </a:rPr>
              <a:t>SASCI/DILRMP baseline assessment, performance and fund potential</a:t>
            </a:r>
          </a:p>
        </p:txBody>
      </p:sp>
      <p:sp>
        <p:nvSpPr>
          <p:cNvPr id="492" name="reform-2">
            <a:extLst>
              <a:ext uri="{FF2B5EF4-FFF2-40B4-BE49-F238E27FC236}">
                <a16:creationId xmlns:a16="http://schemas.microsoft.com/office/drawing/2014/main" id="{3EDD28F6-A84F-899E-AA5A-90F87CFF2DC4}"/>
              </a:ext>
            </a:extLst>
          </p:cNvPr>
          <p:cNvSpPr>
            <a:spLocks noGrp="1"/>
          </p:cNvSpPr>
          <p:nvPr/>
        </p:nvSpPr>
        <p:spPr>
          <a:xfrm>
            <a:off x="5867400" y="238485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493" name="Rectangle 492">
            <a:extLst>
              <a:ext uri="{FF2B5EF4-FFF2-40B4-BE49-F238E27FC236}">
                <a16:creationId xmlns:a16="http://schemas.microsoft.com/office/drawing/2014/main" id="{1504D0BE-5524-81BC-D383-384E87C68352}"/>
              </a:ext>
            </a:extLst>
          </p:cNvPr>
          <p:cNvSpPr>
            <a:spLocks noGrp="1"/>
          </p:cNvSpPr>
          <p:nvPr/>
        </p:nvSpPr>
        <p:spPr>
          <a:xfrm>
            <a:off x="5867400" y="2384850"/>
            <a:ext cx="66675" cy="742950"/>
          </a:xfrm>
          <a:prstGeom prst="rect">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494" name="Oval 493">
            <a:extLst>
              <a:ext uri="{FF2B5EF4-FFF2-40B4-BE49-F238E27FC236}">
                <a16:creationId xmlns:a16="http://schemas.microsoft.com/office/drawing/2014/main" id="{E953FC77-2F59-236E-2934-62BAB8F795D0}"/>
              </a:ext>
            </a:extLst>
          </p:cNvPr>
          <p:cNvSpPr>
            <a:spLocks noGrp="1"/>
          </p:cNvSpPr>
          <p:nvPr/>
        </p:nvSpPr>
        <p:spPr>
          <a:xfrm>
            <a:off x="6019800" y="2575350"/>
            <a:ext cx="342900" cy="342900"/>
          </a:xfrm>
          <a:prstGeom prst="ellipse">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495" name="Rectangle 494">
            <a:extLst>
              <a:ext uri="{FF2B5EF4-FFF2-40B4-BE49-F238E27FC236}">
                <a16:creationId xmlns:a16="http://schemas.microsoft.com/office/drawing/2014/main" id="{E44D3CB7-A52E-4137-BFEC-875E9E6059AE}"/>
              </a:ext>
            </a:extLst>
          </p:cNvPr>
          <p:cNvSpPr>
            <a:spLocks noGrp="1"/>
          </p:cNvSpPr>
          <p:nvPr/>
        </p:nvSpPr>
        <p:spPr>
          <a:xfrm>
            <a:off x="6019800" y="257535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2</a:t>
            </a:r>
          </a:p>
        </p:txBody>
      </p:sp>
      <p:sp>
        <p:nvSpPr>
          <p:cNvPr id="496" name="Rectangle 495">
            <a:extLst>
              <a:ext uri="{FF2B5EF4-FFF2-40B4-BE49-F238E27FC236}">
                <a16:creationId xmlns:a16="http://schemas.microsoft.com/office/drawing/2014/main" id="{3DC26D8C-DB32-B025-BC51-4AFD86E7ADE8}"/>
              </a:ext>
            </a:extLst>
          </p:cNvPr>
          <p:cNvSpPr>
            <a:spLocks noGrp="1"/>
          </p:cNvSpPr>
          <p:nvPr/>
        </p:nvSpPr>
        <p:spPr>
          <a:xfrm>
            <a:off x="6477000" y="2461050"/>
            <a:ext cx="2095500" cy="590550"/>
          </a:xfrm>
          <a:prstGeom prst="rect">
            <a:avLst/>
          </a:prstGeom>
          <a:noFill/>
          <a:ln w="0">
            <a:noFill/>
            <a:prstDash val="solid"/>
          </a:ln>
        </p:spPr>
        <p:txBody>
          <a:bodyPr anchor="ctr"/>
          <a:lstStyle/>
          <a:p>
            <a:pPr>
              <a:defRPr sz="1050" b="0">
                <a:solidFill>
                  <a:srgbClr val="203744"/>
                </a:solidFill>
              </a:defRPr>
            </a:pPr>
            <a:r>
              <a:rPr lang="en-US" sz="1200">
                <a:latin typeface="Aptos" panose="020B0004020202020204" pitchFamily="34" charset="0"/>
              </a:rPr>
              <a:t>Design procedural interventions for assessment, collection and recovery</a:t>
            </a:r>
          </a:p>
        </p:txBody>
      </p:sp>
      <p:sp>
        <p:nvSpPr>
          <p:cNvPr id="497" name="deliver-2">
            <a:extLst>
              <a:ext uri="{FF2B5EF4-FFF2-40B4-BE49-F238E27FC236}">
                <a16:creationId xmlns:a16="http://schemas.microsoft.com/office/drawing/2014/main" id="{0970DE0F-893B-C3DF-69CF-8C349ECE74B1}"/>
              </a:ext>
            </a:extLst>
          </p:cNvPr>
          <p:cNvSpPr>
            <a:spLocks noGrp="1"/>
          </p:cNvSpPr>
          <p:nvPr/>
        </p:nvSpPr>
        <p:spPr>
          <a:xfrm>
            <a:off x="8934450" y="238485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498" name="Rectangle 497">
            <a:extLst>
              <a:ext uri="{FF2B5EF4-FFF2-40B4-BE49-F238E27FC236}">
                <a16:creationId xmlns:a16="http://schemas.microsoft.com/office/drawing/2014/main" id="{7BC052D4-1938-7B03-E2A5-692EFEBEB851}"/>
              </a:ext>
            </a:extLst>
          </p:cNvPr>
          <p:cNvSpPr>
            <a:spLocks noGrp="1"/>
          </p:cNvSpPr>
          <p:nvPr/>
        </p:nvSpPr>
        <p:spPr>
          <a:xfrm>
            <a:off x="8934450" y="2384850"/>
            <a:ext cx="66675" cy="742950"/>
          </a:xfrm>
          <a:prstGeom prst="rect">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499" name="Oval 498">
            <a:extLst>
              <a:ext uri="{FF2B5EF4-FFF2-40B4-BE49-F238E27FC236}">
                <a16:creationId xmlns:a16="http://schemas.microsoft.com/office/drawing/2014/main" id="{141B5926-9E55-569B-091B-D1B04D1EB6D4}"/>
              </a:ext>
            </a:extLst>
          </p:cNvPr>
          <p:cNvSpPr>
            <a:spLocks noGrp="1"/>
          </p:cNvSpPr>
          <p:nvPr/>
        </p:nvSpPr>
        <p:spPr>
          <a:xfrm>
            <a:off x="9086850" y="2575350"/>
            <a:ext cx="342900" cy="342900"/>
          </a:xfrm>
          <a:prstGeom prst="ellipse">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00" name="Rectangle 499">
            <a:extLst>
              <a:ext uri="{FF2B5EF4-FFF2-40B4-BE49-F238E27FC236}">
                <a16:creationId xmlns:a16="http://schemas.microsoft.com/office/drawing/2014/main" id="{CB3C6171-41E6-E34F-ABAA-DCA103D46727}"/>
              </a:ext>
            </a:extLst>
          </p:cNvPr>
          <p:cNvSpPr>
            <a:spLocks noGrp="1"/>
          </p:cNvSpPr>
          <p:nvPr/>
        </p:nvSpPr>
        <p:spPr>
          <a:xfrm>
            <a:off x="9086850" y="257535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2</a:t>
            </a:r>
          </a:p>
        </p:txBody>
      </p:sp>
      <p:sp>
        <p:nvSpPr>
          <p:cNvPr id="501" name="Rectangle 500">
            <a:extLst>
              <a:ext uri="{FF2B5EF4-FFF2-40B4-BE49-F238E27FC236}">
                <a16:creationId xmlns:a16="http://schemas.microsoft.com/office/drawing/2014/main" id="{8292BC09-E03B-5E0E-B6F3-772F550CC46F}"/>
              </a:ext>
            </a:extLst>
          </p:cNvPr>
          <p:cNvSpPr>
            <a:spLocks noGrp="1"/>
          </p:cNvSpPr>
          <p:nvPr/>
        </p:nvSpPr>
        <p:spPr>
          <a:xfrm>
            <a:off x="9544050" y="2461050"/>
            <a:ext cx="2095500" cy="590550"/>
          </a:xfrm>
          <a:prstGeom prst="rect">
            <a:avLst/>
          </a:prstGeom>
          <a:noFill/>
          <a:ln w="0">
            <a:noFill/>
            <a:prstDash val="solid"/>
          </a:ln>
        </p:spPr>
        <p:txBody>
          <a:bodyPr anchor="ctr"/>
          <a:lstStyle/>
          <a:p>
            <a:pPr>
              <a:defRPr sz="1050" b="0">
                <a:solidFill>
                  <a:srgbClr val="203744"/>
                </a:solidFill>
              </a:defRPr>
            </a:pPr>
            <a:r>
              <a:rPr sz="1200">
                <a:latin typeface="Aptos" panose="020B0004020202020204" pitchFamily="34" charset="0"/>
              </a:rPr>
              <a:t>Continuously identify and track revenue-enhancement cases and collections</a:t>
            </a:r>
          </a:p>
        </p:txBody>
      </p:sp>
      <p:sp>
        <p:nvSpPr>
          <p:cNvPr id="502" name="diagnose-3">
            <a:extLst>
              <a:ext uri="{FF2B5EF4-FFF2-40B4-BE49-F238E27FC236}">
                <a16:creationId xmlns:a16="http://schemas.microsoft.com/office/drawing/2014/main" id="{498371D0-7CB2-2B19-7F80-69E980EB20BF}"/>
              </a:ext>
            </a:extLst>
          </p:cNvPr>
          <p:cNvSpPr>
            <a:spLocks noGrp="1"/>
          </p:cNvSpPr>
          <p:nvPr/>
        </p:nvSpPr>
        <p:spPr>
          <a:xfrm>
            <a:off x="2800350" y="325162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03" name="Rectangle 502">
            <a:extLst>
              <a:ext uri="{FF2B5EF4-FFF2-40B4-BE49-F238E27FC236}">
                <a16:creationId xmlns:a16="http://schemas.microsoft.com/office/drawing/2014/main" id="{C06AF725-F136-C32B-BF6C-B8153F41580D}"/>
              </a:ext>
            </a:extLst>
          </p:cNvPr>
          <p:cNvSpPr>
            <a:spLocks noGrp="1"/>
          </p:cNvSpPr>
          <p:nvPr/>
        </p:nvSpPr>
        <p:spPr>
          <a:xfrm>
            <a:off x="2800350" y="3251625"/>
            <a:ext cx="66675" cy="742950"/>
          </a:xfrm>
          <a:prstGeom prst="rect">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504" name="Oval 503">
            <a:extLst>
              <a:ext uri="{FF2B5EF4-FFF2-40B4-BE49-F238E27FC236}">
                <a16:creationId xmlns:a16="http://schemas.microsoft.com/office/drawing/2014/main" id="{A8733A19-7628-8206-DE10-60EBB7634355}"/>
              </a:ext>
            </a:extLst>
          </p:cNvPr>
          <p:cNvSpPr>
            <a:spLocks noGrp="1"/>
          </p:cNvSpPr>
          <p:nvPr/>
        </p:nvSpPr>
        <p:spPr>
          <a:xfrm>
            <a:off x="2952750" y="3442125"/>
            <a:ext cx="342900" cy="342900"/>
          </a:xfrm>
          <a:prstGeom prst="ellipse">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505" name="Rectangle 504">
            <a:extLst>
              <a:ext uri="{FF2B5EF4-FFF2-40B4-BE49-F238E27FC236}">
                <a16:creationId xmlns:a16="http://schemas.microsoft.com/office/drawing/2014/main" id="{7501BBD8-97D8-5F5F-303F-5057DCDF4758}"/>
              </a:ext>
            </a:extLst>
          </p:cNvPr>
          <p:cNvSpPr>
            <a:spLocks noGrp="1"/>
          </p:cNvSpPr>
          <p:nvPr/>
        </p:nvSpPr>
        <p:spPr>
          <a:xfrm>
            <a:off x="2952750" y="344212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3</a:t>
            </a:r>
          </a:p>
        </p:txBody>
      </p:sp>
      <p:sp>
        <p:nvSpPr>
          <p:cNvPr id="506" name="Rectangle 505">
            <a:extLst>
              <a:ext uri="{FF2B5EF4-FFF2-40B4-BE49-F238E27FC236}">
                <a16:creationId xmlns:a16="http://schemas.microsoft.com/office/drawing/2014/main" id="{D8FF63E3-529F-ED14-8A85-A753E87F8AEE}"/>
              </a:ext>
            </a:extLst>
          </p:cNvPr>
          <p:cNvSpPr>
            <a:spLocks noGrp="1"/>
          </p:cNvSpPr>
          <p:nvPr/>
        </p:nvSpPr>
        <p:spPr>
          <a:xfrm>
            <a:off x="3409950" y="3327825"/>
            <a:ext cx="2095500" cy="590550"/>
          </a:xfrm>
          <a:prstGeom prst="rect">
            <a:avLst/>
          </a:prstGeom>
          <a:noFill/>
          <a:ln w="0">
            <a:noFill/>
            <a:prstDash val="solid"/>
          </a:ln>
        </p:spPr>
        <p:txBody>
          <a:bodyPr anchor="ctr"/>
          <a:lstStyle/>
          <a:p>
            <a:pPr>
              <a:defRPr sz="1050" b="0">
                <a:solidFill>
                  <a:srgbClr val="203744"/>
                </a:solidFill>
              </a:defRPr>
            </a:pPr>
            <a:r>
              <a:rPr sz="1200">
                <a:latin typeface="Aptos" panose="020B0004020202020204" pitchFamily="34" charset="0"/>
              </a:rPr>
              <a:t>Benchmark fee structures, collection mechanisms and performance across comparable states</a:t>
            </a:r>
          </a:p>
        </p:txBody>
      </p:sp>
      <p:sp>
        <p:nvSpPr>
          <p:cNvPr id="507" name="reform-3">
            <a:extLst>
              <a:ext uri="{FF2B5EF4-FFF2-40B4-BE49-F238E27FC236}">
                <a16:creationId xmlns:a16="http://schemas.microsoft.com/office/drawing/2014/main" id="{3CC9992A-2BA1-684B-1AF7-96839089D42F}"/>
              </a:ext>
            </a:extLst>
          </p:cNvPr>
          <p:cNvSpPr>
            <a:spLocks noGrp="1"/>
          </p:cNvSpPr>
          <p:nvPr/>
        </p:nvSpPr>
        <p:spPr>
          <a:xfrm>
            <a:off x="5867400" y="325162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08" name="Rectangle 507">
            <a:extLst>
              <a:ext uri="{FF2B5EF4-FFF2-40B4-BE49-F238E27FC236}">
                <a16:creationId xmlns:a16="http://schemas.microsoft.com/office/drawing/2014/main" id="{CD424E18-192E-F684-35DD-31E2BEB8553E}"/>
              </a:ext>
            </a:extLst>
          </p:cNvPr>
          <p:cNvSpPr>
            <a:spLocks noGrp="1"/>
          </p:cNvSpPr>
          <p:nvPr/>
        </p:nvSpPr>
        <p:spPr>
          <a:xfrm>
            <a:off x="5867400" y="3251625"/>
            <a:ext cx="66675" cy="742950"/>
          </a:xfrm>
          <a:prstGeom prst="rect">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509" name="Oval 508">
            <a:extLst>
              <a:ext uri="{FF2B5EF4-FFF2-40B4-BE49-F238E27FC236}">
                <a16:creationId xmlns:a16="http://schemas.microsoft.com/office/drawing/2014/main" id="{5A273F24-3EE6-5BE9-6FFF-B3FC8A9A6592}"/>
              </a:ext>
            </a:extLst>
          </p:cNvPr>
          <p:cNvSpPr>
            <a:spLocks noGrp="1"/>
          </p:cNvSpPr>
          <p:nvPr/>
        </p:nvSpPr>
        <p:spPr>
          <a:xfrm>
            <a:off x="6019800" y="3442125"/>
            <a:ext cx="342900" cy="342900"/>
          </a:xfrm>
          <a:prstGeom prst="ellipse">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510" name="Rectangle 509">
            <a:extLst>
              <a:ext uri="{FF2B5EF4-FFF2-40B4-BE49-F238E27FC236}">
                <a16:creationId xmlns:a16="http://schemas.microsoft.com/office/drawing/2014/main" id="{EE0885F2-2A9B-B950-E286-116DA6B705C0}"/>
              </a:ext>
            </a:extLst>
          </p:cNvPr>
          <p:cNvSpPr>
            <a:spLocks noGrp="1"/>
          </p:cNvSpPr>
          <p:nvPr/>
        </p:nvSpPr>
        <p:spPr>
          <a:xfrm>
            <a:off x="6019800" y="344212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3</a:t>
            </a:r>
          </a:p>
        </p:txBody>
      </p:sp>
      <p:sp>
        <p:nvSpPr>
          <p:cNvPr id="511" name="Rectangle 510">
            <a:extLst>
              <a:ext uri="{FF2B5EF4-FFF2-40B4-BE49-F238E27FC236}">
                <a16:creationId xmlns:a16="http://schemas.microsoft.com/office/drawing/2014/main" id="{8AC93BE8-4ACC-BD17-4D5E-4678BF41CC5B}"/>
              </a:ext>
            </a:extLst>
          </p:cNvPr>
          <p:cNvSpPr>
            <a:spLocks noGrp="1"/>
          </p:cNvSpPr>
          <p:nvPr/>
        </p:nvSpPr>
        <p:spPr>
          <a:xfrm>
            <a:off x="6477000" y="3327825"/>
            <a:ext cx="2095500" cy="590550"/>
          </a:xfrm>
          <a:prstGeom prst="rect">
            <a:avLst/>
          </a:prstGeom>
          <a:noFill/>
          <a:ln w="0">
            <a:noFill/>
            <a:prstDash val="solid"/>
          </a:ln>
        </p:spPr>
        <p:txBody>
          <a:bodyPr anchor="ctr"/>
          <a:lstStyle/>
          <a:p>
            <a:pPr>
              <a:defRPr sz="1050" b="0">
                <a:solidFill>
                  <a:srgbClr val="203744"/>
                </a:solidFill>
              </a:defRPr>
            </a:pPr>
            <a:r>
              <a:rPr lang="en-US" sz="1200">
                <a:latin typeface="Aptos" panose="020B0004020202020204" pitchFamily="34" charset="0"/>
              </a:rPr>
              <a:t>Define dashboard KPIs, reports and SASCI/DILRMP milestone framework</a:t>
            </a:r>
          </a:p>
        </p:txBody>
      </p:sp>
      <p:sp>
        <p:nvSpPr>
          <p:cNvPr id="512" name="deliver-3">
            <a:extLst>
              <a:ext uri="{FF2B5EF4-FFF2-40B4-BE49-F238E27FC236}">
                <a16:creationId xmlns:a16="http://schemas.microsoft.com/office/drawing/2014/main" id="{F5B71A31-248D-EB36-16A0-2E953AF01280}"/>
              </a:ext>
            </a:extLst>
          </p:cNvPr>
          <p:cNvSpPr>
            <a:spLocks noGrp="1"/>
          </p:cNvSpPr>
          <p:nvPr/>
        </p:nvSpPr>
        <p:spPr>
          <a:xfrm>
            <a:off x="8934450" y="325162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13" name="Rectangle 512">
            <a:extLst>
              <a:ext uri="{FF2B5EF4-FFF2-40B4-BE49-F238E27FC236}">
                <a16:creationId xmlns:a16="http://schemas.microsoft.com/office/drawing/2014/main" id="{506CF2C2-3974-CAF2-FD9B-4406A2B3AEEE}"/>
              </a:ext>
            </a:extLst>
          </p:cNvPr>
          <p:cNvSpPr>
            <a:spLocks noGrp="1"/>
          </p:cNvSpPr>
          <p:nvPr/>
        </p:nvSpPr>
        <p:spPr>
          <a:xfrm>
            <a:off x="8934450" y="3251625"/>
            <a:ext cx="66675" cy="742950"/>
          </a:xfrm>
          <a:prstGeom prst="rect">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14" name="Oval 513">
            <a:extLst>
              <a:ext uri="{FF2B5EF4-FFF2-40B4-BE49-F238E27FC236}">
                <a16:creationId xmlns:a16="http://schemas.microsoft.com/office/drawing/2014/main" id="{5A84DE0E-76E9-D6F4-3173-042161C1D893}"/>
              </a:ext>
            </a:extLst>
          </p:cNvPr>
          <p:cNvSpPr>
            <a:spLocks noGrp="1"/>
          </p:cNvSpPr>
          <p:nvPr/>
        </p:nvSpPr>
        <p:spPr>
          <a:xfrm>
            <a:off x="9086850" y="3442125"/>
            <a:ext cx="342900" cy="342900"/>
          </a:xfrm>
          <a:prstGeom prst="ellipse">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15" name="Rectangle 514">
            <a:extLst>
              <a:ext uri="{FF2B5EF4-FFF2-40B4-BE49-F238E27FC236}">
                <a16:creationId xmlns:a16="http://schemas.microsoft.com/office/drawing/2014/main" id="{487D59DD-01B7-5008-4F6B-0D826D60046B}"/>
              </a:ext>
            </a:extLst>
          </p:cNvPr>
          <p:cNvSpPr>
            <a:spLocks noGrp="1"/>
          </p:cNvSpPr>
          <p:nvPr/>
        </p:nvSpPr>
        <p:spPr>
          <a:xfrm>
            <a:off x="9086850" y="344212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3</a:t>
            </a:r>
          </a:p>
        </p:txBody>
      </p:sp>
      <p:sp>
        <p:nvSpPr>
          <p:cNvPr id="516" name="Rectangle 515">
            <a:extLst>
              <a:ext uri="{FF2B5EF4-FFF2-40B4-BE49-F238E27FC236}">
                <a16:creationId xmlns:a16="http://schemas.microsoft.com/office/drawing/2014/main" id="{8953FE47-C7C1-7E09-6EE5-281AB1A98865}"/>
              </a:ext>
            </a:extLst>
          </p:cNvPr>
          <p:cNvSpPr>
            <a:spLocks noGrp="1"/>
          </p:cNvSpPr>
          <p:nvPr/>
        </p:nvSpPr>
        <p:spPr>
          <a:xfrm>
            <a:off x="9544050" y="3327825"/>
            <a:ext cx="2095500" cy="590550"/>
          </a:xfrm>
          <a:prstGeom prst="rect">
            <a:avLst/>
          </a:prstGeom>
          <a:noFill/>
          <a:ln w="0">
            <a:noFill/>
            <a:prstDash val="solid"/>
          </a:ln>
        </p:spPr>
        <p:txBody>
          <a:bodyPr anchor="ctr"/>
          <a:lstStyle/>
          <a:p>
            <a:pPr>
              <a:defRPr sz="1050" b="0">
                <a:solidFill>
                  <a:srgbClr val="203744"/>
                </a:solidFill>
              </a:defRPr>
            </a:pPr>
            <a:r>
              <a:rPr sz="1200">
                <a:latin typeface="Aptos" panose="020B0004020202020204" pitchFamily="34" charset="0"/>
              </a:rPr>
              <a:t>Prepare quarterly revenue analysis and performance reports for HQ</a:t>
            </a:r>
          </a:p>
        </p:txBody>
      </p:sp>
      <p:sp>
        <p:nvSpPr>
          <p:cNvPr id="520" name="Rectangle 519">
            <a:extLst>
              <a:ext uri="{FF2B5EF4-FFF2-40B4-BE49-F238E27FC236}">
                <a16:creationId xmlns:a16="http://schemas.microsoft.com/office/drawing/2014/main" id="{20002F3B-8034-FDD9-23E3-735AB076B2C7}"/>
              </a:ext>
            </a:extLst>
          </p:cNvPr>
          <p:cNvSpPr>
            <a:spLocks noGrp="1"/>
          </p:cNvSpPr>
          <p:nvPr/>
        </p:nvSpPr>
        <p:spPr>
          <a:xfrm>
            <a:off x="2952750" y="430890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4</a:t>
            </a:r>
          </a:p>
        </p:txBody>
      </p:sp>
      <p:sp>
        <p:nvSpPr>
          <p:cNvPr id="527" name="deliver-4">
            <a:extLst>
              <a:ext uri="{FF2B5EF4-FFF2-40B4-BE49-F238E27FC236}">
                <a16:creationId xmlns:a16="http://schemas.microsoft.com/office/drawing/2014/main" id="{B33D05CD-43CC-C8D6-3D06-A8272CD7F7E2}"/>
              </a:ext>
            </a:extLst>
          </p:cNvPr>
          <p:cNvSpPr>
            <a:spLocks noGrp="1"/>
          </p:cNvSpPr>
          <p:nvPr/>
        </p:nvSpPr>
        <p:spPr>
          <a:xfrm>
            <a:off x="8934450" y="411840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28" name="Rectangle 527">
            <a:extLst>
              <a:ext uri="{FF2B5EF4-FFF2-40B4-BE49-F238E27FC236}">
                <a16:creationId xmlns:a16="http://schemas.microsoft.com/office/drawing/2014/main" id="{A1AFD382-EF90-7B28-BC99-7D46740BCD1D}"/>
              </a:ext>
            </a:extLst>
          </p:cNvPr>
          <p:cNvSpPr>
            <a:spLocks noGrp="1"/>
          </p:cNvSpPr>
          <p:nvPr/>
        </p:nvSpPr>
        <p:spPr>
          <a:xfrm>
            <a:off x="8934450" y="4118400"/>
            <a:ext cx="66675" cy="742950"/>
          </a:xfrm>
          <a:prstGeom prst="rect">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29" name="Oval 528">
            <a:extLst>
              <a:ext uri="{FF2B5EF4-FFF2-40B4-BE49-F238E27FC236}">
                <a16:creationId xmlns:a16="http://schemas.microsoft.com/office/drawing/2014/main" id="{7588414B-6244-A32D-8DD0-33826DD716C0}"/>
              </a:ext>
            </a:extLst>
          </p:cNvPr>
          <p:cNvSpPr>
            <a:spLocks noGrp="1"/>
          </p:cNvSpPr>
          <p:nvPr/>
        </p:nvSpPr>
        <p:spPr>
          <a:xfrm>
            <a:off x="9086850" y="4308900"/>
            <a:ext cx="342900" cy="342900"/>
          </a:xfrm>
          <a:prstGeom prst="ellipse">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30" name="Rectangle 529">
            <a:extLst>
              <a:ext uri="{FF2B5EF4-FFF2-40B4-BE49-F238E27FC236}">
                <a16:creationId xmlns:a16="http://schemas.microsoft.com/office/drawing/2014/main" id="{3BA4BE6F-088D-50B2-B214-F1F687D1D243}"/>
              </a:ext>
            </a:extLst>
          </p:cNvPr>
          <p:cNvSpPr>
            <a:spLocks noGrp="1"/>
          </p:cNvSpPr>
          <p:nvPr/>
        </p:nvSpPr>
        <p:spPr>
          <a:xfrm>
            <a:off x="9086850" y="430890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4</a:t>
            </a:r>
          </a:p>
        </p:txBody>
      </p:sp>
      <p:sp>
        <p:nvSpPr>
          <p:cNvPr id="531" name="Rectangle 530">
            <a:extLst>
              <a:ext uri="{FF2B5EF4-FFF2-40B4-BE49-F238E27FC236}">
                <a16:creationId xmlns:a16="http://schemas.microsoft.com/office/drawing/2014/main" id="{E77F077A-877E-B86E-D97C-E7F35D51E041}"/>
              </a:ext>
            </a:extLst>
          </p:cNvPr>
          <p:cNvSpPr>
            <a:spLocks noGrp="1"/>
          </p:cNvSpPr>
          <p:nvPr/>
        </p:nvSpPr>
        <p:spPr>
          <a:xfrm>
            <a:off x="9544050" y="4194600"/>
            <a:ext cx="2095500" cy="590550"/>
          </a:xfrm>
          <a:prstGeom prst="rect">
            <a:avLst/>
          </a:prstGeom>
          <a:noFill/>
          <a:ln w="0">
            <a:noFill/>
            <a:prstDash val="solid"/>
          </a:ln>
        </p:spPr>
        <p:txBody>
          <a:bodyPr anchor="ctr"/>
          <a:lstStyle/>
          <a:p>
            <a:pPr>
              <a:defRPr sz="1050" b="0">
                <a:solidFill>
                  <a:srgbClr val="203744"/>
                </a:solidFill>
              </a:defRPr>
            </a:pPr>
            <a:r>
              <a:rPr sz="1200">
                <a:latin typeface="Aptos" panose="020B0004020202020204" pitchFamily="34" charset="0"/>
              </a:rPr>
              <a:t>Review field performance and recalibrate targets and interventions</a:t>
            </a:r>
          </a:p>
        </p:txBody>
      </p:sp>
      <p:sp>
        <p:nvSpPr>
          <p:cNvPr id="532" name="Rectangle 531">
            <a:extLst>
              <a:ext uri="{FF2B5EF4-FFF2-40B4-BE49-F238E27FC236}">
                <a16:creationId xmlns:a16="http://schemas.microsoft.com/office/drawing/2014/main" id="{1776CC27-4976-C2C2-F9DC-C5C6388C5439}"/>
              </a:ext>
            </a:extLst>
          </p:cNvPr>
          <p:cNvSpPr>
            <a:spLocks noGrp="1"/>
          </p:cNvSpPr>
          <p:nvPr/>
        </p:nvSpPr>
        <p:spPr>
          <a:xfrm>
            <a:off x="2800350" y="4975650"/>
            <a:ext cx="2095500" cy="190500"/>
          </a:xfrm>
          <a:prstGeom prst="rect">
            <a:avLst/>
          </a:prstGeom>
          <a:noFill/>
          <a:ln w="0">
            <a:noFill/>
            <a:prstDash val="solid"/>
          </a:ln>
        </p:spPr>
        <p:txBody>
          <a:bodyPr anchor="ctr"/>
          <a:lstStyle/>
          <a:p>
            <a:pPr>
              <a:defRPr sz="975" b="1">
                <a:solidFill>
                  <a:srgbClr val="203744"/>
                </a:solidFill>
              </a:defRPr>
            </a:pPr>
            <a:r>
              <a:rPr sz="1200" b="1">
                <a:solidFill>
                  <a:srgbClr val="203744"/>
                </a:solidFill>
                <a:latin typeface="Aptos" panose="020B0004020202020204" pitchFamily="34" charset="0"/>
              </a:rPr>
              <a:t>DELIVERABLES</a:t>
            </a:r>
          </a:p>
        </p:txBody>
      </p:sp>
      <p:sp>
        <p:nvSpPr>
          <p:cNvPr id="533" name="Rectangle 532">
            <a:extLst>
              <a:ext uri="{FF2B5EF4-FFF2-40B4-BE49-F238E27FC236}">
                <a16:creationId xmlns:a16="http://schemas.microsoft.com/office/drawing/2014/main" id="{EA2488E2-EC27-5FCF-C0F1-85062D87602E}"/>
              </a:ext>
            </a:extLst>
          </p:cNvPr>
          <p:cNvSpPr>
            <a:spLocks noGrp="1"/>
          </p:cNvSpPr>
          <p:nvPr/>
        </p:nvSpPr>
        <p:spPr>
          <a:xfrm>
            <a:off x="2818039" y="5257318"/>
            <a:ext cx="8953500" cy="19050"/>
          </a:xfrm>
          <a:prstGeom prst="rect">
            <a:avLst/>
          </a:prstGeom>
          <a:solidFill>
            <a:srgbClr val="203744"/>
          </a:solidFill>
          <a:ln w="0">
            <a:noFill/>
            <a:prstDash val="solid"/>
          </a:ln>
        </p:spPr>
        <p:txBody>
          <a:bodyPr/>
          <a:lstStyle/>
          <a:p>
            <a:endParaRPr lang="en-US" sz="1200">
              <a:solidFill>
                <a:prstClr val="black"/>
              </a:solidFill>
              <a:latin typeface="Aptos" panose="020B0004020202020204" pitchFamily="34" charset="0"/>
            </a:endParaRPr>
          </a:p>
        </p:txBody>
      </p:sp>
      <p:sp>
        <p:nvSpPr>
          <p:cNvPr id="534" name="deliverable-1">
            <a:extLst>
              <a:ext uri="{FF2B5EF4-FFF2-40B4-BE49-F238E27FC236}">
                <a16:creationId xmlns:a16="http://schemas.microsoft.com/office/drawing/2014/main" id="{D43AFA2D-C268-0DFF-5EBD-385F6BC6F851}"/>
              </a:ext>
            </a:extLst>
          </p:cNvPr>
          <p:cNvSpPr>
            <a:spLocks noGrp="1"/>
          </p:cNvSpPr>
          <p:nvPr/>
        </p:nvSpPr>
        <p:spPr>
          <a:xfrm>
            <a:off x="2800350" y="5385225"/>
            <a:ext cx="2819400" cy="990600"/>
          </a:xfrm>
          <a:prstGeom prst="roundRect">
            <a:avLst>
              <a:gd name="adj" fmla="val 12500"/>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35" name="Rectangle 534">
            <a:extLst>
              <a:ext uri="{FF2B5EF4-FFF2-40B4-BE49-F238E27FC236}">
                <a16:creationId xmlns:a16="http://schemas.microsoft.com/office/drawing/2014/main" id="{8E027EA9-7C2E-49DA-C269-FA783AA2DC6F}"/>
              </a:ext>
            </a:extLst>
          </p:cNvPr>
          <p:cNvSpPr>
            <a:spLocks noGrp="1"/>
          </p:cNvSpPr>
          <p:nvPr/>
        </p:nvSpPr>
        <p:spPr>
          <a:xfrm>
            <a:off x="2790825" y="5423325"/>
            <a:ext cx="57150" cy="914400"/>
          </a:xfrm>
          <a:prstGeom prst="rect">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536" name="Rectangle 535">
            <a:extLst>
              <a:ext uri="{FF2B5EF4-FFF2-40B4-BE49-F238E27FC236}">
                <a16:creationId xmlns:a16="http://schemas.microsoft.com/office/drawing/2014/main" id="{263DE861-A9BF-3EB1-8D90-77DC97C9F218}"/>
              </a:ext>
            </a:extLst>
          </p:cNvPr>
          <p:cNvSpPr>
            <a:spLocks noGrp="1"/>
          </p:cNvSpPr>
          <p:nvPr/>
        </p:nvSpPr>
        <p:spPr>
          <a:xfrm>
            <a:off x="2933700" y="5461425"/>
            <a:ext cx="2533650" cy="190500"/>
          </a:xfrm>
          <a:prstGeom prst="rect">
            <a:avLst/>
          </a:prstGeom>
          <a:noFill/>
          <a:ln w="0">
            <a:noFill/>
            <a:prstDash val="solid"/>
          </a:ln>
        </p:spPr>
        <p:txBody>
          <a:bodyPr anchor="ctr"/>
          <a:lstStyle/>
          <a:p>
            <a:pPr>
              <a:defRPr sz="975" b="1">
                <a:solidFill>
                  <a:srgbClr val="147DA6"/>
                </a:solidFill>
              </a:defRPr>
            </a:pPr>
            <a:r>
              <a:rPr sz="1200" b="1">
                <a:solidFill>
                  <a:srgbClr val="147DA6"/>
                </a:solidFill>
                <a:latin typeface="Aptos" panose="020B0004020202020204" pitchFamily="34" charset="0"/>
              </a:rPr>
              <a:t>T+6 weeks</a:t>
            </a:r>
          </a:p>
        </p:txBody>
      </p:sp>
      <p:sp>
        <p:nvSpPr>
          <p:cNvPr id="537" name="Rectangle 536">
            <a:extLst>
              <a:ext uri="{FF2B5EF4-FFF2-40B4-BE49-F238E27FC236}">
                <a16:creationId xmlns:a16="http://schemas.microsoft.com/office/drawing/2014/main" id="{D64A5304-6A0B-0515-6B7E-D7F828724C4A}"/>
              </a:ext>
            </a:extLst>
          </p:cNvPr>
          <p:cNvSpPr>
            <a:spLocks noGrp="1"/>
          </p:cNvSpPr>
          <p:nvPr/>
        </p:nvSpPr>
        <p:spPr>
          <a:xfrm>
            <a:off x="2943225" y="5756700"/>
            <a:ext cx="2533650" cy="571500"/>
          </a:xfrm>
          <a:prstGeom prst="rect">
            <a:avLst/>
          </a:prstGeom>
          <a:noFill/>
          <a:ln w="0">
            <a:noFill/>
            <a:prstDash val="solid"/>
          </a:ln>
        </p:spPr>
        <p:txBody>
          <a:bodyPr anchor="ctr"/>
          <a:lstStyle/>
          <a:p>
            <a:pPr>
              <a:defRPr sz="900" b="0">
                <a:solidFill>
                  <a:srgbClr val="203744"/>
                </a:solidFill>
              </a:defRPr>
            </a:pPr>
            <a:r>
              <a:rPr lang="en-US" sz="1200">
                <a:solidFill>
                  <a:srgbClr val="203744"/>
                </a:solidFill>
                <a:latin typeface="Aptos" panose="020B0004020202020204" pitchFamily="34" charset="0"/>
              </a:rPr>
              <a:t>Diagnostic Assessment Report on revenue enhancement, trends, potential gaps and good practices</a:t>
            </a:r>
            <a:endParaRPr sz="1200">
              <a:solidFill>
                <a:srgbClr val="203744"/>
              </a:solidFill>
              <a:latin typeface="Aptos" panose="020B0004020202020204" pitchFamily="34" charset="0"/>
            </a:endParaRPr>
          </a:p>
        </p:txBody>
      </p:sp>
      <p:sp>
        <p:nvSpPr>
          <p:cNvPr id="538" name="deliverable-2">
            <a:extLst>
              <a:ext uri="{FF2B5EF4-FFF2-40B4-BE49-F238E27FC236}">
                <a16:creationId xmlns:a16="http://schemas.microsoft.com/office/drawing/2014/main" id="{751434EC-D2E2-F840-F31C-07D74E5FF494}"/>
              </a:ext>
            </a:extLst>
          </p:cNvPr>
          <p:cNvSpPr>
            <a:spLocks noGrp="1"/>
          </p:cNvSpPr>
          <p:nvPr/>
        </p:nvSpPr>
        <p:spPr>
          <a:xfrm>
            <a:off x="5829300" y="5423325"/>
            <a:ext cx="2819400" cy="914400"/>
          </a:xfrm>
          <a:prstGeom prst="roundRect">
            <a:avLst>
              <a:gd name="adj" fmla="val 12500"/>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39" name="Rectangle 538">
            <a:extLst>
              <a:ext uri="{FF2B5EF4-FFF2-40B4-BE49-F238E27FC236}">
                <a16:creationId xmlns:a16="http://schemas.microsoft.com/office/drawing/2014/main" id="{4ED030C2-CD05-7C13-DED6-5E8BA4F807C3}"/>
              </a:ext>
            </a:extLst>
          </p:cNvPr>
          <p:cNvSpPr>
            <a:spLocks noGrp="1"/>
          </p:cNvSpPr>
          <p:nvPr/>
        </p:nvSpPr>
        <p:spPr>
          <a:xfrm>
            <a:off x="5829300" y="5423325"/>
            <a:ext cx="66675" cy="900000"/>
          </a:xfrm>
          <a:prstGeom prst="rect">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540" name="Rectangle 539">
            <a:extLst>
              <a:ext uri="{FF2B5EF4-FFF2-40B4-BE49-F238E27FC236}">
                <a16:creationId xmlns:a16="http://schemas.microsoft.com/office/drawing/2014/main" id="{323F64FC-0068-457E-0A3C-B38AB1391124}"/>
              </a:ext>
            </a:extLst>
          </p:cNvPr>
          <p:cNvSpPr>
            <a:spLocks noGrp="1"/>
          </p:cNvSpPr>
          <p:nvPr/>
        </p:nvSpPr>
        <p:spPr>
          <a:xfrm>
            <a:off x="6000750" y="5461425"/>
            <a:ext cx="2533650" cy="190500"/>
          </a:xfrm>
          <a:prstGeom prst="rect">
            <a:avLst/>
          </a:prstGeom>
          <a:noFill/>
          <a:ln w="0">
            <a:noFill/>
            <a:prstDash val="solid"/>
          </a:ln>
        </p:spPr>
        <p:txBody>
          <a:bodyPr anchor="ctr"/>
          <a:lstStyle/>
          <a:p>
            <a:pPr>
              <a:defRPr sz="975" b="1">
                <a:solidFill>
                  <a:srgbClr val="1C4D72"/>
                </a:solidFill>
              </a:defRPr>
            </a:pPr>
            <a:r>
              <a:rPr sz="1200" b="1">
                <a:solidFill>
                  <a:srgbClr val="1C4D72"/>
                </a:solidFill>
                <a:latin typeface="Aptos" panose="020B0004020202020204" pitchFamily="34" charset="0"/>
              </a:rPr>
              <a:t>T+12 weeks</a:t>
            </a:r>
          </a:p>
        </p:txBody>
      </p:sp>
      <p:sp>
        <p:nvSpPr>
          <p:cNvPr id="541" name="Rectangle 540">
            <a:extLst>
              <a:ext uri="{FF2B5EF4-FFF2-40B4-BE49-F238E27FC236}">
                <a16:creationId xmlns:a16="http://schemas.microsoft.com/office/drawing/2014/main" id="{64F45442-83D3-6ECE-9353-857F0412D50B}"/>
              </a:ext>
            </a:extLst>
          </p:cNvPr>
          <p:cNvSpPr>
            <a:spLocks noGrp="1"/>
          </p:cNvSpPr>
          <p:nvPr/>
        </p:nvSpPr>
        <p:spPr>
          <a:xfrm>
            <a:off x="6000750" y="5670975"/>
            <a:ext cx="2533650" cy="571500"/>
          </a:xfrm>
          <a:prstGeom prst="rect">
            <a:avLst/>
          </a:prstGeom>
          <a:noFill/>
          <a:ln w="0">
            <a:noFill/>
            <a:prstDash val="solid"/>
          </a:ln>
        </p:spPr>
        <p:txBody>
          <a:bodyPr anchor="ctr"/>
          <a:lstStyle/>
          <a:p>
            <a:pPr>
              <a:defRPr sz="900" b="0">
                <a:solidFill>
                  <a:srgbClr val="203744"/>
                </a:solidFill>
              </a:defRPr>
            </a:pPr>
            <a:r>
              <a:rPr lang="en-US" sz="1200">
                <a:solidFill>
                  <a:srgbClr val="203744"/>
                </a:solidFill>
                <a:latin typeface="Aptos" panose="020B0004020202020204" pitchFamily="34" charset="0"/>
              </a:rPr>
              <a:t>Dashboard for monitoring revenue collection and related indicators</a:t>
            </a:r>
            <a:endParaRPr sz="1200">
              <a:solidFill>
                <a:srgbClr val="203744"/>
              </a:solidFill>
              <a:latin typeface="Aptos" panose="020B0004020202020204" pitchFamily="34" charset="0"/>
            </a:endParaRPr>
          </a:p>
        </p:txBody>
      </p:sp>
      <p:sp>
        <p:nvSpPr>
          <p:cNvPr id="542" name="deliverable-3">
            <a:extLst>
              <a:ext uri="{FF2B5EF4-FFF2-40B4-BE49-F238E27FC236}">
                <a16:creationId xmlns:a16="http://schemas.microsoft.com/office/drawing/2014/main" id="{53D281A7-4094-C2CE-CCDA-1C87F9106829}"/>
              </a:ext>
            </a:extLst>
          </p:cNvPr>
          <p:cNvSpPr>
            <a:spLocks noGrp="1"/>
          </p:cNvSpPr>
          <p:nvPr/>
        </p:nvSpPr>
        <p:spPr>
          <a:xfrm>
            <a:off x="8896350" y="5423325"/>
            <a:ext cx="2819400" cy="990600"/>
          </a:xfrm>
          <a:prstGeom prst="roundRect">
            <a:avLst>
              <a:gd name="adj" fmla="val 12500"/>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43" name="Rectangle 542">
            <a:extLst>
              <a:ext uri="{FF2B5EF4-FFF2-40B4-BE49-F238E27FC236}">
                <a16:creationId xmlns:a16="http://schemas.microsoft.com/office/drawing/2014/main" id="{14DC2191-D67A-F402-B926-E1FB8B274F3E}"/>
              </a:ext>
            </a:extLst>
          </p:cNvPr>
          <p:cNvSpPr>
            <a:spLocks noGrp="1"/>
          </p:cNvSpPr>
          <p:nvPr/>
        </p:nvSpPr>
        <p:spPr>
          <a:xfrm>
            <a:off x="8896350" y="5423325"/>
            <a:ext cx="76200" cy="936000"/>
          </a:xfrm>
          <a:prstGeom prst="rect">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44" name="Rectangle 543">
            <a:extLst>
              <a:ext uri="{FF2B5EF4-FFF2-40B4-BE49-F238E27FC236}">
                <a16:creationId xmlns:a16="http://schemas.microsoft.com/office/drawing/2014/main" id="{AF7B2696-54E3-8EDD-83E7-1D50E5A0E478}"/>
              </a:ext>
            </a:extLst>
          </p:cNvPr>
          <p:cNvSpPr>
            <a:spLocks noGrp="1"/>
          </p:cNvSpPr>
          <p:nvPr/>
        </p:nvSpPr>
        <p:spPr>
          <a:xfrm>
            <a:off x="9067800" y="5461425"/>
            <a:ext cx="2533650" cy="190500"/>
          </a:xfrm>
          <a:prstGeom prst="rect">
            <a:avLst/>
          </a:prstGeom>
          <a:noFill/>
          <a:ln w="0">
            <a:noFill/>
            <a:prstDash val="solid"/>
          </a:ln>
        </p:spPr>
        <p:txBody>
          <a:bodyPr anchor="ctr"/>
          <a:lstStyle/>
          <a:p>
            <a:pPr>
              <a:defRPr sz="975" b="1">
                <a:solidFill>
                  <a:srgbClr val="6FAE24"/>
                </a:solidFill>
              </a:defRPr>
            </a:pPr>
            <a:r>
              <a:rPr sz="1200" b="1">
                <a:solidFill>
                  <a:srgbClr val="6FAE24"/>
                </a:solidFill>
                <a:latin typeface="Aptos" panose="020B0004020202020204" pitchFamily="34" charset="0"/>
              </a:rPr>
              <a:t>T+4 to T+48 weeks</a:t>
            </a:r>
          </a:p>
        </p:txBody>
      </p:sp>
      <p:sp>
        <p:nvSpPr>
          <p:cNvPr id="545" name="Rectangle 544">
            <a:extLst>
              <a:ext uri="{FF2B5EF4-FFF2-40B4-BE49-F238E27FC236}">
                <a16:creationId xmlns:a16="http://schemas.microsoft.com/office/drawing/2014/main" id="{35A83A80-5CF3-6364-3A5A-20F3D34A0CF5}"/>
              </a:ext>
            </a:extLst>
          </p:cNvPr>
          <p:cNvSpPr>
            <a:spLocks noGrp="1"/>
          </p:cNvSpPr>
          <p:nvPr/>
        </p:nvSpPr>
        <p:spPr>
          <a:xfrm>
            <a:off x="9029700" y="5861475"/>
            <a:ext cx="2533650" cy="285750"/>
          </a:xfrm>
          <a:prstGeom prst="rect">
            <a:avLst/>
          </a:prstGeom>
          <a:noFill/>
          <a:ln w="0">
            <a:noFill/>
            <a:prstDash val="solid"/>
          </a:ln>
        </p:spPr>
        <p:txBody>
          <a:bodyPr anchor="ctr"/>
          <a:lstStyle/>
          <a:p>
            <a:pPr>
              <a:defRPr sz="900" b="0">
                <a:solidFill>
                  <a:srgbClr val="203744"/>
                </a:solidFill>
              </a:defRPr>
            </a:pPr>
            <a:r>
              <a:rPr lang="en-US" sz="1200">
                <a:solidFill>
                  <a:srgbClr val="203744"/>
                </a:solidFill>
                <a:latin typeface="Aptos" panose="020B0004020202020204" pitchFamily="34" charset="0"/>
              </a:rPr>
              <a:t>Quarterly revenue analysis, identification of revenue cases and reporting to HQ</a:t>
            </a:r>
            <a:endParaRPr sz="1200">
              <a:solidFill>
                <a:srgbClr val="203744"/>
              </a:solidFill>
              <a:latin typeface="Aptos" panose="020B0004020202020204" pitchFamily="34" charset="0"/>
            </a:endParaRPr>
          </a:p>
        </p:txBody>
      </p:sp>
      <p:sp>
        <p:nvSpPr>
          <p:cNvPr id="4" name="Rectangle 3">
            <a:extLst>
              <a:ext uri="{FF2B5EF4-FFF2-40B4-BE49-F238E27FC236}">
                <a16:creationId xmlns:a16="http://schemas.microsoft.com/office/drawing/2014/main" id="{48F636E8-9BBF-7F28-2366-68F47BE41044}"/>
              </a:ext>
            </a:extLst>
          </p:cNvPr>
          <p:cNvSpPr>
            <a:spLocks noGrp="1"/>
          </p:cNvSpPr>
          <p:nvPr/>
        </p:nvSpPr>
        <p:spPr>
          <a:xfrm>
            <a:off x="533400" y="1628628"/>
            <a:ext cx="2019300" cy="3076785"/>
          </a:xfrm>
          <a:prstGeom prst="rect">
            <a:avLst/>
          </a:prstGeom>
          <a:noFill/>
          <a:ln w="0">
            <a:noFill/>
            <a:prstDash val="solid"/>
          </a:ln>
        </p:spPr>
        <p:txBody>
          <a:bodyPr anchor="ctr"/>
          <a:lstStyle/>
          <a:p>
            <a:pPr marL="171450" lvl="0" indent="-171450" fontAlgn="t">
              <a:spcAft>
                <a:spcPts val="1200"/>
              </a:spcAft>
              <a:buFont typeface="Arial" panose="020B0604020202020204" pitchFamily="34" charset="0"/>
              <a:buChar char="•"/>
            </a:pPr>
            <a:r>
              <a:rPr lang="en-US" sz="1400">
                <a:solidFill>
                  <a:schemeClr val="bg1"/>
                </a:solidFill>
                <a:latin typeface="Aptos" panose="020B0004020202020204" pitchFamily="34" charset="0"/>
              </a:rPr>
              <a:t>Land Tax</a:t>
            </a:r>
          </a:p>
          <a:p>
            <a:pPr marL="171450" lvl="0" indent="-171450" fontAlgn="t">
              <a:spcAft>
                <a:spcPts val="1200"/>
              </a:spcAft>
              <a:buFont typeface="Arial" panose="020B0604020202020204" pitchFamily="34" charset="0"/>
              <a:buChar char="•"/>
            </a:pPr>
            <a:r>
              <a:rPr lang="en-US" sz="1400">
                <a:solidFill>
                  <a:schemeClr val="bg1"/>
                </a:solidFill>
                <a:latin typeface="Aptos" panose="020B0004020202020204" pitchFamily="34" charset="0"/>
              </a:rPr>
              <a:t>Mutation</a:t>
            </a:r>
          </a:p>
          <a:p>
            <a:pPr marL="171450" lvl="0" indent="-171450" fontAlgn="t">
              <a:spcAft>
                <a:spcPts val="1200"/>
              </a:spcAft>
              <a:buFont typeface="Arial" panose="020B0604020202020204" pitchFamily="34" charset="0"/>
              <a:buChar char="•"/>
            </a:pPr>
            <a:r>
              <a:rPr lang="en-US" sz="1400">
                <a:solidFill>
                  <a:schemeClr val="bg1"/>
                </a:solidFill>
                <a:latin typeface="Aptos" panose="020B0004020202020204" pitchFamily="34" charset="0"/>
              </a:rPr>
              <a:t>Partition</a:t>
            </a:r>
          </a:p>
          <a:p>
            <a:pPr marL="171450" lvl="0" indent="-171450" fontAlgn="t">
              <a:spcAft>
                <a:spcPts val="1200"/>
              </a:spcAft>
              <a:buFont typeface="Arial" panose="020B0604020202020204" pitchFamily="34" charset="0"/>
              <a:buChar char="•"/>
            </a:pPr>
            <a:r>
              <a:rPr lang="en-US" sz="1400">
                <a:solidFill>
                  <a:schemeClr val="bg1"/>
                </a:solidFill>
                <a:latin typeface="Aptos" panose="020B0004020202020204" pitchFamily="34" charset="0"/>
              </a:rPr>
              <a:t>Conversion</a:t>
            </a:r>
          </a:p>
          <a:p>
            <a:pPr marL="171450" lvl="0" indent="-171450" fontAlgn="t">
              <a:spcAft>
                <a:spcPts val="1200"/>
              </a:spcAft>
              <a:buFont typeface="Arial" panose="020B0604020202020204" pitchFamily="34" charset="0"/>
              <a:buChar char="•"/>
            </a:pPr>
            <a:r>
              <a:rPr lang="en-US" sz="1400">
                <a:solidFill>
                  <a:schemeClr val="bg1"/>
                </a:solidFill>
                <a:latin typeface="Aptos" panose="020B0004020202020204" pitchFamily="34" charset="0"/>
              </a:rPr>
              <a:t>Settlement</a:t>
            </a:r>
          </a:p>
          <a:p>
            <a:pPr marL="171450" lvl="0" indent="-171450" fontAlgn="t">
              <a:spcAft>
                <a:spcPts val="1200"/>
              </a:spcAft>
              <a:buFont typeface="Arial" panose="020B0604020202020204" pitchFamily="34" charset="0"/>
              <a:buChar char="•"/>
            </a:pPr>
            <a:r>
              <a:rPr lang="en-US" sz="1400">
                <a:solidFill>
                  <a:schemeClr val="bg1"/>
                </a:solidFill>
                <a:latin typeface="Aptos" panose="020B0004020202020204" pitchFamily="34" charset="0"/>
              </a:rPr>
              <a:t>Certified copy of </a:t>
            </a:r>
            <a:r>
              <a:rPr lang="en-US" sz="1400" err="1">
                <a:solidFill>
                  <a:schemeClr val="bg1"/>
                </a:solidFill>
                <a:latin typeface="Aptos" panose="020B0004020202020204" pitchFamily="34" charset="0"/>
              </a:rPr>
              <a:t>RoR</a:t>
            </a:r>
            <a:endParaRPr lang="en-US" sz="1400">
              <a:solidFill>
                <a:schemeClr val="bg1"/>
              </a:solidFill>
              <a:latin typeface="Aptos" panose="020B0004020202020204" pitchFamily="34" charset="0"/>
            </a:endParaRPr>
          </a:p>
          <a:p>
            <a:pPr marL="171450" lvl="0" indent="-171450" fontAlgn="t">
              <a:spcAft>
                <a:spcPts val="1200"/>
              </a:spcAft>
              <a:buFont typeface="Arial" panose="020B0604020202020204" pitchFamily="34" charset="0"/>
              <a:buChar char="•"/>
            </a:pPr>
            <a:r>
              <a:rPr lang="en-US" sz="1400">
                <a:solidFill>
                  <a:schemeClr val="bg1"/>
                </a:solidFill>
                <a:latin typeface="Aptos" panose="020B0004020202020204" pitchFamily="34" charset="0"/>
              </a:rPr>
              <a:t>Demarcation</a:t>
            </a:r>
          </a:p>
          <a:p>
            <a:pPr>
              <a:spcAft>
                <a:spcPts val="1200"/>
              </a:spcAft>
            </a:pPr>
            <a:endParaRPr lang="en-IN" sz="1200"/>
          </a:p>
        </p:txBody>
      </p:sp>
      <mc:AlternateContent xmlns:mc="http://schemas.openxmlformats.org/markup-compatibility/2006">
        <mc:Choice xmlns:pslz="http://schemas.microsoft.com/office/powerpoint/2016/slidezoom" Requires="pslz">
          <p:graphicFrame>
            <p:nvGraphicFramePr>
              <p:cNvPr id="7" name="Slide Zoom 6">
                <a:extLst>
                  <a:ext uri="{FF2B5EF4-FFF2-40B4-BE49-F238E27FC236}">
                    <a16:creationId xmlns:a16="http://schemas.microsoft.com/office/drawing/2014/main" id="{D32E7D38-38F7-8A84-4BC8-CC286419BC4F}"/>
                  </a:ext>
                </a:extLst>
              </p:cNvPr>
              <p:cNvGraphicFramePr>
                <a:graphicFrameLocks noChangeAspect="1"/>
              </p:cNvGraphicFramePr>
              <p:nvPr>
                <p:extLst>
                  <p:ext uri="{D42A27DB-BD31-4B8C-83A1-F6EECF244321}">
                    <p14:modId xmlns:p14="http://schemas.microsoft.com/office/powerpoint/2010/main" val="3855179747"/>
                  </p:ext>
                </p:extLst>
              </p:nvPr>
            </p:nvGraphicFramePr>
            <p:xfrm>
              <a:off x="3512361" y="4099193"/>
              <a:ext cx="1440000" cy="810000"/>
            </p:xfrm>
            <a:graphic>
              <a:graphicData uri="http://schemas.microsoft.com/office/powerpoint/2016/slidezoom">
                <pslz:sldZm>
                  <pslz:sldZmObj sldId="2147483206" cId="3609292392">
                    <pslz:zmPr id="{290EEE72-08E5-4064-879B-C72FE7B0FBC9}" returnToParent="0" transitionDur="1000">
                      <p166:blipFill xmlns:p166="http://schemas.microsoft.com/office/powerpoint/2016/6/main">
                        <a:blip r:embed="rId3"/>
                        <a:stretch>
                          <a:fillRect/>
                        </a:stretch>
                      </p166:blipFill>
                      <p166:spPr xmlns:p166="http://schemas.microsoft.com/office/powerpoint/2016/6/main">
                        <a:xfrm>
                          <a:off x="0" y="0"/>
                          <a:ext cx="1440000" cy="810000"/>
                        </a:xfrm>
                        <a:prstGeom prst="rect">
                          <a:avLst/>
                        </a:prstGeom>
                        <a:ln w="3175">
                          <a:solidFill>
                            <a:prstClr val="ltGray"/>
                          </a:solidFill>
                        </a:ln>
                      </p166:spPr>
                    </pslz:zmPr>
                  </pslz:sldZmObj>
                </pslz:sldZm>
              </a:graphicData>
            </a:graphic>
          </p:graphicFrame>
        </mc:Choice>
        <mc:Fallback>
          <p:pic>
            <p:nvPicPr>
              <p:cNvPr id="7" name="Slide Zoom 6">
                <a:hlinkClick r:id="rId4" action="ppaction://hlinksldjump"/>
                <a:extLst>
                  <a:ext uri="{FF2B5EF4-FFF2-40B4-BE49-F238E27FC236}">
                    <a16:creationId xmlns:a16="http://schemas.microsoft.com/office/drawing/2014/main" id="{D32E7D38-38F7-8A84-4BC8-CC286419BC4F}"/>
                  </a:ext>
                </a:extLst>
              </p:cNvPr>
              <p:cNvPicPr>
                <a:picLocks noGrp="1" noRot="1" noChangeAspect="1" noMove="1" noResize="1" noEditPoints="1" noAdjustHandles="1" noChangeArrowheads="1" noChangeShapeType="1"/>
              </p:cNvPicPr>
              <p:nvPr/>
            </p:nvPicPr>
            <p:blipFill>
              <a:blip r:embed="rId3"/>
              <a:stretch>
                <a:fillRect/>
              </a:stretch>
            </p:blipFill>
            <p:spPr>
              <a:xfrm>
                <a:off x="3512361" y="4099193"/>
                <a:ext cx="1440000" cy="8100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9" name="Slide Zoom 8">
                <a:extLst>
                  <a:ext uri="{FF2B5EF4-FFF2-40B4-BE49-F238E27FC236}">
                    <a16:creationId xmlns:a16="http://schemas.microsoft.com/office/drawing/2014/main" id="{8E90817A-8AA3-3F81-1A11-971A4943DA8F}"/>
                  </a:ext>
                </a:extLst>
              </p:cNvPr>
              <p:cNvGraphicFramePr>
                <a:graphicFrameLocks noChangeAspect="1"/>
              </p:cNvGraphicFramePr>
              <p:nvPr>
                <p:extLst>
                  <p:ext uri="{D42A27DB-BD31-4B8C-83A1-F6EECF244321}">
                    <p14:modId xmlns:p14="http://schemas.microsoft.com/office/powerpoint/2010/main" val="2954075450"/>
                  </p:ext>
                </p:extLst>
              </p:nvPr>
            </p:nvGraphicFramePr>
            <p:xfrm>
              <a:off x="6550836" y="4099193"/>
              <a:ext cx="1440000" cy="810000"/>
            </p:xfrm>
            <a:graphic>
              <a:graphicData uri="http://schemas.microsoft.com/office/powerpoint/2016/slidezoom">
                <pslz:sldZm>
                  <pslz:sldZmObj sldId="2147483256" cId="3104151117">
                    <pslz:zmPr id="{4719F5D4-5AB5-432F-B864-B27421F26191}" returnToParent="0" transitionDur="1000">
                      <p166:blipFill xmlns:p166="http://schemas.microsoft.com/office/powerpoint/2016/6/main">
                        <a:blip r:embed="rId5"/>
                        <a:stretch>
                          <a:fillRect/>
                        </a:stretch>
                      </p166:blipFill>
                      <p166:spPr xmlns:p166="http://schemas.microsoft.com/office/powerpoint/2016/6/main">
                        <a:xfrm>
                          <a:off x="0" y="0"/>
                          <a:ext cx="1440000" cy="810000"/>
                        </a:xfrm>
                        <a:prstGeom prst="rect">
                          <a:avLst/>
                        </a:prstGeom>
                        <a:ln w="3175">
                          <a:solidFill>
                            <a:prstClr val="ltGray"/>
                          </a:solidFill>
                        </a:ln>
                      </p166:spPr>
                    </pslz:zmPr>
                  </pslz:sldZmObj>
                </pslz:sldZm>
              </a:graphicData>
            </a:graphic>
          </p:graphicFrame>
        </mc:Choice>
        <mc:Fallback>
          <p:pic>
            <p:nvPicPr>
              <p:cNvPr id="9" name="Slide Zoom 8">
                <a:hlinkClick r:id="rId6" action="ppaction://hlinksldjump"/>
                <a:extLst>
                  <a:ext uri="{FF2B5EF4-FFF2-40B4-BE49-F238E27FC236}">
                    <a16:creationId xmlns:a16="http://schemas.microsoft.com/office/drawing/2014/main" id="{8E90817A-8AA3-3F81-1A11-971A4943DA8F}"/>
                  </a:ext>
                </a:extLst>
              </p:cNvPr>
              <p:cNvPicPr>
                <a:picLocks noGrp="1" noRot="1" noChangeAspect="1" noMove="1" noResize="1" noEditPoints="1" noAdjustHandles="1" noChangeArrowheads="1" noChangeShapeType="1"/>
              </p:cNvPicPr>
              <p:nvPr/>
            </p:nvPicPr>
            <p:blipFill>
              <a:blip r:embed="rId5"/>
              <a:stretch>
                <a:fillRect/>
              </a:stretch>
            </p:blipFill>
            <p:spPr>
              <a:xfrm>
                <a:off x="6550836" y="4099193"/>
                <a:ext cx="1440000" cy="810000"/>
              </a:xfrm>
              <a:prstGeom prst="rect">
                <a:avLst/>
              </a:prstGeom>
              <a:ln w="3175">
                <a:solidFill>
                  <a:prstClr val="ltGray"/>
                </a:solidFill>
              </a:ln>
            </p:spPr>
          </p:pic>
        </mc:Fallback>
      </mc:AlternateContent>
    </p:spTree>
    <p:extLst>
      <p:ext uri="{BB962C8B-B14F-4D97-AF65-F5344CB8AC3E}">
        <p14:creationId xmlns:p14="http://schemas.microsoft.com/office/powerpoint/2010/main" val="5731672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22EE8-CEF8-86EE-24D0-4F0AFADB7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0C4DEB-AC65-2C0D-FDA5-F9346F7ADCFE}"/>
              </a:ext>
            </a:extLst>
          </p:cNvPr>
          <p:cNvSpPr>
            <a:spLocks noGrp="1"/>
          </p:cNvSpPr>
          <p:nvPr>
            <p:ph type="title"/>
          </p:nvPr>
        </p:nvSpPr>
        <p:spPr/>
        <p:txBody>
          <a:bodyPr/>
          <a:lstStyle/>
          <a:p>
            <a:r>
              <a:rPr lang="en-US"/>
              <a:t>Detailed Methodology: Policy Intervention (1/2)</a:t>
            </a:r>
            <a:endParaRPr lang="en-IN"/>
          </a:p>
        </p:txBody>
      </p:sp>
      <p:sp>
        <p:nvSpPr>
          <p:cNvPr id="5" name="Slide Number Placeholder 4">
            <a:extLst>
              <a:ext uri="{FF2B5EF4-FFF2-40B4-BE49-F238E27FC236}">
                <a16:creationId xmlns:a16="http://schemas.microsoft.com/office/drawing/2014/main" id="{BDC5FD48-6467-E939-05A7-FFC5F138E9EA}"/>
              </a:ext>
            </a:extLst>
          </p:cNvPr>
          <p:cNvSpPr>
            <a:spLocks noGrp="1"/>
          </p:cNvSpPr>
          <p:nvPr>
            <p:ph type="sldNum" sz="quarter" idx="4"/>
          </p:nvPr>
        </p:nvSpPr>
        <p:spPr/>
        <p:txBody>
          <a:bodyPr/>
          <a:lstStyle/>
          <a:p>
            <a:fld id="{39E7427F-21AC-4FC2-AC74-F5AF5A475796}" type="slidenum">
              <a:rPr lang="en-IN" smtClean="0"/>
              <a:pPr/>
              <a:t>15</a:t>
            </a:fld>
            <a:endParaRPr lang="en-IN"/>
          </a:p>
        </p:txBody>
      </p:sp>
      <p:sp>
        <p:nvSpPr>
          <p:cNvPr id="4" name="considerations-panel">
            <a:extLst>
              <a:ext uri="{FF2B5EF4-FFF2-40B4-BE49-F238E27FC236}">
                <a16:creationId xmlns:a16="http://schemas.microsoft.com/office/drawing/2014/main" id="{6FAB3C28-05CF-7585-4997-5F58877A967A}"/>
              </a:ext>
            </a:extLst>
          </p:cNvPr>
          <p:cNvSpPr>
            <a:spLocks noGrp="1"/>
          </p:cNvSpPr>
          <p:nvPr/>
        </p:nvSpPr>
        <p:spPr>
          <a:xfrm>
            <a:off x="342900" y="977056"/>
            <a:ext cx="2266950" cy="3901439"/>
          </a:xfrm>
          <a:prstGeom prst="roundRect">
            <a:avLst>
              <a:gd name="adj" fmla="val 3361"/>
            </a:avLst>
          </a:prstGeom>
          <a:solidFill>
            <a:srgbClr val="203744"/>
          </a:solidFill>
          <a:ln w="9525">
            <a:solidFill>
              <a:srgbClr val="2E5263"/>
            </a:solidFill>
            <a:prstDash val="solid"/>
          </a:ln>
        </p:spPr>
        <p:txBody>
          <a:bodyPr/>
          <a:lstStyle/>
          <a:p>
            <a:endParaRPr lang="en-US" sz="1200">
              <a:solidFill>
                <a:prstClr val="black"/>
              </a:solidFill>
              <a:latin typeface="Aptos" panose="020B0004020202020204" pitchFamily="34" charset="0"/>
            </a:endParaRPr>
          </a:p>
        </p:txBody>
      </p:sp>
      <p:sp>
        <p:nvSpPr>
          <p:cNvPr id="7" name="Rectangle 6">
            <a:extLst>
              <a:ext uri="{FF2B5EF4-FFF2-40B4-BE49-F238E27FC236}">
                <a16:creationId xmlns:a16="http://schemas.microsoft.com/office/drawing/2014/main" id="{8C3D424C-B71C-B09C-8A2B-493DCC0E18D9}"/>
              </a:ext>
            </a:extLst>
          </p:cNvPr>
          <p:cNvSpPr>
            <a:spLocks noGrp="1"/>
          </p:cNvSpPr>
          <p:nvPr/>
        </p:nvSpPr>
        <p:spPr>
          <a:xfrm>
            <a:off x="533400" y="900039"/>
            <a:ext cx="1885950" cy="476250"/>
          </a:xfrm>
          <a:prstGeom prst="rect">
            <a:avLst/>
          </a:prstGeom>
          <a:noFill/>
          <a:ln w="0">
            <a:noFill/>
            <a:prstDash val="solid"/>
          </a:ln>
        </p:spPr>
        <p:txBody>
          <a:bodyPr anchor="ctr"/>
          <a:lstStyle/>
          <a:p>
            <a:pPr>
              <a:defRPr sz="1200" b="1">
                <a:solidFill>
                  <a:srgbClr val="83D1D2"/>
                </a:solidFill>
              </a:defRPr>
            </a:pPr>
            <a:r>
              <a:rPr sz="1200" b="1">
                <a:solidFill>
                  <a:srgbClr val="83D1D2"/>
                </a:solidFill>
                <a:latin typeface="Aptos" panose="020B0004020202020204" pitchFamily="34" charset="0"/>
              </a:rPr>
              <a:t>KEY CONSIDERATIONS</a:t>
            </a:r>
          </a:p>
        </p:txBody>
      </p:sp>
      <p:sp>
        <p:nvSpPr>
          <p:cNvPr id="9" name="Rectangle 8">
            <a:extLst>
              <a:ext uri="{FF2B5EF4-FFF2-40B4-BE49-F238E27FC236}">
                <a16:creationId xmlns:a16="http://schemas.microsoft.com/office/drawing/2014/main" id="{98FE1F8B-1523-1777-0F1A-ABAB18D82F37}"/>
              </a:ext>
            </a:extLst>
          </p:cNvPr>
          <p:cNvSpPr>
            <a:spLocks noGrp="1"/>
          </p:cNvSpPr>
          <p:nvPr/>
        </p:nvSpPr>
        <p:spPr>
          <a:xfrm>
            <a:off x="533400" y="1628628"/>
            <a:ext cx="2019300" cy="3076785"/>
          </a:xfrm>
          <a:prstGeom prst="rect">
            <a:avLst/>
          </a:prstGeom>
          <a:noFill/>
          <a:ln w="0">
            <a:noFill/>
            <a:prstDash val="solid"/>
          </a:ln>
        </p:spPr>
        <p:txBody>
          <a:bodyPr anchor="ctr"/>
          <a:lstStyle/>
          <a:p>
            <a:pPr marL="171450" lvl="0" indent="-171450" fontAlgn="t">
              <a:buFont typeface="Arial" panose="020B0604020202020204" pitchFamily="34" charset="0"/>
              <a:buChar char="•"/>
            </a:pPr>
            <a:r>
              <a:rPr lang="en-US" sz="1400">
                <a:solidFill>
                  <a:schemeClr val="bg1"/>
                </a:solidFill>
                <a:latin typeface="Aptos" panose="020B0004020202020204" pitchFamily="34" charset="0"/>
              </a:rPr>
              <a:t>Alternative Dispute Resolution</a:t>
            </a:r>
          </a:p>
          <a:p>
            <a:pPr marL="171450" lvl="0" indent="-171450" fontAlgn="t">
              <a:buFont typeface="Arial" panose="020B0604020202020204" pitchFamily="34" charset="0"/>
              <a:buChar char="•"/>
            </a:pPr>
            <a:r>
              <a:rPr lang="en-US" sz="1400">
                <a:solidFill>
                  <a:schemeClr val="bg1"/>
                </a:solidFill>
                <a:latin typeface="Aptos" panose="020B0004020202020204" pitchFamily="34" charset="0"/>
              </a:rPr>
              <a:t>Revenue Judicial Services</a:t>
            </a:r>
          </a:p>
          <a:p>
            <a:pPr marL="171450" lvl="0" indent="-171450" fontAlgn="t">
              <a:buFont typeface="Arial" panose="020B0604020202020204" pitchFamily="34" charset="0"/>
              <a:buChar char="•"/>
            </a:pPr>
            <a:r>
              <a:rPr lang="en-US" sz="1400">
                <a:solidFill>
                  <a:schemeClr val="bg1"/>
                </a:solidFill>
                <a:latin typeface="Aptos" panose="020B0004020202020204" pitchFamily="34" charset="0"/>
              </a:rPr>
              <a:t>Time-Bound Processes</a:t>
            </a:r>
          </a:p>
          <a:p>
            <a:pPr marL="171450" lvl="0" indent="-171450" fontAlgn="t">
              <a:buFont typeface="Arial" panose="020B0604020202020204" pitchFamily="34" charset="0"/>
              <a:buChar char="•"/>
            </a:pPr>
            <a:r>
              <a:rPr lang="en-US" sz="1400">
                <a:solidFill>
                  <a:schemeClr val="bg1"/>
                </a:solidFill>
                <a:latin typeface="Aptos" panose="020B0004020202020204" pitchFamily="34" charset="0"/>
              </a:rPr>
              <a:t>Agricultural Leasing Reforms</a:t>
            </a:r>
          </a:p>
          <a:p>
            <a:pPr marL="171450" lvl="0" indent="-171450" fontAlgn="t">
              <a:buFont typeface="Arial" panose="020B0604020202020204" pitchFamily="34" charset="0"/>
              <a:buChar char="•"/>
            </a:pPr>
            <a:r>
              <a:rPr lang="en-US" sz="1400">
                <a:solidFill>
                  <a:schemeClr val="bg1"/>
                </a:solidFill>
                <a:latin typeface="Aptos" panose="020B0004020202020204" pitchFamily="34" charset="0"/>
              </a:rPr>
              <a:t>Digital Records Framework</a:t>
            </a:r>
          </a:p>
          <a:p>
            <a:pPr marL="171450" lvl="0" indent="-171450" fontAlgn="t">
              <a:buFont typeface="Arial" panose="020B0604020202020204" pitchFamily="34" charset="0"/>
              <a:buChar char="•"/>
            </a:pPr>
            <a:r>
              <a:rPr lang="en-US" sz="1400">
                <a:solidFill>
                  <a:schemeClr val="bg1"/>
                </a:solidFill>
                <a:latin typeface="Aptos" panose="020B0004020202020204" pitchFamily="34" charset="0"/>
              </a:rPr>
              <a:t>Event-Based Mutation</a:t>
            </a:r>
          </a:p>
          <a:p>
            <a:pPr marL="171450" lvl="0" indent="-171450" fontAlgn="t">
              <a:buFont typeface="Arial" panose="020B0604020202020204" pitchFamily="34" charset="0"/>
              <a:buChar char="•"/>
            </a:pPr>
            <a:r>
              <a:rPr lang="en-US" sz="1400">
                <a:solidFill>
                  <a:schemeClr val="bg1"/>
                </a:solidFill>
                <a:latin typeface="Aptos" panose="020B0004020202020204" pitchFamily="34" charset="0"/>
              </a:rPr>
              <a:t>Digital Map Evidence</a:t>
            </a:r>
          </a:p>
          <a:p>
            <a:pPr marL="171450" lvl="0" indent="-171450" fontAlgn="t">
              <a:buFont typeface="Arial" panose="020B0604020202020204" pitchFamily="34" charset="0"/>
              <a:buChar char="•"/>
            </a:pPr>
            <a:r>
              <a:rPr lang="en-US" sz="1400">
                <a:solidFill>
                  <a:schemeClr val="bg1"/>
                </a:solidFill>
                <a:latin typeface="Aptos" panose="020B0004020202020204" pitchFamily="34" charset="0"/>
              </a:rPr>
              <a:t>Revenue Litigation Reform</a:t>
            </a:r>
          </a:p>
          <a:p>
            <a:endParaRPr lang="en-IN" sz="1200"/>
          </a:p>
        </p:txBody>
      </p:sp>
      <p:sp>
        <p:nvSpPr>
          <p:cNvPr id="17" name="Rectangle: Rounded Corners 16">
            <a:extLst>
              <a:ext uri="{FF2B5EF4-FFF2-40B4-BE49-F238E27FC236}">
                <a16:creationId xmlns:a16="http://schemas.microsoft.com/office/drawing/2014/main" id="{195E14B1-837D-4CC9-7909-5EFA9284DA11}"/>
              </a:ext>
            </a:extLst>
          </p:cNvPr>
          <p:cNvSpPr>
            <a:spLocks noGrp="1"/>
          </p:cNvSpPr>
          <p:nvPr/>
        </p:nvSpPr>
        <p:spPr>
          <a:xfrm>
            <a:off x="342900" y="5093032"/>
            <a:ext cx="2266950" cy="1292164"/>
          </a:xfrm>
          <a:prstGeom prst="roundRect">
            <a:avLst>
              <a:gd name="adj" fmla="val 10256"/>
            </a:avLst>
          </a:prstGeom>
          <a:solidFill>
            <a:srgbClr val="E9EDEE"/>
          </a:solidFill>
          <a:ln w="9525">
            <a:solidFill>
              <a:srgbClr val="CED8DC"/>
            </a:solidFill>
            <a:prstDash val="solid"/>
          </a:ln>
        </p:spPr>
        <p:txBody>
          <a:bodyPr rIns="0"/>
          <a:lstStyle/>
          <a:p>
            <a:pPr marL="171450" indent="-171450">
              <a:buFont typeface="Arial" panose="020B0604020202020204" pitchFamily="34" charset="0"/>
              <a:buChar char="•"/>
            </a:pPr>
            <a:r>
              <a:rPr lang="en-US" sz="1600">
                <a:latin typeface="Aptos" panose="020B0004020202020204" pitchFamily="34" charset="0"/>
              </a:rPr>
              <a:t>Leveraging national and state legal frameworks</a:t>
            </a:r>
          </a:p>
          <a:p>
            <a:pPr marL="171450" indent="-171450">
              <a:buFont typeface="Arial" panose="020B0604020202020204" pitchFamily="34" charset="0"/>
              <a:buChar char="•"/>
            </a:pPr>
            <a:r>
              <a:rPr lang="en-US" sz="1600">
                <a:latin typeface="Aptos" panose="020B0004020202020204" pitchFamily="34" charset="0"/>
              </a:rPr>
              <a:t>Regulatory action and compliance tracker</a:t>
            </a:r>
          </a:p>
        </p:txBody>
      </p:sp>
      <p:sp>
        <p:nvSpPr>
          <p:cNvPr id="19" name="Rectangle 18">
            <a:extLst>
              <a:ext uri="{FF2B5EF4-FFF2-40B4-BE49-F238E27FC236}">
                <a16:creationId xmlns:a16="http://schemas.microsoft.com/office/drawing/2014/main" id="{3C268CB2-A24E-364E-4979-59F00A3B1F60}"/>
              </a:ext>
            </a:extLst>
          </p:cNvPr>
          <p:cNvSpPr>
            <a:spLocks noGrp="1"/>
          </p:cNvSpPr>
          <p:nvPr/>
        </p:nvSpPr>
        <p:spPr>
          <a:xfrm>
            <a:off x="514350" y="4982816"/>
            <a:ext cx="1962150" cy="190500"/>
          </a:xfrm>
          <a:prstGeom prst="rect">
            <a:avLst/>
          </a:prstGeom>
          <a:solidFill>
            <a:srgbClr val="0D8390">
              <a:lumMod val="50000"/>
            </a:srgbClr>
          </a:solidFill>
          <a:ln w="0">
            <a:noFill/>
            <a:prstDash val="soli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sz="975" b="1">
                <a:solidFill>
                  <a:srgbClr val="203744"/>
                </a:solidFill>
              </a:defRPr>
            </a:pPr>
            <a:r>
              <a:rPr kumimoji="0" sz="1200" b="1" i="0" u="none" strike="noStrike" kern="0" cap="none" spc="0" normalizeH="0" baseline="0" noProof="0">
                <a:ln>
                  <a:noFill/>
                </a:ln>
                <a:solidFill>
                  <a:prstClr val="white"/>
                </a:solidFill>
                <a:effectLst/>
                <a:uLnTx/>
                <a:uFillTx/>
                <a:latin typeface="Aptos" panose="020B0004020202020204" pitchFamily="34" charset="0"/>
              </a:rPr>
              <a:t>TOOLS &amp; ENABLERS</a:t>
            </a:r>
          </a:p>
        </p:txBody>
      </p:sp>
      <p:sp>
        <p:nvSpPr>
          <p:cNvPr id="23" name="Arrow: Chevron 22">
            <a:extLst>
              <a:ext uri="{FF2B5EF4-FFF2-40B4-BE49-F238E27FC236}">
                <a16:creationId xmlns:a16="http://schemas.microsoft.com/office/drawing/2014/main" id="{27624351-2CA1-FA50-3FC0-EB7EACEEF68C}"/>
              </a:ext>
            </a:extLst>
          </p:cNvPr>
          <p:cNvSpPr>
            <a:spLocks noGrp="1"/>
          </p:cNvSpPr>
          <p:nvPr/>
        </p:nvSpPr>
        <p:spPr>
          <a:xfrm>
            <a:off x="2800350" y="946575"/>
            <a:ext cx="2819400" cy="457200"/>
          </a:xfrm>
          <a:prstGeom prst="chevron">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25" name="Rectangle 24">
            <a:extLst>
              <a:ext uri="{FF2B5EF4-FFF2-40B4-BE49-F238E27FC236}">
                <a16:creationId xmlns:a16="http://schemas.microsoft.com/office/drawing/2014/main" id="{FBE47257-A79A-6C74-D3B9-B717DFE6D7FD}"/>
              </a:ext>
            </a:extLst>
          </p:cNvPr>
          <p:cNvSpPr>
            <a:spLocks noGrp="1"/>
          </p:cNvSpPr>
          <p:nvPr/>
        </p:nvSpPr>
        <p:spPr>
          <a:xfrm>
            <a:off x="2847975" y="946575"/>
            <a:ext cx="2581275" cy="457200"/>
          </a:xfrm>
          <a:prstGeom prst="rect">
            <a:avLst/>
          </a:prstGeom>
          <a:noFill/>
          <a:ln w="0">
            <a:noFill/>
            <a:prstDash val="solid"/>
          </a:ln>
        </p:spPr>
        <p:txBody>
          <a:bodyPr anchor="ctr"/>
          <a:lstStyle/>
          <a:p>
            <a:pPr algn="ctr">
              <a:defRPr sz="1350" b="1">
                <a:solidFill>
                  <a:srgbClr val="FFFFFF"/>
                </a:solidFill>
              </a:defRPr>
            </a:pPr>
            <a:r>
              <a:rPr sz="1400" b="1">
                <a:solidFill>
                  <a:srgbClr val="FFFFFF"/>
                </a:solidFill>
                <a:latin typeface="Aptos" panose="020B0004020202020204" pitchFamily="34" charset="0"/>
              </a:rPr>
              <a:t>DIAGNOSE</a:t>
            </a:r>
          </a:p>
        </p:txBody>
      </p:sp>
      <p:sp>
        <p:nvSpPr>
          <p:cNvPr id="27" name="Arrow: Chevron 26">
            <a:extLst>
              <a:ext uri="{FF2B5EF4-FFF2-40B4-BE49-F238E27FC236}">
                <a16:creationId xmlns:a16="http://schemas.microsoft.com/office/drawing/2014/main" id="{4BFF78BD-EC5C-BE08-3D8E-92331133DA9B}"/>
              </a:ext>
            </a:extLst>
          </p:cNvPr>
          <p:cNvSpPr>
            <a:spLocks noGrp="1"/>
          </p:cNvSpPr>
          <p:nvPr/>
        </p:nvSpPr>
        <p:spPr>
          <a:xfrm>
            <a:off x="5867400" y="946575"/>
            <a:ext cx="2819400" cy="457200"/>
          </a:xfrm>
          <a:prstGeom prst="chevron">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29" name="Rectangle 28">
            <a:extLst>
              <a:ext uri="{FF2B5EF4-FFF2-40B4-BE49-F238E27FC236}">
                <a16:creationId xmlns:a16="http://schemas.microsoft.com/office/drawing/2014/main" id="{D11BFAA2-4FD6-2283-479D-DA47B2ED3E44}"/>
              </a:ext>
            </a:extLst>
          </p:cNvPr>
          <p:cNvSpPr>
            <a:spLocks noGrp="1"/>
          </p:cNvSpPr>
          <p:nvPr/>
        </p:nvSpPr>
        <p:spPr>
          <a:xfrm>
            <a:off x="5915025" y="946575"/>
            <a:ext cx="2581275" cy="457200"/>
          </a:xfrm>
          <a:prstGeom prst="rect">
            <a:avLst/>
          </a:prstGeom>
          <a:noFill/>
          <a:ln w="0">
            <a:noFill/>
            <a:prstDash val="solid"/>
          </a:ln>
        </p:spPr>
        <p:txBody>
          <a:bodyPr anchor="ctr"/>
          <a:lstStyle/>
          <a:p>
            <a:pPr algn="ctr">
              <a:defRPr sz="1350" b="1">
                <a:solidFill>
                  <a:srgbClr val="FFFFFF"/>
                </a:solidFill>
              </a:defRPr>
            </a:pPr>
            <a:r>
              <a:rPr lang="en-US" sz="1400" b="1">
                <a:solidFill>
                  <a:srgbClr val="FFFFFF"/>
                </a:solidFill>
                <a:latin typeface="Aptos" panose="020B0004020202020204" pitchFamily="34" charset="0"/>
              </a:rPr>
              <a:t>DESIGN</a:t>
            </a:r>
          </a:p>
        </p:txBody>
      </p:sp>
      <p:sp>
        <p:nvSpPr>
          <p:cNvPr id="31" name="Arrow: Chevron 30">
            <a:extLst>
              <a:ext uri="{FF2B5EF4-FFF2-40B4-BE49-F238E27FC236}">
                <a16:creationId xmlns:a16="http://schemas.microsoft.com/office/drawing/2014/main" id="{96CA15CB-7603-4E79-EEBB-1A0E63057640}"/>
              </a:ext>
            </a:extLst>
          </p:cNvPr>
          <p:cNvSpPr>
            <a:spLocks noGrp="1"/>
          </p:cNvSpPr>
          <p:nvPr/>
        </p:nvSpPr>
        <p:spPr>
          <a:xfrm>
            <a:off x="8934450" y="946575"/>
            <a:ext cx="2819400" cy="457200"/>
          </a:xfrm>
          <a:prstGeom prst="chevron">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33" name="Rectangle 32">
            <a:extLst>
              <a:ext uri="{FF2B5EF4-FFF2-40B4-BE49-F238E27FC236}">
                <a16:creationId xmlns:a16="http://schemas.microsoft.com/office/drawing/2014/main" id="{C8E4658A-B8F6-E276-86E9-295E122844D5}"/>
              </a:ext>
            </a:extLst>
          </p:cNvPr>
          <p:cNvSpPr>
            <a:spLocks noGrp="1"/>
          </p:cNvSpPr>
          <p:nvPr/>
        </p:nvSpPr>
        <p:spPr>
          <a:xfrm>
            <a:off x="8982075" y="946575"/>
            <a:ext cx="2581275" cy="457200"/>
          </a:xfrm>
          <a:prstGeom prst="rect">
            <a:avLst/>
          </a:prstGeom>
          <a:noFill/>
          <a:ln w="0">
            <a:noFill/>
            <a:prstDash val="solid"/>
          </a:ln>
        </p:spPr>
        <p:txBody>
          <a:bodyPr anchor="ctr"/>
          <a:lstStyle/>
          <a:p>
            <a:pPr algn="ctr">
              <a:defRPr sz="1350" b="1">
                <a:solidFill>
                  <a:srgbClr val="FFFFFF"/>
                </a:solidFill>
              </a:defRPr>
            </a:pPr>
            <a:r>
              <a:rPr sz="1400" b="1">
                <a:solidFill>
                  <a:srgbClr val="FFFFFF"/>
                </a:solidFill>
                <a:latin typeface="Aptos" panose="020B0004020202020204" pitchFamily="34" charset="0"/>
              </a:rPr>
              <a:t>DELIVER</a:t>
            </a:r>
          </a:p>
        </p:txBody>
      </p:sp>
      <p:sp>
        <p:nvSpPr>
          <p:cNvPr id="35" name="diagnose-1">
            <a:extLst>
              <a:ext uri="{FF2B5EF4-FFF2-40B4-BE49-F238E27FC236}">
                <a16:creationId xmlns:a16="http://schemas.microsoft.com/office/drawing/2014/main" id="{F4E6FD1D-591D-94C3-DCE6-E972DDB3924C}"/>
              </a:ext>
            </a:extLst>
          </p:cNvPr>
          <p:cNvSpPr>
            <a:spLocks noGrp="1"/>
          </p:cNvSpPr>
          <p:nvPr/>
        </p:nvSpPr>
        <p:spPr>
          <a:xfrm>
            <a:off x="2800350" y="151807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37" name="Rectangle 36">
            <a:extLst>
              <a:ext uri="{FF2B5EF4-FFF2-40B4-BE49-F238E27FC236}">
                <a16:creationId xmlns:a16="http://schemas.microsoft.com/office/drawing/2014/main" id="{21D863ED-5D45-E1DE-DD6A-EBD1409DBCC6}"/>
              </a:ext>
            </a:extLst>
          </p:cNvPr>
          <p:cNvSpPr>
            <a:spLocks noGrp="1"/>
          </p:cNvSpPr>
          <p:nvPr/>
        </p:nvSpPr>
        <p:spPr>
          <a:xfrm>
            <a:off x="2800350" y="1518075"/>
            <a:ext cx="66675" cy="742950"/>
          </a:xfrm>
          <a:prstGeom prst="rect">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39" name="Oval 38">
            <a:extLst>
              <a:ext uri="{FF2B5EF4-FFF2-40B4-BE49-F238E27FC236}">
                <a16:creationId xmlns:a16="http://schemas.microsoft.com/office/drawing/2014/main" id="{53EC00A9-891A-2E98-F25D-B3FFCE8C1449}"/>
              </a:ext>
            </a:extLst>
          </p:cNvPr>
          <p:cNvSpPr>
            <a:spLocks noGrp="1"/>
          </p:cNvSpPr>
          <p:nvPr/>
        </p:nvSpPr>
        <p:spPr>
          <a:xfrm>
            <a:off x="2952750" y="1708575"/>
            <a:ext cx="342900" cy="342900"/>
          </a:xfrm>
          <a:prstGeom prst="ellipse">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41" name="Rectangle 40">
            <a:extLst>
              <a:ext uri="{FF2B5EF4-FFF2-40B4-BE49-F238E27FC236}">
                <a16:creationId xmlns:a16="http://schemas.microsoft.com/office/drawing/2014/main" id="{AE783097-03F0-1694-35DD-DBCE233775C4}"/>
              </a:ext>
            </a:extLst>
          </p:cNvPr>
          <p:cNvSpPr>
            <a:spLocks noGrp="1"/>
          </p:cNvSpPr>
          <p:nvPr/>
        </p:nvSpPr>
        <p:spPr>
          <a:xfrm>
            <a:off x="2952750" y="170857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1</a:t>
            </a:r>
          </a:p>
        </p:txBody>
      </p:sp>
      <p:sp>
        <p:nvSpPr>
          <p:cNvPr id="43" name="Rectangle 42">
            <a:extLst>
              <a:ext uri="{FF2B5EF4-FFF2-40B4-BE49-F238E27FC236}">
                <a16:creationId xmlns:a16="http://schemas.microsoft.com/office/drawing/2014/main" id="{A83A01FC-2062-3940-AE3D-2426703ACEE2}"/>
              </a:ext>
            </a:extLst>
          </p:cNvPr>
          <p:cNvSpPr>
            <a:spLocks noGrp="1"/>
          </p:cNvSpPr>
          <p:nvPr/>
        </p:nvSpPr>
        <p:spPr>
          <a:xfrm>
            <a:off x="3409950" y="1594275"/>
            <a:ext cx="2095500" cy="590550"/>
          </a:xfrm>
          <a:prstGeom prst="rect">
            <a:avLst/>
          </a:prstGeom>
          <a:noFill/>
          <a:ln w="0">
            <a:noFill/>
            <a:prstDash val="solid"/>
          </a:ln>
        </p:spPr>
        <p:txBody>
          <a:bodyPr anchor="ctr"/>
          <a:lstStyle/>
          <a:p>
            <a:pPr>
              <a:defRPr sz="1050" b="0">
                <a:solidFill>
                  <a:srgbClr val="203744"/>
                </a:solidFill>
              </a:defRPr>
            </a:pPr>
            <a:r>
              <a:rPr lang="en-US" sz="1200" b="1">
                <a:solidFill>
                  <a:srgbClr val="203744"/>
                </a:solidFill>
                <a:latin typeface="Aptos" panose="020B0004020202020204" pitchFamily="34" charset="0"/>
              </a:rPr>
              <a:t>Literature Review </a:t>
            </a:r>
            <a:r>
              <a:rPr lang="en-US" sz="1200">
                <a:solidFill>
                  <a:srgbClr val="203744"/>
                </a:solidFill>
                <a:latin typeface="Aptos" panose="020B0004020202020204" pitchFamily="34" charset="0"/>
              </a:rPr>
              <a:t>of the existing Acts, Rules, policies, circulars and notifications</a:t>
            </a:r>
          </a:p>
        </p:txBody>
      </p:sp>
      <p:sp>
        <p:nvSpPr>
          <p:cNvPr id="45" name="reform-1">
            <a:extLst>
              <a:ext uri="{FF2B5EF4-FFF2-40B4-BE49-F238E27FC236}">
                <a16:creationId xmlns:a16="http://schemas.microsoft.com/office/drawing/2014/main" id="{15953E6E-043A-0AAD-9519-DCF4BA5AB72C}"/>
              </a:ext>
            </a:extLst>
          </p:cNvPr>
          <p:cNvSpPr>
            <a:spLocks noGrp="1"/>
          </p:cNvSpPr>
          <p:nvPr/>
        </p:nvSpPr>
        <p:spPr>
          <a:xfrm>
            <a:off x="5867400" y="151807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47" name="Rectangle 46">
            <a:extLst>
              <a:ext uri="{FF2B5EF4-FFF2-40B4-BE49-F238E27FC236}">
                <a16:creationId xmlns:a16="http://schemas.microsoft.com/office/drawing/2014/main" id="{1BA9B17A-C4DB-71B3-E45B-A280CB223313}"/>
              </a:ext>
            </a:extLst>
          </p:cNvPr>
          <p:cNvSpPr>
            <a:spLocks noGrp="1"/>
          </p:cNvSpPr>
          <p:nvPr/>
        </p:nvSpPr>
        <p:spPr>
          <a:xfrm>
            <a:off x="5867400" y="1518075"/>
            <a:ext cx="66675" cy="742950"/>
          </a:xfrm>
          <a:prstGeom prst="rect">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49" name="Oval 48">
            <a:extLst>
              <a:ext uri="{FF2B5EF4-FFF2-40B4-BE49-F238E27FC236}">
                <a16:creationId xmlns:a16="http://schemas.microsoft.com/office/drawing/2014/main" id="{365A2CA6-BFA3-5727-2F24-034CE8E3C1B9}"/>
              </a:ext>
            </a:extLst>
          </p:cNvPr>
          <p:cNvSpPr>
            <a:spLocks noGrp="1"/>
          </p:cNvSpPr>
          <p:nvPr/>
        </p:nvSpPr>
        <p:spPr>
          <a:xfrm>
            <a:off x="6019800" y="1708575"/>
            <a:ext cx="342900" cy="342900"/>
          </a:xfrm>
          <a:prstGeom prst="ellipse">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51" name="Rectangle 50">
            <a:extLst>
              <a:ext uri="{FF2B5EF4-FFF2-40B4-BE49-F238E27FC236}">
                <a16:creationId xmlns:a16="http://schemas.microsoft.com/office/drawing/2014/main" id="{2A00FF21-C46E-F4A6-C284-1EB5A17A05E6}"/>
              </a:ext>
            </a:extLst>
          </p:cNvPr>
          <p:cNvSpPr>
            <a:spLocks noGrp="1"/>
          </p:cNvSpPr>
          <p:nvPr/>
        </p:nvSpPr>
        <p:spPr>
          <a:xfrm>
            <a:off x="6019800" y="170857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1</a:t>
            </a:r>
          </a:p>
        </p:txBody>
      </p:sp>
      <p:sp>
        <p:nvSpPr>
          <p:cNvPr id="53" name="Rectangle 52">
            <a:extLst>
              <a:ext uri="{FF2B5EF4-FFF2-40B4-BE49-F238E27FC236}">
                <a16:creationId xmlns:a16="http://schemas.microsoft.com/office/drawing/2014/main" id="{2EF1DDEE-A547-CB9B-9B68-FE12C939F8A3}"/>
              </a:ext>
            </a:extLst>
          </p:cNvPr>
          <p:cNvSpPr>
            <a:spLocks noGrp="1"/>
          </p:cNvSpPr>
          <p:nvPr/>
        </p:nvSpPr>
        <p:spPr>
          <a:xfrm>
            <a:off x="6477000" y="1594275"/>
            <a:ext cx="2095500" cy="590550"/>
          </a:xfrm>
          <a:prstGeom prst="rect">
            <a:avLst/>
          </a:prstGeom>
          <a:noFill/>
          <a:ln w="0">
            <a:noFill/>
            <a:prstDash val="solid"/>
          </a:ln>
        </p:spPr>
        <p:txBody>
          <a:bodyPr anchor="ctr"/>
          <a:lstStyle/>
          <a:p>
            <a:pPr>
              <a:defRPr sz="1050" b="0">
                <a:solidFill>
                  <a:srgbClr val="203744"/>
                </a:solidFill>
              </a:defRPr>
            </a:pPr>
            <a:r>
              <a:rPr lang="en-US" sz="1200" b="1">
                <a:solidFill>
                  <a:srgbClr val="203744"/>
                </a:solidFill>
                <a:latin typeface="Aptos" panose="020B0004020202020204" pitchFamily="34" charset="0"/>
              </a:rPr>
              <a:t>Evaluate benchmark </a:t>
            </a:r>
            <a:r>
              <a:rPr lang="en-US" sz="1200">
                <a:solidFill>
                  <a:srgbClr val="203744"/>
                </a:solidFill>
                <a:latin typeface="Aptos" panose="020B0004020202020204" pitchFamily="34" charset="0"/>
              </a:rPr>
              <a:t>provisions for applicability and fit with Rajasthan’s scenario</a:t>
            </a:r>
          </a:p>
        </p:txBody>
      </p:sp>
      <p:sp>
        <p:nvSpPr>
          <p:cNvPr id="55" name="deliver-1">
            <a:extLst>
              <a:ext uri="{FF2B5EF4-FFF2-40B4-BE49-F238E27FC236}">
                <a16:creationId xmlns:a16="http://schemas.microsoft.com/office/drawing/2014/main" id="{2AFD91D0-9343-93C3-F280-29C814098DBF}"/>
              </a:ext>
            </a:extLst>
          </p:cNvPr>
          <p:cNvSpPr>
            <a:spLocks noGrp="1"/>
          </p:cNvSpPr>
          <p:nvPr/>
        </p:nvSpPr>
        <p:spPr>
          <a:xfrm>
            <a:off x="8934450" y="151807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7" name="Rectangle 56">
            <a:extLst>
              <a:ext uri="{FF2B5EF4-FFF2-40B4-BE49-F238E27FC236}">
                <a16:creationId xmlns:a16="http://schemas.microsoft.com/office/drawing/2014/main" id="{49D10071-A994-EFC2-8C8E-468445618866}"/>
              </a:ext>
            </a:extLst>
          </p:cNvPr>
          <p:cNvSpPr>
            <a:spLocks noGrp="1"/>
          </p:cNvSpPr>
          <p:nvPr/>
        </p:nvSpPr>
        <p:spPr>
          <a:xfrm>
            <a:off x="8934450" y="1518075"/>
            <a:ext cx="66675" cy="742950"/>
          </a:xfrm>
          <a:prstGeom prst="rect">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9" name="Oval 58">
            <a:extLst>
              <a:ext uri="{FF2B5EF4-FFF2-40B4-BE49-F238E27FC236}">
                <a16:creationId xmlns:a16="http://schemas.microsoft.com/office/drawing/2014/main" id="{1C1D5281-09B2-724C-2DD1-FD697AE4A69F}"/>
              </a:ext>
            </a:extLst>
          </p:cNvPr>
          <p:cNvSpPr>
            <a:spLocks noGrp="1"/>
          </p:cNvSpPr>
          <p:nvPr/>
        </p:nvSpPr>
        <p:spPr>
          <a:xfrm>
            <a:off x="9086850" y="1708575"/>
            <a:ext cx="342900" cy="342900"/>
          </a:xfrm>
          <a:prstGeom prst="ellipse">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61" name="Rectangle 60">
            <a:extLst>
              <a:ext uri="{FF2B5EF4-FFF2-40B4-BE49-F238E27FC236}">
                <a16:creationId xmlns:a16="http://schemas.microsoft.com/office/drawing/2014/main" id="{EEF9DF03-C659-0983-A1B9-B4E3D9B52C5D}"/>
              </a:ext>
            </a:extLst>
          </p:cNvPr>
          <p:cNvSpPr>
            <a:spLocks noGrp="1"/>
          </p:cNvSpPr>
          <p:nvPr/>
        </p:nvSpPr>
        <p:spPr>
          <a:xfrm>
            <a:off x="9086850" y="170857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1</a:t>
            </a:r>
          </a:p>
        </p:txBody>
      </p:sp>
      <p:sp>
        <p:nvSpPr>
          <p:cNvPr id="63" name="Rectangle 62">
            <a:extLst>
              <a:ext uri="{FF2B5EF4-FFF2-40B4-BE49-F238E27FC236}">
                <a16:creationId xmlns:a16="http://schemas.microsoft.com/office/drawing/2014/main" id="{E99B84A2-95B8-6BE4-33A4-7F54CE286D6F}"/>
              </a:ext>
            </a:extLst>
          </p:cNvPr>
          <p:cNvSpPr>
            <a:spLocks noGrp="1"/>
          </p:cNvSpPr>
          <p:nvPr/>
        </p:nvSpPr>
        <p:spPr>
          <a:xfrm>
            <a:off x="9544050" y="1594275"/>
            <a:ext cx="2095500" cy="590550"/>
          </a:xfrm>
          <a:prstGeom prst="rect">
            <a:avLst/>
          </a:prstGeom>
          <a:noFill/>
          <a:ln w="0">
            <a:noFill/>
            <a:prstDash val="solid"/>
          </a:ln>
        </p:spPr>
        <p:txBody>
          <a:bodyPr anchor="ctr"/>
          <a:lstStyle/>
          <a:p>
            <a:pPr>
              <a:defRPr sz="1050" b="0">
                <a:solidFill>
                  <a:srgbClr val="203744"/>
                </a:solidFill>
              </a:defRPr>
            </a:pPr>
            <a:r>
              <a:rPr lang="en-US" sz="1200" b="1">
                <a:solidFill>
                  <a:srgbClr val="203744"/>
                </a:solidFill>
                <a:latin typeface="Aptos" panose="020B0004020202020204" pitchFamily="34" charset="0"/>
              </a:rPr>
              <a:t>Reporting of the finalized </a:t>
            </a:r>
            <a:r>
              <a:rPr lang="en-US" sz="1200">
                <a:solidFill>
                  <a:srgbClr val="203744"/>
                </a:solidFill>
                <a:latin typeface="Aptos" panose="020B0004020202020204" pitchFamily="34" charset="0"/>
              </a:rPr>
              <a:t>recommendations </a:t>
            </a:r>
          </a:p>
        </p:txBody>
      </p:sp>
      <p:sp>
        <p:nvSpPr>
          <p:cNvPr id="449" name="diagnose-2">
            <a:extLst>
              <a:ext uri="{FF2B5EF4-FFF2-40B4-BE49-F238E27FC236}">
                <a16:creationId xmlns:a16="http://schemas.microsoft.com/office/drawing/2014/main" id="{20213A5D-9BB2-9661-54E4-B286814A12E5}"/>
              </a:ext>
            </a:extLst>
          </p:cNvPr>
          <p:cNvSpPr>
            <a:spLocks noGrp="1"/>
          </p:cNvSpPr>
          <p:nvPr/>
        </p:nvSpPr>
        <p:spPr>
          <a:xfrm>
            <a:off x="2800350" y="238485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451" name="Rectangle 450">
            <a:extLst>
              <a:ext uri="{FF2B5EF4-FFF2-40B4-BE49-F238E27FC236}">
                <a16:creationId xmlns:a16="http://schemas.microsoft.com/office/drawing/2014/main" id="{52F05D0E-73EE-23E6-31F0-0AA670649892}"/>
              </a:ext>
            </a:extLst>
          </p:cNvPr>
          <p:cNvSpPr>
            <a:spLocks noGrp="1"/>
          </p:cNvSpPr>
          <p:nvPr/>
        </p:nvSpPr>
        <p:spPr>
          <a:xfrm>
            <a:off x="2800350" y="2384850"/>
            <a:ext cx="66675" cy="742950"/>
          </a:xfrm>
          <a:prstGeom prst="rect">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453" name="Oval 452">
            <a:extLst>
              <a:ext uri="{FF2B5EF4-FFF2-40B4-BE49-F238E27FC236}">
                <a16:creationId xmlns:a16="http://schemas.microsoft.com/office/drawing/2014/main" id="{8F3BD45E-18D8-A79B-C564-CC80687082F3}"/>
              </a:ext>
            </a:extLst>
          </p:cNvPr>
          <p:cNvSpPr>
            <a:spLocks noGrp="1"/>
          </p:cNvSpPr>
          <p:nvPr/>
        </p:nvSpPr>
        <p:spPr>
          <a:xfrm>
            <a:off x="2952750" y="2575350"/>
            <a:ext cx="342900" cy="342900"/>
          </a:xfrm>
          <a:prstGeom prst="ellipse">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455" name="Rectangle 454">
            <a:extLst>
              <a:ext uri="{FF2B5EF4-FFF2-40B4-BE49-F238E27FC236}">
                <a16:creationId xmlns:a16="http://schemas.microsoft.com/office/drawing/2014/main" id="{E20FC1A3-1BE5-F3A2-9D52-777C57CB9218}"/>
              </a:ext>
            </a:extLst>
          </p:cNvPr>
          <p:cNvSpPr>
            <a:spLocks noGrp="1"/>
          </p:cNvSpPr>
          <p:nvPr/>
        </p:nvSpPr>
        <p:spPr>
          <a:xfrm>
            <a:off x="2952750" y="257535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2</a:t>
            </a:r>
          </a:p>
        </p:txBody>
      </p:sp>
      <p:sp>
        <p:nvSpPr>
          <p:cNvPr id="546" name="Rectangle 545">
            <a:extLst>
              <a:ext uri="{FF2B5EF4-FFF2-40B4-BE49-F238E27FC236}">
                <a16:creationId xmlns:a16="http://schemas.microsoft.com/office/drawing/2014/main" id="{98AFE535-2650-B257-C60E-46E92B16484C}"/>
              </a:ext>
            </a:extLst>
          </p:cNvPr>
          <p:cNvSpPr>
            <a:spLocks noGrp="1"/>
          </p:cNvSpPr>
          <p:nvPr/>
        </p:nvSpPr>
        <p:spPr>
          <a:xfrm>
            <a:off x="3409950" y="2461050"/>
            <a:ext cx="2095500" cy="590550"/>
          </a:xfrm>
          <a:prstGeom prst="rect">
            <a:avLst/>
          </a:prstGeom>
          <a:noFill/>
          <a:ln w="0">
            <a:noFill/>
            <a:prstDash val="solid"/>
          </a:ln>
        </p:spPr>
        <p:txBody>
          <a:bodyPr rIns="0" anchor="ctr"/>
          <a:lstStyle/>
          <a:p>
            <a:pPr>
              <a:defRPr sz="1050" b="0">
                <a:solidFill>
                  <a:srgbClr val="203744"/>
                </a:solidFill>
              </a:defRPr>
            </a:pPr>
            <a:r>
              <a:rPr lang="en-US" sz="1050" b="1"/>
              <a:t>Assessing alignment </a:t>
            </a:r>
            <a:r>
              <a:rPr lang="en-US" sz="1050"/>
              <a:t>of rules with administrative and field practices</a:t>
            </a:r>
            <a:endParaRPr lang="en-US" sz="1200">
              <a:solidFill>
                <a:srgbClr val="203744"/>
              </a:solidFill>
              <a:latin typeface="Aptos" panose="020B0004020202020204" pitchFamily="34" charset="0"/>
            </a:endParaRPr>
          </a:p>
        </p:txBody>
      </p:sp>
      <p:sp>
        <p:nvSpPr>
          <p:cNvPr id="548" name="reform-2">
            <a:extLst>
              <a:ext uri="{FF2B5EF4-FFF2-40B4-BE49-F238E27FC236}">
                <a16:creationId xmlns:a16="http://schemas.microsoft.com/office/drawing/2014/main" id="{B4F87ED7-DDB4-089B-43B7-6664CF3A236C}"/>
              </a:ext>
            </a:extLst>
          </p:cNvPr>
          <p:cNvSpPr>
            <a:spLocks noGrp="1"/>
          </p:cNvSpPr>
          <p:nvPr/>
        </p:nvSpPr>
        <p:spPr>
          <a:xfrm>
            <a:off x="5867400" y="238485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50" name="Rectangle 549">
            <a:extLst>
              <a:ext uri="{FF2B5EF4-FFF2-40B4-BE49-F238E27FC236}">
                <a16:creationId xmlns:a16="http://schemas.microsoft.com/office/drawing/2014/main" id="{79259582-CB87-AD27-130C-EACB98CAAD5E}"/>
              </a:ext>
            </a:extLst>
          </p:cNvPr>
          <p:cNvSpPr>
            <a:spLocks noGrp="1"/>
          </p:cNvSpPr>
          <p:nvPr/>
        </p:nvSpPr>
        <p:spPr>
          <a:xfrm>
            <a:off x="5867400" y="2384850"/>
            <a:ext cx="66675" cy="742950"/>
          </a:xfrm>
          <a:prstGeom prst="rect">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552" name="Oval 551">
            <a:extLst>
              <a:ext uri="{FF2B5EF4-FFF2-40B4-BE49-F238E27FC236}">
                <a16:creationId xmlns:a16="http://schemas.microsoft.com/office/drawing/2014/main" id="{49F37C92-C64E-AF87-51F4-CAFBCA6700F2}"/>
              </a:ext>
            </a:extLst>
          </p:cNvPr>
          <p:cNvSpPr>
            <a:spLocks noGrp="1"/>
          </p:cNvSpPr>
          <p:nvPr/>
        </p:nvSpPr>
        <p:spPr>
          <a:xfrm>
            <a:off x="6019800" y="2575350"/>
            <a:ext cx="342900" cy="342900"/>
          </a:xfrm>
          <a:prstGeom prst="ellipse">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554" name="Rectangle 553">
            <a:extLst>
              <a:ext uri="{FF2B5EF4-FFF2-40B4-BE49-F238E27FC236}">
                <a16:creationId xmlns:a16="http://schemas.microsoft.com/office/drawing/2014/main" id="{88F3DD4E-A34A-CDD6-E4CF-F9FA515F166A}"/>
              </a:ext>
            </a:extLst>
          </p:cNvPr>
          <p:cNvSpPr>
            <a:spLocks noGrp="1"/>
          </p:cNvSpPr>
          <p:nvPr/>
        </p:nvSpPr>
        <p:spPr>
          <a:xfrm>
            <a:off x="6019800" y="257535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2</a:t>
            </a:r>
          </a:p>
        </p:txBody>
      </p:sp>
      <p:sp>
        <p:nvSpPr>
          <p:cNvPr id="556" name="Rectangle 555">
            <a:extLst>
              <a:ext uri="{FF2B5EF4-FFF2-40B4-BE49-F238E27FC236}">
                <a16:creationId xmlns:a16="http://schemas.microsoft.com/office/drawing/2014/main" id="{D48725B2-59F9-9CB9-AF0C-6A997A3D1465}"/>
              </a:ext>
            </a:extLst>
          </p:cNvPr>
          <p:cNvSpPr>
            <a:spLocks noGrp="1"/>
          </p:cNvSpPr>
          <p:nvPr/>
        </p:nvSpPr>
        <p:spPr>
          <a:xfrm>
            <a:off x="6477000" y="2461050"/>
            <a:ext cx="2095500" cy="590550"/>
          </a:xfrm>
          <a:prstGeom prst="rect">
            <a:avLst/>
          </a:prstGeom>
          <a:noFill/>
          <a:ln w="0">
            <a:noFill/>
            <a:prstDash val="solid"/>
          </a:ln>
        </p:spPr>
        <p:txBody>
          <a:bodyPr rIns="0" anchor="ctr"/>
          <a:lstStyle/>
          <a:p>
            <a:pPr>
              <a:defRPr sz="1050" b="0">
                <a:solidFill>
                  <a:srgbClr val="203744"/>
                </a:solidFill>
              </a:defRPr>
            </a:pPr>
            <a:r>
              <a:rPr lang="en-US" sz="1200" b="1">
                <a:solidFill>
                  <a:srgbClr val="203744"/>
                </a:solidFill>
                <a:latin typeface="Aptos" panose="020B0004020202020204" pitchFamily="34" charset="0"/>
              </a:rPr>
              <a:t>Prioritize</a:t>
            </a:r>
            <a:r>
              <a:rPr lang="en-US" sz="1200">
                <a:solidFill>
                  <a:srgbClr val="203744"/>
                </a:solidFill>
                <a:latin typeface="Aptos" panose="020B0004020202020204" pitchFamily="34" charset="0"/>
              </a:rPr>
              <a:t> provisions requiring amendment, clarification or procedural alignment</a:t>
            </a:r>
          </a:p>
        </p:txBody>
      </p:sp>
      <p:sp>
        <p:nvSpPr>
          <p:cNvPr id="558" name="deliver-2">
            <a:extLst>
              <a:ext uri="{FF2B5EF4-FFF2-40B4-BE49-F238E27FC236}">
                <a16:creationId xmlns:a16="http://schemas.microsoft.com/office/drawing/2014/main" id="{4338174A-2969-18F0-233E-2CEEE684179D}"/>
              </a:ext>
            </a:extLst>
          </p:cNvPr>
          <p:cNvSpPr>
            <a:spLocks noGrp="1"/>
          </p:cNvSpPr>
          <p:nvPr/>
        </p:nvSpPr>
        <p:spPr>
          <a:xfrm>
            <a:off x="8934450" y="238485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60" name="Rectangle 559">
            <a:extLst>
              <a:ext uri="{FF2B5EF4-FFF2-40B4-BE49-F238E27FC236}">
                <a16:creationId xmlns:a16="http://schemas.microsoft.com/office/drawing/2014/main" id="{000D28BB-8783-2201-79FC-E317DB34E3DF}"/>
              </a:ext>
            </a:extLst>
          </p:cNvPr>
          <p:cNvSpPr>
            <a:spLocks noGrp="1"/>
          </p:cNvSpPr>
          <p:nvPr/>
        </p:nvSpPr>
        <p:spPr>
          <a:xfrm>
            <a:off x="8934450" y="2384850"/>
            <a:ext cx="66675" cy="742950"/>
          </a:xfrm>
          <a:prstGeom prst="rect">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62" name="Oval 561">
            <a:extLst>
              <a:ext uri="{FF2B5EF4-FFF2-40B4-BE49-F238E27FC236}">
                <a16:creationId xmlns:a16="http://schemas.microsoft.com/office/drawing/2014/main" id="{B29834FA-A5C9-9455-DF20-0642830A09D5}"/>
              </a:ext>
            </a:extLst>
          </p:cNvPr>
          <p:cNvSpPr>
            <a:spLocks noGrp="1"/>
          </p:cNvSpPr>
          <p:nvPr/>
        </p:nvSpPr>
        <p:spPr>
          <a:xfrm>
            <a:off x="9086850" y="2575350"/>
            <a:ext cx="342900" cy="342900"/>
          </a:xfrm>
          <a:prstGeom prst="ellipse">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64" name="Rectangle 563">
            <a:extLst>
              <a:ext uri="{FF2B5EF4-FFF2-40B4-BE49-F238E27FC236}">
                <a16:creationId xmlns:a16="http://schemas.microsoft.com/office/drawing/2014/main" id="{1795C7E5-9C07-8B9F-8CE6-C9B7016351FF}"/>
              </a:ext>
            </a:extLst>
          </p:cNvPr>
          <p:cNvSpPr>
            <a:spLocks noGrp="1"/>
          </p:cNvSpPr>
          <p:nvPr/>
        </p:nvSpPr>
        <p:spPr>
          <a:xfrm>
            <a:off x="9086850" y="257535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2</a:t>
            </a:r>
          </a:p>
        </p:txBody>
      </p:sp>
      <p:sp>
        <p:nvSpPr>
          <p:cNvPr id="566" name="Rectangle 565">
            <a:extLst>
              <a:ext uri="{FF2B5EF4-FFF2-40B4-BE49-F238E27FC236}">
                <a16:creationId xmlns:a16="http://schemas.microsoft.com/office/drawing/2014/main" id="{2AE0B9CC-5CBA-86A7-477C-A848FBB2F54F}"/>
              </a:ext>
            </a:extLst>
          </p:cNvPr>
          <p:cNvSpPr>
            <a:spLocks noGrp="1"/>
          </p:cNvSpPr>
          <p:nvPr/>
        </p:nvSpPr>
        <p:spPr>
          <a:xfrm>
            <a:off x="9544050" y="2461050"/>
            <a:ext cx="2095500" cy="590550"/>
          </a:xfrm>
          <a:prstGeom prst="rect">
            <a:avLst/>
          </a:prstGeom>
          <a:noFill/>
          <a:ln w="0">
            <a:noFill/>
            <a:prstDash val="solid"/>
          </a:ln>
        </p:spPr>
        <p:txBody>
          <a:bodyPr anchor="ctr"/>
          <a:lstStyle/>
          <a:p>
            <a:pPr>
              <a:defRPr sz="1050" b="0">
                <a:solidFill>
                  <a:srgbClr val="203744"/>
                </a:solidFill>
              </a:defRPr>
            </a:pPr>
            <a:r>
              <a:rPr lang="en-US" sz="1200" b="1">
                <a:solidFill>
                  <a:srgbClr val="203744"/>
                </a:solidFill>
                <a:latin typeface="Aptos" panose="020B0004020202020204" pitchFamily="34" charset="0"/>
              </a:rPr>
              <a:t>Support drafting </a:t>
            </a:r>
            <a:r>
              <a:rPr lang="en-US" sz="1200">
                <a:solidFill>
                  <a:srgbClr val="203744"/>
                </a:solidFill>
                <a:latin typeface="Aptos" panose="020B0004020202020204" pitchFamily="34" charset="0"/>
              </a:rPr>
              <a:t>of amendments, Rules, policies, guidelines/ SOP </a:t>
            </a:r>
            <a:r>
              <a:rPr lang="en-US" sz="1200" err="1">
                <a:solidFill>
                  <a:srgbClr val="203744"/>
                </a:solidFill>
                <a:latin typeface="Aptos" panose="020B0004020202020204" pitchFamily="34" charset="0"/>
              </a:rPr>
              <a:t>etc</a:t>
            </a:r>
            <a:endParaRPr lang="en-US" sz="1200">
              <a:solidFill>
                <a:srgbClr val="203744"/>
              </a:solidFill>
              <a:latin typeface="Aptos" panose="020B0004020202020204" pitchFamily="34" charset="0"/>
            </a:endParaRPr>
          </a:p>
        </p:txBody>
      </p:sp>
      <p:sp>
        <p:nvSpPr>
          <p:cNvPr id="568" name="diagnose-3">
            <a:extLst>
              <a:ext uri="{FF2B5EF4-FFF2-40B4-BE49-F238E27FC236}">
                <a16:creationId xmlns:a16="http://schemas.microsoft.com/office/drawing/2014/main" id="{532A670C-2E34-C316-025B-6257FAF7F408}"/>
              </a:ext>
            </a:extLst>
          </p:cNvPr>
          <p:cNvSpPr>
            <a:spLocks noGrp="1"/>
          </p:cNvSpPr>
          <p:nvPr/>
        </p:nvSpPr>
        <p:spPr>
          <a:xfrm>
            <a:off x="2800350" y="325162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70" name="Rectangle 569">
            <a:extLst>
              <a:ext uri="{FF2B5EF4-FFF2-40B4-BE49-F238E27FC236}">
                <a16:creationId xmlns:a16="http://schemas.microsoft.com/office/drawing/2014/main" id="{A36318C6-A739-FAB7-D070-F13030DAB4C8}"/>
              </a:ext>
            </a:extLst>
          </p:cNvPr>
          <p:cNvSpPr>
            <a:spLocks noGrp="1"/>
          </p:cNvSpPr>
          <p:nvPr/>
        </p:nvSpPr>
        <p:spPr>
          <a:xfrm>
            <a:off x="2800350" y="3251625"/>
            <a:ext cx="66675" cy="742950"/>
          </a:xfrm>
          <a:prstGeom prst="rect">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572" name="Oval 571">
            <a:extLst>
              <a:ext uri="{FF2B5EF4-FFF2-40B4-BE49-F238E27FC236}">
                <a16:creationId xmlns:a16="http://schemas.microsoft.com/office/drawing/2014/main" id="{40DF5B54-0E30-DC47-44AB-4D73839230E8}"/>
              </a:ext>
            </a:extLst>
          </p:cNvPr>
          <p:cNvSpPr>
            <a:spLocks noGrp="1"/>
          </p:cNvSpPr>
          <p:nvPr/>
        </p:nvSpPr>
        <p:spPr>
          <a:xfrm>
            <a:off x="2952750" y="3442125"/>
            <a:ext cx="342900" cy="342900"/>
          </a:xfrm>
          <a:prstGeom prst="ellipse">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574" name="Rectangle 573">
            <a:extLst>
              <a:ext uri="{FF2B5EF4-FFF2-40B4-BE49-F238E27FC236}">
                <a16:creationId xmlns:a16="http://schemas.microsoft.com/office/drawing/2014/main" id="{BA9743B2-501B-BEE9-850D-381ECD30B5F3}"/>
              </a:ext>
            </a:extLst>
          </p:cNvPr>
          <p:cNvSpPr>
            <a:spLocks noGrp="1"/>
          </p:cNvSpPr>
          <p:nvPr/>
        </p:nvSpPr>
        <p:spPr>
          <a:xfrm>
            <a:off x="2952750" y="344212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3</a:t>
            </a:r>
          </a:p>
        </p:txBody>
      </p:sp>
      <p:sp>
        <p:nvSpPr>
          <p:cNvPr id="576" name="Rectangle 575">
            <a:extLst>
              <a:ext uri="{FF2B5EF4-FFF2-40B4-BE49-F238E27FC236}">
                <a16:creationId xmlns:a16="http://schemas.microsoft.com/office/drawing/2014/main" id="{61C192D1-B390-CF5F-729F-19229F2D978A}"/>
              </a:ext>
            </a:extLst>
          </p:cNvPr>
          <p:cNvSpPr>
            <a:spLocks noGrp="1"/>
          </p:cNvSpPr>
          <p:nvPr/>
        </p:nvSpPr>
        <p:spPr>
          <a:xfrm>
            <a:off x="3409950" y="3327825"/>
            <a:ext cx="2095500" cy="590550"/>
          </a:xfrm>
          <a:prstGeom prst="rect">
            <a:avLst/>
          </a:prstGeom>
          <a:noFill/>
          <a:ln w="0">
            <a:noFill/>
            <a:prstDash val="solid"/>
          </a:ln>
        </p:spPr>
        <p:txBody>
          <a:bodyPr anchor="ctr"/>
          <a:lstStyle/>
          <a:p>
            <a:pPr>
              <a:defRPr sz="1050" b="0">
                <a:solidFill>
                  <a:srgbClr val="203744"/>
                </a:solidFill>
              </a:defRPr>
            </a:pPr>
            <a:r>
              <a:rPr lang="en-US" sz="1050" b="1"/>
              <a:t>Identify </a:t>
            </a:r>
            <a:r>
              <a:rPr lang="en-US" sz="1050"/>
              <a:t>outdated provisions, regulatory conflicts and implementation gaps</a:t>
            </a:r>
            <a:endParaRPr lang="en-US" sz="1200">
              <a:solidFill>
                <a:srgbClr val="203744"/>
              </a:solidFill>
              <a:latin typeface="Aptos" panose="020B0004020202020204" pitchFamily="34" charset="0"/>
            </a:endParaRPr>
          </a:p>
        </p:txBody>
      </p:sp>
      <p:sp>
        <p:nvSpPr>
          <p:cNvPr id="578" name="reform-3">
            <a:extLst>
              <a:ext uri="{FF2B5EF4-FFF2-40B4-BE49-F238E27FC236}">
                <a16:creationId xmlns:a16="http://schemas.microsoft.com/office/drawing/2014/main" id="{94F70546-AF02-E21F-8820-8B2959AB6E37}"/>
              </a:ext>
            </a:extLst>
          </p:cNvPr>
          <p:cNvSpPr>
            <a:spLocks noGrp="1"/>
          </p:cNvSpPr>
          <p:nvPr/>
        </p:nvSpPr>
        <p:spPr>
          <a:xfrm>
            <a:off x="5867400" y="325162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80" name="Rectangle 579">
            <a:extLst>
              <a:ext uri="{FF2B5EF4-FFF2-40B4-BE49-F238E27FC236}">
                <a16:creationId xmlns:a16="http://schemas.microsoft.com/office/drawing/2014/main" id="{0A53DA1C-D5CD-5318-4695-A1D355384271}"/>
              </a:ext>
            </a:extLst>
          </p:cNvPr>
          <p:cNvSpPr>
            <a:spLocks noGrp="1"/>
          </p:cNvSpPr>
          <p:nvPr/>
        </p:nvSpPr>
        <p:spPr>
          <a:xfrm>
            <a:off x="5867400" y="3251625"/>
            <a:ext cx="66675" cy="742950"/>
          </a:xfrm>
          <a:prstGeom prst="rect">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582" name="Oval 581">
            <a:extLst>
              <a:ext uri="{FF2B5EF4-FFF2-40B4-BE49-F238E27FC236}">
                <a16:creationId xmlns:a16="http://schemas.microsoft.com/office/drawing/2014/main" id="{B367D49A-B4F2-5CC2-EBF2-9E4581FA73B2}"/>
              </a:ext>
            </a:extLst>
          </p:cNvPr>
          <p:cNvSpPr>
            <a:spLocks noGrp="1"/>
          </p:cNvSpPr>
          <p:nvPr/>
        </p:nvSpPr>
        <p:spPr>
          <a:xfrm>
            <a:off x="6019800" y="3442125"/>
            <a:ext cx="342900" cy="342900"/>
          </a:xfrm>
          <a:prstGeom prst="ellipse">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584" name="Rectangle 583">
            <a:extLst>
              <a:ext uri="{FF2B5EF4-FFF2-40B4-BE49-F238E27FC236}">
                <a16:creationId xmlns:a16="http://schemas.microsoft.com/office/drawing/2014/main" id="{BD73A894-A4BA-6757-FB75-DF8E4909B713}"/>
              </a:ext>
            </a:extLst>
          </p:cNvPr>
          <p:cNvSpPr>
            <a:spLocks noGrp="1"/>
          </p:cNvSpPr>
          <p:nvPr/>
        </p:nvSpPr>
        <p:spPr>
          <a:xfrm>
            <a:off x="6019800" y="344212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3</a:t>
            </a:r>
          </a:p>
        </p:txBody>
      </p:sp>
      <p:sp>
        <p:nvSpPr>
          <p:cNvPr id="586" name="Rectangle 585">
            <a:extLst>
              <a:ext uri="{FF2B5EF4-FFF2-40B4-BE49-F238E27FC236}">
                <a16:creationId xmlns:a16="http://schemas.microsoft.com/office/drawing/2014/main" id="{C0851D81-960F-60F4-469A-7862387F5B21}"/>
              </a:ext>
            </a:extLst>
          </p:cNvPr>
          <p:cNvSpPr>
            <a:spLocks noGrp="1"/>
          </p:cNvSpPr>
          <p:nvPr/>
        </p:nvSpPr>
        <p:spPr>
          <a:xfrm>
            <a:off x="6477000" y="3327825"/>
            <a:ext cx="2095500" cy="590550"/>
          </a:xfrm>
          <a:prstGeom prst="rect">
            <a:avLst/>
          </a:prstGeom>
          <a:noFill/>
          <a:ln w="0">
            <a:noFill/>
            <a:prstDash val="solid"/>
          </a:ln>
        </p:spPr>
        <p:txBody>
          <a:bodyPr rIns="0" anchor="ctr"/>
          <a:lstStyle/>
          <a:p>
            <a:pPr>
              <a:defRPr sz="1050" b="0">
                <a:solidFill>
                  <a:srgbClr val="203744"/>
                </a:solidFill>
              </a:defRPr>
            </a:pPr>
            <a:r>
              <a:rPr lang="en-US" sz="1200" b="1">
                <a:solidFill>
                  <a:srgbClr val="203744"/>
                </a:solidFill>
                <a:latin typeface="Aptos" panose="020B0004020202020204" pitchFamily="34" charset="0"/>
              </a:rPr>
              <a:t>Develop comparative frameworks </a:t>
            </a:r>
            <a:r>
              <a:rPr lang="en-US" sz="1200">
                <a:solidFill>
                  <a:srgbClr val="203744"/>
                </a:solidFill>
                <a:latin typeface="Aptos" panose="020B0004020202020204" pitchFamily="34" charset="0"/>
              </a:rPr>
              <a:t>and translate findings into proposed reforms</a:t>
            </a:r>
          </a:p>
        </p:txBody>
      </p:sp>
      <p:sp>
        <p:nvSpPr>
          <p:cNvPr id="588" name="deliver-3">
            <a:extLst>
              <a:ext uri="{FF2B5EF4-FFF2-40B4-BE49-F238E27FC236}">
                <a16:creationId xmlns:a16="http://schemas.microsoft.com/office/drawing/2014/main" id="{E50920A0-FE95-10AA-D490-2A2CED12326A}"/>
              </a:ext>
            </a:extLst>
          </p:cNvPr>
          <p:cNvSpPr>
            <a:spLocks noGrp="1"/>
          </p:cNvSpPr>
          <p:nvPr/>
        </p:nvSpPr>
        <p:spPr>
          <a:xfrm>
            <a:off x="8934450" y="325162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90" name="Rectangle 589">
            <a:extLst>
              <a:ext uri="{FF2B5EF4-FFF2-40B4-BE49-F238E27FC236}">
                <a16:creationId xmlns:a16="http://schemas.microsoft.com/office/drawing/2014/main" id="{0FC528B1-E35D-A688-A8BC-D1FD22CC999E}"/>
              </a:ext>
            </a:extLst>
          </p:cNvPr>
          <p:cNvSpPr>
            <a:spLocks noGrp="1"/>
          </p:cNvSpPr>
          <p:nvPr/>
        </p:nvSpPr>
        <p:spPr>
          <a:xfrm>
            <a:off x="8934450" y="3251625"/>
            <a:ext cx="66675" cy="742950"/>
          </a:xfrm>
          <a:prstGeom prst="rect">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92" name="Oval 591">
            <a:extLst>
              <a:ext uri="{FF2B5EF4-FFF2-40B4-BE49-F238E27FC236}">
                <a16:creationId xmlns:a16="http://schemas.microsoft.com/office/drawing/2014/main" id="{5A6EEAE6-81A6-27AA-CFB5-EA182E173215}"/>
              </a:ext>
            </a:extLst>
          </p:cNvPr>
          <p:cNvSpPr>
            <a:spLocks noGrp="1"/>
          </p:cNvSpPr>
          <p:nvPr/>
        </p:nvSpPr>
        <p:spPr>
          <a:xfrm>
            <a:off x="9086850" y="3442125"/>
            <a:ext cx="342900" cy="342900"/>
          </a:xfrm>
          <a:prstGeom prst="ellipse">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94" name="Rectangle 593">
            <a:extLst>
              <a:ext uri="{FF2B5EF4-FFF2-40B4-BE49-F238E27FC236}">
                <a16:creationId xmlns:a16="http://schemas.microsoft.com/office/drawing/2014/main" id="{CA7911FB-5600-07A4-493E-2DB015C66D81}"/>
              </a:ext>
            </a:extLst>
          </p:cNvPr>
          <p:cNvSpPr>
            <a:spLocks noGrp="1"/>
          </p:cNvSpPr>
          <p:nvPr/>
        </p:nvSpPr>
        <p:spPr>
          <a:xfrm>
            <a:off x="9086850" y="344212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3</a:t>
            </a:r>
          </a:p>
        </p:txBody>
      </p:sp>
      <p:sp>
        <p:nvSpPr>
          <p:cNvPr id="596" name="Rectangle 595">
            <a:extLst>
              <a:ext uri="{FF2B5EF4-FFF2-40B4-BE49-F238E27FC236}">
                <a16:creationId xmlns:a16="http://schemas.microsoft.com/office/drawing/2014/main" id="{D0656F8B-AA03-E9EA-7AA1-7A24C5AA7F87}"/>
              </a:ext>
            </a:extLst>
          </p:cNvPr>
          <p:cNvSpPr>
            <a:spLocks noGrp="1"/>
          </p:cNvSpPr>
          <p:nvPr/>
        </p:nvSpPr>
        <p:spPr>
          <a:xfrm>
            <a:off x="9544050" y="3327825"/>
            <a:ext cx="2095500" cy="590550"/>
          </a:xfrm>
          <a:prstGeom prst="rect">
            <a:avLst/>
          </a:prstGeom>
          <a:noFill/>
          <a:ln w="0">
            <a:noFill/>
            <a:prstDash val="solid"/>
          </a:ln>
        </p:spPr>
        <p:txBody>
          <a:bodyPr anchor="ctr"/>
          <a:lstStyle/>
          <a:p>
            <a:pPr>
              <a:defRPr sz="1050" b="0">
                <a:solidFill>
                  <a:srgbClr val="203744"/>
                </a:solidFill>
              </a:defRPr>
            </a:pPr>
            <a:r>
              <a:rPr lang="en-US" sz="1200" b="1">
                <a:solidFill>
                  <a:srgbClr val="203744"/>
                </a:solidFill>
                <a:latin typeface="Aptos" panose="020B0004020202020204" pitchFamily="34" charset="0"/>
              </a:rPr>
              <a:t>Operationalize revised Rules </a:t>
            </a:r>
            <a:r>
              <a:rPr lang="en-US" sz="1200">
                <a:solidFill>
                  <a:srgbClr val="203744"/>
                </a:solidFill>
                <a:latin typeface="Aptos" panose="020B0004020202020204" pitchFamily="34" charset="0"/>
              </a:rPr>
              <a:t>through circulars and field-level guidelines</a:t>
            </a:r>
          </a:p>
        </p:txBody>
      </p:sp>
      <p:sp>
        <p:nvSpPr>
          <p:cNvPr id="598" name="diagnose-4">
            <a:extLst>
              <a:ext uri="{FF2B5EF4-FFF2-40B4-BE49-F238E27FC236}">
                <a16:creationId xmlns:a16="http://schemas.microsoft.com/office/drawing/2014/main" id="{03E7562D-48CA-5D7F-C019-6185FCFAE164}"/>
              </a:ext>
            </a:extLst>
          </p:cNvPr>
          <p:cNvSpPr>
            <a:spLocks noGrp="1"/>
          </p:cNvSpPr>
          <p:nvPr/>
        </p:nvSpPr>
        <p:spPr>
          <a:xfrm>
            <a:off x="2800350" y="411840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600" name="Rectangle 599">
            <a:extLst>
              <a:ext uri="{FF2B5EF4-FFF2-40B4-BE49-F238E27FC236}">
                <a16:creationId xmlns:a16="http://schemas.microsoft.com/office/drawing/2014/main" id="{75F46392-361C-BB98-F906-4841E0C98156}"/>
              </a:ext>
            </a:extLst>
          </p:cNvPr>
          <p:cNvSpPr>
            <a:spLocks noGrp="1"/>
          </p:cNvSpPr>
          <p:nvPr/>
        </p:nvSpPr>
        <p:spPr>
          <a:xfrm>
            <a:off x="2800350" y="4118400"/>
            <a:ext cx="66675" cy="742950"/>
          </a:xfrm>
          <a:prstGeom prst="rect">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602" name="Oval 601">
            <a:extLst>
              <a:ext uri="{FF2B5EF4-FFF2-40B4-BE49-F238E27FC236}">
                <a16:creationId xmlns:a16="http://schemas.microsoft.com/office/drawing/2014/main" id="{9E6D93EC-3A54-127E-6C5F-6BBD3902FF87}"/>
              </a:ext>
            </a:extLst>
          </p:cNvPr>
          <p:cNvSpPr>
            <a:spLocks noGrp="1"/>
          </p:cNvSpPr>
          <p:nvPr/>
        </p:nvSpPr>
        <p:spPr>
          <a:xfrm>
            <a:off x="2952750" y="4308900"/>
            <a:ext cx="342900" cy="342900"/>
          </a:xfrm>
          <a:prstGeom prst="ellipse">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604" name="Rectangle 603">
            <a:extLst>
              <a:ext uri="{FF2B5EF4-FFF2-40B4-BE49-F238E27FC236}">
                <a16:creationId xmlns:a16="http://schemas.microsoft.com/office/drawing/2014/main" id="{F3544568-44C6-7323-7A35-4CB1A7BE1B54}"/>
              </a:ext>
            </a:extLst>
          </p:cNvPr>
          <p:cNvSpPr>
            <a:spLocks noGrp="1"/>
          </p:cNvSpPr>
          <p:nvPr/>
        </p:nvSpPr>
        <p:spPr>
          <a:xfrm>
            <a:off x="2952750" y="430890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4</a:t>
            </a:r>
          </a:p>
        </p:txBody>
      </p:sp>
      <p:sp>
        <p:nvSpPr>
          <p:cNvPr id="606" name="Rectangle 605">
            <a:extLst>
              <a:ext uri="{FF2B5EF4-FFF2-40B4-BE49-F238E27FC236}">
                <a16:creationId xmlns:a16="http://schemas.microsoft.com/office/drawing/2014/main" id="{B8E5D489-7E0D-7F9A-EE7A-6B6BB1B58FD0}"/>
              </a:ext>
            </a:extLst>
          </p:cNvPr>
          <p:cNvSpPr>
            <a:spLocks noGrp="1"/>
          </p:cNvSpPr>
          <p:nvPr/>
        </p:nvSpPr>
        <p:spPr>
          <a:xfrm>
            <a:off x="3409950" y="4194600"/>
            <a:ext cx="2095500" cy="590550"/>
          </a:xfrm>
          <a:prstGeom prst="rect">
            <a:avLst/>
          </a:prstGeom>
          <a:noFill/>
          <a:ln w="0">
            <a:noFill/>
            <a:prstDash val="solid"/>
          </a:ln>
        </p:spPr>
        <p:txBody>
          <a:bodyPr anchor="ctr"/>
          <a:lstStyle/>
          <a:p>
            <a:pPr>
              <a:defRPr sz="1050" b="0">
                <a:solidFill>
                  <a:srgbClr val="203744"/>
                </a:solidFill>
              </a:defRPr>
            </a:pPr>
            <a:r>
              <a:rPr lang="en-US" sz="1200" b="1">
                <a:solidFill>
                  <a:srgbClr val="203744"/>
                </a:solidFill>
                <a:latin typeface="Aptos" panose="020B0004020202020204" pitchFamily="34" charset="0"/>
              </a:rPr>
              <a:t>Benchmark </a:t>
            </a:r>
            <a:r>
              <a:rPr lang="en-US" sz="1200">
                <a:solidFill>
                  <a:srgbClr val="203744"/>
                </a:solidFill>
                <a:latin typeface="Aptos" panose="020B0004020202020204" pitchFamily="34" charset="0"/>
              </a:rPr>
              <a:t>regulatory provisions and best practices across comparable large states</a:t>
            </a:r>
          </a:p>
        </p:txBody>
      </p:sp>
      <p:sp>
        <p:nvSpPr>
          <p:cNvPr id="608" name="reform-4">
            <a:extLst>
              <a:ext uri="{FF2B5EF4-FFF2-40B4-BE49-F238E27FC236}">
                <a16:creationId xmlns:a16="http://schemas.microsoft.com/office/drawing/2014/main" id="{646EDFF3-1540-7102-CC0B-D3530733ABCD}"/>
              </a:ext>
            </a:extLst>
          </p:cNvPr>
          <p:cNvSpPr>
            <a:spLocks noGrp="1"/>
          </p:cNvSpPr>
          <p:nvPr/>
        </p:nvSpPr>
        <p:spPr>
          <a:xfrm>
            <a:off x="5867400" y="411840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610" name="Rectangle 609">
            <a:extLst>
              <a:ext uri="{FF2B5EF4-FFF2-40B4-BE49-F238E27FC236}">
                <a16:creationId xmlns:a16="http://schemas.microsoft.com/office/drawing/2014/main" id="{82437455-17FE-5B54-C65A-7293FAA7A87E}"/>
              </a:ext>
            </a:extLst>
          </p:cNvPr>
          <p:cNvSpPr>
            <a:spLocks noGrp="1"/>
          </p:cNvSpPr>
          <p:nvPr/>
        </p:nvSpPr>
        <p:spPr>
          <a:xfrm>
            <a:off x="5867400" y="4118400"/>
            <a:ext cx="66675" cy="742950"/>
          </a:xfrm>
          <a:prstGeom prst="rect">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612" name="Oval 611">
            <a:extLst>
              <a:ext uri="{FF2B5EF4-FFF2-40B4-BE49-F238E27FC236}">
                <a16:creationId xmlns:a16="http://schemas.microsoft.com/office/drawing/2014/main" id="{456F9CE9-FCF7-7F11-3E10-741F9CF20ED7}"/>
              </a:ext>
            </a:extLst>
          </p:cNvPr>
          <p:cNvSpPr>
            <a:spLocks noGrp="1"/>
          </p:cNvSpPr>
          <p:nvPr/>
        </p:nvSpPr>
        <p:spPr>
          <a:xfrm>
            <a:off x="6019800" y="4308900"/>
            <a:ext cx="342900" cy="342900"/>
          </a:xfrm>
          <a:prstGeom prst="ellipse">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614" name="Rectangle 613">
            <a:extLst>
              <a:ext uri="{FF2B5EF4-FFF2-40B4-BE49-F238E27FC236}">
                <a16:creationId xmlns:a16="http://schemas.microsoft.com/office/drawing/2014/main" id="{EB5085F7-9CAC-65C4-47B4-C9FBC7147B9D}"/>
              </a:ext>
            </a:extLst>
          </p:cNvPr>
          <p:cNvSpPr>
            <a:spLocks noGrp="1"/>
          </p:cNvSpPr>
          <p:nvPr/>
        </p:nvSpPr>
        <p:spPr>
          <a:xfrm>
            <a:off x="6019800" y="430890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4</a:t>
            </a:r>
          </a:p>
        </p:txBody>
      </p:sp>
      <p:sp>
        <p:nvSpPr>
          <p:cNvPr id="616" name="Rectangle 615">
            <a:extLst>
              <a:ext uri="{FF2B5EF4-FFF2-40B4-BE49-F238E27FC236}">
                <a16:creationId xmlns:a16="http://schemas.microsoft.com/office/drawing/2014/main" id="{6520F577-6320-7A31-50F8-21588FF010AE}"/>
              </a:ext>
            </a:extLst>
          </p:cNvPr>
          <p:cNvSpPr>
            <a:spLocks noGrp="1"/>
          </p:cNvSpPr>
          <p:nvPr/>
        </p:nvSpPr>
        <p:spPr>
          <a:xfrm>
            <a:off x="6477000" y="4194600"/>
            <a:ext cx="2095500" cy="590550"/>
          </a:xfrm>
          <a:prstGeom prst="rect">
            <a:avLst/>
          </a:prstGeom>
          <a:noFill/>
          <a:ln w="0">
            <a:noFill/>
            <a:prstDash val="solid"/>
          </a:ln>
        </p:spPr>
        <p:txBody>
          <a:bodyPr anchor="ctr"/>
          <a:lstStyle/>
          <a:p>
            <a:pPr>
              <a:defRPr sz="1050" b="0">
                <a:solidFill>
                  <a:srgbClr val="203744"/>
                </a:solidFill>
              </a:defRPr>
            </a:pPr>
            <a:r>
              <a:rPr lang="en-US" sz="1200" b="1">
                <a:solidFill>
                  <a:srgbClr val="203744"/>
                </a:solidFill>
                <a:latin typeface="Aptos" panose="020B0004020202020204" pitchFamily="34" charset="0"/>
              </a:rPr>
              <a:t>Undertake stakeholder consultations</a:t>
            </a:r>
            <a:r>
              <a:rPr lang="en-US" sz="1200">
                <a:solidFill>
                  <a:srgbClr val="203744"/>
                </a:solidFill>
                <a:latin typeface="Aptos" panose="020B0004020202020204" pitchFamily="34" charset="0"/>
              </a:rPr>
              <a:t> to validate recommendations</a:t>
            </a:r>
          </a:p>
        </p:txBody>
      </p:sp>
      <p:sp>
        <p:nvSpPr>
          <p:cNvPr id="618" name="deliver-4">
            <a:extLst>
              <a:ext uri="{FF2B5EF4-FFF2-40B4-BE49-F238E27FC236}">
                <a16:creationId xmlns:a16="http://schemas.microsoft.com/office/drawing/2014/main" id="{E9EA6EFE-7430-F91E-63CE-14145FE55DBB}"/>
              </a:ext>
            </a:extLst>
          </p:cNvPr>
          <p:cNvSpPr>
            <a:spLocks noGrp="1"/>
          </p:cNvSpPr>
          <p:nvPr/>
        </p:nvSpPr>
        <p:spPr>
          <a:xfrm>
            <a:off x="8934450" y="411840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620" name="Rectangle 619">
            <a:extLst>
              <a:ext uri="{FF2B5EF4-FFF2-40B4-BE49-F238E27FC236}">
                <a16:creationId xmlns:a16="http://schemas.microsoft.com/office/drawing/2014/main" id="{955DD9DA-B27C-C3F0-F729-EB37370D1468}"/>
              </a:ext>
            </a:extLst>
          </p:cNvPr>
          <p:cNvSpPr>
            <a:spLocks noGrp="1"/>
          </p:cNvSpPr>
          <p:nvPr/>
        </p:nvSpPr>
        <p:spPr>
          <a:xfrm>
            <a:off x="8934450" y="4118400"/>
            <a:ext cx="66675" cy="742950"/>
          </a:xfrm>
          <a:prstGeom prst="rect">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622" name="Oval 621">
            <a:extLst>
              <a:ext uri="{FF2B5EF4-FFF2-40B4-BE49-F238E27FC236}">
                <a16:creationId xmlns:a16="http://schemas.microsoft.com/office/drawing/2014/main" id="{43A9EDD1-659D-8180-481C-D75C540536C0}"/>
              </a:ext>
            </a:extLst>
          </p:cNvPr>
          <p:cNvSpPr>
            <a:spLocks noGrp="1"/>
          </p:cNvSpPr>
          <p:nvPr/>
        </p:nvSpPr>
        <p:spPr>
          <a:xfrm>
            <a:off x="9086850" y="4308900"/>
            <a:ext cx="342900" cy="342900"/>
          </a:xfrm>
          <a:prstGeom prst="ellipse">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624" name="Rectangle 623">
            <a:extLst>
              <a:ext uri="{FF2B5EF4-FFF2-40B4-BE49-F238E27FC236}">
                <a16:creationId xmlns:a16="http://schemas.microsoft.com/office/drawing/2014/main" id="{460B33DE-AAC1-B99E-2CB7-262C58098A52}"/>
              </a:ext>
            </a:extLst>
          </p:cNvPr>
          <p:cNvSpPr>
            <a:spLocks noGrp="1"/>
          </p:cNvSpPr>
          <p:nvPr/>
        </p:nvSpPr>
        <p:spPr>
          <a:xfrm>
            <a:off x="9086850" y="430890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4</a:t>
            </a:r>
          </a:p>
        </p:txBody>
      </p:sp>
      <p:sp>
        <p:nvSpPr>
          <p:cNvPr id="626" name="Rectangle 625">
            <a:extLst>
              <a:ext uri="{FF2B5EF4-FFF2-40B4-BE49-F238E27FC236}">
                <a16:creationId xmlns:a16="http://schemas.microsoft.com/office/drawing/2014/main" id="{5CFC8501-030D-0C45-C9C4-BCE45003C852}"/>
              </a:ext>
            </a:extLst>
          </p:cNvPr>
          <p:cNvSpPr>
            <a:spLocks noGrp="1"/>
          </p:cNvSpPr>
          <p:nvPr/>
        </p:nvSpPr>
        <p:spPr>
          <a:xfrm>
            <a:off x="9544050" y="4194600"/>
            <a:ext cx="2095500" cy="590550"/>
          </a:xfrm>
          <a:prstGeom prst="rect">
            <a:avLst/>
          </a:prstGeom>
          <a:noFill/>
          <a:ln w="0">
            <a:noFill/>
            <a:prstDash val="solid"/>
          </a:ln>
        </p:spPr>
        <p:txBody>
          <a:bodyPr anchor="ctr"/>
          <a:lstStyle/>
          <a:p>
            <a:pPr>
              <a:defRPr sz="1050" b="0">
                <a:solidFill>
                  <a:srgbClr val="203744"/>
                </a:solidFill>
              </a:defRPr>
            </a:pPr>
            <a:r>
              <a:rPr lang="en-US" sz="1200" b="1">
                <a:solidFill>
                  <a:srgbClr val="203744"/>
                </a:solidFill>
                <a:latin typeface="Aptos" panose="020B0004020202020204" pitchFamily="34" charset="0"/>
              </a:rPr>
              <a:t>Monitor regulatory actions </a:t>
            </a:r>
            <a:r>
              <a:rPr lang="en-US" sz="1200">
                <a:solidFill>
                  <a:srgbClr val="203744"/>
                </a:solidFill>
                <a:latin typeface="Aptos" panose="020B0004020202020204" pitchFamily="34" charset="0"/>
              </a:rPr>
              <a:t>and support effective implementation</a:t>
            </a:r>
          </a:p>
        </p:txBody>
      </p:sp>
      <p:sp>
        <p:nvSpPr>
          <p:cNvPr id="628" name="Rectangle 627">
            <a:extLst>
              <a:ext uri="{FF2B5EF4-FFF2-40B4-BE49-F238E27FC236}">
                <a16:creationId xmlns:a16="http://schemas.microsoft.com/office/drawing/2014/main" id="{D4613AFC-850C-183B-8FD9-3CB99AD28345}"/>
              </a:ext>
            </a:extLst>
          </p:cNvPr>
          <p:cNvSpPr>
            <a:spLocks noGrp="1"/>
          </p:cNvSpPr>
          <p:nvPr/>
        </p:nvSpPr>
        <p:spPr>
          <a:xfrm>
            <a:off x="2800350" y="4975650"/>
            <a:ext cx="2095500" cy="190500"/>
          </a:xfrm>
          <a:prstGeom prst="rect">
            <a:avLst/>
          </a:prstGeom>
          <a:noFill/>
          <a:ln w="0">
            <a:noFill/>
            <a:prstDash val="solid"/>
          </a:ln>
        </p:spPr>
        <p:txBody>
          <a:bodyPr anchor="ctr"/>
          <a:lstStyle/>
          <a:p>
            <a:pPr>
              <a:defRPr sz="975" b="1">
                <a:solidFill>
                  <a:srgbClr val="203744"/>
                </a:solidFill>
              </a:defRPr>
            </a:pPr>
            <a:r>
              <a:rPr sz="1200" b="1">
                <a:solidFill>
                  <a:srgbClr val="203744"/>
                </a:solidFill>
                <a:latin typeface="Aptos" panose="020B0004020202020204" pitchFamily="34" charset="0"/>
              </a:rPr>
              <a:t>DELIVERABLES</a:t>
            </a:r>
          </a:p>
        </p:txBody>
      </p:sp>
      <p:sp>
        <p:nvSpPr>
          <p:cNvPr id="630" name="Rectangle 629">
            <a:extLst>
              <a:ext uri="{FF2B5EF4-FFF2-40B4-BE49-F238E27FC236}">
                <a16:creationId xmlns:a16="http://schemas.microsoft.com/office/drawing/2014/main" id="{2DE25393-31CD-8481-F167-F34258A47EA5}"/>
              </a:ext>
            </a:extLst>
          </p:cNvPr>
          <p:cNvSpPr>
            <a:spLocks noGrp="1"/>
          </p:cNvSpPr>
          <p:nvPr/>
        </p:nvSpPr>
        <p:spPr>
          <a:xfrm>
            <a:off x="2818039" y="5257318"/>
            <a:ext cx="8953500" cy="19050"/>
          </a:xfrm>
          <a:prstGeom prst="rect">
            <a:avLst/>
          </a:prstGeom>
          <a:solidFill>
            <a:srgbClr val="203744"/>
          </a:solidFill>
          <a:ln w="0">
            <a:noFill/>
            <a:prstDash val="solid"/>
          </a:ln>
        </p:spPr>
        <p:txBody>
          <a:bodyPr/>
          <a:lstStyle/>
          <a:p>
            <a:endParaRPr lang="en-US" sz="1200">
              <a:solidFill>
                <a:prstClr val="black"/>
              </a:solidFill>
              <a:latin typeface="Aptos" panose="020B0004020202020204" pitchFamily="34" charset="0"/>
            </a:endParaRPr>
          </a:p>
        </p:txBody>
      </p:sp>
      <p:sp>
        <p:nvSpPr>
          <p:cNvPr id="656" name="deliverable-1">
            <a:extLst>
              <a:ext uri="{FF2B5EF4-FFF2-40B4-BE49-F238E27FC236}">
                <a16:creationId xmlns:a16="http://schemas.microsoft.com/office/drawing/2014/main" id="{5C7891BC-2D4A-3484-C54D-8891B314B9C9}"/>
              </a:ext>
            </a:extLst>
          </p:cNvPr>
          <p:cNvSpPr>
            <a:spLocks noGrp="1"/>
          </p:cNvSpPr>
          <p:nvPr/>
        </p:nvSpPr>
        <p:spPr>
          <a:xfrm>
            <a:off x="2781300" y="5342890"/>
            <a:ext cx="4362450" cy="1042306"/>
          </a:xfrm>
          <a:prstGeom prst="roundRect">
            <a:avLst>
              <a:gd name="adj" fmla="val 12500"/>
            </a:avLst>
          </a:prstGeom>
          <a:solidFill>
            <a:srgbClr val="FFFFFF"/>
          </a:solidFill>
          <a:ln w="9525">
            <a:solidFill>
              <a:srgbClr val="CED8DC"/>
            </a:solidFill>
            <a:prstDash val="solid"/>
          </a:ln>
        </p:spPr>
        <p:txBody>
          <a:bodyPr/>
          <a:lstStyle/>
          <a:p>
            <a:endParaRPr lang="en-US" sz="1200">
              <a:latin typeface="Aptos" panose="020B0004020202020204" pitchFamily="34" charset="0"/>
            </a:endParaRPr>
          </a:p>
        </p:txBody>
      </p:sp>
      <p:sp>
        <p:nvSpPr>
          <p:cNvPr id="658" name="Rectangle 657">
            <a:extLst>
              <a:ext uri="{FF2B5EF4-FFF2-40B4-BE49-F238E27FC236}">
                <a16:creationId xmlns:a16="http://schemas.microsoft.com/office/drawing/2014/main" id="{09902324-6239-75C7-F9C9-6BBA69AC434E}"/>
              </a:ext>
            </a:extLst>
          </p:cNvPr>
          <p:cNvSpPr>
            <a:spLocks noGrp="1"/>
          </p:cNvSpPr>
          <p:nvPr/>
        </p:nvSpPr>
        <p:spPr>
          <a:xfrm>
            <a:off x="2781300" y="5342890"/>
            <a:ext cx="76200" cy="1044000"/>
          </a:xfrm>
          <a:prstGeom prst="rect">
            <a:avLst/>
          </a:prstGeom>
          <a:solidFill>
            <a:srgbClr val="147DA6"/>
          </a:solidFill>
          <a:ln w="0">
            <a:noFill/>
            <a:prstDash val="solid"/>
          </a:ln>
        </p:spPr>
        <p:txBody>
          <a:bodyPr/>
          <a:lstStyle/>
          <a:p>
            <a:endParaRPr lang="en-US" sz="1200">
              <a:latin typeface="Aptos" panose="020B0004020202020204" pitchFamily="34" charset="0"/>
            </a:endParaRPr>
          </a:p>
        </p:txBody>
      </p:sp>
      <p:sp>
        <p:nvSpPr>
          <p:cNvPr id="660" name="Rectangle 659">
            <a:extLst>
              <a:ext uri="{FF2B5EF4-FFF2-40B4-BE49-F238E27FC236}">
                <a16:creationId xmlns:a16="http://schemas.microsoft.com/office/drawing/2014/main" id="{A666377E-80E5-7519-2636-3FD3E8A09E07}"/>
              </a:ext>
            </a:extLst>
          </p:cNvPr>
          <p:cNvSpPr>
            <a:spLocks noGrp="1"/>
          </p:cNvSpPr>
          <p:nvPr/>
        </p:nvSpPr>
        <p:spPr>
          <a:xfrm>
            <a:off x="2952750" y="5380990"/>
            <a:ext cx="4076700" cy="190500"/>
          </a:xfrm>
          <a:prstGeom prst="rect">
            <a:avLst/>
          </a:prstGeom>
          <a:noFill/>
          <a:ln w="0">
            <a:noFill/>
            <a:prstDash val="solid"/>
          </a:ln>
        </p:spPr>
        <p:txBody>
          <a:bodyPr anchor="ctr"/>
          <a:lstStyle/>
          <a:p>
            <a:pPr algn="l">
              <a:defRPr sz="975" b="1">
                <a:solidFill>
                  <a:srgbClr val="147DA6"/>
                </a:solidFill>
              </a:defRPr>
            </a:pPr>
            <a:r>
              <a:rPr sz="1200" b="1">
                <a:solidFill>
                  <a:srgbClr val="147DA6"/>
                </a:solidFill>
                <a:latin typeface="Aptos" panose="020B0004020202020204" pitchFamily="34" charset="0"/>
              </a:rPr>
              <a:t>T+12 weeks</a:t>
            </a:r>
          </a:p>
        </p:txBody>
      </p:sp>
      <p:sp>
        <p:nvSpPr>
          <p:cNvPr id="662" name="Rectangle 661">
            <a:extLst>
              <a:ext uri="{FF2B5EF4-FFF2-40B4-BE49-F238E27FC236}">
                <a16:creationId xmlns:a16="http://schemas.microsoft.com/office/drawing/2014/main" id="{202D7FFC-4458-3F46-DC01-4A3EFE0F90C3}"/>
              </a:ext>
            </a:extLst>
          </p:cNvPr>
          <p:cNvSpPr>
            <a:spLocks noGrp="1"/>
          </p:cNvSpPr>
          <p:nvPr/>
        </p:nvSpPr>
        <p:spPr>
          <a:xfrm>
            <a:off x="2952750" y="5959973"/>
            <a:ext cx="4076700" cy="285750"/>
          </a:xfrm>
          <a:prstGeom prst="rect">
            <a:avLst/>
          </a:prstGeom>
          <a:noFill/>
          <a:ln w="0">
            <a:noFill/>
            <a:prstDash val="solid"/>
          </a:ln>
        </p:spPr>
        <p:txBody>
          <a:bodyPr anchor="ctr"/>
          <a:lstStyle/>
          <a:p>
            <a:pPr algn="l">
              <a:defRPr sz="900" b="0">
                <a:solidFill>
                  <a:srgbClr val="203744"/>
                </a:solidFill>
              </a:defRPr>
            </a:pPr>
            <a:r>
              <a:rPr sz="1400" b="0">
                <a:solidFill>
                  <a:srgbClr val="203744"/>
                </a:solidFill>
                <a:latin typeface="Aptos" panose="020B0004020202020204" pitchFamily="34" charset="0"/>
              </a:rPr>
              <a:t>Benchmark report of suitable provisions to strengthen existing Acts and Rules</a:t>
            </a:r>
          </a:p>
        </p:txBody>
      </p:sp>
      <p:sp>
        <p:nvSpPr>
          <p:cNvPr id="664" name="deliverable-2">
            <a:extLst>
              <a:ext uri="{FF2B5EF4-FFF2-40B4-BE49-F238E27FC236}">
                <a16:creationId xmlns:a16="http://schemas.microsoft.com/office/drawing/2014/main" id="{88EA4667-1CB2-C6E6-BE1D-A58DD9BEEA5B}"/>
              </a:ext>
            </a:extLst>
          </p:cNvPr>
          <p:cNvSpPr>
            <a:spLocks noGrp="1"/>
          </p:cNvSpPr>
          <p:nvPr/>
        </p:nvSpPr>
        <p:spPr>
          <a:xfrm>
            <a:off x="7372350" y="5342890"/>
            <a:ext cx="4362450" cy="1042306"/>
          </a:xfrm>
          <a:prstGeom prst="roundRect">
            <a:avLst>
              <a:gd name="adj" fmla="val 12500"/>
            </a:avLst>
          </a:prstGeom>
          <a:solidFill>
            <a:srgbClr val="FFFFFF"/>
          </a:solidFill>
          <a:ln w="9525">
            <a:solidFill>
              <a:srgbClr val="CED8DC"/>
            </a:solidFill>
            <a:prstDash val="solid"/>
          </a:ln>
        </p:spPr>
        <p:txBody>
          <a:bodyPr/>
          <a:lstStyle/>
          <a:p>
            <a:endParaRPr lang="en-US" sz="1200">
              <a:latin typeface="Aptos" panose="020B0004020202020204" pitchFamily="34" charset="0"/>
            </a:endParaRPr>
          </a:p>
        </p:txBody>
      </p:sp>
      <p:sp>
        <p:nvSpPr>
          <p:cNvPr id="666" name="Rectangle 665">
            <a:extLst>
              <a:ext uri="{FF2B5EF4-FFF2-40B4-BE49-F238E27FC236}">
                <a16:creationId xmlns:a16="http://schemas.microsoft.com/office/drawing/2014/main" id="{D878AA19-6069-95E8-AA48-8EC7235CD4DF}"/>
              </a:ext>
            </a:extLst>
          </p:cNvPr>
          <p:cNvSpPr>
            <a:spLocks noGrp="1"/>
          </p:cNvSpPr>
          <p:nvPr/>
        </p:nvSpPr>
        <p:spPr>
          <a:xfrm>
            <a:off x="7372350" y="5342890"/>
            <a:ext cx="76200" cy="1044000"/>
          </a:xfrm>
          <a:prstGeom prst="rect">
            <a:avLst/>
          </a:prstGeom>
          <a:solidFill>
            <a:srgbClr val="6FAE24"/>
          </a:solidFill>
          <a:ln w="0">
            <a:noFill/>
            <a:prstDash val="solid"/>
          </a:ln>
        </p:spPr>
        <p:txBody>
          <a:bodyPr/>
          <a:lstStyle/>
          <a:p>
            <a:endParaRPr lang="en-US" sz="1200">
              <a:latin typeface="Aptos" panose="020B0004020202020204" pitchFamily="34" charset="0"/>
            </a:endParaRPr>
          </a:p>
        </p:txBody>
      </p:sp>
      <p:sp>
        <p:nvSpPr>
          <p:cNvPr id="668" name="Rectangle 667">
            <a:extLst>
              <a:ext uri="{FF2B5EF4-FFF2-40B4-BE49-F238E27FC236}">
                <a16:creationId xmlns:a16="http://schemas.microsoft.com/office/drawing/2014/main" id="{CA46A172-1B2C-48C7-D78E-13F80F4845B9}"/>
              </a:ext>
            </a:extLst>
          </p:cNvPr>
          <p:cNvSpPr>
            <a:spLocks noGrp="1"/>
          </p:cNvSpPr>
          <p:nvPr/>
        </p:nvSpPr>
        <p:spPr>
          <a:xfrm>
            <a:off x="7543800" y="5380990"/>
            <a:ext cx="4076700" cy="190500"/>
          </a:xfrm>
          <a:prstGeom prst="rect">
            <a:avLst/>
          </a:prstGeom>
          <a:noFill/>
          <a:ln w="0">
            <a:noFill/>
            <a:prstDash val="solid"/>
          </a:ln>
        </p:spPr>
        <p:txBody>
          <a:bodyPr anchor="ctr"/>
          <a:lstStyle/>
          <a:p>
            <a:pPr algn="l">
              <a:defRPr sz="975" b="1">
                <a:solidFill>
                  <a:srgbClr val="6FAE24"/>
                </a:solidFill>
              </a:defRPr>
            </a:pPr>
            <a:r>
              <a:rPr sz="1200" b="1">
                <a:solidFill>
                  <a:srgbClr val="6FAE24"/>
                </a:solidFill>
                <a:latin typeface="Aptos" panose="020B0004020202020204" pitchFamily="34" charset="0"/>
              </a:rPr>
              <a:t>T+6 to T+48 weeks</a:t>
            </a:r>
          </a:p>
        </p:txBody>
      </p:sp>
      <p:sp>
        <p:nvSpPr>
          <p:cNvPr id="670" name="Rectangle 669">
            <a:extLst>
              <a:ext uri="{FF2B5EF4-FFF2-40B4-BE49-F238E27FC236}">
                <a16:creationId xmlns:a16="http://schemas.microsoft.com/office/drawing/2014/main" id="{8BA7A652-DE42-E712-B597-63124A3FA99F}"/>
              </a:ext>
            </a:extLst>
          </p:cNvPr>
          <p:cNvSpPr>
            <a:spLocks noGrp="1"/>
          </p:cNvSpPr>
          <p:nvPr/>
        </p:nvSpPr>
        <p:spPr>
          <a:xfrm>
            <a:off x="7505700" y="5926635"/>
            <a:ext cx="4076700" cy="285750"/>
          </a:xfrm>
          <a:prstGeom prst="rect">
            <a:avLst/>
          </a:prstGeom>
          <a:noFill/>
          <a:ln w="0">
            <a:noFill/>
            <a:prstDash val="solid"/>
          </a:ln>
        </p:spPr>
        <p:txBody>
          <a:bodyPr anchor="ctr"/>
          <a:lstStyle/>
          <a:p>
            <a:pPr algn="l">
              <a:defRPr sz="900" b="0">
                <a:solidFill>
                  <a:srgbClr val="203744"/>
                </a:solidFill>
              </a:defRPr>
            </a:pPr>
            <a:r>
              <a:rPr sz="1400" b="0">
                <a:solidFill>
                  <a:srgbClr val="203744"/>
                </a:solidFill>
                <a:latin typeface="Aptos" panose="020B0004020202020204" pitchFamily="34" charset="0"/>
              </a:rPr>
              <a:t>Continuous technical inputs for circulars, government orders and field instructions</a:t>
            </a:r>
          </a:p>
        </p:txBody>
      </p:sp>
    </p:spTree>
    <p:extLst>
      <p:ext uri="{BB962C8B-B14F-4D97-AF65-F5344CB8AC3E}">
        <p14:creationId xmlns:p14="http://schemas.microsoft.com/office/powerpoint/2010/main" val="348365463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A0E94-7ED7-853B-CACD-CBECB5A3D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90392-1655-23D6-B6ED-606A64375D9F}"/>
              </a:ext>
            </a:extLst>
          </p:cNvPr>
          <p:cNvSpPr>
            <a:spLocks noGrp="1"/>
          </p:cNvSpPr>
          <p:nvPr>
            <p:ph type="title"/>
          </p:nvPr>
        </p:nvSpPr>
        <p:spPr/>
        <p:txBody>
          <a:bodyPr/>
          <a:lstStyle/>
          <a:p>
            <a:r>
              <a:rPr lang="en-US"/>
              <a:t>Detailed Methodology: Policy Intervention (2/2)</a:t>
            </a:r>
            <a:endParaRPr lang="en-IN"/>
          </a:p>
        </p:txBody>
      </p:sp>
      <p:sp>
        <p:nvSpPr>
          <p:cNvPr id="5" name="Slide Number Placeholder 4">
            <a:extLst>
              <a:ext uri="{FF2B5EF4-FFF2-40B4-BE49-F238E27FC236}">
                <a16:creationId xmlns:a16="http://schemas.microsoft.com/office/drawing/2014/main" id="{C16283DE-2B84-7C3B-C451-E0BFFCB956CC}"/>
              </a:ext>
            </a:extLst>
          </p:cNvPr>
          <p:cNvSpPr>
            <a:spLocks noGrp="1"/>
          </p:cNvSpPr>
          <p:nvPr>
            <p:ph type="sldNum" sz="quarter" idx="4"/>
          </p:nvPr>
        </p:nvSpPr>
        <p:spPr/>
        <p:txBody>
          <a:bodyPr/>
          <a:lstStyle/>
          <a:p>
            <a:fld id="{39E7427F-21AC-4FC2-AC74-F5AF5A475796}" type="slidenum">
              <a:rPr lang="en-IN" smtClean="0"/>
              <a:pPr/>
              <a:t>16</a:t>
            </a:fld>
            <a:endParaRPr lang="en-IN"/>
          </a:p>
        </p:txBody>
      </p:sp>
      <p:sp>
        <p:nvSpPr>
          <p:cNvPr id="3" name="Text 1">
            <a:extLst>
              <a:ext uri="{FF2B5EF4-FFF2-40B4-BE49-F238E27FC236}">
                <a16:creationId xmlns:a16="http://schemas.microsoft.com/office/drawing/2014/main" id="{0680A6A5-8671-2151-AB72-3F48FC38FEFB}"/>
              </a:ext>
            </a:extLst>
          </p:cNvPr>
          <p:cNvSpPr/>
          <p:nvPr/>
        </p:nvSpPr>
        <p:spPr>
          <a:xfrm>
            <a:off x="411480" y="758952"/>
            <a:ext cx="11292840" cy="347472"/>
          </a:xfrm>
          <a:prstGeom prst="rect">
            <a:avLst/>
          </a:prstGeom>
          <a:noFill/>
          <a:ln/>
        </p:spPr>
        <p:txBody>
          <a:bodyPr wrap="square" lIns="0" tIns="0" rIns="0" bIns="0" rtlCol="0" anchor="ctr"/>
          <a:lstStyle/>
          <a:p>
            <a:pPr marL="0" indent="0">
              <a:lnSpc>
                <a:spcPct val="92000"/>
              </a:lnSpc>
              <a:buNone/>
            </a:pPr>
            <a:r>
              <a:rPr lang="en-US" sz="1200">
                <a:solidFill>
                  <a:srgbClr val="444444"/>
                </a:solidFill>
                <a:latin typeface="Aptos" pitchFamily="34" charset="0"/>
                <a:ea typeface="Aptos" pitchFamily="34" charset="-122"/>
                <a:cs typeface="Aptos" pitchFamily="34" charset="-120"/>
              </a:rPr>
              <a:t>UP illustrates consolidation of multiple revenue enactments; Telangana illustrates replacement of an RoR framework aligned to a digital service workflow.</a:t>
            </a:r>
            <a:endParaRPr lang="en-US" sz="1200">
              <a:latin typeface="Aptos" panose="020B0004020202020204" pitchFamily="34" charset="0"/>
            </a:endParaRPr>
          </a:p>
        </p:txBody>
      </p:sp>
      <p:grpSp>
        <p:nvGrpSpPr>
          <p:cNvPr id="6" name="Group 5">
            <a:extLst>
              <a:ext uri="{FF2B5EF4-FFF2-40B4-BE49-F238E27FC236}">
                <a16:creationId xmlns:a16="http://schemas.microsoft.com/office/drawing/2014/main" id="{DC5951CC-E023-719F-7266-9F783CA78603}"/>
              </a:ext>
            </a:extLst>
          </p:cNvPr>
          <p:cNvGrpSpPr/>
          <p:nvPr/>
        </p:nvGrpSpPr>
        <p:grpSpPr>
          <a:xfrm>
            <a:off x="411480" y="1170432"/>
            <a:ext cx="11338560" cy="4928616"/>
            <a:chOff x="411480" y="1170432"/>
            <a:chExt cx="11338560" cy="4407408"/>
          </a:xfrm>
        </p:grpSpPr>
        <p:sp>
          <p:nvSpPr>
            <p:cNvPr id="8" name="Shape 2">
              <a:extLst>
                <a:ext uri="{FF2B5EF4-FFF2-40B4-BE49-F238E27FC236}">
                  <a16:creationId xmlns:a16="http://schemas.microsoft.com/office/drawing/2014/main" id="{49294683-7CBD-ECC2-C525-618F2377DCB9}"/>
                </a:ext>
              </a:extLst>
            </p:cNvPr>
            <p:cNvSpPr/>
            <p:nvPr/>
          </p:nvSpPr>
          <p:spPr>
            <a:xfrm>
              <a:off x="411480" y="1170432"/>
              <a:ext cx="5486400" cy="4407408"/>
            </a:xfrm>
            <a:prstGeom prst="roundRect">
              <a:avLst>
                <a:gd name="adj" fmla="val 1037"/>
              </a:avLst>
            </a:prstGeom>
            <a:solidFill>
              <a:srgbClr val="FFFFFF"/>
            </a:solidFill>
            <a:ln w="12700">
              <a:solidFill>
                <a:srgbClr val="CAD7D8"/>
              </a:solidFill>
              <a:prstDash val="solid"/>
            </a:ln>
          </p:spPr>
          <p:txBody>
            <a:bodyPr/>
            <a:lstStyle/>
            <a:p>
              <a:endParaRPr lang="en-US">
                <a:latin typeface="Aptos" panose="020B0004020202020204" pitchFamily="34" charset="0"/>
              </a:endParaRPr>
            </a:p>
          </p:txBody>
        </p:sp>
        <p:sp>
          <p:nvSpPr>
            <p:cNvPr id="10" name="Shape 3">
              <a:extLst>
                <a:ext uri="{FF2B5EF4-FFF2-40B4-BE49-F238E27FC236}">
                  <a16:creationId xmlns:a16="http://schemas.microsoft.com/office/drawing/2014/main" id="{C3EE9200-D04E-F5CB-854D-D19C9B2EF2AC}"/>
                </a:ext>
              </a:extLst>
            </p:cNvPr>
            <p:cNvSpPr/>
            <p:nvPr/>
          </p:nvSpPr>
          <p:spPr>
            <a:xfrm>
              <a:off x="411480" y="1170432"/>
              <a:ext cx="5486400" cy="621792"/>
            </a:xfrm>
            <a:prstGeom prst="rect">
              <a:avLst/>
            </a:prstGeom>
            <a:solidFill>
              <a:srgbClr val="0E5C61"/>
            </a:solidFill>
            <a:ln w="12700">
              <a:solidFill>
                <a:srgbClr val="0E5C61"/>
              </a:solidFill>
              <a:prstDash val="solid"/>
            </a:ln>
          </p:spPr>
          <p:txBody>
            <a:bodyPr/>
            <a:lstStyle/>
            <a:p>
              <a:endParaRPr lang="en-US">
                <a:latin typeface="Aptos" panose="020B0004020202020204" pitchFamily="34" charset="0"/>
              </a:endParaRPr>
            </a:p>
          </p:txBody>
        </p:sp>
        <p:sp>
          <p:nvSpPr>
            <p:cNvPr id="12" name="Text 4">
              <a:extLst>
                <a:ext uri="{FF2B5EF4-FFF2-40B4-BE49-F238E27FC236}">
                  <a16:creationId xmlns:a16="http://schemas.microsoft.com/office/drawing/2014/main" id="{5F3ACAA8-6958-C4F3-55CA-2652B4A37049}"/>
                </a:ext>
              </a:extLst>
            </p:cNvPr>
            <p:cNvSpPr/>
            <p:nvPr/>
          </p:nvSpPr>
          <p:spPr>
            <a:xfrm>
              <a:off x="557784" y="1261872"/>
              <a:ext cx="5193792" cy="438912"/>
            </a:xfrm>
            <a:prstGeom prst="rect">
              <a:avLst/>
            </a:prstGeom>
            <a:noFill/>
            <a:ln/>
          </p:spPr>
          <p:txBody>
            <a:bodyPr wrap="square" lIns="0" tIns="0" rIns="0" bIns="0" rtlCol="0" anchor="ctr"/>
            <a:lstStyle/>
            <a:p>
              <a:pPr marL="0" indent="0">
                <a:buNone/>
              </a:pPr>
              <a:r>
                <a:rPr lang="en-US" sz="1600" b="1">
                  <a:solidFill>
                    <a:srgbClr val="FFFFFF"/>
                  </a:solidFill>
                  <a:latin typeface="Aptos" pitchFamily="34" charset="0"/>
                  <a:ea typeface="Aptos" pitchFamily="34" charset="-122"/>
                  <a:cs typeface="Aptos" pitchFamily="34" charset="-120"/>
                </a:rPr>
                <a:t>Uttar Pradesh - Revenue Code, 2006</a:t>
              </a:r>
              <a:endParaRPr lang="en-US" sz="1600">
                <a:latin typeface="Aptos" panose="020B0004020202020204" pitchFamily="34" charset="0"/>
              </a:endParaRPr>
            </a:p>
          </p:txBody>
        </p:sp>
        <p:sp>
          <p:nvSpPr>
            <p:cNvPr id="14" name="Shape 5">
              <a:hlinkClick r:id="rId3"/>
              <a:extLst>
                <a:ext uri="{FF2B5EF4-FFF2-40B4-BE49-F238E27FC236}">
                  <a16:creationId xmlns:a16="http://schemas.microsoft.com/office/drawing/2014/main" id="{953A6BC5-8083-5A9C-1972-40576196ED13}"/>
                </a:ext>
              </a:extLst>
            </p:cNvPr>
            <p:cNvSpPr/>
            <p:nvPr/>
          </p:nvSpPr>
          <p:spPr>
            <a:xfrm>
              <a:off x="411480" y="1178004"/>
              <a:ext cx="5486400" cy="621792"/>
            </a:xfrm>
            <a:prstGeom prst="rect">
              <a:avLst/>
            </a:prstGeom>
            <a:solidFill>
              <a:srgbClr val="FFFFFF">
                <a:alpha val="0"/>
              </a:srgbClr>
            </a:solidFill>
            <a:ln w="12700">
              <a:solidFill>
                <a:srgbClr val="FFFFFF">
                  <a:alpha val="0"/>
                </a:srgbClr>
              </a:solidFill>
              <a:prstDash val="solid"/>
            </a:ln>
          </p:spPr>
          <p:txBody>
            <a:bodyPr/>
            <a:lstStyle/>
            <a:p>
              <a:endParaRPr lang="en-US">
                <a:latin typeface="Aptos" panose="020B0004020202020204" pitchFamily="34" charset="0"/>
              </a:endParaRPr>
            </a:p>
          </p:txBody>
        </p:sp>
        <p:sp>
          <p:nvSpPr>
            <p:cNvPr id="16" name="Text 6">
              <a:extLst>
                <a:ext uri="{FF2B5EF4-FFF2-40B4-BE49-F238E27FC236}">
                  <a16:creationId xmlns:a16="http://schemas.microsoft.com/office/drawing/2014/main" id="{A05D3744-BFD7-04A5-4961-2D5DE7F806AE}"/>
                </a:ext>
              </a:extLst>
            </p:cNvPr>
            <p:cNvSpPr/>
            <p:nvPr/>
          </p:nvSpPr>
          <p:spPr>
            <a:xfrm>
              <a:off x="557784" y="1883664"/>
              <a:ext cx="1389888" cy="44805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Why this State</a:t>
              </a:r>
              <a:endParaRPr lang="en-US" sz="1600">
                <a:latin typeface="Aptos" panose="020B0004020202020204" pitchFamily="34" charset="0"/>
              </a:endParaRPr>
            </a:p>
          </p:txBody>
        </p:sp>
        <p:sp>
          <p:nvSpPr>
            <p:cNvPr id="18" name="Text 7">
              <a:extLst>
                <a:ext uri="{FF2B5EF4-FFF2-40B4-BE49-F238E27FC236}">
                  <a16:creationId xmlns:a16="http://schemas.microsoft.com/office/drawing/2014/main" id="{A56E39B7-A1D8-D9E1-2BEF-17D6E2F9815A}"/>
                </a:ext>
              </a:extLst>
            </p:cNvPr>
            <p:cNvSpPr/>
            <p:nvPr/>
          </p:nvSpPr>
          <p:spPr>
            <a:xfrm>
              <a:off x="2039112" y="1874520"/>
              <a:ext cx="3712464" cy="457200"/>
            </a:xfrm>
            <a:prstGeom prst="rect">
              <a:avLst/>
            </a:prstGeom>
            <a:noFill/>
            <a:ln/>
          </p:spPr>
          <p:txBody>
            <a:bodyPr wrap="square" lIns="0" tIns="0" rIns="0" bIns="0" rtlCol="0" anchor="ctr"/>
            <a:lstStyle/>
            <a:p>
              <a:pPr marL="0" indent="0">
                <a:lnSpc>
                  <a:spcPct val="86000"/>
                </a:lnSpc>
                <a:buNone/>
              </a:pPr>
              <a:r>
                <a:rPr lang="en-US" sz="1200" i="1">
                  <a:latin typeface="Aptos" panose="020B0004020202020204" pitchFamily="34" charset="0"/>
                  <a:ea typeface="Aptos" pitchFamily="34" charset="-122"/>
                  <a:cs typeface="Aptos" pitchFamily="34" charset="-120"/>
                </a:rPr>
                <a:t>UP's Statement of Objects and Reasons noted 39 revenue enactments in force </a:t>
              </a:r>
              <a:endParaRPr lang="en-US" sz="1200">
                <a:latin typeface="Aptos" panose="020B0004020202020204" pitchFamily="34" charset="0"/>
              </a:endParaRPr>
            </a:p>
          </p:txBody>
        </p:sp>
        <p:sp>
          <p:nvSpPr>
            <p:cNvPr id="20" name="Shape 8">
              <a:extLst>
                <a:ext uri="{FF2B5EF4-FFF2-40B4-BE49-F238E27FC236}">
                  <a16:creationId xmlns:a16="http://schemas.microsoft.com/office/drawing/2014/main" id="{DAB4D8FF-CE56-1EFB-FD25-CE019C1A55E6}"/>
                </a:ext>
              </a:extLst>
            </p:cNvPr>
            <p:cNvSpPr/>
            <p:nvPr/>
          </p:nvSpPr>
          <p:spPr>
            <a:xfrm>
              <a:off x="557784" y="2386584"/>
              <a:ext cx="5193792"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22" name="Text 9">
              <a:extLst>
                <a:ext uri="{FF2B5EF4-FFF2-40B4-BE49-F238E27FC236}">
                  <a16:creationId xmlns:a16="http://schemas.microsoft.com/office/drawing/2014/main" id="{B3373AA9-BDBD-CD6F-6EC6-EF3BCFB1B539}"/>
                </a:ext>
              </a:extLst>
            </p:cNvPr>
            <p:cNvSpPr/>
            <p:nvPr/>
          </p:nvSpPr>
          <p:spPr>
            <a:xfrm>
              <a:off x="557784" y="2478024"/>
              <a:ext cx="1389888" cy="113385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What was done</a:t>
              </a:r>
              <a:endParaRPr lang="en-US" sz="1600">
                <a:latin typeface="Aptos" panose="020B0004020202020204" pitchFamily="34" charset="0"/>
              </a:endParaRPr>
            </a:p>
          </p:txBody>
        </p:sp>
        <p:sp>
          <p:nvSpPr>
            <p:cNvPr id="24" name="Text 10">
              <a:extLst>
                <a:ext uri="{FF2B5EF4-FFF2-40B4-BE49-F238E27FC236}">
                  <a16:creationId xmlns:a16="http://schemas.microsoft.com/office/drawing/2014/main" id="{7765037B-F508-6E61-E6DE-4E7995B4BA3E}"/>
                </a:ext>
              </a:extLst>
            </p:cNvPr>
            <p:cNvSpPr/>
            <p:nvPr/>
          </p:nvSpPr>
          <p:spPr>
            <a:xfrm>
              <a:off x="2039112" y="2468880"/>
              <a:ext cx="3712464" cy="1143000"/>
            </a:xfrm>
            <a:prstGeom prst="rect">
              <a:avLst/>
            </a:prstGeom>
            <a:noFill/>
            <a:ln/>
          </p:spPr>
          <p:txBody>
            <a:bodyPr wrap="square" lIns="0" tIns="0" rIns="0" bIns="0" rtlCol="0" anchor="ctr"/>
            <a:lstStyle/>
            <a:p>
              <a:pPr marL="127000" indent="-127000">
                <a:lnSpc>
                  <a:spcPct val="86000"/>
                </a:lnSpc>
                <a:buSzPct val="100000"/>
                <a:buChar char="•"/>
              </a:pPr>
              <a:r>
                <a:rPr lang="en-US" sz="1200">
                  <a:latin typeface="Aptos" panose="020B0004020202020204" pitchFamily="34" charset="0"/>
                  <a:ea typeface="Aptos" pitchFamily="34" charset="-122"/>
                  <a:cs typeface="Aptos" pitchFamily="34" charset="-120"/>
                </a:rPr>
                <a:t>Consolidated and amended land-tenure and land-revenue law in a single Code</a:t>
              </a:r>
              <a:endParaRPr lang="en-US" sz="1200">
                <a:latin typeface="Aptos" panose="020B0004020202020204" pitchFamily="34" charset="0"/>
              </a:endParaRPr>
            </a:p>
            <a:p>
              <a:pPr marL="127000" indent="-127000">
                <a:lnSpc>
                  <a:spcPct val="86000"/>
                </a:lnSpc>
                <a:buSzPct val="100000"/>
                <a:buChar char="•"/>
              </a:pPr>
              <a:r>
                <a:rPr lang="en-US" sz="1200">
                  <a:latin typeface="Aptos" panose="020B0004020202020204" pitchFamily="34" charset="0"/>
                  <a:ea typeface="Aptos" pitchFamily="34" charset="-122"/>
                  <a:cs typeface="Aptos" pitchFamily="34" charset="-120"/>
                </a:rPr>
                <a:t>Repealed older enactments, including the Uttar Pradesh Land Revenue Act, 1901</a:t>
              </a:r>
              <a:endParaRPr lang="en-US" sz="1200">
                <a:latin typeface="Aptos" panose="020B0004020202020204" pitchFamily="34" charset="0"/>
              </a:endParaRPr>
            </a:p>
            <a:p>
              <a:pPr marL="127000" indent="-127000">
                <a:lnSpc>
                  <a:spcPct val="86000"/>
                </a:lnSpc>
                <a:buSzPct val="100000"/>
                <a:buChar char="•"/>
              </a:pPr>
              <a:r>
                <a:rPr lang="en-US" sz="1200">
                  <a:latin typeface="Aptos" panose="020B0004020202020204" pitchFamily="34" charset="0"/>
                  <a:ea typeface="Aptos" pitchFamily="34" charset="-122"/>
                  <a:cs typeface="Aptos" pitchFamily="34" charset="-120"/>
                </a:rPr>
                <a:t>Brought revenue areas, authorities/courts and substantive land-revenue provisions into the Code</a:t>
              </a:r>
              <a:endParaRPr lang="en-US" sz="1200">
                <a:latin typeface="Aptos" panose="020B0004020202020204" pitchFamily="34" charset="0"/>
              </a:endParaRPr>
            </a:p>
          </p:txBody>
        </p:sp>
        <p:sp>
          <p:nvSpPr>
            <p:cNvPr id="26" name="Shape 11">
              <a:extLst>
                <a:ext uri="{FF2B5EF4-FFF2-40B4-BE49-F238E27FC236}">
                  <a16:creationId xmlns:a16="http://schemas.microsoft.com/office/drawing/2014/main" id="{708A3FF8-6883-CA05-34EE-CBF93A93BA41}"/>
                </a:ext>
              </a:extLst>
            </p:cNvPr>
            <p:cNvSpPr/>
            <p:nvPr/>
          </p:nvSpPr>
          <p:spPr>
            <a:xfrm>
              <a:off x="557784" y="3666744"/>
              <a:ext cx="5193792"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28" name="Text 12">
              <a:extLst>
                <a:ext uri="{FF2B5EF4-FFF2-40B4-BE49-F238E27FC236}">
                  <a16:creationId xmlns:a16="http://schemas.microsoft.com/office/drawing/2014/main" id="{1247FE05-31DD-F470-0F25-417589DA410F}"/>
                </a:ext>
              </a:extLst>
            </p:cNvPr>
            <p:cNvSpPr/>
            <p:nvPr/>
          </p:nvSpPr>
          <p:spPr>
            <a:xfrm>
              <a:off x="557784" y="3758184"/>
              <a:ext cx="1389888" cy="49377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How it works</a:t>
              </a:r>
              <a:endParaRPr lang="en-US" sz="1600">
                <a:latin typeface="Aptos" panose="020B0004020202020204" pitchFamily="34" charset="0"/>
              </a:endParaRPr>
            </a:p>
          </p:txBody>
        </p:sp>
        <p:sp>
          <p:nvSpPr>
            <p:cNvPr id="30" name="Text 13">
              <a:extLst>
                <a:ext uri="{FF2B5EF4-FFF2-40B4-BE49-F238E27FC236}">
                  <a16:creationId xmlns:a16="http://schemas.microsoft.com/office/drawing/2014/main" id="{D652CF1D-1EDC-4097-57C0-319D77B9F2C9}"/>
                </a:ext>
              </a:extLst>
            </p:cNvPr>
            <p:cNvSpPr/>
            <p:nvPr/>
          </p:nvSpPr>
          <p:spPr>
            <a:xfrm>
              <a:off x="2039112" y="3749040"/>
              <a:ext cx="3712464" cy="502920"/>
            </a:xfrm>
            <a:prstGeom prst="rect">
              <a:avLst/>
            </a:prstGeom>
            <a:noFill/>
            <a:ln/>
          </p:spPr>
          <p:txBody>
            <a:bodyPr wrap="square" lIns="0" tIns="0" rIns="0" bIns="0" rtlCol="0" anchor="ctr"/>
            <a:lstStyle/>
            <a:p>
              <a:pPr marL="0" indent="0">
                <a:lnSpc>
                  <a:spcPct val="86000"/>
                </a:lnSpc>
                <a:buNone/>
              </a:pPr>
              <a:r>
                <a:rPr lang="en-US" sz="1200">
                  <a:latin typeface="Aptos" panose="020B0004020202020204" pitchFamily="34" charset="0"/>
                  <a:ea typeface="Aptos" pitchFamily="34" charset="-122"/>
                  <a:cs typeface="Aptos" pitchFamily="34" charset="-120"/>
                </a:rPr>
                <a:t>One Code carries the substantive framework and the Uttar Pradesh Revenue Code Rules, 2016 carry procedure, improving provision-wise traceability.</a:t>
              </a:r>
              <a:endParaRPr lang="en-US" sz="1200">
                <a:latin typeface="Aptos" panose="020B0004020202020204" pitchFamily="34" charset="0"/>
              </a:endParaRPr>
            </a:p>
          </p:txBody>
        </p:sp>
        <p:sp>
          <p:nvSpPr>
            <p:cNvPr id="32" name="Shape 14">
              <a:extLst>
                <a:ext uri="{FF2B5EF4-FFF2-40B4-BE49-F238E27FC236}">
                  <a16:creationId xmlns:a16="http://schemas.microsoft.com/office/drawing/2014/main" id="{DE515375-580D-D15E-AD30-2F2EEA7BC06A}"/>
                </a:ext>
              </a:extLst>
            </p:cNvPr>
            <p:cNvSpPr/>
            <p:nvPr/>
          </p:nvSpPr>
          <p:spPr>
            <a:xfrm>
              <a:off x="557784" y="4306824"/>
              <a:ext cx="5193792"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34" name="Text 15">
              <a:extLst>
                <a:ext uri="{FF2B5EF4-FFF2-40B4-BE49-F238E27FC236}">
                  <a16:creationId xmlns:a16="http://schemas.microsoft.com/office/drawing/2014/main" id="{65A33A30-4B20-E1B9-3CBB-8663280EADE7}"/>
                </a:ext>
              </a:extLst>
            </p:cNvPr>
            <p:cNvSpPr/>
            <p:nvPr/>
          </p:nvSpPr>
          <p:spPr>
            <a:xfrm>
              <a:off x="557784" y="4398264"/>
              <a:ext cx="1389888" cy="44805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Status</a:t>
              </a:r>
              <a:endParaRPr lang="en-US" sz="1600">
                <a:latin typeface="Aptos" panose="020B0004020202020204" pitchFamily="34" charset="0"/>
              </a:endParaRPr>
            </a:p>
          </p:txBody>
        </p:sp>
        <p:sp>
          <p:nvSpPr>
            <p:cNvPr id="36" name="Text 16">
              <a:extLst>
                <a:ext uri="{FF2B5EF4-FFF2-40B4-BE49-F238E27FC236}">
                  <a16:creationId xmlns:a16="http://schemas.microsoft.com/office/drawing/2014/main" id="{EF4B759D-F667-F80A-CA70-0FB73B08DCD8}"/>
                </a:ext>
              </a:extLst>
            </p:cNvPr>
            <p:cNvSpPr/>
            <p:nvPr/>
          </p:nvSpPr>
          <p:spPr>
            <a:xfrm>
              <a:off x="2039112" y="4389120"/>
              <a:ext cx="3712464" cy="457200"/>
            </a:xfrm>
            <a:prstGeom prst="rect">
              <a:avLst/>
            </a:prstGeom>
            <a:noFill/>
            <a:ln/>
          </p:spPr>
          <p:txBody>
            <a:bodyPr wrap="square" lIns="0" tIns="0" rIns="0" bIns="0" rtlCol="0" anchor="ctr"/>
            <a:lstStyle/>
            <a:p>
              <a:pPr marL="0" indent="0">
                <a:lnSpc>
                  <a:spcPct val="86000"/>
                </a:lnSpc>
                <a:buNone/>
              </a:pPr>
              <a:r>
                <a:rPr lang="en-US" sz="1200">
                  <a:latin typeface="Aptos" panose="020B0004020202020204" pitchFamily="34" charset="0"/>
                  <a:ea typeface="Aptos" pitchFamily="34" charset="-122"/>
                  <a:cs typeface="Aptos" pitchFamily="34" charset="-120"/>
                </a:rPr>
                <a:t>Presidential assent: 2012. Specified provisions commenced 18 December 2015; remaining provisions commenced 11 February 2016. Rules were notified in 2016.</a:t>
              </a:r>
              <a:endParaRPr lang="en-US" sz="1200">
                <a:latin typeface="Aptos" panose="020B0004020202020204" pitchFamily="34" charset="0"/>
              </a:endParaRPr>
            </a:p>
          </p:txBody>
        </p:sp>
        <p:sp>
          <p:nvSpPr>
            <p:cNvPr id="38" name="Shape 17">
              <a:extLst>
                <a:ext uri="{FF2B5EF4-FFF2-40B4-BE49-F238E27FC236}">
                  <a16:creationId xmlns:a16="http://schemas.microsoft.com/office/drawing/2014/main" id="{D55994CB-5B0E-2BD5-2E0D-198378610D4E}"/>
                </a:ext>
              </a:extLst>
            </p:cNvPr>
            <p:cNvSpPr/>
            <p:nvPr/>
          </p:nvSpPr>
          <p:spPr>
            <a:xfrm>
              <a:off x="420624" y="4901184"/>
              <a:ext cx="5468112" cy="667512"/>
            </a:xfrm>
            <a:prstGeom prst="rect">
              <a:avLst/>
            </a:prstGeom>
            <a:solidFill>
              <a:srgbClr val="EAF1F1"/>
            </a:solidFill>
            <a:ln w="12700">
              <a:solidFill>
                <a:srgbClr val="EAF1F1"/>
              </a:solidFill>
              <a:prstDash val="solid"/>
            </a:ln>
          </p:spPr>
          <p:txBody>
            <a:bodyPr/>
            <a:lstStyle/>
            <a:p>
              <a:endParaRPr lang="en-US">
                <a:latin typeface="Aptos" panose="020B0004020202020204" pitchFamily="34" charset="0"/>
              </a:endParaRPr>
            </a:p>
          </p:txBody>
        </p:sp>
        <p:sp>
          <p:nvSpPr>
            <p:cNvPr id="40" name="Shape 18">
              <a:extLst>
                <a:ext uri="{FF2B5EF4-FFF2-40B4-BE49-F238E27FC236}">
                  <a16:creationId xmlns:a16="http://schemas.microsoft.com/office/drawing/2014/main" id="{4BCFC316-846C-113A-C890-77BC5432B8AD}"/>
                </a:ext>
              </a:extLst>
            </p:cNvPr>
            <p:cNvSpPr/>
            <p:nvPr/>
          </p:nvSpPr>
          <p:spPr>
            <a:xfrm>
              <a:off x="557784" y="4901184"/>
              <a:ext cx="5193792"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42" name="Text 19">
              <a:extLst>
                <a:ext uri="{FF2B5EF4-FFF2-40B4-BE49-F238E27FC236}">
                  <a16:creationId xmlns:a16="http://schemas.microsoft.com/office/drawing/2014/main" id="{6B9BD8C0-4DD2-F3B1-2BB2-15CDFAC7AB89}"/>
                </a:ext>
              </a:extLst>
            </p:cNvPr>
            <p:cNvSpPr/>
            <p:nvPr/>
          </p:nvSpPr>
          <p:spPr>
            <a:xfrm>
              <a:off x="557784" y="4956048"/>
              <a:ext cx="5193792" cy="201168"/>
            </a:xfrm>
            <a:prstGeom prst="rect">
              <a:avLst/>
            </a:prstGeom>
            <a:noFill/>
            <a:ln/>
          </p:spPr>
          <p:txBody>
            <a:bodyPr wrap="square" lIns="0" tIns="0" rIns="0" bIns="0" rtlCol="0" anchor="ctr"/>
            <a:lstStyle/>
            <a:p>
              <a:r>
                <a:rPr lang="en-US" sz="1600" b="1">
                  <a:solidFill>
                    <a:srgbClr val="0C6B5B"/>
                  </a:solidFill>
                  <a:latin typeface="Aptos" pitchFamily="34" charset="0"/>
                  <a:ea typeface="Aptos" pitchFamily="34" charset="-122"/>
                  <a:cs typeface="Aptos" pitchFamily="34" charset="-120"/>
                </a:rPr>
                <a:t>Way Forward for Rajasthan </a:t>
              </a:r>
              <a:endParaRPr lang="en-US" sz="1600">
                <a:latin typeface="Aptos" panose="020B0004020202020204" pitchFamily="34" charset="0"/>
              </a:endParaRPr>
            </a:p>
          </p:txBody>
        </p:sp>
        <p:sp>
          <p:nvSpPr>
            <p:cNvPr id="44" name="Text 20">
              <a:extLst>
                <a:ext uri="{FF2B5EF4-FFF2-40B4-BE49-F238E27FC236}">
                  <a16:creationId xmlns:a16="http://schemas.microsoft.com/office/drawing/2014/main" id="{5158442C-506A-BCEB-D6BB-C911C057F028}"/>
                </a:ext>
              </a:extLst>
            </p:cNvPr>
            <p:cNvSpPr/>
            <p:nvPr/>
          </p:nvSpPr>
          <p:spPr>
            <a:xfrm>
              <a:off x="557784" y="5184648"/>
              <a:ext cx="5193792" cy="347472"/>
            </a:xfrm>
            <a:prstGeom prst="rect">
              <a:avLst/>
            </a:prstGeom>
            <a:noFill/>
            <a:ln/>
          </p:spPr>
          <p:txBody>
            <a:bodyPr wrap="square" lIns="0" tIns="0" rIns="0" bIns="0" rtlCol="0" anchor="ctr"/>
            <a:lstStyle/>
            <a:p>
              <a:pPr marL="0" indent="0">
                <a:lnSpc>
                  <a:spcPct val="86000"/>
                </a:lnSpc>
                <a:buNone/>
              </a:pPr>
              <a:r>
                <a:rPr lang="en-US" sz="1200">
                  <a:latin typeface="Aptos" panose="020B0004020202020204" pitchFamily="34" charset="0"/>
                  <a:ea typeface="Aptos" pitchFamily="34" charset="-122"/>
                  <a:cs typeface="Aptos" pitchFamily="34" charset="-120"/>
                </a:rPr>
                <a:t>Prepare a provision-wise inventory of Rajasthan's Acts and Rules to identify overlap, inconsistency and redundancy before any decision on consolidation.</a:t>
              </a:r>
              <a:endParaRPr lang="en-US" sz="1200">
                <a:latin typeface="Aptos" panose="020B0004020202020204" pitchFamily="34" charset="0"/>
              </a:endParaRPr>
            </a:p>
          </p:txBody>
        </p:sp>
        <p:sp>
          <p:nvSpPr>
            <p:cNvPr id="46" name="Shape 21">
              <a:extLst>
                <a:ext uri="{FF2B5EF4-FFF2-40B4-BE49-F238E27FC236}">
                  <a16:creationId xmlns:a16="http://schemas.microsoft.com/office/drawing/2014/main" id="{DC9BF8EC-CC12-3362-2F67-B96FAAF22D47}"/>
                </a:ext>
              </a:extLst>
            </p:cNvPr>
            <p:cNvSpPr/>
            <p:nvPr/>
          </p:nvSpPr>
          <p:spPr>
            <a:xfrm>
              <a:off x="6291072" y="1170432"/>
              <a:ext cx="5458968" cy="4407408"/>
            </a:xfrm>
            <a:prstGeom prst="roundRect">
              <a:avLst>
                <a:gd name="adj" fmla="val 1037"/>
              </a:avLst>
            </a:prstGeom>
            <a:solidFill>
              <a:srgbClr val="FFFFFF"/>
            </a:solidFill>
            <a:ln w="12700">
              <a:solidFill>
                <a:srgbClr val="CAD7D8"/>
              </a:solidFill>
              <a:prstDash val="solid"/>
            </a:ln>
          </p:spPr>
          <p:txBody>
            <a:bodyPr/>
            <a:lstStyle/>
            <a:p>
              <a:endParaRPr lang="en-US">
                <a:latin typeface="Aptos" panose="020B0004020202020204" pitchFamily="34" charset="0"/>
              </a:endParaRPr>
            </a:p>
          </p:txBody>
        </p:sp>
        <p:sp>
          <p:nvSpPr>
            <p:cNvPr id="48" name="Shape 22">
              <a:extLst>
                <a:ext uri="{FF2B5EF4-FFF2-40B4-BE49-F238E27FC236}">
                  <a16:creationId xmlns:a16="http://schemas.microsoft.com/office/drawing/2014/main" id="{555E43F9-1CAA-FBBC-045C-E88588EB998B}"/>
                </a:ext>
              </a:extLst>
            </p:cNvPr>
            <p:cNvSpPr/>
            <p:nvPr/>
          </p:nvSpPr>
          <p:spPr>
            <a:xfrm>
              <a:off x="6291072" y="1170432"/>
              <a:ext cx="5458968" cy="621792"/>
            </a:xfrm>
            <a:prstGeom prst="rect">
              <a:avLst/>
            </a:prstGeom>
            <a:solidFill>
              <a:srgbClr val="00ABAB"/>
            </a:solidFill>
            <a:ln w="12700">
              <a:solidFill>
                <a:srgbClr val="117982"/>
              </a:solidFill>
              <a:prstDash val="solid"/>
            </a:ln>
          </p:spPr>
          <p:txBody>
            <a:bodyPr/>
            <a:lstStyle/>
            <a:p>
              <a:endParaRPr lang="en-US">
                <a:latin typeface="Aptos" panose="020B0004020202020204" pitchFamily="34" charset="0"/>
              </a:endParaRPr>
            </a:p>
          </p:txBody>
        </p:sp>
        <p:sp>
          <p:nvSpPr>
            <p:cNvPr id="50" name="Text 23">
              <a:extLst>
                <a:ext uri="{FF2B5EF4-FFF2-40B4-BE49-F238E27FC236}">
                  <a16:creationId xmlns:a16="http://schemas.microsoft.com/office/drawing/2014/main" id="{9A93ACEB-B0EA-806A-92CA-581E38B84A2A}"/>
                </a:ext>
              </a:extLst>
            </p:cNvPr>
            <p:cNvSpPr/>
            <p:nvPr/>
          </p:nvSpPr>
          <p:spPr>
            <a:xfrm>
              <a:off x="6437376" y="1261872"/>
              <a:ext cx="5166360" cy="438912"/>
            </a:xfrm>
            <a:prstGeom prst="rect">
              <a:avLst/>
            </a:prstGeom>
            <a:noFill/>
            <a:ln/>
          </p:spPr>
          <p:txBody>
            <a:bodyPr wrap="square" lIns="0" tIns="0" rIns="0" bIns="0" rtlCol="0" anchor="ctr"/>
            <a:lstStyle/>
            <a:p>
              <a:pPr marL="0" indent="0">
                <a:buNone/>
              </a:pPr>
              <a:r>
                <a:rPr lang="en-US" sz="1600" b="1">
                  <a:solidFill>
                    <a:srgbClr val="FFFFFF"/>
                  </a:solidFill>
                  <a:latin typeface="Aptos" pitchFamily="34" charset="0"/>
                  <a:ea typeface="Aptos" pitchFamily="34" charset="-122"/>
                  <a:cs typeface="Aptos" pitchFamily="34" charset="-120"/>
                </a:rPr>
                <a:t>Telangana - Bhu Bharati (Record of Rights in Land) Act, 2025</a:t>
              </a:r>
              <a:endParaRPr lang="en-US" sz="1600">
                <a:latin typeface="Aptos" panose="020B0004020202020204" pitchFamily="34" charset="0"/>
              </a:endParaRPr>
            </a:p>
          </p:txBody>
        </p:sp>
        <p:sp>
          <p:nvSpPr>
            <p:cNvPr id="52" name="Shape 24">
              <a:hlinkClick r:id="rId4"/>
              <a:extLst>
                <a:ext uri="{FF2B5EF4-FFF2-40B4-BE49-F238E27FC236}">
                  <a16:creationId xmlns:a16="http://schemas.microsoft.com/office/drawing/2014/main" id="{68C9DCFB-E0EC-CCDA-A48B-5C7A68BEEE95}"/>
                </a:ext>
              </a:extLst>
            </p:cNvPr>
            <p:cNvSpPr/>
            <p:nvPr/>
          </p:nvSpPr>
          <p:spPr>
            <a:xfrm>
              <a:off x="6291072" y="1276850"/>
              <a:ext cx="5458968" cy="621792"/>
            </a:xfrm>
            <a:prstGeom prst="rect">
              <a:avLst/>
            </a:prstGeom>
            <a:solidFill>
              <a:srgbClr val="FFFFFF">
                <a:alpha val="0"/>
              </a:srgbClr>
            </a:solidFill>
            <a:ln w="12700">
              <a:solidFill>
                <a:srgbClr val="FFFFFF">
                  <a:alpha val="0"/>
                </a:srgbClr>
              </a:solidFill>
              <a:prstDash val="solid"/>
            </a:ln>
          </p:spPr>
          <p:txBody>
            <a:bodyPr/>
            <a:lstStyle/>
            <a:p>
              <a:endParaRPr lang="en-US">
                <a:latin typeface="Aptos" panose="020B0004020202020204" pitchFamily="34" charset="0"/>
              </a:endParaRPr>
            </a:p>
          </p:txBody>
        </p:sp>
        <p:sp>
          <p:nvSpPr>
            <p:cNvPr id="54" name="Text 25">
              <a:extLst>
                <a:ext uri="{FF2B5EF4-FFF2-40B4-BE49-F238E27FC236}">
                  <a16:creationId xmlns:a16="http://schemas.microsoft.com/office/drawing/2014/main" id="{D08881B8-031C-180A-A4F7-F10342E7D668}"/>
                </a:ext>
              </a:extLst>
            </p:cNvPr>
            <p:cNvSpPr/>
            <p:nvPr/>
          </p:nvSpPr>
          <p:spPr>
            <a:xfrm>
              <a:off x="6437376" y="1883664"/>
              <a:ext cx="1389888" cy="44805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Why this State</a:t>
              </a:r>
              <a:endParaRPr lang="en-US" sz="1600">
                <a:latin typeface="Aptos" panose="020B0004020202020204" pitchFamily="34" charset="0"/>
              </a:endParaRPr>
            </a:p>
          </p:txBody>
        </p:sp>
        <p:sp>
          <p:nvSpPr>
            <p:cNvPr id="56" name="Text 26">
              <a:extLst>
                <a:ext uri="{FF2B5EF4-FFF2-40B4-BE49-F238E27FC236}">
                  <a16:creationId xmlns:a16="http://schemas.microsoft.com/office/drawing/2014/main" id="{54D2F144-C920-BFDC-17A7-1B526E1D18EC}"/>
                </a:ext>
              </a:extLst>
            </p:cNvPr>
            <p:cNvSpPr/>
            <p:nvPr/>
          </p:nvSpPr>
          <p:spPr>
            <a:xfrm>
              <a:off x="7918704" y="1874520"/>
              <a:ext cx="3685032" cy="457200"/>
            </a:xfrm>
            <a:prstGeom prst="rect">
              <a:avLst/>
            </a:prstGeom>
            <a:noFill/>
            <a:ln/>
          </p:spPr>
          <p:txBody>
            <a:bodyPr wrap="square" lIns="0" tIns="0" rIns="0" bIns="0" rtlCol="0" anchor="ctr"/>
            <a:lstStyle/>
            <a:p>
              <a:pPr marL="0" indent="0">
                <a:lnSpc>
                  <a:spcPct val="86000"/>
                </a:lnSpc>
                <a:buNone/>
              </a:pPr>
              <a:r>
                <a:rPr lang="en-US" sz="1200" i="1">
                  <a:latin typeface="Aptos" panose="020B0004020202020204" pitchFamily="34" charset="0"/>
                  <a:ea typeface="Aptos" pitchFamily="34" charset="-122"/>
                  <a:cs typeface="Aptos" pitchFamily="34" charset="-120"/>
                </a:rPr>
                <a:t>A recent example of replacing a RoR framework while aligning legislation, Rules and digital service delivery.</a:t>
              </a:r>
              <a:endParaRPr lang="en-US" sz="1200">
                <a:latin typeface="Aptos" panose="020B0004020202020204" pitchFamily="34" charset="0"/>
              </a:endParaRPr>
            </a:p>
          </p:txBody>
        </p:sp>
        <p:sp>
          <p:nvSpPr>
            <p:cNvPr id="58" name="Shape 27">
              <a:extLst>
                <a:ext uri="{FF2B5EF4-FFF2-40B4-BE49-F238E27FC236}">
                  <a16:creationId xmlns:a16="http://schemas.microsoft.com/office/drawing/2014/main" id="{EA85564F-2FC2-0EE2-8AF2-1CAEC540A769}"/>
                </a:ext>
              </a:extLst>
            </p:cNvPr>
            <p:cNvSpPr/>
            <p:nvPr/>
          </p:nvSpPr>
          <p:spPr>
            <a:xfrm>
              <a:off x="6437376" y="2386584"/>
              <a:ext cx="5166360"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60" name="Text 28">
              <a:extLst>
                <a:ext uri="{FF2B5EF4-FFF2-40B4-BE49-F238E27FC236}">
                  <a16:creationId xmlns:a16="http://schemas.microsoft.com/office/drawing/2014/main" id="{00817391-C824-8BB3-832C-69FE887A5AA8}"/>
                </a:ext>
              </a:extLst>
            </p:cNvPr>
            <p:cNvSpPr/>
            <p:nvPr/>
          </p:nvSpPr>
          <p:spPr>
            <a:xfrm>
              <a:off x="6437376" y="2478024"/>
              <a:ext cx="1389888" cy="113385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What was done</a:t>
              </a:r>
              <a:endParaRPr lang="en-US" sz="1600">
                <a:latin typeface="Aptos" panose="020B0004020202020204" pitchFamily="34" charset="0"/>
              </a:endParaRPr>
            </a:p>
          </p:txBody>
        </p:sp>
        <p:sp>
          <p:nvSpPr>
            <p:cNvPr id="62" name="Text 29">
              <a:extLst>
                <a:ext uri="{FF2B5EF4-FFF2-40B4-BE49-F238E27FC236}">
                  <a16:creationId xmlns:a16="http://schemas.microsoft.com/office/drawing/2014/main" id="{6BFC48AE-E7D6-ECEA-4205-9BB07B668353}"/>
                </a:ext>
              </a:extLst>
            </p:cNvPr>
            <p:cNvSpPr/>
            <p:nvPr/>
          </p:nvSpPr>
          <p:spPr>
            <a:xfrm>
              <a:off x="7918704" y="2468880"/>
              <a:ext cx="3685032" cy="1143000"/>
            </a:xfrm>
            <a:prstGeom prst="rect">
              <a:avLst/>
            </a:prstGeom>
            <a:noFill/>
            <a:ln/>
          </p:spPr>
          <p:txBody>
            <a:bodyPr wrap="square" lIns="0" tIns="0" rIns="0" bIns="0" rtlCol="0" anchor="ctr"/>
            <a:lstStyle/>
            <a:p>
              <a:pPr marL="127000" indent="-127000">
                <a:lnSpc>
                  <a:spcPct val="86000"/>
                </a:lnSpc>
                <a:buSzPct val="100000"/>
                <a:buChar char="•"/>
              </a:pPr>
              <a:r>
                <a:rPr lang="en-US" sz="1200">
                  <a:latin typeface="Aptos" panose="020B0004020202020204" pitchFamily="34" charset="0"/>
                  <a:ea typeface="Aptos" pitchFamily="34" charset="-122"/>
                  <a:cs typeface="Aptos" pitchFamily="34" charset="-120"/>
                </a:rPr>
                <a:t>Replaced the Telangana Rights in Land and Pattadar Pass Books Act, 2020 with Act 1 of 2025</a:t>
              </a:r>
              <a:endParaRPr lang="en-US" sz="1200">
                <a:latin typeface="Aptos" panose="020B0004020202020204" pitchFamily="34" charset="0"/>
              </a:endParaRPr>
            </a:p>
            <a:p>
              <a:pPr marL="127000" indent="-127000">
                <a:lnSpc>
                  <a:spcPct val="86000"/>
                </a:lnSpc>
                <a:buSzPct val="100000"/>
                <a:buChar char="•"/>
              </a:pPr>
              <a:r>
                <a:rPr lang="en-US" sz="1200">
                  <a:latin typeface="Aptos" panose="020B0004020202020204" pitchFamily="34" charset="0"/>
                  <a:ea typeface="Aptos" pitchFamily="34" charset="-122"/>
                  <a:cs typeface="Aptos" pitchFamily="34" charset="-120"/>
                </a:rPr>
                <a:t>Established tiered appeal/revision routes across RDO, District Collector and Land Tribunal, depending on the service/order</a:t>
              </a:r>
              <a:endParaRPr lang="en-US" sz="1200">
                <a:latin typeface="Aptos" panose="020B0004020202020204" pitchFamily="34" charset="0"/>
              </a:endParaRPr>
            </a:p>
            <a:p>
              <a:pPr marL="127000" indent="-127000">
                <a:lnSpc>
                  <a:spcPct val="86000"/>
                </a:lnSpc>
                <a:buSzPct val="100000"/>
                <a:buChar char="•"/>
              </a:pPr>
              <a:r>
                <a:rPr lang="en-US" sz="1200">
                  <a:latin typeface="Aptos" panose="020B0004020202020204" pitchFamily="34" charset="0"/>
                  <a:ea typeface="Aptos" pitchFamily="34" charset="-122"/>
                  <a:cs typeface="Aptos" pitchFamily="34" charset="-120"/>
                </a:rPr>
                <a:t>Rules prescribe online procedures, forms and fees for RoR services</a:t>
              </a:r>
              <a:endParaRPr lang="en-US" sz="1200">
                <a:latin typeface="Aptos" panose="020B0004020202020204" pitchFamily="34" charset="0"/>
              </a:endParaRPr>
            </a:p>
          </p:txBody>
        </p:sp>
        <p:sp>
          <p:nvSpPr>
            <p:cNvPr id="448" name="Shape 30">
              <a:extLst>
                <a:ext uri="{FF2B5EF4-FFF2-40B4-BE49-F238E27FC236}">
                  <a16:creationId xmlns:a16="http://schemas.microsoft.com/office/drawing/2014/main" id="{4E13EE9D-C6FB-DFDC-67D7-12304BA9A180}"/>
                </a:ext>
              </a:extLst>
            </p:cNvPr>
            <p:cNvSpPr/>
            <p:nvPr/>
          </p:nvSpPr>
          <p:spPr>
            <a:xfrm>
              <a:off x="6437376" y="3666744"/>
              <a:ext cx="5166360"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450" name="Text 31">
              <a:extLst>
                <a:ext uri="{FF2B5EF4-FFF2-40B4-BE49-F238E27FC236}">
                  <a16:creationId xmlns:a16="http://schemas.microsoft.com/office/drawing/2014/main" id="{26743502-89B2-2A07-60B4-16E0901A9987}"/>
                </a:ext>
              </a:extLst>
            </p:cNvPr>
            <p:cNvSpPr/>
            <p:nvPr/>
          </p:nvSpPr>
          <p:spPr>
            <a:xfrm>
              <a:off x="6437376" y="3758184"/>
              <a:ext cx="1389888" cy="49377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How it works</a:t>
              </a:r>
              <a:endParaRPr lang="en-US" sz="1600">
                <a:latin typeface="Aptos" panose="020B0004020202020204" pitchFamily="34" charset="0"/>
              </a:endParaRPr>
            </a:p>
          </p:txBody>
        </p:sp>
        <p:sp>
          <p:nvSpPr>
            <p:cNvPr id="452" name="Text 32">
              <a:extLst>
                <a:ext uri="{FF2B5EF4-FFF2-40B4-BE49-F238E27FC236}">
                  <a16:creationId xmlns:a16="http://schemas.microsoft.com/office/drawing/2014/main" id="{23E53226-8BA9-BE76-AB79-CA22DAC770E1}"/>
                </a:ext>
              </a:extLst>
            </p:cNvPr>
            <p:cNvSpPr/>
            <p:nvPr/>
          </p:nvSpPr>
          <p:spPr>
            <a:xfrm>
              <a:off x="7918704" y="3749040"/>
              <a:ext cx="3685032" cy="502920"/>
            </a:xfrm>
            <a:prstGeom prst="rect">
              <a:avLst/>
            </a:prstGeom>
            <a:noFill/>
            <a:ln/>
          </p:spPr>
          <p:txBody>
            <a:bodyPr wrap="square" lIns="0" tIns="0" rIns="0" bIns="0" rtlCol="0" anchor="ctr"/>
            <a:lstStyle/>
            <a:p>
              <a:pPr marL="0" indent="0">
                <a:lnSpc>
                  <a:spcPct val="86000"/>
                </a:lnSpc>
                <a:buNone/>
              </a:pPr>
              <a:r>
                <a:rPr lang="en-US" sz="1200">
                  <a:latin typeface="Aptos" panose="020B0004020202020204" pitchFamily="34" charset="0"/>
                  <a:ea typeface="Aptos" pitchFamily="34" charset="-122"/>
                  <a:cs typeface="Aptos" pitchFamily="34" charset="-120"/>
                </a:rPr>
                <a:t>The Act and Rules structure the legal/service process, while Bhu Bharati provides the digital channel for RoR-related services.</a:t>
              </a:r>
              <a:endParaRPr lang="en-US" sz="1200">
                <a:latin typeface="Aptos" panose="020B0004020202020204" pitchFamily="34" charset="0"/>
              </a:endParaRPr>
            </a:p>
          </p:txBody>
        </p:sp>
        <p:sp>
          <p:nvSpPr>
            <p:cNvPr id="454" name="Shape 33">
              <a:extLst>
                <a:ext uri="{FF2B5EF4-FFF2-40B4-BE49-F238E27FC236}">
                  <a16:creationId xmlns:a16="http://schemas.microsoft.com/office/drawing/2014/main" id="{13C2ADD5-1BC8-24C6-3039-850E218A6991}"/>
                </a:ext>
              </a:extLst>
            </p:cNvPr>
            <p:cNvSpPr/>
            <p:nvPr/>
          </p:nvSpPr>
          <p:spPr>
            <a:xfrm>
              <a:off x="6437376" y="4306824"/>
              <a:ext cx="5166360"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456" name="Text 34">
              <a:extLst>
                <a:ext uri="{FF2B5EF4-FFF2-40B4-BE49-F238E27FC236}">
                  <a16:creationId xmlns:a16="http://schemas.microsoft.com/office/drawing/2014/main" id="{EFFC7134-9C64-3A77-A89C-06BDB39D7177}"/>
                </a:ext>
              </a:extLst>
            </p:cNvPr>
            <p:cNvSpPr/>
            <p:nvPr/>
          </p:nvSpPr>
          <p:spPr>
            <a:xfrm>
              <a:off x="6437376" y="4398264"/>
              <a:ext cx="1389888" cy="44805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Status</a:t>
              </a:r>
              <a:endParaRPr lang="en-US" sz="1600">
                <a:latin typeface="Aptos" panose="020B0004020202020204" pitchFamily="34" charset="0"/>
              </a:endParaRPr>
            </a:p>
          </p:txBody>
        </p:sp>
        <p:sp>
          <p:nvSpPr>
            <p:cNvPr id="457" name="Text 35">
              <a:extLst>
                <a:ext uri="{FF2B5EF4-FFF2-40B4-BE49-F238E27FC236}">
                  <a16:creationId xmlns:a16="http://schemas.microsoft.com/office/drawing/2014/main" id="{3CDB866F-B75C-807E-8AB7-86F4917A8F66}"/>
                </a:ext>
              </a:extLst>
            </p:cNvPr>
            <p:cNvSpPr/>
            <p:nvPr/>
          </p:nvSpPr>
          <p:spPr>
            <a:xfrm>
              <a:off x="7918704" y="4389120"/>
              <a:ext cx="3685032" cy="457200"/>
            </a:xfrm>
            <a:prstGeom prst="rect">
              <a:avLst/>
            </a:prstGeom>
            <a:noFill/>
            <a:ln/>
          </p:spPr>
          <p:txBody>
            <a:bodyPr wrap="square" lIns="0" tIns="0" rIns="0" bIns="0" rtlCol="0" anchor="ctr"/>
            <a:lstStyle/>
            <a:p>
              <a:pPr marL="0" indent="0">
                <a:lnSpc>
                  <a:spcPct val="86000"/>
                </a:lnSpc>
                <a:buNone/>
              </a:pPr>
              <a:r>
                <a:rPr lang="en-US" sz="1200">
                  <a:latin typeface="Aptos" panose="020B0004020202020204" pitchFamily="34" charset="0"/>
                  <a:ea typeface="Aptos" pitchFamily="34" charset="-122"/>
                  <a:cs typeface="Aptos" pitchFamily="34" charset="-120"/>
                </a:rPr>
                <a:t>Act 1 of 2025 came into force on 14 April 2025 (G.O.Ms.No.36); Rules were issued the same day (G.O.Ms.No.39).</a:t>
              </a:r>
              <a:endParaRPr lang="en-US" sz="1200">
                <a:latin typeface="Aptos" panose="020B0004020202020204" pitchFamily="34" charset="0"/>
              </a:endParaRPr>
            </a:p>
          </p:txBody>
        </p:sp>
        <p:sp>
          <p:nvSpPr>
            <p:cNvPr id="458" name="Shape 36">
              <a:extLst>
                <a:ext uri="{FF2B5EF4-FFF2-40B4-BE49-F238E27FC236}">
                  <a16:creationId xmlns:a16="http://schemas.microsoft.com/office/drawing/2014/main" id="{E71B615A-C79F-B71C-C707-8C4A53EBE4C1}"/>
                </a:ext>
              </a:extLst>
            </p:cNvPr>
            <p:cNvSpPr/>
            <p:nvPr/>
          </p:nvSpPr>
          <p:spPr>
            <a:xfrm>
              <a:off x="6300216" y="4901184"/>
              <a:ext cx="5440680" cy="667512"/>
            </a:xfrm>
            <a:prstGeom prst="rect">
              <a:avLst/>
            </a:prstGeom>
            <a:solidFill>
              <a:srgbClr val="EAF1F1"/>
            </a:solidFill>
            <a:ln w="12700">
              <a:solidFill>
                <a:srgbClr val="EAF1F1"/>
              </a:solidFill>
              <a:prstDash val="solid"/>
            </a:ln>
          </p:spPr>
          <p:txBody>
            <a:bodyPr/>
            <a:lstStyle/>
            <a:p>
              <a:endParaRPr lang="en-US">
                <a:latin typeface="Aptos" panose="020B0004020202020204" pitchFamily="34" charset="0"/>
              </a:endParaRPr>
            </a:p>
          </p:txBody>
        </p:sp>
        <p:sp>
          <p:nvSpPr>
            <p:cNvPr id="459" name="Shape 37">
              <a:extLst>
                <a:ext uri="{FF2B5EF4-FFF2-40B4-BE49-F238E27FC236}">
                  <a16:creationId xmlns:a16="http://schemas.microsoft.com/office/drawing/2014/main" id="{5C9C2C58-B506-6B2C-60C3-9E33A65D550F}"/>
                </a:ext>
              </a:extLst>
            </p:cNvPr>
            <p:cNvSpPr/>
            <p:nvPr/>
          </p:nvSpPr>
          <p:spPr>
            <a:xfrm>
              <a:off x="6437376" y="4901184"/>
              <a:ext cx="5166360"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460" name="Text 38">
              <a:extLst>
                <a:ext uri="{FF2B5EF4-FFF2-40B4-BE49-F238E27FC236}">
                  <a16:creationId xmlns:a16="http://schemas.microsoft.com/office/drawing/2014/main" id="{12041455-96ED-20E6-A9E6-F8CB79B91A15}"/>
                </a:ext>
              </a:extLst>
            </p:cNvPr>
            <p:cNvSpPr/>
            <p:nvPr/>
          </p:nvSpPr>
          <p:spPr>
            <a:xfrm>
              <a:off x="6437376" y="4956048"/>
              <a:ext cx="5166360" cy="201168"/>
            </a:xfrm>
            <a:prstGeom prst="rect">
              <a:avLst/>
            </a:prstGeom>
            <a:noFill/>
            <a:ln/>
          </p:spPr>
          <p:txBody>
            <a:bodyPr wrap="square" lIns="0" tIns="0" rIns="0" bIns="0" rtlCol="0" anchor="ctr"/>
            <a:lstStyle/>
            <a:p>
              <a:r>
                <a:rPr lang="en-US" sz="1600" b="1">
                  <a:solidFill>
                    <a:srgbClr val="0C6B5B"/>
                  </a:solidFill>
                  <a:latin typeface="Aptos" pitchFamily="34" charset="0"/>
                  <a:ea typeface="Aptos" pitchFamily="34" charset="-122"/>
                  <a:cs typeface="Aptos" pitchFamily="34" charset="-120"/>
                </a:rPr>
                <a:t>Way Forward for Rajasthan </a:t>
              </a:r>
              <a:endParaRPr lang="en-US" sz="1600">
                <a:latin typeface="Aptos" panose="020B0004020202020204" pitchFamily="34" charset="0"/>
              </a:endParaRPr>
            </a:p>
          </p:txBody>
        </p:sp>
        <p:sp>
          <p:nvSpPr>
            <p:cNvPr id="461" name="Text 39">
              <a:extLst>
                <a:ext uri="{FF2B5EF4-FFF2-40B4-BE49-F238E27FC236}">
                  <a16:creationId xmlns:a16="http://schemas.microsoft.com/office/drawing/2014/main" id="{6510804E-EC4E-9EEC-6DC5-953C952437D4}"/>
                </a:ext>
              </a:extLst>
            </p:cNvPr>
            <p:cNvSpPr/>
            <p:nvPr/>
          </p:nvSpPr>
          <p:spPr>
            <a:xfrm>
              <a:off x="6437376" y="5184648"/>
              <a:ext cx="5166360" cy="347472"/>
            </a:xfrm>
            <a:prstGeom prst="rect">
              <a:avLst/>
            </a:prstGeom>
            <a:noFill/>
            <a:ln/>
          </p:spPr>
          <p:txBody>
            <a:bodyPr wrap="square" lIns="0" tIns="0" rIns="0" bIns="0" rtlCol="0" anchor="ctr"/>
            <a:lstStyle/>
            <a:p>
              <a:pPr marL="0" indent="0">
                <a:lnSpc>
                  <a:spcPct val="86000"/>
                </a:lnSpc>
                <a:buNone/>
              </a:pPr>
              <a:r>
                <a:rPr lang="en-US" sz="1200">
                  <a:latin typeface="Aptos" panose="020B0004020202020204" pitchFamily="34" charset="0"/>
                  <a:ea typeface="Aptos" pitchFamily="34" charset="-122"/>
                  <a:cs typeface="Aptos" pitchFamily="34" charset="-120"/>
                </a:rPr>
                <a:t>Align Rules with approved digital workflows where online processing is already the working practice, starting with conversion and mutation.</a:t>
              </a:r>
              <a:endParaRPr lang="en-US" sz="1200">
                <a:latin typeface="Aptos" panose="020B0004020202020204" pitchFamily="34" charset="0"/>
              </a:endParaRPr>
            </a:p>
          </p:txBody>
        </p:sp>
      </p:grpSp>
      <p:sp>
        <p:nvSpPr>
          <p:cNvPr id="462" name="Text 45">
            <a:extLst>
              <a:ext uri="{FF2B5EF4-FFF2-40B4-BE49-F238E27FC236}">
                <a16:creationId xmlns:a16="http://schemas.microsoft.com/office/drawing/2014/main" id="{FDFB9EAE-135B-7CCF-0724-80C86CE43BA3}"/>
              </a:ext>
            </a:extLst>
          </p:cNvPr>
          <p:cNvSpPr/>
          <p:nvPr/>
        </p:nvSpPr>
        <p:spPr>
          <a:xfrm>
            <a:off x="411480" y="6254496"/>
            <a:ext cx="11338560" cy="164592"/>
          </a:xfrm>
          <a:prstGeom prst="rect">
            <a:avLst/>
          </a:prstGeom>
          <a:noFill/>
          <a:ln/>
        </p:spPr>
        <p:txBody>
          <a:bodyPr wrap="square" lIns="0" tIns="0" rIns="0" bIns="0" rtlCol="0" anchor="ctr">
            <a:normAutofit/>
          </a:bodyPr>
          <a:lstStyle/>
          <a:p>
            <a:pPr marL="0" indent="0">
              <a:buNone/>
            </a:pPr>
            <a:r>
              <a:rPr lang="en-US" sz="720" i="1">
                <a:solidFill>
                  <a:srgbClr val="777777"/>
                </a:solidFill>
                <a:latin typeface="Aptos" pitchFamily="34" charset="0"/>
                <a:ea typeface="Aptos" pitchFamily="34" charset="-122"/>
                <a:cs typeface="Aptos" pitchFamily="34" charset="-120"/>
              </a:rPr>
              <a:t>Sources: </a:t>
            </a:r>
            <a:r>
              <a:rPr lang="en-US" sz="720" u="sng">
                <a:solidFill>
                  <a:srgbClr val="5C6E70"/>
                </a:solidFill>
                <a:uFill>
                  <a:solidFill>
                    <a:srgbClr val="5C6E70"/>
                  </a:solidFill>
                </a:uFill>
                <a:latin typeface="Aptos" pitchFamily="34" charset="0"/>
                <a:ea typeface="Aptos" pitchFamily="34" charset="-122"/>
                <a:cs typeface="Aptos" pitchFamily="34" charset="-120"/>
                <a:hlinkClick r:id="rId3">
                  <a:extLst>
                    <a:ext uri="{A12FA001-AC4F-418D-AE19-62706E023703}">
                      <ahyp:hlinkClr xmlns:ahyp="http://schemas.microsoft.com/office/drawing/2018/hyperlinkcolor" val="tx"/>
                    </a:ext>
                  </a:extLst>
                </a:hlinkClick>
              </a:rPr>
              <a:t>Uttar Pradesh Revenue Code, 2006 and Rules, 2016 (India Code)</a:t>
            </a:r>
            <a:r>
              <a:rPr lang="en-US" sz="720">
                <a:solidFill>
                  <a:srgbClr val="666666"/>
                </a:solidFill>
                <a:latin typeface="Aptos" pitchFamily="34" charset="0"/>
                <a:ea typeface="Aptos" pitchFamily="34" charset="-122"/>
                <a:cs typeface="Aptos" pitchFamily="34" charset="-120"/>
              </a:rPr>
              <a:t>; </a:t>
            </a:r>
            <a:r>
              <a:rPr lang="en-US" sz="720" u="sng">
                <a:solidFill>
                  <a:srgbClr val="5C6E70"/>
                </a:solidFill>
                <a:uFill>
                  <a:solidFill>
                    <a:srgbClr val="5C6E70"/>
                  </a:solidFill>
                </a:uFill>
                <a:latin typeface="Aptos" pitchFamily="34" charset="0"/>
                <a:ea typeface="Aptos" pitchFamily="34" charset="-122"/>
                <a:cs typeface="Aptos" pitchFamily="34" charset="-120"/>
                <a:hlinkClick r:id="rId4">
                  <a:extLst>
                    <a:ext uri="{A12FA001-AC4F-418D-AE19-62706E023703}">
                      <ahyp:hlinkClr xmlns:ahyp="http://schemas.microsoft.com/office/drawing/2018/hyperlinkcolor" val="tx"/>
                    </a:ext>
                  </a:extLst>
                </a:hlinkClick>
              </a:rPr>
              <a:t>Telangana Bhu Bharati official documents</a:t>
            </a:r>
            <a:r>
              <a:rPr lang="en-US" sz="720">
                <a:solidFill>
                  <a:srgbClr val="666666"/>
                </a:solidFill>
                <a:latin typeface="Aptos" pitchFamily="34" charset="0"/>
                <a:ea typeface="Aptos" pitchFamily="34" charset="-122"/>
                <a:cs typeface="Aptos" pitchFamily="34" charset="-120"/>
              </a:rPr>
              <a:t>; </a:t>
            </a:r>
            <a:r>
              <a:rPr lang="en-US" sz="720" u="sng">
                <a:solidFill>
                  <a:srgbClr val="5C6E70"/>
                </a:solidFill>
                <a:uFill>
                  <a:solidFill>
                    <a:srgbClr val="5C6E70"/>
                  </a:solidFill>
                </a:uFill>
                <a:latin typeface="Aptos" pitchFamily="34" charset="0"/>
                <a:ea typeface="Aptos" pitchFamily="34" charset="-122"/>
                <a:cs typeface="Aptos" pitchFamily="34" charset="-120"/>
                <a:hlinkClick r:id="rId5">
                  <a:extLst>
                    <a:ext uri="{A12FA001-AC4F-418D-AE19-62706E023703}">
                      <ahyp:hlinkClr xmlns:ahyp="http://schemas.microsoft.com/office/drawing/2018/hyperlinkcolor" val="tx"/>
                    </a:ext>
                  </a:extLst>
                </a:hlinkClick>
              </a:rPr>
              <a:t>Rajasthan Revenue Department - Act and Rules repository</a:t>
            </a:r>
            <a:endParaRPr lang="en-US" sz="720">
              <a:latin typeface="Aptos" panose="020B0004020202020204" pitchFamily="34" charset="0"/>
            </a:endParaRPr>
          </a:p>
        </p:txBody>
      </p:sp>
    </p:spTree>
    <p:extLst>
      <p:ext uri="{BB962C8B-B14F-4D97-AF65-F5344CB8AC3E}">
        <p14:creationId xmlns:p14="http://schemas.microsoft.com/office/powerpoint/2010/main" val="89710898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5A238-224D-1E52-56B6-FC741BEE1B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038D18-2DCA-11FA-DE81-1D93725F1C93}"/>
              </a:ext>
            </a:extLst>
          </p:cNvPr>
          <p:cNvSpPr>
            <a:spLocks noGrp="1"/>
          </p:cNvSpPr>
          <p:nvPr>
            <p:ph type="title"/>
          </p:nvPr>
        </p:nvSpPr>
        <p:spPr>
          <a:xfrm>
            <a:off x="501649" y="304800"/>
            <a:ext cx="11412000" cy="342900"/>
          </a:xfrm>
        </p:spPr>
        <p:txBody>
          <a:bodyPr rIns="0"/>
          <a:lstStyle/>
          <a:p>
            <a:r>
              <a:rPr lang="en-US"/>
              <a:t>Detailed Methodology: Process Improv. in LR Management &amp; Citizen Services (1/2)</a:t>
            </a:r>
            <a:endParaRPr lang="en-IN"/>
          </a:p>
        </p:txBody>
      </p:sp>
      <p:sp>
        <p:nvSpPr>
          <p:cNvPr id="5" name="Slide Number Placeholder 4">
            <a:extLst>
              <a:ext uri="{FF2B5EF4-FFF2-40B4-BE49-F238E27FC236}">
                <a16:creationId xmlns:a16="http://schemas.microsoft.com/office/drawing/2014/main" id="{08FFB221-DA2C-D759-871D-5FCB421258A2}"/>
              </a:ext>
            </a:extLst>
          </p:cNvPr>
          <p:cNvSpPr>
            <a:spLocks noGrp="1"/>
          </p:cNvSpPr>
          <p:nvPr>
            <p:ph type="sldNum" sz="quarter" idx="4"/>
          </p:nvPr>
        </p:nvSpPr>
        <p:spPr/>
        <p:txBody>
          <a:bodyPr/>
          <a:lstStyle/>
          <a:p>
            <a:fld id="{39E7427F-21AC-4FC2-AC74-F5AF5A475796}" type="slidenum">
              <a:rPr lang="en-IN" smtClean="0"/>
              <a:pPr/>
              <a:t>17</a:t>
            </a:fld>
            <a:endParaRPr lang="en-IN"/>
          </a:p>
        </p:txBody>
      </p:sp>
      <p:sp>
        <p:nvSpPr>
          <p:cNvPr id="4" name="considerations-panel">
            <a:extLst>
              <a:ext uri="{FF2B5EF4-FFF2-40B4-BE49-F238E27FC236}">
                <a16:creationId xmlns:a16="http://schemas.microsoft.com/office/drawing/2014/main" id="{ED581FF3-787D-AB5E-D049-24A3AE959E68}"/>
              </a:ext>
            </a:extLst>
          </p:cNvPr>
          <p:cNvSpPr>
            <a:spLocks noGrp="1"/>
          </p:cNvSpPr>
          <p:nvPr/>
        </p:nvSpPr>
        <p:spPr>
          <a:xfrm>
            <a:off x="342900" y="977056"/>
            <a:ext cx="2266950" cy="3901439"/>
          </a:xfrm>
          <a:prstGeom prst="roundRect">
            <a:avLst>
              <a:gd name="adj" fmla="val 3361"/>
            </a:avLst>
          </a:prstGeom>
          <a:solidFill>
            <a:srgbClr val="203744"/>
          </a:solidFill>
          <a:ln w="9525">
            <a:solidFill>
              <a:srgbClr val="2E5263"/>
            </a:solidFill>
            <a:prstDash val="solid"/>
          </a:ln>
        </p:spPr>
        <p:txBody>
          <a:bodyPr/>
          <a:lstStyle/>
          <a:p>
            <a:endParaRPr lang="en-US" sz="1200">
              <a:solidFill>
                <a:prstClr val="black"/>
              </a:solidFill>
              <a:latin typeface="Aptos" panose="020B0004020202020204" pitchFamily="34" charset="0"/>
            </a:endParaRPr>
          </a:p>
        </p:txBody>
      </p:sp>
      <p:sp>
        <p:nvSpPr>
          <p:cNvPr id="7" name="Rectangle 6">
            <a:extLst>
              <a:ext uri="{FF2B5EF4-FFF2-40B4-BE49-F238E27FC236}">
                <a16:creationId xmlns:a16="http://schemas.microsoft.com/office/drawing/2014/main" id="{CBA692DB-CA63-33E2-2D7F-8E2C277B6D5C}"/>
              </a:ext>
            </a:extLst>
          </p:cNvPr>
          <p:cNvSpPr>
            <a:spLocks noGrp="1"/>
          </p:cNvSpPr>
          <p:nvPr/>
        </p:nvSpPr>
        <p:spPr>
          <a:xfrm>
            <a:off x="533400" y="900039"/>
            <a:ext cx="1885950" cy="476250"/>
          </a:xfrm>
          <a:prstGeom prst="rect">
            <a:avLst/>
          </a:prstGeom>
          <a:noFill/>
          <a:ln w="0">
            <a:noFill/>
            <a:prstDash val="solid"/>
          </a:ln>
        </p:spPr>
        <p:txBody>
          <a:bodyPr anchor="ctr"/>
          <a:lstStyle/>
          <a:p>
            <a:pPr>
              <a:defRPr sz="1200" b="1">
                <a:solidFill>
                  <a:srgbClr val="83D1D2"/>
                </a:solidFill>
              </a:defRPr>
            </a:pPr>
            <a:r>
              <a:rPr sz="1200" b="1">
                <a:solidFill>
                  <a:srgbClr val="83D1D2"/>
                </a:solidFill>
                <a:latin typeface="Aptos" panose="020B0004020202020204" pitchFamily="34" charset="0"/>
              </a:rPr>
              <a:t>KEY CONSIDERATIONS</a:t>
            </a:r>
          </a:p>
        </p:txBody>
      </p:sp>
      <p:sp>
        <p:nvSpPr>
          <p:cNvPr id="9" name="Rectangle 8">
            <a:extLst>
              <a:ext uri="{FF2B5EF4-FFF2-40B4-BE49-F238E27FC236}">
                <a16:creationId xmlns:a16="http://schemas.microsoft.com/office/drawing/2014/main" id="{A7BF1096-110D-B66A-2E87-8E78D5ECB79D}"/>
              </a:ext>
            </a:extLst>
          </p:cNvPr>
          <p:cNvSpPr>
            <a:spLocks noGrp="1"/>
          </p:cNvSpPr>
          <p:nvPr/>
        </p:nvSpPr>
        <p:spPr>
          <a:xfrm>
            <a:off x="533400" y="1859796"/>
            <a:ext cx="2019300" cy="2925354"/>
          </a:xfrm>
          <a:prstGeom prst="rect">
            <a:avLst/>
          </a:prstGeom>
          <a:noFill/>
          <a:ln w="0">
            <a:noFill/>
            <a:prstDash val="solid"/>
          </a:ln>
        </p:spPr>
        <p:txBody>
          <a:bodyPr anchor="ctr"/>
          <a:lstStyle/>
          <a:p>
            <a:pPr marL="171450" lvl="0" indent="-171450" fontAlgn="t">
              <a:buFont typeface="Arial" panose="020B0604020202020204" pitchFamily="34" charset="0"/>
              <a:buChar char="•"/>
            </a:pPr>
            <a:r>
              <a:rPr lang="en-US" sz="1200">
                <a:solidFill>
                  <a:schemeClr val="bg1"/>
                </a:solidFill>
                <a:latin typeface="Aptos" panose="020B0004020202020204" pitchFamily="34" charset="0"/>
              </a:rPr>
              <a:t>Statutory and Regulatory Compliance</a:t>
            </a:r>
          </a:p>
          <a:p>
            <a:pPr marL="171450" lvl="0" indent="-171450" fontAlgn="t">
              <a:buFont typeface="Arial" panose="020B0604020202020204" pitchFamily="34" charset="0"/>
              <a:buChar char="•"/>
            </a:pPr>
            <a:r>
              <a:rPr lang="en-US" sz="1200">
                <a:solidFill>
                  <a:schemeClr val="bg1"/>
                </a:solidFill>
                <a:latin typeface="Aptos" panose="020B0004020202020204" pitchFamily="34" charset="0"/>
              </a:rPr>
              <a:t>End-to-End Process Coverage</a:t>
            </a:r>
          </a:p>
          <a:p>
            <a:pPr marL="171450" lvl="0" indent="-171450" fontAlgn="t">
              <a:buFont typeface="Arial" panose="020B0604020202020204" pitchFamily="34" charset="0"/>
              <a:buChar char="•"/>
            </a:pPr>
            <a:r>
              <a:rPr lang="en-US" sz="1200">
                <a:solidFill>
                  <a:schemeClr val="bg1"/>
                </a:solidFill>
                <a:latin typeface="Aptos" panose="020B0004020202020204" pitchFamily="34" charset="0"/>
              </a:rPr>
              <a:t>Field-Level Operational Viability</a:t>
            </a:r>
          </a:p>
          <a:p>
            <a:pPr marL="171450" lvl="0" indent="-171450" fontAlgn="t">
              <a:buFont typeface="Arial" panose="020B0604020202020204" pitchFamily="34" charset="0"/>
              <a:buChar char="•"/>
            </a:pPr>
            <a:r>
              <a:rPr lang="en-US" sz="1200">
                <a:solidFill>
                  <a:schemeClr val="bg1"/>
                </a:solidFill>
                <a:latin typeface="Aptos" panose="020B0004020202020204" pitchFamily="34" charset="0"/>
              </a:rPr>
              <a:t>Alignment with Existing IT Ecosystem</a:t>
            </a:r>
          </a:p>
          <a:p>
            <a:pPr marL="171450" lvl="0" indent="-171450" fontAlgn="t">
              <a:buFont typeface="Arial" panose="020B0604020202020204" pitchFamily="34" charset="0"/>
              <a:buChar char="•"/>
            </a:pPr>
            <a:r>
              <a:rPr lang="en-US" sz="1200">
                <a:solidFill>
                  <a:schemeClr val="bg1"/>
                </a:solidFill>
                <a:latin typeface="Aptos" panose="020B0004020202020204" pitchFamily="34" charset="0"/>
              </a:rPr>
              <a:t>Cross-Departmental Integration</a:t>
            </a:r>
          </a:p>
          <a:p>
            <a:pPr marL="171450" lvl="0" indent="-171450" fontAlgn="t">
              <a:buFont typeface="Arial" panose="020B0604020202020204" pitchFamily="34" charset="0"/>
              <a:buChar char="•"/>
            </a:pPr>
            <a:r>
              <a:rPr lang="en-US" sz="1200">
                <a:solidFill>
                  <a:schemeClr val="bg1"/>
                </a:solidFill>
                <a:latin typeface="Aptos" panose="020B0004020202020204" pitchFamily="34" charset="0"/>
              </a:rPr>
              <a:t>Land Data Repository</a:t>
            </a:r>
          </a:p>
          <a:p>
            <a:pPr marL="171450" lvl="0" indent="-171450" fontAlgn="t">
              <a:buFont typeface="Arial" panose="020B0604020202020204" pitchFamily="34" charset="0"/>
              <a:buChar char="•"/>
            </a:pPr>
            <a:r>
              <a:rPr lang="en-US" sz="1200">
                <a:solidFill>
                  <a:schemeClr val="bg1"/>
                </a:solidFill>
                <a:latin typeface="Aptos" panose="020B0004020202020204" pitchFamily="34" charset="0"/>
              </a:rPr>
              <a:t>Single Window Land Services Gateway</a:t>
            </a:r>
          </a:p>
          <a:p>
            <a:pPr marL="171450" lvl="0" indent="-171450" fontAlgn="t">
              <a:buFont typeface="Arial" panose="020B0604020202020204" pitchFamily="34" charset="0"/>
              <a:buChar char="•"/>
            </a:pPr>
            <a:r>
              <a:rPr lang="en-US" sz="1200">
                <a:solidFill>
                  <a:schemeClr val="bg1"/>
                </a:solidFill>
                <a:latin typeface="Aptos" panose="020B0004020202020204" pitchFamily="34" charset="0"/>
              </a:rPr>
              <a:t>Interoperable and Standardized Data Framework</a:t>
            </a:r>
          </a:p>
          <a:p>
            <a:pPr marL="171450" indent="-171450">
              <a:buFont typeface="Arial" panose="020B0604020202020204" pitchFamily="34" charset="0"/>
              <a:buChar char="•"/>
            </a:pPr>
            <a:endParaRPr lang="en-IN" sz="1200">
              <a:solidFill>
                <a:schemeClr val="bg1"/>
              </a:solidFill>
              <a:latin typeface="Aptos" panose="020B0004020202020204" pitchFamily="34" charset="0"/>
            </a:endParaRPr>
          </a:p>
          <a:p>
            <a:pPr marL="171450" indent="-171450">
              <a:buFont typeface="Arial" panose="020B0604020202020204" pitchFamily="34" charset="0"/>
              <a:buChar char="•"/>
              <a:defRPr sz="975" b="0">
                <a:solidFill>
                  <a:srgbClr val="FFFFFF"/>
                </a:solidFill>
              </a:defRPr>
            </a:pPr>
            <a:endParaRPr lang="en-US" sz="1200">
              <a:solidFill>
                <a:schemeClr val="bg1"/>
              </a:solidFill>
              <a:latin typeface="Aptos" panose="020B0004020202020204" pitchFamily="34" charset="0"/>
            </a:endParaRPr>
          </a:p>
          <a:p>
            <a:pPr marL="171450" indent="-171450">
              <a:buFont typeface="Arial" panose="020B0604020202020204" pitchFamily="34" charset="0"/>
              <a:buChar char="•"/>
              <a:defRPr sz="975" b="0">
                <a:solidFill>
                  <a:srgbClr val="FFFFFF"/>
                </a:solidFill>
              </a:defRPr>
            </a:pPr>
            <a:endParaRPr lang="en-US" sz="1200">
              <a:solidFill>
                <a:schemeClr val="bg1"/>
              </a:solidFill>
              <a:latin typeface="Aptos" panose="020B0004020202020204" pitchFamily="34" charset="0"/>
            </a:endParaRPr>
          </a:p>
        </p:txBody>
      </p:sp>
      <p:sp>
        <p:nvSpPr>
          <p:cNvPr id="17" name="Rectangle: Rounded Corners 16">
            <a:extLst>
              <a:ext uri="{FF2B5EF4-FFF2-40B4-BE49-F238E27FC236}">
                <a16:creationId xmlns:a16="http://schemas.microsoft.com/office/drawing/2014/main" id="{0C832D64-DFDF-865F-C86D-3D86BCBA8063}"/>
              </a:ext>
            </a:extLst>
          </p:cNvPr>
          <p:cNvSpPr>
            <a:spLocks noGrp="1"/>
          </p:cNvSpPr>
          <p:nvPr/>
        </p:nvSpPr>
        <p:spPr>
          <a:xfrm>
            <a:off x="342900" y="5093032"/>
            <a:ext cx="2266950" cy="1181100"/>
          </a:xfrm>
          <a:prstGeom prst="roundRect">
            <a:avLst>
              <a:gd name="adj" fmla="val 10256"/>
            </a:avLst>
          </a:prstGeom>
          <a:solidFill>
            <a:srgbClr val="E9EDEE"/>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19" name="Rectangle 18">
            <a:extLst>
              <a:ext uri="{FF2B5EF4-FFF2-40B4-BE49-F238E27FC236}">
                <a16:creationId xmlns:a16="http://schemas.microsoft.com/office/drawing/2014/main" id="{C88A8972-798C-BA5D-72DF-944C4BC8F9D7}"/>
              </a:ext>
            </a:extLst>
          </p:cNvPr>
          <p:cNvSpPr>
            <a:spLocks noGrp="1"/>
          </p:cNvSpPr>
          <p:nvPr/>
        </p:nvSpPr>
        <p:spPr>
          <a:xfrm>
            <a:off x="514350" y="4982816"/>
            <a:ext cx="1962150" cy="190500"/>
          </a:xfrm>
          <a:prstGeom prst="rect">
            <a:avLst/>
          </a:prstGeom>
          <a:solidFill>
            <a:srgbClr val="0D8390">
              <a:lumMod val="50000"/>
            </a:srgbClr>
          </a:solidFill>
          <a:ln w="0">
            <a:noFill/>
            <a:prstDash val="soli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sz="975" b="1">
                <a:solidFill>
                  <a:srgbClr val="203744"/>
                </a:solidFill>
              </a:defRPr>
            </a:pPr>
            <a:r>
              <a:rPr kumimoji="0" sz="1200" b="1" i="0" u="none" strike="noStrike" kern="0" cap="none" spc="0" normalizeH="0" baseline="0" noProof="0">
                <a:ln>
                  <a:noFill/>
                </a:ln>
                <a:solidFill>
                  <a:prstClr val="white"/>
                </a:solidFill>
                <a:effectLst/>
                <a:uLnTx/>
                <a:uFillTx/>
                <a:latin typeface="Aptos" panose="020B0004020202020204" pitchFamily="34" charset="0"/>
              </a:rPr>
              <a:t>TOOLS &amp; ENABLERS</a:t>
            </a:r>
          </a:p>
        </p:txBody>
      </p:sp>
      <p:sp>
        <p:nvSpPr>
          <p:cNvPr id="21" name="Rectangle 20">
            <a:extLst>
              <a:ext uri="{FF2B5EF4-FFF2-40B4-BE49-F238E27FC236}">
                <a16:creationId xmlns:a16="http://schemas.microsoft.com/office/drawing/2014/main" id="{B9F9A618-9A71-9161-28EE-02339964D361}"/>
              </a:ext>
            </a:extLst>
          </p:cNvPr>
          <p:cNvSpPr>
            <a:spLocks noGrp="1"/>
          </p:cNvSpPr>
          <p:nvPr/>
        </p:nvSpPr>
        <p:spPr>
          <a:xfrm>
            <a:off x="342900" y="5226383"/>
            <a:ext cx="2266950" cy="1181100"/>
          </a:xfrm>
          <a:prstGeom prst="rect">
            <a:avLst/>
          </a:prstGeom>
          <a:noFill/>
          <a:ln w="0">
            <a:noFill/>
            <a:prstDash val="solid"/>
          </a:ln>
        </p:spPr>
        <p:txBody>
          <a:bodyPr anchor="ctr"/>
          <a:lstStyle/>
          <a:p>
            <a:pPr marL="171450" indent="-171450">
              <a:buFont typeface="Arial" panose="020B0604020202020204" pitchFamily="34" charset="0"/>
              <a:buChar char="•"/>
            </a:pPr>
            <a:r>
              <a:rPr lang="en-US" sz="1200">
                <a:solidFill>
                  <a:prstClr val="black"/>
                </a:solidFill>
                <a:latin typeface="Aptos" panose="020B0004020202020204" pitchFamily="34" charset="0"/>
              </a:rPr>
              <a:t>Process Inventory</a:t>
            </a:r>
          </a:p>
          <a:p>
            <a:pPr marL="171450" indent="-171450">
              <a:buFont typeface="Arial" panose="020B0604020202020204" pitchFamily="34" charset="0"/>
              <a:buChar char="•"/>
            </a:pPr>
            <a:r>
              <a:rPr lang="en-US" sz="1200">
                <a:solidFill>
                  <a:prstClr val="black"/>
                </a:solidFill>
                <a:latin typeface="Aptos" panose="020B0004020202020204" pitchFamily="34" charset="0"/>
              </a:rPr>
              <a:t>Time &amp; Pendency Analysis</a:t>
            </a:r>
          </a:p>
          <a:p>
            <a:pPr marL="171450" indent="-171450">
              <a:buFont typeface="Arial" panose="020B0604020202020204" pitchFamily="34" charset="0"/>
              <a:buChar char="•"/>
            </a:pPr>
            <a:r>
              <a:rPr lang="en-US" sz="1200">
                <a:solidFill>
                  <a:prstClr val="black"/>
                </a:solidFill>
                <a:latin typeface="Aptos" panose="020B0004020202020204" pitchFamily="34" charset="0"/>
              </a:rPr>
              <a:t>Automation Assessment</a:t>
            </a:r>
          </a:p>
          <a:p>
            <a:pPr marL="171450" indent="-171450">
              <a:buFont typeface="Arial" panose="020B0604020202020204" pitchFamily="34" charset="0"/>
              <a:buChar char="•"/>
            </a:pPr>
            <a:r>
              <a:rPr lang="en-US" sz="1200">
                <a:solidFill>
                  <a:prstClr val="black"/>
                </a:solidFill>
                <a:latin typeface="Aptos" panose="020B0004020202020204" pitchFamily="34" charset="0"/>
              </a:rPr>
              <a:t>Service KPI Dashboard</a:t>
            </a:r>
          </a:p>
        </p:txBody>
      </p:sp>
      <p:sp>
        <p:nvSpPr>
          <p:cNvPr id="23" name="Arrow: Chevron 22">
            <a:extLst>
              <a:ext uri="{FF2B5EF4-FFF2-40B4-BE49-F238E27FC236}">
                <a16:creationId xmlns:a16="http://schemas.microsoft.com/office/drawing/2014/main" id="{331099DB-821D-9871-7FB2-B20E851D65B2}"/>
              </a:ext>
            </a:extLst>
          </p:cNvPr>
          <p:cNvSpPr>
            <a:spLocks noGrp="1"/>
          </p:cNvSpPr>
          <p:nvPr/>
        </p:nvSpPr>
        <p:spPr>
          <a:xfrm>
            <a:off x="2800350" y="946575"/>
            <a:ext cx="2819400" cy="457200"/>
          </a:xfrm>
          <a:prstGeom prst="chevron">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25" name="Rectangle 24">
            <a:extLst>
              <a:ext uri="{FF2B5EF4-FFF2-40B4-BE49-F238E27FC236}">
                <a16:creationId xmlns:a16="http://schemas.microsoft.com/office/drawing/2014/main" id="{B9BD8A8A-CA45-3BF9-9836-E6BB434A703C}"/>
              </a:ext>
            </a:extLst>
          </p:cNvPr>
          <p:cNvSpPr>
            <a:spLocks noGrp="1"/>
          </p:cNvSpPr>
          <p:nvPr/>
        </p:nvSpPr>
        <p:spPr>
          <a:xfrm>
            <a:off x="2847975" y="946575"/>
            <a:ext cx="2581275" cy="457200"/>
          </a:xfrm>
          <a:prstGeom prst="rect">
            <a:avLst/>
          </a:prstGeom>
          <a:noFill/>
          <a:ln w="0">
            <a:noFill/>
            <a:prstDash val="solid"/>
          </a:ln>
        </p:spPr>
        <p:txBody>
          <a:bodyPr anchor="ctr"/>
          <a:lstStyle/>
          <a:p>
            <a:pPr algn="ctr">
              <a:defRPr sz="1350" b="1">
                <a:solidFill>
                  <a:srgbClr val="FFFFFF"/>
                </a:solidFill>
              </a:defRPr>
            </a:pPr>
            <a:r>
              <a:rPr sz="1400" b="1">
                <a:solidFill>
                  <a:srgbClr val="FFFFFF"/>
                </a:solidFill>
                <a:latin typeface="Aptos" panose="020B0004020202020204" pitchFamily="34" charset="0"/>
              </a:rPr>
              <a:t>DIAGNOSE</a:t>
            </a:r>
          </a:p>
        </p:txBody>
      </p:sp>
      <p:sp>
        <p:nvSpPr>
          <p:cNvPr id="27" name="Arrow: Chevron 26">
            <a:extLst>
              <a:ext uri="{FF2B5EF4-FFF2-40B4-BE49-F238E27FC236}">
                <a16:creationId xmlns:a16="http://schemas.microsoft.com/office/drawing/2014/main" id="{BDBD4F50-6483-5308-F43A-926105A3EEE9}"/>
              </a:ext>
            </a:extLst>
          </p:cNvPr>
          <p:cNvSpPr>
            <a:spLocks noGrp="1"/>
          </p:cNvSpPr>
          <p:nvPr/>
        </p:nvSpPr>
        <p:spPr>
          <a:xfrm>
            <a:off x="5867400" y="946575"/>
            <a:ext cx="2819400" cy="457200"/>
          </a:xfrm>
          <a:prstGeom prst="chevron">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29" name="Rectangle 28">
            <a:extLst>
              <a:ext uri="{FF2B5EF4-FFF2-40B4-BE49-F238E27FC236}">
                <a16:creationId xmlns:a16="http://schemas.microsoft.com/office/drawing/2014/main" id="{CD0F4167-2ED7-7D67-1EF5-2A52CD6859AD}"/>
              </a:ext>
            </a:extLst>
          </p:cNvPr>
          <p:cNvSpPr>
            <a:spLocks noGrp="1"/>
          </p:cNvSpPr>
          <p:nvPr/>
        </p:nvSpPr>
        <p:spPr>
          <a:xfrm>
            <a:off x="5915025" y="946575"/>
            <a:ext cx="2581275" cy="457200"/>
          </a:xfrm>
          <a:prstGeom prst="rect">
            <a:avLst/>
          </a:prstGeom>
          <a:noFill/>
          <a:ln w="0">
            <a:noFill/>
            <a:prstDash val="solid"/>
          </a:ln>
        </p:spPr>
        <p:txBody>
          <a:bodyPr anchor="ctr"/>
          <a:lstStyle/>
          <a:p>
            <a:pPr algn="ctr">
              <a:defRPr sz="1350" b="1">
                <a:solidFill>
                  <a:srgbClr val="FFFFFF"/>
                </a:solidFill>
              </a:defRPr>
            </a:pPr>
            <a:r>
              <a:rPr lang="en-US" sz="1400" b="1">
                <a:solidFill>
                  <a:srgbClr val="FFFFFF"/>
                </a:solidFill>
                <a:latin typeface="Aptos" panose="020B0004020202020204" pitchFamily="34" charset="0"/>
              </a:rPr>
              <a:t>DESIGN</a:t>
            </a:r>
          </a:p>
        </p:txBody>
      </p:sp>
      <p:sp>
        <p:nvSpPr>
          <p:cNvPr id="31" name="Arrow: Chevron 30">
            <a:extLst>
              <a:ext uri="{FF2B5EF4-FFF2-40B4-BE49-F238E27FC236}">
                <a16:creationId xmlns:a16="http://schemas.microsoft.com/office/drawing/2014/main" id="{9DC6A91C-5FA6-E025-D89E-931825BFAA3F}"/>
              </a:ext>
            </a:extLst>
          </p:cNvPr>
          <p:cNvSpPr>
            <a:spLocks noGrp="1"/>
          </p:cNvSpPr>
          <p:nvPr/>
        </p:nvSpPr>
        <p:spPr>
          <a:xfrm>
            <a:off x="8934450" y="946575"/>
            <a:ext cx="2819400" cy="457200"/>
          </a:xfrm>
          <a:prstGeom prst="chevron">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33" name="Rectangle 32">
            <a:extLst>
              <a:ext uri="{FF2B5EF4-FFF2-40B4-BE49-F238E27FC236}">
                <a16:creationId xmlns:a16="http://schemas.microsoft.com/office/drawing/2014/main" id="{34FB7CBA-C5A7-C587-85C5-7E1B778DAC90}"/>
              </a:ext>
            </a:extLst>
          </p:cNvPr>
          <p:cNvSpPr>
            <a:spLocks noGrp="1"/>
          </p:cNvSpPr>
          <p:nvPr/>
        </p:nvSpPr>
        <p:spPr>
          <a:xfrm>
            <a:off x="8982075" y="946575"/>
            <a:ext cx="2581275" cy="457200"/>
          </a:xfrm>
          <a:prstGeom prst="rect">
            <a:avLst/>
          </a:prstGeom>
          <a:noFill/>
          <a:ln w="0">
            <a:noFill/>
            <a:prstDash val="solid"/>
          </a:ln>
        </p:spPr>
        <p:txBody>
          <a:bodyPr anchor="ctr"/>
          <a:lstStyle/>
          <a:p>
            <a:pPr algn="ctr">
              <a:defRPr sz="1350" b="1">
                <a:solidFill>
                  <a:srgbClr val="FFFFFF"/>
                </a:solidFill>
              </a:defRPr>
            </a:pPr>
            <a:r>
              <a:rPr sz="1400" b="1">
                <a:solidFill>
                  <a:srgbClr val="FFFFFF"/>
                </a:solidFill>
                <a:latin typeface="Aptos" panose="020B0004020202020204" pitchFamily="34" charset="0"/>
              </a:rPr>
              <a:t>DELIVER</a:t>
            </a:r>
          </a:p>
        </p:txBody>
      </p:sp>
      <p:sp>
        <p:nvSpPr>
          <p:cNvPr id="35" name="diagnose-1">
            <a:extLst>
              <a:ext uri="{FF2B5EF4-FFF2-40B4-BE49-F238E27FC236}">
                <a16:creationId xmlns:a16="http://schemas.microsoft.com/office/drawing/2014/main" id="{917A8179-B370-1868-AA2E-CFAEA05CBA2F}"/>
              </a:ext>
            </a:extLst>
          </p:cNvPr>
          <p:cNvSpPr>
            <a:spLocks noGrp="1"/>
          </p:cNvSpPr>
          <p:nvPr/>
        </p:nvSpPr>
        <p:spPr>
          <a:xfrm>
            <a:off x="2800350" y="151807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37" name="Rectangle 36">
            <a:extLst>
              <a:ext uri="{FF2B5EF4-FFF2-40B4-BE49-F238E27FC236}">
                <a16:creationId xmlns:a16="http://schemas.microsoft.com/office/drawing/2014/main" id="{8A002F84-AEE2-8F1C-A9B6-0F83F074EB3C}"/>
              </a:ext>
            </a:extLst>
          </p:cNvPr>
          <p:cNvSpPr>
            <a:spLocks noGrp="1"/>
          </p:cNvSpPr>
          <p:nvPr/>
        </p:nvSpPr>
        <p:spPr>
          <a:xfrm>
            <a:off x="2800350" y="1518075"/>
            <a:ext cx="66675" cy="742950"/>
          </a:xfrm>
          <a:prstGeom prst="rect">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39" name="Oval 38">
            <a:extLst>
              <a:ext uri="{FF2B5EF4-FFF2-40B4-BE49-F238E27FC236}">
                <a16:creationId xmlns:a16="http://schemas.microsoft.com/office/drawing/2014/main" id="{4FCFF154-9254-6536-9A6B-236CE54CC176}"/>
              </a:ext>
            </a:extLst>
          </p:cNvPr>
          <p:cNvSpPr>
            <a:spLocks noGrp="1"/>
          </p:cNvSpPr>
          <p:nvPr/>
        </p:nvSpPr>
        <p:spPr>
          <a:xfrm>
            <a:off x="2952750" y="1708575"/>
            <a:ext cx="342900" cy="342900"/>
          </a:xfrm>
          <a:prstGeom prst="ellipse">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41" name="Rectangle 40">
            <a:extLst>
              <a:ext uri="{FF2B5EF4-FFF2-40B4-BE49-F238E27FC236}">
                <a16:creationId xmlns:a16="http://schemas.microsoft.com/office/drawing/2014/main" id="{A083B18D-5D48-5CF5-14CE-60C6D305B392}"/>
              </a:ext>
            </a:extLst>
          </p:cNvPr>
          <p:cNvSpPr>
            <a:spLocks noGrp="1"/>
          </p:cNvSpPr>
          <p:nvPr/>
        </p:nvSpPr>
        <p:spPr>
          <a:xfrm>
            <a:off x="2952750" y="170857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1</a:t>
            </a:r>
          </a:p>
        </p:txBody>
      </p:sp>
      <p:sp>
        <p:nvSpPr>
          <p:cNvPr id="43" name="Rectangle 42">
            <a:extLst>
              <a:ext uri="{FF2B5EF4-FFF2-40B4-BE49-F238E27FC236}">
                <a16:creationId xmlns:a16="http://schemas.microsoft.com/office/drawing/2014/main" id="{4CAB8F3B-7B24-0DD1-D074-ADDA43018FA6}"/>
              </a:ext>
            </a:extLst>
          </p:cNvPr>
          <p:cNvSpPr>
            <a:spLocks noGrp="1"/>
          </p:cNvSpPr>
          <p:nvPr/>
        </p:nvSpPr>
        <p:spPr>
          <a:xfrm>
            <a:off x="3409950" y="1594275"/>
            <a:ext cx="2095500" cy="590550"/>
          </a:xfrm>
          <a:prstGeom prst="rect">
            <a:avLst/>
          </a:prstGeom>
          <a:noFill/>
          <a:ln w="0">
            <a:noFill/>
            <a:prstDash val="solid"/>
          </a:ln>
        </p:spPr>
        <p:txBody>
          <a:bodyPr anchor="ctr"/>
          <a:lstStyle/>
          <a:p>
            <a:pPr>
              <a:defRPr sz="1050" b="0">
                <a:solidFill>
                  <a:srgbClr val="203744"/>
                </a:solidFill>
              </a:defRPr>
            </a:pPr>
            <a:r>
              <a:rPr lang="en-US" sz="1200" err="1">
                <a:solidFill>
                  <a:srgbClr val="203744"/>
                </a:solidFill>
                <a:latin typeface="Aptos" panose="020B0004020202020204" pitchFamily="34" charset="0"/>
              </a:rPr>
              <a:t>Prioritise</a:t>
            </a:r>
            <a:r>
              <a:rPr lang="en-US" sz="1200">
                <a:solidFill>
                  <a:srgbClr val="203744"/>
                </a:solidFill>
                <a:latin typeface="Aptos" panose="020B0004020202020204" pitchFamily="34" charset="0"/>
              </a:rPr>
              <a:t> high-volume land revenue and citizen-service processes for assessment</a:t>
            </a:r>
          </a:p>
        </p:txBody>
      </p:sp>
      <p:sp>
        <p:nvSpPr>
          <p:cNvPr id="45" name="reform-1">
            <a:extLst>
              <a:ext uri="{FF2B5EF4-FFF2-40B4-BE49-F238E27FC236}">
                <a16:creationId xmlns:a16="http://schemas.microsoft.com/office/drawing/2014/main" id="{31522E53-29C9-AC4D-3187-3F4D74E061FF}"/>
              </a:ext>
            </a:extLst>
          </p:cNvPr>
          <p:cNvSpPr>
            <a:spLocks noGrp="1"/>
          </p:cNvSpPr>
          <p:nvPr/>
        </p:nvSpPr>
        <p:spPr>
          <a:xfrm>
            <a:off x="5867400" y="151807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47" name="Rectangle 46">
            <a:extLst>
              <a:ext uri="{FF2B5EF4-FFF2-40B4-BE49-F238E27FC236}">
                <a16:creationId xmlns:a16="http://schemas.microsoft.com/office/drawing/2014/main" id="{49BF7E9B-B9BB-8A6D-CC6F-381E96170C6C}"/>
              </a:ext>
            </a:extLst>
          </p:cNvPr>
          <p:cNvSpPr>
            <a:spLocks noGrp="1"/>
          </p:cNvSpPr>
          <p:nvPr/>
        </p:nvSpPr>
        <p:spPr>
          <a:xfrm>
            <a:off x="5867400" y="1518075"/>
            <a:ext cx="66675" cy="742950"/>
          </a:xfrm>
          <a:prstGeom prst="rect">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49" name="Oval 48">
            <a:extLst>
              <a:ext uri="{FF2B5EF4-FFF2-40B4-BE49-F238E27FC236}">
                <a16:creationId xmlns:a16="http://schemas.microsoft.com/office/drawing/2014/main" id="{D60F7392-5639-1841-4186-2C8097B97FFD}"/>
              </a:ext>
            </a:extLst>
          </p:cNvPr>
          <p:cNvSpPr>
            <a:spLocks noGrp="1"/>
          </p:cNvSpPr>
          <p:nvPr/>
        </p:nvSpPr>
        <p:spPr>
          <a:xfrm>
            <a:off x="6019800" y="1708575"/>
            <a:ext cx="342900" cy="342900"/>
          </a:xfrm>
          <a:prstGeom prst="ellipse">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51" name="Rectangle 50">
            <a:extLst>
              <a:ext uri="{FF2B5EF4-FFF2-40B4-BE49-F238E27FC236}">
                <a16:creationId xmlns:a16="http://schemas.microsoft.com/office/drawing/2014/main" id="{D8197B45-6347-38E8-EEB2-9AA346A185F9}"/>
              </a:ext>
            </a:extLst>
          </p:cNvPr>
          <p:cNvSpPr>
            <a:spLocks noGrp="1"/>
          </p:cNvSpPr>
          <p:nvPr/>
        </p:nvSpPr>
        <p:spPr>
          <a:xfrm>
            <a:off x="6019800" y="170857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1</a:t>
            </a:r>
          </a:p>
        </p:txBody>
      </p:sp>
      <p:sp>
        <p:nvSpPr>
          <p:cNvPr id="53" name="Rectangle 52">
            <a:extLst>
              <a:ext uri="{FF2B5EF4-FFF2-40B4-BE49-F238E27FC236}">
                <a16:creationId xmlns:a16="http://schemas.microsoft.com/office/drawing/2014/main" id="{812823F5-642E-889A-7B2C-B7388EF99125}"/>
              </a:ext>
            </a:extLst>
          </p:cNvPr>
          <p:cNvSpPr>
            <a:spLocks noGrp="1"/>
          </p:cNvSpPr>
          <p:nvPr/>
        </p:nvSpPr>
        <p:spPr>
          <a:xfrm>
            <a:off x="6477000" y="1594275"/>
            <a:ext cx="2095500" cy="590550"/>
          </a:xfrm>
          <a:prstGeom prst="rect">
            <a:avLst/>
          </a:prstGeom>
          <a:noFill/>
          <a:ln w="0">
            <a:noFill/>
            <a:prstDash val="solid"/>
          </a:ln>
        </p:spPr>
        <p:txBody>
          <a:bodyPr anchor="ctr"/>
          <a:lstStyle/>
          <a:p>
            <a:pPr>
              <a:defRPr sz="1050" b="0">
                <a:solidFill>
                  <a:srgbClr val="203744"/>
                </a:solidFill>
              </a:defRPr>
            </a:pPr>
            <a:r>
              <a:rPr lang="en-US" sz="1200">
                <a:solidFill>
                  <a:srgbClr val="203744"/>
                </a:solidFill>
                <a:latin typeface="Aptos" panose="020B0004020202020204" pitchFamily="34" charset="0"/>
              </a:rPr>
              <a:t>Define simplification principles within applicable legal, policy and system constraints</a:t>
            </a:r>
          </a:p>
        </p:txBody>
      </p:sp>
      <p:sp>
        <p:nvSpPr>
          <p:cNvPr id="55" name="deliver-1">
            <a:extLst>
              <a:ext uri="{FF2B5EF4-FFF2-40B4-BE49-F238E27FC236}">
                <a16:creationId xmlns:a16="http://schemas.microsoft.com/office/drawing/2014/main" id="{D977FA76-E3FC-4958-EAB1-A58AF8805CC8}"/>
              </a:ext>
            </a:extLst>
          </p:cNvPr>
          <p:cNvSpPr>
            <a:spLocks noGrp="1"/>
          </p:cNvSpPr>
          <p:nvPr/>
        </p:nvSpPr>
        <p:spPr>
          <a:xfrm>
            <a:off x="8934450" y="151807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7" name="Rectangle 56">
            <a:extLst>
              <a:ext uri="{FF2B5EF4-FFF2-40B4-BE49-F238E27FC236}">
                <a16:creationId xmlns:a16="http://schemas.microsoft.com/office/drawing/2014/main" id="{0DD519D8-D17A-FF78-5A44-092A0C2B6A5A}"/>
              </a:ext>
            </a:extLst>
          </p:cNvPr>
          <p:cNvSpPr>
            <a:spLocks noGrp="1"/>
          </p:cNvSpPr>
          <p:nvPr/>
        </p:nvSpPr>
        <p:spPr>
          <a:xfrm>
            <a:off x="8934450" y="1518075"/>
            <a:ext cx="66675" cy="742950"/>
          </a:xfrm>
          <a:prstGeom prst="rect">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9" name="Oval 58">
            <a:extLst>
              <a:ext uri="{FF2B5EF4-FFF2-40B4-BE49-F238E27FC236}">
                <a16:creationId xmlns:a16="http://schemas.microsoft.com/office/drawing/2014/main" id="{BFEBBD25-61E3-E483-00CD-F5992F995F90}"/>
              </a:ext>
            </a:extLst>
          </p:cNvPr>
          <p:cNvSpPr>
            <a:spLocks noGrp="1"/>
          </p:cNvSpPr>
          <p:nvPr/>
        </p:nvSpPr>
        <p:spPr>
          <a:xfrm>
            <a:off x="9086850" y="1708575"/>
            <a:ext cx="342900" cy="342900"/>
          </a:xfrm>
          <a:prstGeom prst="ellipse">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61" name="Rectangle 60">
            <a:extLst>
              <a:ext uri="{FF2B5EF4-FFF2-40B4-BE49-F238E27FC236}">
                <a16:creationId xmlns:a16="http://schemas.microsoft.com/office/drawing/2014/main" id="{4BD55219-269A-FA16-463D-F73B41BB2857}"/>
              </a:ext>
            </a:extLst>
          </p:cNvPr>
          <p:cNvSpPr>
            <a:spLocks noGrp="1"/>
          </p:cNvSpPr>
          <p:nvPr/>
        </p:nvSpPr>
        <p:spPr>
          <a:xfrm>
            <a:off x="9086850" y="170857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1</a:t>
            </a:r>
          </a:p>
        </p:txBody>
      </p:sp>
      <p:sp>
        <p:nvSpPr>
          <p:cNvPr id="63" name="Rectangle 62">
            <a:extLst>
              <a:ext uri="{FF2B5EF4-FFF2-40B4-BE49-F238E27FC236}">
                <a16:creationId xmlns:a16="http://schemas.microsoft.com/office/drawing/2014/main" id="{40456B28-C73C-1561-3B76-07D1C91D0CED}"/>
              </a:ext>
            </a:extLst>
          </p:cNvPr>
          <p:cNvSpPr>
            <a:spLocks noGrp="1"/>
          </p:cNvSpPr>
          <p:nvPr/>
        </p:nvSpPr>
        <p:spPr>
          <a:xfrm>
            <a:off x="9544050" y="1594275"/>
            <a:ext cx="2095500" cy="590550"/>
          </a:xfrm>
          <a:prstGeom prst="rect">
            <a:avLst/>
          </a:prstGeom>
          <a:noFill/>
          <a:ln w="0">
            <a:noFill/>
            <a:prstDash val="solid"/>
          </a:ln>
        </p:spPr>
        <p:txBody>
          <a:bodyPr anchor="ctr"/>
          <a:lstStyle/>
          <a:p>
            <a:pPr>
              <a:defRPr sz="1050" b="0">
                <a:solidFill>
                  <a:srgbClr val="203744"/>
                </a:solidFill>
              </a:defRPr>
            </a:pPr>
            <a:r>
              <a:rPr lang="en-US" sz="1200">
                <a:solidFill>
                  <a:srgbClr val="203744"/>
                </a:solidFill>
                <a:latin typeface="Aptos" panose="020B0004020202020204" pitchFamily="34" charset="0"/>
              </a:rPr>
              <a:t>Validate To-Be processes with concerned departments, field units and technology teams</a:t>
            </a:r>
          </a:p>
        </p:txBody>
      </p:sp>
      <p:sp>
        <p:nvSpPr>
          <p:cNvPr id="449" name="diagnose-2">
            <a:extLst>
              <a:ext uri="{FF2B5EF4-FFF2-40B4-BE49-F238E27FC236}">
                <a16:creationId xmlns:a16="http://schemas.microsoft.com/office/drawing/2014/main" id="{B15D4E43-407E-B048-78D1-75B9F20ACE27}"/>
              </a:ext>
            </a:extLst>
          </p:cNvPr>
          <p:cNvSpPr>
            <a:spLocks noGrp="1"/>
          </p:cNvSpPr>
          <p:nvPr/>
        </p:nvSpPr>
        <p:spPr>
          <a:xfrm>
            <a:off x="2800350" y="238485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451" name="Rectangle 450">
            <a:extLst>
              <a:ext uri="{FF2B5EF4-FFF2-40B4-BE49-F238E27FC236}">
                <a16:creationId xmlns:a16="http://schemas.microsoft.com/office/drawing/2014/main" id="{16F79860-1C4F-F730-F59C-DE3D2AADB9A5}"/>
              </a:ext>
            </a:extLst>
          </p:cNvPr>
          <p:cNvSpPr>
            <a:spLocks noGrp="1"/>
          </p:cNvSpPr>
          <p:nvPr/>
        </p:nvSpPr>
        <p:spPr>
          <a:xfrm>
            <a:off x="2800350" y="2384850"/>
            <a:ext cx="66675" cy="742950"/>
          </a:xfrm>
          <a:prstGeom prst="rect">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453" name="Oval 452">
            <a:extLst>
              <a:ext uri="{FF2B5EF4-FFF2-40B4-BE49-F238E27FC236}">
                <a16:creationId xmlns:a16="http://schemas.microsoft.com/office/drawing/2014/main" id="{88DAF89D-CC9A-2F2A-2FFA-D7B3F018D2A5}"/>
              </a:ext>
            </a:extLst>
          </p:cNvPr>
          <p:cNvSpPr>
            <a:spLocks noGrp="1"/>
          </p:cNvSpPr>
          <p:nvPr/>
        </p:nvSpPr>
        <p:spPr>
          <a:xfrm>
            <a:off x="2952750" y="2575350"/>
            <a:ext cx="342900" cy="342900"/>
          </a:xfrm>
          <a:prstGeom prst="ellipse">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455" name="Rectangle 454">
            <a:extLst>
              <a:ext uri="{FF2B5EF4-FFF2-40B4-BE49-F238E27FC236}">
                <a16:creationId xmlns:a16="http://schemas.microsoft.com/office/drawing/2014/main" id="{48FD42B1-3765-80FF-6C49-6A6D9FA30E41}"/>
              </a:ext>
            </a:extLst>
          </p:cNvPr>
          <p:cNvSpPr>
            <a:spLocks noGrp="1"/>
          </p:cNvSpPr>
          <p:nvPr/>
        </p:nvSpPr>
        <p:spPr>
          <a:xfrm>
            <a:off x="2952750" y="257535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2</a:t>
            </a:r>
          </a:p>
        </p:txBody>
      </p:sp>
      <p:sp>
        <p:nvSpPr>
          <p:cNvPr id="546" name="Rectangle 545">
            <a:extLst>
              <a:ext uri="{FF2B5EF4-FFF2-40B4-BE49-F238E27FC236}">
                <a16:creationId xmlns:a16="http://schemas.microsoft.com/office/drawing/2014/main" id="{F22EB5BB-6F07-D23A-D6BD-5D50969D6640}"/>
              </a:ext>
            </a:extLst>
          </p:cNvPr>
          <p:cNvSpPr>
            <a:spLocks noGrp="1"/>
          </p:cNvSpPr>
          <p:nvPr/>
        </p:nvSpPr>
        <p:spPr>
          <a:xfrm>
            <a:off x="3409950" y="2461050"/>
            <a:ext cx="2095500" cy="590550"/>
          </a:xfrm>
          <a:prstGeom prst="rect">
            <a:avLst/>
          </a:prstGeom>
          <a:noFill/>
          <a:ln w="0">
            <a:noFill/>
            <a:prstDash val="solid"/>
          </a:ln>
        </p:spPr>
        <p:txBody>
          <a:bodyPr anchor="ctr"/>
          <a:lstStyle/>
          <a:p>
            <a:pPr>
              <a:defRPr sz="1050" b="0">
                <a:solidFill>
                  <a:srgbClr val="203744"/>
                </a:solidFill>
              </a:defRPr>
            </a:pPr>
            <a:r>
              <a:rPr lang="en-US" sz="1200">
                <a:solidFill>
                  <a:srgbClr val="203744"/>
                </a:solidFill>
                <a:latin typeface="Aptos" panose="020B0004020202020204" pitchFamily="34" charset="0"/>
              </a:rPr>
              <a:t>Map As-Is workflows, roles, approvals, documents, timelines and system touchpoints</a:t>
            </a:r>
          </a:p>
        </p:txBody>
      </p:sp>
      <p:sp>
        <p:nvSpPr>
          <p:cNvPr id="548" name="reform-2">
            <a:extLst>
              <a:ext uri="{FF2B5EF4-FFF2-40B4-BE49-F238E27FC236}">
                <a16:creationId xmlns:a16="http://schemas.microsoft.com/office/drawing/2014/main" id="{FEA730CE-4846-A680-D47F-B3AFAF0D4A5C}"/>
              </a:ext>
            </a:extLst>
          </p:cNvPr>
          <p:cNvSpPr>
            <a:spLocks noGrp="1"/>
          </p:cNvSpPr>
          <p:nvPr/>
        </p:nvSpPr>
        <p:spPr>
          <a:xfrm>
            <a:off x="5867400" y="238485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50" name="Rectangle 549">
            <a:extLst>
              <a:ext uri="{FF2B5EF4-FFF2-40B4-BE49-F238E27FC236}">
                <a16:creationId xmlns:a16="http://schemas.microsoft.com/office/drawing/2014/main" id="{1A2C2D38-BAFF-46EB-505D-CB101A36715E}"/>
              </a:ext>
            </a:extLst>
          </p:cNvPr>
          <p:cNvSpPr>
            <a:spLocks noGrp="1"/>
          </p:cNvSpPr>
          <p:nvPr/>
        </p:nvSpPr>
        <p:spPr>
          <a:xfrm>
            <a:off x="5867400" y="2384850"/>
            <a:ext cx="66675" cy="742950"/>
          </a:xfrm>
          <a:prstGeom prst="rect">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552" name="Oval 551">
            <a:extLst>
              <a:ext uri="{FF2B5EF4-FFF2-40B4-BE49-F238E27FC236}">
                <a16:creationId xmlns:a16="http://schemas.microsoft.com/office/drawing/2014/main" id="{FE582680-F4FB-5B83-22A0-1C18F7EED18E}"/>
              </a:ext>
            </a:extLst>
          </p:cNvPr>
          <p:cNvSpPr>
            <a:spLocks noGrp="1"/>
          </p:cNvSpPr>
          <p:nvPr/>
        </p:nvSpPr>
        <p:spPr>
          <a:xfrm>
            <a:off x="6019800" y="2575350"/>
            <a:ext cx="342900" cy="342900"/>
          </a:xfrm>
          <a:prstGeom prst="ellipse">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554" name="Rectangle 553">
            <a:extLst>
              <a:ext uri="{FF2B5EF4-FFF2-40B4-BE49-F238E27FC236}">
                <a16:creationId xmlns:a16="http://schemas.microsoft.com/office/drawing/2014/main" id="{990F9A69-305D-7BA8-061B-7A4100DAA4DC}"/>
              </a:ext>
            </a:extLst>
          </p:cNvPr>
          <p:cNvSpPr>
            <a:spLocks noGrp="1"/>
          </p:cNvSpPr>
          <p:nvPr/>
        </p:nvSpPr>
        <p:spPr>
          <a:xfrm>
            <a:off x="6019800" y="257535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2</a:t>
            </a:r>
          </a:p>
        </p:txBody>
      </p:sp>
      <p:sp>
        <p:nvSpPr>
          <p:cNvPr id="556" name="Rectangle 555">
            <a:extLst>
              <a:ext uri="{FF2B5EF4-FFF2-40B4-BE49-F238E27FC236}">
                <a16:creationId xmlns:a16="http://schemas.microsoft.com/office/drawing/2014/main" id="{DB3AFAC4-3580-C280-389E-1E24732E6E2B}"/>
              </a:ext>
            </a:extLst>
          </p:cNvPr>
          <p:cNvSpPr>
            <a:spLocks noGrp="1"/>
          </p:cNvSpPr>
          <p:nvPr/>
        </p:nvSpPr>
        <p:spPr>
          <a:xfrm>
            <a:off x="6477000" y="2461050"/>
            <a:ext cx="2095500" cy="590550"/>
          </a:xfrm>
          <a:prstGeom prst="rect">
            <a:avLst/>
          </a:prstGeom>
          <a:noFill/>
          <a:ln w="0">
            <a:noFill/>
            <a:prstDash val="solid"/>
          </a:ln>
        </p:spPr>
        <p:txBody>
          <a:bodyPr anchor="ctr"/>
          <a:lstStyle/>
          <a:p>
            <a:pPr>
              <a:defRPr sz="1050" b="0">
                <a:solidFill>
                  <a:srgbClr val="203744"/>
                </a:solidFill>
              </a:defRPr>
            </a:pPr>
            <a:r>
              <a:rPr lang="en-US" sz="1200">
                <a:solidFill>
                  <a:srgbClr val="203744"/>
                </a:solidFill>
                <a:latin typeface="Aptos" panose="020B0004020202020204" pitchFamily="34" charset="0"/>
              </a:rPr>
              <a:t>Design To-Be workflows with fewer hand-offs, defined controls and reduced physical visits</a:t>
            </a:r>
          </a:p>
        </p:txBody>
      </p:sp>
      <p:sp>
        <p:nvSpPr>
          <p:cNvPr id="558" name="deliver-2">
            <a:extLst>
              <a:ext uri="{FF2B5EF4-FFF2-40B4-BE49-F238E27FC236}">
                <a16:creationId xmlns:a16="http://schemas.microsoft.com/office/drawing/2014/main" id="{2DAF4EE6-6881-A139-D9F8-8BB63D10AB03}"/>
              </a:ext>
            </a:extLst>
          </p:cNvPr>
          <p:cNvSpPr>
            <a:spLocks noGrp="1"/>
          </p:cNvSpPr>
          <p:nvPr/>
        </p:nvSpPr>
        <p:spPr>
          <a:xfrm>
            <a:off x="8934450" y="238485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60" name="Rectangle 559">
            <a:extLst>
              <a:ext uri="{FF2B5EF4-FFF2-40B4-BE49-F238E27FC236}">
                <a16:creationId xmlns:a16="http://schemas.microsoft.com/office/drawing/2014/main" id="{7470CDE9-C547-2D4C-D0F7-0BF945E50032}"/>
              </a:ext>
            </a:extLst>
          </p:cNvPr>
          <p:cNvSpPr>
            <a:spLocks noGrp="1"/>
          </p:cNvSpPr>
          <p:nvPr/>
        </p:nvSpPr>
        <p:spPr>
          <a:xfrm>
            <a:off x="8934450" y="2384850"/>
            <a:ext cx="66675" cy="742950"/>
          </a:xfrm>
          <a:prstGeom prst="rect">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62" name="Oval 561">
            <a:extLst>
              <a:ext uri="{FF2B5EF4-FFF2-40B4-BE49-F238E27FC236}">
                <a16:creationId xmlns:a16="http://schemas.microsoft.com/office/drawing/2014/main" id="{95FC9567-7164-F5A8-66A0-4ECB6C974077}"/>
              </a:ext>
            </a:extLst>
          </p:cNvPr>
          <p:cNvSpPr>
            <a:spLocks noGrp="1"/>
          </p:cNvSpPr>
          <p:nvPr/>
        </p:nvSpPr>
        <p:spPr>
          <a:xfrm>
            <a:off x="9086850" y="2575350"/>
            <a:ext cx="342900" cy="342900"/>
          </a:xfrm>
          <a:prstGeom prst="ellipse">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64" name="Rectangle 563">
            <a:extLst>
              <a:ext uri="{FF2B5EF4-FFF2-40B4-BE49-F238E27FC236}">
                <a16:creationId xmlns:a16="http://schemas.microsoft.com/office/drawing/2014/main" id="{DEA48602-705C-97B0-C19B-B79D8695B68C}"/>
              </a:ext>
            </a:extLst>
          </p:cNvPr>
          <p:cNvSpPr>
            <a:spLocks noGrp="1"/>
          </p:cNvSpPr>
          <p:nvPr/>
        </p:nvSpPr>
        <p:spPr>
          <a:xfrm>
            <a:off x="9086850" y="257535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2</a:t>
            </a:r>
          </a:p>
        </p:txBody>
      </p:sp>
      <p:sp>
        <p:nvSpPr>
          <p:cNvPr id="566" name="Rectangle 565">
            <a:extLst>
              <a:ext uri="{FF2B5EF4-FFF2-40B4-BE49-F238E27FC236}">
                <a16:creationId xmlns:a16="http://schemas.microsoft.com/office/drawing/2014/main" id="{583A6358-4E29-0F61-1924-6ABD8B1BFD51}"/>
              </a:ext>
            </a:extLst>
          </p:cNvPr>
          <p:cNvSpPr>
            <a:spLocks noGrp="1"/>
          </p:cNvSpPr>
          <p:nvPr/>
        </p:nvSpPr>
        <p:spPr>
          <a:xfrm>
            <a:off x="9544050" y="2461050"/>
            <a:ext cx="2095500" cy="590550"/>
          </a:xfrm>
          <a:prstGeom prst="rect">
            <a:avLst/>
          </a:prstGeom>
          <a:noFill/>
          <a:ln w="0">
            <a:noFill/>
            <a:prstDash val="solid"/>
          </a:ln>
        </p:spPr>
        <p:txBody>
          <a:bodyPr anchor="ctr"/>
          <a:lstStyle/>
          <a:p>
            <a:pPr>
              <a:defRPr sz="1050" b="0">
                <a:solidFill>
                  <a:srgbClr val="203744"/>
                </a:solidFill>
              </a:defRPr>
            </a:pPr>
            <a:r>
              <a:rPr lang="en-US" sz="1200">
                <a:solidFill>
                  <a:srgbClr val="203744"/>
                </a:solidFill>
                <a:latin typeface="Aptos" panose="020B0004020202020204" pitchFamily="34" charset="0"/>
              </a:rPr>
              <a:t>Prepare SOPs, responsibility matrices, service standards and escalation mechanisms</a:t>
            </a:r>
          </a:p>
        </p:txBody>
      </p:sp>
      <p:sp>
        <p:nvSpPr>
          <p:cNvPr id="568" name="diagnose-3">
            <a:extLst>
              <a:ext uri="{FF2B5EF4-FFF2-40B4-BE49-F238E27FC236}">
                <a16:creationId xmlns:a16="http://schemas.microsoft.com/office/drawing/2014/main" id="{FD0B451C-46BF-F4C4-6C60-B8B8CF4FAAEE}"/>
              </a:ext>
            </a:extLst>
          </p:cNvPr>
          <p:cNvSpPr>
            <a:spLocks noGrp="1"/>
          </p:cNvSpPr>
          <p:nvPr/>
        </p:nvSpPr>
        <p:spPr>
          <a:xfrm>
            <a:off x="2800350" y="325162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70" name="Rectangle 569">
            <a:extLst>
              <a:ext uri="{FF2B5EF4-FFF2-40B4-BE49-F238E27FC236}">
                <a16:creationId xmlns:a16="http://schemas.microsoft.com/office/drawing/2014/main" id="{AFAFA2AC-54EC-3CBA-8ABE-2A236523C2A2}"/>
              </a:ext>
            </a:extLst>
          </p:cNvPr>
          <p:cNvSpPr>
            <a:spLocks noGrp="1"/>
          </p:cNvSpPr>
          <p:nvPr/>
        </p:nvSpPr>
        <p:spPr>
          <a:xfrm>
            <a:off x="2800350" y="3251625"/>
            <a:ext cx="66675" cy="742950"/>
          </a:xfrm>
          <a:prstGeom prst="rect">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572" name="Oval 571">
            <a:extLst>
              <a:ext uri="{FF2B5EF4-FFF2-40B4-BE49-F238E27FC236}">
                <a16:creationId xmlns:a16="http://schemas.microsoft.com/office/drawing/2014/main" id="{76E2E9E0-EAE3-CA58-58AB-955692E350B1}"/>
              </a:ext>
            </a:extLst>
          </p:cNvPr>
          <p:cNvSpPr>
            <a:spLocks noGrp="1"/>
          </p:cNvSpPr>
          <p:nvPr/>
        </p:nvSpPr>
        <p:spPr>
          <a:xfrm>
            <a:off x="2952750" y="3442125"/>
            <a:ext cx="342900" cy="342900"/>
          </a:xfrm>
          <a:prstGeom prst="ellipse">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574" name="Rectangle 573">
            <a:extLst>
              <a:ext uri="{FF2B5EF4-FFF2-40B4-BE49-F238E27FC236}">
                <a16:creationId xmlns:a16="http://schemas.microsoft.com/office/drawing/2014/main" id="{07548185-1240-1FA0-077F-38AEB69F16B9}"/>
              </a:ext>
            </a:extLst>
          </p:cNvPr>
          <p:cNvSpPr>
            <a:spLocks noGrp="1"/>
          </p:cNvSpPr>
          <p:nvPr/>
        </p:nvSpPr>
        <p:spPr>
          <a:xfrm>
            <a:off x="2952750" y="344212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3</a:t>
            </a:r>
          </a:p>
        </p:txBody>
      </p:sp>
      <p:sp>
        <p:nvSpPr>
          <p:cNvPr id="576" name="Rectangle 575">
            <a:extLst>
              <a:ext uri="{FF2B5EF4-FFF2-40B4-BE49-F238E27FC236}">
                <a16:creationId xmlns:a16="http://schemas.microsoft.com/office/drawing/2014/main" id="{95E50608-5DF9-3248-7129-1C6C49A65104}"/>
              </a:ext>
            </a:extLst>
          </p:cNvPr>
          <p:cNvSpPr>
            <a:spLocks noGrp="1"/>
          </p:cNvSpPr>
          <p:nvPr/>
        </p:nvSpPr>
        <p:spPr>
          <a:xfrm>
            <a:off x="3409950" y="3327825"/>
            <a:ext cx="2095500" cy="590550"/>
          </a:xfrm>
          <a:prstGeom prst="rect">
            <a:avLst/>
          </a:prstGeom>
          <a:noFill/>
          <a:ln w="0">
            <a:noFill/>
            <a:prstDash val="solid"/>
          </a:ln>
        </p:spPr>
        <p:txBody>
          <a:bodyPr anchor="ctr"/>
          <a:lstStyle/>
          <a:p>
            <a:pPr>
              <a:defRPr sz="1050" b="0">
                <a:solidFill>
                  <a:srgbClr val="203744"/>
                </a:solidFill>
              </a:defRPr>
            </a:pPr>
            <a:r>
              <a:rPr lang="en-US" sz="1200">
                <a:solidFill>
                  <a:srgbClr val="203744"/>
                </a:solidFill>
                <a:latin typeface="Aptos" panose="020B0004020202020204" pitchFamily="34" charset="0"/>
              </a:rPr>
              <a:t>Conduct process walkthroughs with headquarters, field units and system stakeholders</a:t>
            </a:r>
          </a:p>
        </p:txBody>
      </p:sp>
      <p:sp>
        <p:nvSpPr>
          <p:cNvPr id="578" name="reform-3">
            <a:extLst>
              <a:ext uri="{FF2B5EF4-FFF2-40B4-BE49-F238E27FC236}">
                <a16:creationId xmlns:a16="http://schemas.microsoft.com/office/drawing/2014/main" id="{B9E93B4E-6B96-A42B-D7C5-F0AFB8FE7009}"/>
              </a:ext>
            </a:extLst>
          </p:cNvPr>
          <p:cNvSpPr>
            <a:spLocks noGrp="1"/>
          </p:cNvSpPr>
          <p:nvPr/>
        </p:nvSpPr>
        <p:spPr>
          <a:xfrm>
            <a:off x="5867400" y="325162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80" name="Rectangle 579">
            <a:extLst>
              <a:ext uri="{FF2B5EF4-FFF2-40B4-BE49-F238E27FC236}">
                <a16:creationId xmlns:a16="http://schemas.microsoft.com/office/drawing/2014/main" id="{A72049FB-3EA2-2E4A-F34B-6B55355C43F4}"/>
              </a:ext>
            </a:extLst>
          </p:cNvPr>
          <p:cNvSpPr>
            <a:spLocks noGrp="1"/>
          </p:cNvSpPr>
          <p:nvPr/>
        </p:nvSpPr>
        <p:spPr>
          <a:xfrm>
            <a:off x="5867400" y="3251625"/>
            <a:ext cx="66675" cy="742950"/>
          </a:xfrm>
          <a:prstGeom prst="rect">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582" name="Oval 581">
            <a:extLst>
              <a:ext uri="{FF2B5EF4-FFF2-40B4-BE49-F238E27FC236}">
                <a16:creationId xmlns:a16="http://schemas.microsoft.com/office/drawing/2014/main" id="{AD2008D8-7E55-31F9-EC3C-22EECC58E73A}"/>
              </a:ext>
            </a:extLst>
          </p:cNvPr>
          <p:cNvSpPr>
            <a:spLocks noGrp="1"/>
          </p:cNvSpPr>
          <p:nvPr/>
        </p:nvSpPr>
        <p:spPr>
          <a:xfrm>
            <a:off x="6019800" y="3442125"/>
            <a:ext cx="342900" cy="342900"/>
          </a:xfrm>
          <a:prstGeom prst="ellipse">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584" name="Rectangle 583">
            <a:extLst>
              <a:ext uri="{FF2B5EF4-FFF2-40B4-BE49-F238E27FC236}">
                <a16:creationId xmlns:a16="http://schemas.microsoft.com/office/drawing/2014/main" id="{A0B4991B-C46E-5EC1-E0E8-E46A21E34BDD}"/>
              </a:ext>
            </a:extLst>
          </p:cNvPr>
          <p:cNvSpPr>
            <a:spLocks noGrp="1"/>
          </p:cNvSpPr>
          <p:nvPr/>
        </p:nvSpPr>
        <p:spPr>
          <a:xfrm>
            <a:off x="6019800" y="344212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3</a:t>
            </a:r>
          </a:p>
        </p:txBody>
      </p:sp>
      <p:sp>
        <p:nvSpPr>
          <p:cNvPr id="586" name="Rectangle 585">
            <a:extLst>
              <a:ext uri="{FF2B5EF4-FFF2-40B4-BE49-F238E27FC236}">
                <a16:creationId xmlns:a16="http://schemas.microsoft.com/office/drawing/2014/main" id="{7A305203-AF5D-AD62-887A-AE134221D237}"/>
              </a:ext>
            </a:extLst>
          </p:cNvPr>
          <p:cNvSpPr>
            <a:spLocks noGrp="1"/>
          </p:cNvSpPr>
          <p:nvPr/>
        </p:nvSpPr>
        <p:spPr>
          <a:xfrm>
            <a:off x="6477000" y="3327825"/>
            <a:ext cx="2095500" cy="590550"/>
          </a:xfrm>
          <a:prstGeom prst="rect">
            <a:avLst/>
          </a:prstGeom>
          <a:noFill/>
          <a:ln w="0">
            <a:noFill/>
            <a:prstDash val="solid"/>
          </a:ln>
        </p:spPr>
        <p:txBody>
          <a:bodyPr anchor="ctr"/>
          <a:lstStyle/>
          <a:p>
            <a:pPr>
              <a:defRPr sz="1050" b="0">
                <a:solidFill>
                  <a:srgbClr val="203744"/>
                </a:solidFill>
              </a:defRPr>
            </a:pPr>
            <a:r>
              <a:rPr lang="en-IN" sz="1200">
                <a:solidFill>
                  <a:srgbClr val="203744"/>
                </a:solidFill>
                <a:latin typeface="Aptos" panose="020B0004020202020204" pitchFamily="34" charset="0"/>
              </a:rPr>
              <a:t>Rationalise forms, documents, approvals, roles, service timelines and escalation paths</a:t>
            </a:r>
          </a:p>
        </p:txBody>
      </p:sp>
      <p:sp>
        <p:nvSpPr>
          <p:cNvPr id="588" name="deliver-3">
            <a:extLst>
              <a:ext uri="{FF2B5EF4-FFF2-40B4-BE49-F238E27FC236}">
                <a16:creationId xmlns:a16="http://schemas.microsoft.com/office/drawing/2014/main" id="{DB3F0A03-48EC-44B5-D733-4B86B830BB9E}"/>
              </a:ext>
            </a:extLst>
          </p:cNvPr>
          <p:cNvSpPr>
            <a:spLocks noGrp="1"/>
          </p:cNvSpPr>
          <p:nvPr/>
        </p:nvSpPr>
        <p:spPr>
          <a:xfrm>
            <a:off x="8934450" y="3251625"/>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590" name="Rectangle 589">
            <a:extLst>
              <a:ext uri="{FF2B5EF4-FFF2-40B4-BE49-F238E27FC236}">
                <a16:creationId xmlns:a16="http://schemas.microsoft.com/office/drawing/2014/main" id="{6A9DFB9A-6299-778C-D5A8-7F14B335DB99}"/>
              </a:ext>
            </a:extLst>
          </p:cNvPr>
          <p:cNvSpPr>
            <a:spLocks noGrp="1"/>
          </p:cNvSpPr>
          <p:nvPr/>
        </p:nvSpPr>
        <p:spPr>
          <a:xfrm>
            <a:off x="8934450" y="3251625"/>
            <a:ext cx="66675" cy="742950"/>
          </a:xfrm>
          <a:prstGeom prst="rect">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92" name="Oval 591">
            <a:extLst>
              <a:ext uri="{FF2B5EF4-FFF2-40B4-BE49-F238E27FC236}">
                <a16:creationId xmlns:a16="http://schemas.microsoft.com/office/drawing/2014/main" id="{7E1FE70A-C5E5-E812-8399-7EABB78A60DD}"/>
              </a:ext>
            </a:extLst>
          </p:cNvPr>
          <p:cNvSpPr>
            <a:spLocks noGrp="1"/>
          </p:cNvSpPr>
          <p:nvPr/>
        </p:nvSpPr>
        <p:spPr>
          <a:xfrm>
            <a:off x="9086850" y="3442125"/>
            <a:ext cx="342900" cy="342900"/>
          </a:xfrm>
          <a:prstGeom prst="ellipse">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594" name="Rectangle 593">
            <a:extLst>
              <a:ext uri="{FF2B5EF4-FFF2-40B4-BE49-F238E27FC236}">
                <a16:creationId xmlns:a16="http://schemas.microsoft.com/office/drawing/2014/main" id="{9DDB27CD-15F4-3294-BCA9-D94853BDD27B}"/>
              </a:ext>
            </a:extLst>
          </p:cNvPr>
          <p:cNvSpPr>
            <a:spLocks noGrp="1"/>
          </p:cNvSpPr>
          <p:nvPr/>
        </p:nvSpPr>
        <p:spPr>
          <a:xfrm>
            <a:off x="9086850" y="3442125"/>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3</a:t>
            </a:r>
          </a:p>
        </p:txBody>
      </p:sp>
      <p:sp>
        <p:nvSpPr>
          <p:cNvPr id="596" name="Rectangle 595">
            <a:extLst>
              <a:ext uri="{FF2B5EF4-FFF2-40B4-BE49-F238E27FC236}">
                <a16:creationId xmlns:a16="http://schemas.microsoft.com/office/drawing/2014/main" id="{1366818E-FB74-F536-B5DF-62CF4F046694}"/>
              </a:ext>
            </a:extLst>
          </p:cNvPr>
          <p:cNvSpPr>
            <a:spLocks noGrp="1"/>
          </p:cNvSpPr>
          <p:nvPr/>
        </p:nvSpPr>
        <p:spPr>
          <a:xfrm>
            <a:off x="9544050" y="3327825"/>
            <a:ext cx="2095500" cy="590550"/>
          </a:xfrm>
          <a:prstGeom prst="rect">
            <a:avLst/>
          </a:prstGeom>
          <a:noFill/>
          <a:ln w="0">
            <a:noFill/>
            <a:prstDash val="solid"/>
          </a:ln>
        </p:spPr>
        <p:txBody>
          <a:bodyPr anchor="ctr"/>
          <a:lstStyle/>
          <a:p>
            <a:pPr>
              <a:defRPr sz="1050" b="0">
                <a:solidFill>
                  <a:srgbClr val="203744"/>
                </a:solidFill>
              </a:defRPr>
            </a:pPr>
            <a:r>
              <a:rPr lang="en-US" sz="1200">
                <a:solidFill>
                  <a:srgbClr val="203744"/>
                </a:solidFill>
                <a:latin typeface="Aptos" panose="020B0004020202020204" pitchFamily="34" charset="0"/>
              </a:rPr>
              <a:t>Develop a </a:t>
            </a:r>
            <a:r>
              <a:rPr lang="en-US" sz="1200" err="1">
                <a:solidFill>
                  <a:srgbClr val="203744"/>
                </a:solidFill>
                <a:latin typeface="Aptos" panose="020B0004020202020204" pitchFamily="34" charset="0"/>
              </a:rPr>
              <a:t>prioritised</a:t>
            </a:r>
            <a:r>
              <a:rPr lang="en-US" sz="1200">
                <a:solidFill>
                  <a:srgbClr val="203744"/>
                </a:solidFill>
                <a:latin typeface="Aptos" panose="020B0004020202020204" pitchFamily="34" charset="0"/>
              </a:rPr>
              <a:t> /integrated </a:t>
            </a:r>
            <a:r>
              <a:rPr lang="en-US" sz="1200" err="1">
                <a:solidFill>
                  <a:srgbClr val="203744"/>
                </a:solidFill>
                <a:latin typeface="Aptos" panose="020B0004020202020204" pitchFamily="34" charset="0"/>
              </a:rPr>
              <a:t>digitalisation</a:t>
            </a:r>
            <a:r>
              <a:rPr lang="en-US" sz="1200">
                <a:solidFill>
                  <a:srgbClr val="203744"/>
                </a:solidFill>
                <a:latin typeface="Aptos" panose="020B0004020202020204" pitchFamily="34" charset="0"/>
              </a:rPr>
              <a:t> roadmap with dependencies and implementation actions</a:t>
            </a:r>
          </a:p>
        </p:txBody>
      </p:sp>
      <p:sp>
        <p:nvSpPr>
          <p:cNvPr id="598" name="diagnose-4">
            <a:extLst>
              <a:ext uri="{FF2B5EF4-FFF2-40B4-BE49-F238E27FC236}">
                <a16:creationId xmlns:a16="http://schemas.microsoft.com/office/drawing/2014/main" id="{78B2ACB8-B360-ACF0-E3E7-3311385A37D0}"/>
              </a:ext>
            </a:extLst>
          </p:cNvPr>
          <p:cNvSpPr>
            <a:spLocks noGrp="1"/>
          </p:cNvSpPr>
          <p:nvPr/>
        </p:nvSpPr>
        <p:spPr>
          <a:xfrm>
            <a:off x="2800350" y="411840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600" name="Rectangle 599">
            <a:extLst>
              <a:ext uri="{FF2B5EF4-FFF2-40B4-BE49-F238E27FC236}">
                <a16:creationId xmlns:a16="http://schemas.microsoft.com/office/drawing/2014/main" id="{5D86B25F-6644-C9C8-D6C2-1704D3B174BA}"/>
              </a:ext>
            </a:extLst>
          </p:cNvPr>
          <p:cNvSpPr>
            <a:spLocks noGrp="1"/>
          </p:cNvSpPr>
          <p:nvPr/>
        </p:nvSpPr>
        <p:spPr>
          <a:xfrm>
            <a:off x="2800350" y="4118400"/>
            <a:ext cx="66675" cy="742950"/>
          </a:xfrm>
          <a:prstGeom prst="rect">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602" name="Oval 601">
            <a:extLst>
              <a:ext uri="{FF2B5EF4-FFF2-40B4-BE49-F238E27FC236}">
                <a16:creationId xmlns:a16="http://schemas.microsoft.com/office/drawing/2014/main" id="{F4BCF224-1DE0-8515-D548-EE484F2C49AA}"/>
              </a:ext>
            </a:extLst>
          </p:cNvPr>
          <p:cNvSpPr>
            <a:spLocks noGrp="1"/>
          </p:cNvSpPr>
          <p:nvPr/>
        </p:nvSpPr>
        <p:spPr>
          <a:xfrm>
            <a:off x="2952750" y="4308900"/>
            <a:ext cx="342900" cy="342900"/>
          </a:xfrm>
          <a:prstGeom prst="ellipse">
            <a:avLst/>
          </a:prstGeom>
          <a:solidFill>
            <a:srgbClr val="147DA6"/>
          </a:solidFill>
          <a:ln w="0">
            <a:noFill/>
            <a:prstDash val="solid"/>
          </a:ln>
        </p:spPr>
        <p:txBody>
          <a:bodyPr/>
          <a:lstStyle/>
          <a:p>
            <a:endParaRPr lang="en-US" sz="1200">
              <a:solidFill>
                <a:prstClr val="black"/>
              </a:solidFill>
              <a:latin typeface="Aptos" panose="020B0004020202020204" pitchFamily="34" charset="0"/>
            </a:endParaRPr>
          </a:p>
        </p:txBody>
      </p:sp>
      <p:sp>
        <p:nvSpPr>
          <p:cNvPr id="604" name="Rectangle 603">
            <a:extLst>
              <a:ext uri="{FF2B5EF4-FFF2-40B4-BE49-F238E27FC236}">
                <a16:creationId xmlns:a16="http://schemas.microsoft.com/office/drawing/2014/main" id="{D46362AB-1C7C-271B-40F6-5A2BC3D3E741}"/>
              </a:ext>
            </a:extLst>
          </p:cNvPr>
          <p:cNvSpPr>
            <a:spLocks noGrp="1"/>
          </p:cNvSpPr>
          <p:nvPr/>
        </p:nvSpPr>
        <p:spPr>
          <a:xfrm>
            <a:off x="2952750" y="430890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4</a:t>
            </a:r>
          </a:p>
        </p:txBody>
      </p:sp>
      <p:sp>
        <p:nvSpPr>
          <p:cNvPr id="606" name="Rectangle 605">
            <a:extLst>
              <a:ext uri="{FF2B5EF4-FFF2-40B4-BE49-F238E27FC236}">
                <a16:creationId xmlns:a16="http://schemas.microsoft.com/office/drawing/2014/main" id="{EAEBBFB9-B06A-13E8-73E8-4C41ED62EE2C}"/>
              </a:ext>
            </a:extLst>
          </p:cNvPr>
          <p:cNvSpPr>
            <a:spLocks noGrp="1"/>
          </p:cNvSpPr>
          <p:nvPr/>
        </p:nvSpPr>
        <p:spPr>
          <a:xfrm>
            <a:off x="3409950" y="4194600"/>
            <a:ext cx="2095500" cy="590550"/>
          </a:xfrm>
          <a:prstGeom prst="rect">
            <a:avLst/>
          </a:prstGeom>
          <a:noFill/>
          <a:ln w="0">
            <a:noFill/>
            <a:prstDash val="solid"/>
          </a:ln>
        </p:spPr>
        <p:txBody>
          <a:bodyPr anchor="ctr"/>
          <a:lstStyle/>
          <a:p>
            <a:pPr>
              <a:defRPr sz="1050" b="0">
                <a:solidFill>
                  <a:srgbClr val="203744"/>
                </a:solidFill>
              </a:defRPr>
            </a:pPr>
            <a:r>
              <a:rPr lang="en-US" sz="1200">
                <a:solidFill>
                  <a:srgbClr val="203744"/>
                </a:solidFill>
                <a:latin typeface="Aptos" panose="020B0004020202020204" pitchFamily="34" charset="0"/>
              </a:rPr>
              <a:t>Identify bottlenecks, duplication, pendency drivers and avoidable citizen touchpoints</a:t>
            </a:r>
          </a:p>
        </p:txBody>
      </p:sp>
      <p:sp>
        <p:nvSpPr>
          <p:cNvPr id="608" name="reform-4">
            <a:extLst>
              <a:ext uri="{FF2B5EF4-FFF2-40B4-BE49-F238E27FC236}">
                <a16:creationId xmlns:a16="http://schemas.microsoft.com/office/drawing/2014/main" id="{83FD5B71-7E1A-E569-F8EB-D8339789727F}"/>
              </a:ext>
            </a:extLst>
          </p:cNvPr>
          <p:cNvSpPr>
            <a:spLocks noGrp="1"/>
          </p:cNvSpPr>
          <p:nvPr/>
        </p:nvSpPr>
        <p:spPr>
          <a:xfrm>
            <a:off x="5867400" y="411840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610" name="Rectangle 609">
            <a:extLst>
              <a:ext uri="{FF2B5EF4-FFF2-40B4-BE49-F238E27FC236}">
                <a16:creationId xmlns:a16="http://schemas.microsoft.com/office/drawing/2014/main" id="{6C785145-218D-9610-D3D6-90AD04D3584A}"/>
              </a:ext>
            </a:extLst>
          </p:cNvPr>
          <p:cNvSpPr>
            <a:spLocks noGrp="1"/>
          </p:cNvSpPr>
          <p:nvPr/>
        </p:nvSpPr>
        <p:spPr>
          <a:xfrm>
            <a:off x="5867400" y="4118400"/>
            <a:ext cx="66675" cy="742950"/>
          </a:xfrm>
          <a:prstGeom prst="rect">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612" name="Oval 611">
            <a:extLst>
              <a:ext uri="{FF2B5EF4-FFF2-40B4-BE49-F238E27FC236}">
                <a16:creationId xmlns:a16="http://schemas.microsoft.com/office/drawing/2014/main" id="{07F2BA9B-1013-7A43-4C7D-730BD0587A1C}"/>
              </a:ext>
            </a:extLst>
          </p:cNvPr>
          <p:cNvSpPr>
            <a:spLocks noGrp="1"/>
          </p:cNvSpPr>
          <p:nvPr/>
        </p:nvSpPr>
        <p:spPr>
          <a:xfrm>
            <a:off x="6019800" y="4308900"/>
            <a:ext cx="342900" cy="342900"/>
          </a:xfrm>
          <a:prstGeom prst="ellipse">
            <a:avLst/>
          </a:prstGeom>
          <a:solidFill>
            <a:srgbClr val="1C4D72"/>
          </a:solidFill>
          <a:ln w="0">
            <a:noFill/>
            <a:prstDash val="solid"/>
          </a:ln>
        </p:spPr>
        <p:txBody>
          <a:bodyPr/>
          <a:lstStyle/>
          <a:p>
            <a:endParaRPr lang="en-US" sz="1200">
              <a:solidFill>
                <a:prstClr val="black"/>
              </a:solidFill>
              <a:latin typeface="Aptos" panose="020B0004020202020204" pitchFamily="34" charset="0"/>
            </a:endParaRPr>
          </a:p>
        </p:txBody>
      </p:sp>
      <p:sp>
        <p:nvSpPr>
          <p:cNvPr id="614" name="Rectangle 613">
            <a:extLst>
              <a:ext uri="{FF2B5EF4-FFF2-40B4-BE49-F238E27FC236}">
                <a16:creationId xmlns:a16="http://schemas.microsoft.com/office/drawing/2014/main" id="{6F0F6D99-117F-4000-5938-DD5BBCB0BB6C}"/>
              </a:ext>
            </a:extLst>
          </p:cNvPr>
          <p:cNvSpPr>
            <a:spLocks noGrp="1"/>
          </p:cNvSpPr>
          <p:nvPr/>
        </p:nvSpPr>
        <p:spPr>
          <a:xfrm>
            <a:off x="6019800" y="430890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4</a:t>
            </a:r>
          </a:p>
        </p:txBody>
      </p:sp>
      <p:sp>
        <p:nvSpPr>
          <p:cNvPr id="616" name="Rectangle 615">
            <a:extLst>
              <a:ext uri="{FF2B5EF4-FFF2-40B4-BE49-F238E27FC236}">
                <a16:creationId xmlns:a16="http://schemas.microsoft.com/office/drawing/2014/main" id="{68042390-8E92-C757-1310-D1D7E6C2D70D}"/>
              </a:ext>
            </a:extLst>
          </p:cNvPr>
          <p:cNvSpPr>
            <a:spLocks noGrp="1"/>
          </p:cNvSpPr>
          <p:nvPr/>
        </p:nvSpPr>
        <p:spPr>
          <a:xfrm>
            <a:off x="6477000" y="4194600"/>
            <a:ext cx="2095500" cy="590550"/>
          </a:xfrm>
          <a:prstGeom prst="rect">
            <a:avLst/>
          </a:prstGeom>
          <a:noFill/>
          <a:ln w="0">
            <a:noFill/>
            <a:prstDash val="solid"/>
          </a:ln>
        </p:spPr>
        <p:txBody>
          <a:bodyPr anchor="ctr"/>
          <a:lstStyle/>
          <a:p>
            <a:pPr>
              <a:defRPr sz="1050" b="0">
                <a:solidFill>
                  <a:srgbClr val="203744"/>
                </a:solidFill>
              </a:defRPr>
            </a:pPr>
            <a:r>
              <a:rPr lang="en-US" sz="1200">
                <a:solidFill>
                  <a:srgbClr val="203744"/>
                </a:solidFill>
                <a:latin typeface="Aptos" panose="020B0004020202020204" pitchFamily="34" charset="0"/>
              </a:rPr>
              <a:t>Identify automation, integration, alerts, tracking and exception-handling requirements</a:t>
            </a:r>
          </a:p>
        </p:txBody>
      </p:sp>
      <p:sp>
        <p:nvSpPr>
          <p:cNvPr id="618" name="deliver-4">
            <a:extLst>
              <a:ext uri="{FF2B5EF4-FFF2-40B4-BE49-F238E27FC236}">
                <a16:creationId xmlns:a16="http://schemas.microsoft.com/office/drawing/2014/main" id="{EA3BBD6A-70AC-8997-D084-FEEB178FA2F3}"/>
              </a:ext>
            </a:extLst>
          </p:cNvPr>
          <p:cNvSpPr>
            <a:spLocks noGrp="1"/>
          </p:cNvSpPr>
          <p:nvPr/>
        </p:nvSpPr>
        <p:spPr>
          <a:xfrm>
            <a:off x="8934450" y="4118400"/>
            <a:ext cx="2819400" cy="742950"/>
          </a:xfrm>
          <a:prstGeom prst="roundRect">
            <a:avLst>
              <a:gd name="adj" fmla="val 10256"/>
            </a:avLst>
          </a:prstGeom>
          <a:solidFill>
            <a:srgbClr val="FFFFFF"/>
          </a:solidFill>
          <a:ln w="9525">
            <a:solidFill>
              <a:srgbClr val="CED8DC"/>
            </a:solidFill>
            <a:prstDash val="solid"/>
          </a:ln>
        </p:spPr>
        <p:txBody>
          <a:bodyPr/>
          <a:lstStyle/>
          <a:p>
            <a:endParaRPr lang="en-US" sz="1200">
              <a:solidFill>
                <a:prstClr val="black"/>
              </a:solidFill>
              <a:latin typeface="Aptos" panose="020B0004020202020204" pitchFamily="34" charset="0"/>
            </a:endParaRPr>
          </a:p>
        </p:txBody>
      </p:sp>
      <p:sp>
        <p:nvSpPr>
          <p:cNvPr id="620" name="Rectangle 619">
            <a:extLst>
              <a:ext uri="{FF2B5EF4-FFF2-40B4-BE49-F238E27FC236}">
                <a16:creationId xmlns:a16="http://schemas.microsoft.com/office/drawing/2014/main" id="{DABDE88B-9248-38B3-56CB-8D33223C1A34}"/>
              </a:ext>
            </a:extLst>
          </p:cNvPr>
          <p:cNvSpPr>
            <a:spLocks noGrp="1"/>
          </p:cNvSpPr>
          <p:nvPr/>
        </p:nvSpPr>
        <p:spPr>
          <a:xfrm>
            <a:off x="8934450" y="4118400"/>
            <a:ext cx="66675" cy="742950"/>
          </a:xfrm>
          <a:prstGeom prst="rect">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622" name="Oval 621">
            <a:extLst>
              <a:ext uri="{FF2B5EF4-FFF2-40B4-BE49-F238E27FC236}">
                <a16:creationId xmlns:a16="http://schemas.microsoft.com/office/drawing/2014/main" id="{C623484D-09CF-D45E-4CEC-93B2CB0A3316}"/>
              </a:ext>
            </a:extLst>
          </p:cNvPr>
          <p:cNvSpPr>
            <a:spLocks noGrp="1"/>
          </p:cNvSpPr>
          <p:nvPr/>
        </p:nvSpPr>
        <p:spPr>
          <a:xfrm>
            <a:off x="9086850" y="4308900"/>
            <a:ext cx="342900" cy="342900"/>
          </a:xfrm>
          <a:prstGeom prst="ellipse">
            <a:avLst/>
          </a:prstGeom>
          <a:solidFill>
            <a:srgbClr val="6FAE24"/>
          </a:solidFill>
          <a:ln w="0">
            <a:noFill/>
            <a:prstDash val="solid"/>
          </a:ln>
        </p:spPr>
        <p:txBody>
          <a:bodyPr/>
          <a:lstStyle/>
          <a:p>
            <a:endParaRPr lang="en-US" sz="1200">
              <a:solidFill>
                <a:prstClr val="black"/>
              </a:solidFill>
              <a:latin typeface="Aptos" panose="020B0004020202020204" pitchFamily="34" charset="0"/>
            </a:endParaRPr>
          </a:p>
        </p:txBody>
      </p:sp>
      <p:sp>
        <p:nvSpPr>
          <p:cNvPr id="624" name="Rectangle 623">
            <a:extLst>
              <a:ext uri="{FF2B5EF4-FFF2-40B4-BE49-F238E27FC236}">
                <a16:creationId xmlns:a16="http://schemas.microsoft.com/office/drawing/2014/main" id="{D852B17D-786D-7511-D073-DF282241F8B7}"/>
              </a:ext>
            </a:extLst>
          </p:cNvPr>
          <p:cNvSpPr>
            <a:spLocks noGrp="1"/>
          </p:cNvSpPr>
          <p:nvPr/>
        </p:nvSpPr>
        <p:spPr>
          <a:xfrm>
            <a:off x="9086850" y="4308900"/>
            <a:ext cx="342900" cy="3429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Aptos" panose="020B0004020202020204" pitchFamily="34" charset="0"/>
              </a:rPr>
              <a:t>4</a:t>
            </a:r>
          </a:p>
        </p:txBody>
      </p:sp>
      <p:sp>
        <p:nvSpPr>
          <p:cNvPr id="626" name="Rectangle 625">
            <a:extLst>
              <a:ext uri="{FF2B5EF4-FFF2-40B4-BE49-F238E27FC236}">
                <a16:creationId xmlns:a16="http://schemas.microsoft.com/office/drawing/2014/main" id="{F85890B2-5176-8893-2C5A-737AB2C75A4C}"/>
              </a:ext>
            </a:extLst>
          </p:cNvPr>
          <p:cNvSpPr>
            <a:spLocks noGrp="1"/>
          </p:cNvSpPr>
          <p:nvPr/>
        </p:nvSpPr>
        <p:spPr>
          <a:xfrm>
            <a:off x="9544050" y="4194600"/>
            <a:ext cx="2095500" cy="590550"/>
          </a:xfrm>
          <a:prstGeom prst="rect">
            <a:avLst/>
          </a:prstGeom>
          <a:noFill/>
          <a:ln w="0">
            <a:noFill/>
            <a:prstDash val="solid"/>
          </a:ln>
        </p:spPr>
        <p:txBody>
          <a:bodyPr anchor="ctr"/>
          <a:lstStyle/>
          <a:p>
            <a:pPr>
              <a:defRPr sz="1050" b="0">
                <a:solidFill>
                  <a:srgbClr val="203744"/>
                </a:solidFill>
              </a:defRPr>
            </a:pPr>
            <a:r>
              <a:rPr lang="en-US" sz="1200">
                <a:solidFill>
                  <a:srgbClr val="203744"/>
                </a:solidFill>
                <a:latin typeface="Aptos" panose="020B0004020202020204" pitchFamily="34" charset="0"/>
              </a:rPr>
              <a:t>Establish service KPIs, monitoring arrangements and capacity-building requirements</a:t>
            </a:r>
          </a:p>
        </p:txBody>
      </p:sp>
      <p:sp>
        <p:nvSpPr>
          <p:cNvPr id="628" name="Rectangle 627">
            <a:extLst>
              <a:ext uri="{FF2B5EF4-FFF2-40B4-BE49-F238E27FC236}">
                <a16:creationId xmlns:a16="http://schemas.microsoft.com/office/drawing/2014/main" id="{D536D764-0DFC-B9DE-A12A-F25FDDA93F83}"/>
              </a:ext>
            </a:extLst>
          </p:cNvPr>
          <p:cNvSpPr>
            <a:spLocks noGrp="1"/>
          </p:cNvSpPr>
          <p:nvPr/>
        </p:nvSpPr>
        <p:spPr>
          <a:xfrm>
            <a:off x="2800350" y="4975650"/>
            <a:ext cx="2095500" cy="190500"/>
          </a:xfrm>
          <a:prstGeom prst="rect">
            <a:avLst/>
          </a:prstGeom>
          <a:noFill/>
          <a:ln w="0">
            <a:noFill/>
            <a:prstDash val="solid"/>
          </a:ln>
        </p:spPr>
        <p:txBody>
          <a:bodyPr anchor="ctr"/>
          <a:lstStyle/>
          <a:p>
            <a:pPr>
              <a:defRPr sz="975" b="1">
                <a:solidFill>
                  <a:srgbClr val="203744"/>
                </a:solidFill>
              </a:defRPr>
            </a:pPr>
            <a:r>
              <a:rPr sz="1200" b="1">
                <a:solidFill>
                  <a:srgbClr val="203744"/>
                </a:solidFill>
                <a:latin typeface="Aptos" panose="020B0004020202020204" pitchFamily="34" charset="0"/>
              </a:rPr>
              <a:t>DELIVERABLES</a:t>
            </a:r>
          </a:p>
        </p:txBody>
      </p:sp>
      <p:sp>
        <p:nvSpPr>
          <p:cNvPr id="630" name="Rectangle 629">
            <a:extLst>
              <a:ext uri="{FF2B5EF4-FFF2-40B4-BE49-F238E27FC236}">
                <a16:creationId xmlns:a16="http://schemas.microsoft.com/office/drawing/2014/main" id="{F938137D-7837-D59D-0233-31EE34665C51}"/>
              </a:ext>
            </a:extLst>
          </p:cNvPr>
          <p:cNvSpPr>
            <a:spLocks noGrp="1"/>
          </p:cNvSpPr>
          <p:nvPr/>
        </p:nvSpPr>
        <p:spPr>
          <a:xfrm>
            <a:off x="2818039" y="5257318"/>
            <a:ext cx="8953500" cy="19050"/>
          </a:xfrm>
          <a:prstGeom prst="rect">
            <a:avLst/>
          </a:prstGeom>
          <a:solidFill>
            <a:srgbClr val="203744"/>
          </a:solidFill>
          <a:ln w="0">
            <a:noFill/>
            <a:prstDash val="solid"/>
          </a:ln>
        </p:spPr>
        <p:txBody>
          <a:bodyPr/>
          <a:lstStyle/>
          <a:p>
            <a:endParaRPr lang="en-US" sz="1200">
              <a:solidFill>
                <a:prstClr val="black"/>
              </a:solidFill>
              <a:latin typeface="Aptos" panose="020B0004020202020204" pitchFamily="34" charset="0"/>
            </a:endParaRPr>
          </a:p>
        </p:txBody>
      </p:sp>
      <p:sp>
        <p:nvSpPr>
          <p:cNvPr id="656" name="deliverable-1">
            <a:extLst>
              <a:ext uri="{FF2B5EF4-FFF2-40B4-BE49-F238E27FC236}">
                <a16:creationId xmlns:a16="http://schemas.microsoft.com/office/drawing/2014/main" id="{B0091DC6-239F-73F3-4AA5-4099115C874A}"/>
              </a:ext>
            </a:extLst>
          </p:cNvPr>
          <p:cNvSpPr>
            <a:spLocks noGrp="1"/>
          </p:cNvSpPr>
          <p:nvPr/>
        </p:nvSpPr>
        <p:spPr>
          <a:xfrm>
            <a:off x="2781300" y="5342890"/>
            <a:ext cx="4362450" cy="1042306"/>
          </a:xfrm>
          <a:prstGeom prst="roundRect">
            <a:avLst>
              <a:gd name="adj" fmla="val 12500"/>
            </a:avLst>
          </a:prstGeom>
          <a:solidFill>
            <a:srgbClr val="FFFFFF"/>
          </a:solidFill>
          <a:ln w="9525">
            <a:solidFill>
              <a:srgbClr val="CED8DC"/>
            </a:solidFill>
            <a:prstDash val="solid"/>
          </a:ln>
        </p:spPr>
        <p:txBody>
          <a:bodyPr/>
          <a:lstStyle/>
          <a:p>
            <a:endParaRPr lang="en-US" sz="1200">
              <a:latin typeface="Aptos" panose="020B0004020202020204" pitchFamily="34" charset="0"/>
            </a:endParaRPr>
          </a:p>
        </p:txBody>
      </p:sp>
      <p:sp>
        <p:nvSpPr>
          <p:cNvPr id="658" name="Rectangle 657">
            <a:extLst>
              <a:ext uri="{FF2B5EF4-FFF2-40B4-BE49-F238E27FC236}">
                <a16:creationId xmlns:a16="http://schemas.microsoft.com/office/drawing/2014/main" id="{4411B105-F5DB-3713-5471-4D50124A9B34}"/>
              </a:ext>
            </a:extLst>
          </p:cNvPr>
          <p:cNvSpPr>
            <a:spLocks noGrp="1"/>
          </p:cNvSpPr>
          <p:nvPr/>
        </p:nvSpPr>
        <p:spPr>
          <a:xfrm>
            <a:off x="2781300" y="5342890"/>
            <a:ext cx="76200" cy="1044000"/>
          </a:xfrm>
          <a:prstGeom prst="rect">
            <a:avLst/>
          </a:prstGeom>
          <a:solidFill>
            <a:srgbClr val="147DA6"/>
          </a:solidFill>
          <a:ln w="0">
            <a:noFill/>
            <a:prstDash val="solid"/>
          </a:ln>
        </p:spPr>
        <p:txBody>
          <a:bodyPr/>
          <a:lstStyle/>
          <a:p>
            <a:endParaRPr lang="en-US" sz="1200">
              <a:latin typeface="Aptos" panose="020B0004020202020204" pitchFamily="34" charset="0"/>
            </a:endParaRPr>
          </a:p>
        </p:txBody>
      </p:sp>
      <p:sp>
        <p:nvSpPr>
          <p:cNvPr id="660" name="Rectangle 659">
            <a:extLst>
              <a:ext uri="{FF2B5EF4-FFF2-40B4-BE49-F238E27FC236}">
                <a16:creationId xmlns:a16="http://schemas.microsoft.com/office/drawing/2014/main" id="{4AD8F4CF-4C19-D5F5-24BD-15419CA00AC5}"/>
              </a:ext>
            </a:extLst>
          </p:cNvPr>
          <p:cNvSpPr>
            <a:spLocks noGrp="1"/>
          </p:cNvSpPr>
          <p:nvPr/>
        </p:nvSpPr>
        <p:spPr>
          <a:xfrm>
            <a:off x="2952750" y="5380990"/>
            <a:ext cx="4076700" cy="190500"/>
          </a:xfrm>
          <a:prstGeom prst="rect">
            <a:avLst/>
          </a:prstGeom>
          <a:noFill/>
          <a:ln w="0">
            <a:noFill/>
            <a:prstDash val="solid"/>
          </a:ln>
        </p:spPr>
        <p:txBody>
          <a:bodyPr anchor="ctr"/>
          <a:lstStyle/>
          <a:p>
            <a:pPr algn="l">
              <a:defRPr sz="975" b="1">
                <a:solidFill>
                  <a:srgbClr val="147DA6"/>
                </a:solidFill>
              </a:defRPr>
            </a:pPr>
            <a:r>
              <a:rPr sz="1200" b="1">
                <a:solidFill>
                  <a:srgbClr val="147DA6"/>
                </a:solidFill>
                <a:latin typeface="Aptos" panose="020B0004020202020204" pitchFamily="34" charset="0"/>
              </a:rPr>
              <a:t>T+</a:t>
            </a:r>
            <a:r>
              <a:rPr lang="en-US" sz="1200" b="1">
                <a:solidFill>
                  <a:srgbClr val="147DA6"/>
                </a:solidFill>
                <a:latin typeface="Aptos" panose="020B0004020202020204" pitchFamily="34" charset="0"/>
              </a:rPr>
              <a:t>8</a:t>
            </a:r>
            <a:r>
              <a:rPr sz="1200" b="1">
                <a:solidFill>
                  <a:srgbClr val="147DA6"/>
                </a:solidFill>
                <a:latin typeface="Aptos" panose="020B0004020202020204" pitchFamily="34" charset="0"/>
              </a:rPr>
              <a:t> weeks</a:t>
            </a:r>
          </a:p>
        </p:txBody>
      </p:sp>
      <p:sp>
        <p:nvSpPr>
          <p:cNvPr id="662" name="Rectangle 661">
            <a:extLst>
              <a:ext uri="{FF2B5EF4-FFF2-40B4-BE49-F238E27FC236}">
                <a16:creationId xmlns:a16="http://schemas.microsoft.com/office/drawing/2014/main" id="{D125BF23-0708-B4E0-EAD2-370B512665EC}"/>
              </a:ext>
            </a:extLst>
          </p:cNvPr>
          <p:cNvSpPr>
            <a:spLocks noGrp="1"/>
          </p:cNvSpPr>
          <p:nvPr/>
        </p:nvSpPr>
        <p:spPr>
          <a:xfrm>
            <a:off x="2952750" y="5959973"/>
            <a:ext cx="4076700" cy="285750"/>
          </a:xfrm>
          <a:prstGeom prst="rect">
            <a:avLst/>
          </a:prstGeom>
          <a:noFill/>
          <a:ln w="0">
            <a:noFill/>
            <a:prstDash val="solid"/>
          </a:ln>
        </p:spPr>
        <p:txBody>
          <a:bodyPr anchor="ctr"/>
          <a:lstStyle/>
          <a:p>
            <a:pPr algn="l">
              <a:defRPr sz="900" b="0">
                <a:solidFill>
                  <a:srgbClr val="203744"/>
                </a:solidFill>
              </a:defRPr>
            </a:pPr>
            <a:r>
              <a:rPr lang="en-US" sz="1400" b="0">
                <a:solidFill>
                  <a:srgbClr val="203744"/>
                </a:solidFill>
                <a:latin typeface="Aptos" panose="020B0004020202020204" pitchFamily="34" charset="0"/>
              </a:rPr>
              <a:t>As-Is assessment of priority land revenue and citizen-service processes</a:t>
            </a:r>
          </a:p>
        </p:txBody>
      </p:sp>
      <p:sp>
        <p:nvSpPr>
          <p:cNvPr id="664" name="deliverable-2">
            <a:extLst>
              <a:ext uri="{FF2B5EF4-FFF2-40B4-BE49-F238E27FC236}">
                <a16:creationId xmlns:a16="http://schemas.microsoft.com/office/drawing/2014/main" id="{481BBEF8-4DAD-E3EC-6AB0-0AA0B8714F00}"/>
              </a:ext>
            </a:extLst>
          </p:cNvPr>
          <p:cNvSpPr>
            <a:spLocks noGrp="1"/>
          </p:cNvSpPr>
          <p:nvPr/>
        </p:nvSpPr>
        <p:spPr>
          <a:xfrm>
            <a:off x="7372350" y="5342890"/>
            <a:ext cx="4362450" cy="1042306"/>
          </a:xfrm>
          <a:prstGeom prst="roundRect">
            <a:avLst>
              <a:gd name="adj" fmla="val 12500"/>
            </a:avLst>
          </a:prstGeom>
          <a:solidFill>
            <a:srgbClr val="FFFFFF"/>
          </a:solidFill>
          <a:ln w="9525">
            <a:solidFill>
              <a:srgbClr val="CED8DC"/>
            </a:solidFill>
            <a:prstDash val="solid"/>
          </a:ln>
        </p:spPr>
        <p:txBody>
          <a:bodyPr/>
          <a:lstStyle/>
          <a:p>
            <a:endParaRPr lang="en-US" sz="1200">
              <a:latin typeface="Aptos" panose="020B0004020202020204" pitchFamily="34" charset="0"/>
            </a:endParaRPr>
          </a:p>
        </p:txBody>
      </p:sp>
      <p:sp>
        <p:nvSpPr>
          <p:cNvPr id="666" name="Rectangle 665">
            <a:extLst>
              <a:ext uri="{FF2B5EF4-FFF2-40B4-BE49-F238E27FC236}">
                <a16:creationId xmlns:a16="http://schemas.microsoft.com/office/drawing/2014/main" id="{75D06CA9-449A-C214-DA39-2734367ABE40}"/>
              </a:ext>
            </a:extLst>
          </p:cNvPr>
          <p:cNvSpPr>
            <a:spLocks noGrp="1"/>
          </p:cNvSpPr>
          <p:nvPr/>
        </p:nvSpPr>
        <p:spPr>
          <a:xfrm>
            <a:off x="7372350" y="5342890"/>
            <a:ext cx="76200" cy="1044000"/>
          </a:xfrm>
          <a:prstGeom prst="rect">
            <a:avLst/>
          </a:prstGeom>
          <a:solidFill>
            <a:srgbClr val="6FAE24"/>
          </a:solidFill>
          <a:ln w="0">
            <a:noFill/>
            <a:prstDash val="solid"/>
          </a:ln>
        </p:spPr>
        <p:txBody>
          <a:bodyPr/>
          <a:lstStyle/>
          <a:p>
            <a:endParaRPr lang="en-US" sz="1200">
              <a:latin typeface="Aptos" panose="020B0004020202020204" pitchFamily="34" charset="0"/>
            </a:endParaRPr>
          </a:p>
        </p:txBody>
      </p:sp>
      <p:sp>
        <p:nvSpPr>
          <p:cNvPr id="668" name="Rectangle 667">
            <a:extLst>
              <a:ext uri="{FF2B5EF4-FFF2-40B4-BE49-F238E27FC236}">
                <a16:creationId xmlns:a16="http://schemas.microsoft.com/office/drawing/2014/main" id="{67389A6C-785A-C688-ADAB-46BDE56F0EBA}"/>
              </a:ext>
            </a:extLst>
          </p:cNvPr>
          <p:cNvSpPr>
            <a:spLocks noGrp="1"/>
          </p:cNvSpPr>
          <p:nvPr/>
        </p:nvSpPr>
        <p:spPr>
          <a:xfrm>
            <a:off x="7543800" y="5380990"/>
            <a:ext cx="4076700" cy="190500"/>
          </a:xfrm>
          <a:prstGeom prst="rect">
            <a:avLst/>
          </a:prstGeom>
          <a:noFill/>
          <a:ln w="0">
            <a:noFill/>
            <a:prstDash val="solid"/>
          </a:ln>
        </p:spPr>
        <p:txBody>
          <a:bodyPr anchor="ctr"/>
          <a:lstStyle/>
          <a:p>
            <a:pPr algn="l">
              <a:defRPr sz="975" b="1">
                <a:solidFill>
                  <a:srgbClr val="6FAE24"/>
                </a:solidFill>
              </a:defRPr>
            </a:pPr>
            <a:r>
              <a:rPr sz="1200" b="1">
                <a:solidFill>
                  <a:srgbClr val="6FAE24"/>
                </a:solidFill>
                <a:latin typeface="Aptos" panose="020B0004020202020204" pitchFamily="34" charset="0"/>
              </a:rPr>
              <a:t>T+</a:t>
            </a:r>
            <a:r>
              <a:rPr lang="en-US" sz="1200" b="1">
                <a:solidFill>
                  <a:srgbClr val="6FAE24"/>
                </a:solidFill>
                <a:latin typeface="Aptos" panose="020B0004020202020204" pitchFamily="34" charset="0"/>
              </a:rPr>
              <a:t>1</a:t>
            </a:r>
            <a:r>
              <a:rPr sz="1200" b="1">
                <a:solidFill>
                  <a:srgbClr val="6FAE24"/>
                </a:solidFill>
                <a:latin typeface="Aptos" panose="020B0004020202020204" pitchFamily="34" charset="0"/>
              </a:rPr>
              <a:t>4 weeks</a:t>
            </a:r>
          </a:p>
        </p:txBody>
      </p:sp>
      <p:sp>
        <p:nvSpPr>
          <p:cNvPr id="670" name="Rectangle 669">
            <a:extLst>
              <a:ext uri="{FF2B5EF4-FFF2-40B4-BE49-F238E27FC236}">
                <a16:creationId xmlns:a16="http://schemas.microsoft.com/office/drawing/2014/main" id="{594BD9B1-078F-7513-E121-D4B2C9F69875}"/>
              </a:ext>
            </a:extLst>
          </p:cNvPr>
          <p:cNvSpPr>
            <a:spLocks noGrp="1"/>
          </p:cNvSpPr>
          <p:nvPr/>
        </p:nvSpPr>
        <p:spPr>
          <a:xfrm>
            <a:off x="7505700" y="5926635"/>
            <a:ext cx="4076700" cy="285750"/>
          </a:xfrm>
          <a:prstGeom prst="rect">
            <a:avLst/>
          </a:prstGeom>
          <a:noFill/>
          <a:ln w="0">
            <a:noFill/>
            <a:prstDash val="solid"/>
          </a:ln>
        </p:spPr>
        <p:txBody>
          <a:bodyPr anchor="ctr"/>
          <a:lstStyle/>
          <a:p>
            <a:pPr algn="l">
              <a:defRPr sz="900" b="0">
                <a:solidFill>
                  <a:srgbClr val="203744"/>
                </a:solidFill>
              </a:defRPr>
            </a:pPr>
            <a:r>
              <a:rPr lang="en-US" sz="1400" b="0">
                <a:solidFill>
                  <a:srgbClr val="203744"/>
                </a:solidFill>
                <a:latin typeface="Aptos" panose="020B0004020202020204" pitchFamily="34" charset="0"/>
              </a:rPr>
              <a:t>To-Be processes, SOPs and </a:t>
            </a:r>
            <a:r>
              <a:rPr lang="en-US" sz="1400" b="0" err="1">
                <a:solidFill>
                  <a:srgbClr val="203744"/>
                </a:solidFill>
                <a:latin typeface="Aptos" panose="020B0004020202020204" pitchFamily="34" charset="0"/>
              </a:rPr>
              <a:t>prioritised</a:t>
            </a:r>
            <a:r>
              <a:rPr lang="en-US" sz="1400" b="0">
                <a:solidFill>
                  <a:srgbClr val="203744"/>
                </a:solidFill>
                <a:latin typeface="Aptos" panose="020B0004020202020204" pitchFamily="34" charset="0"/>
              </a:rPr>
              <a:t> </a:t>
            </a:r>
            <a:r>
              <a:rPr lang="en-US" sz="1400" b="0" err="1">
                <a:solidFill>
                  <a:srgbClr val="203744"/>
                </a:solidFill>
                <a:latin typeface="Aptos" panose="020B0004020202020204" pitchFamily="34" charset="0"/>
              </a:rPr>
              <a:t>digitalisation</a:t>
            </a:r>
            <a:r>
              <a:rPr lang="en-US" sz="1400" b="0">
                <a:solidFill>
                  <a:srgbClr val="203744"/>
                </a:solidFill>
                <a:latin typeface="Aptos" panose="020B0004020202020204" pitchFamily="34" charset="0"/>
              </a:rPr>
              <a:t> roadmap, integrated land governance ecosystem </a:t>
            </a:r>
          </a:p>
        </p:txBody>
      </p:sp>
    </p:spTree>
    <p:extLst>
      <p:ext uri="{BB962C8B-B14F-4D97-AF65-F5344CB8AC3E}">
        <p14:creationId xmlns:p14="http://schemas.microsoft.com/office/powerpoint/2010/main" val="408576922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2E238-CC12-5206-8EF1-6EF902EAA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FD23C3-50CE-EF1F-C7C4-5A70BA06CB07}"/>
              </a:ext>
            </a:extLst>
          </p:cNvPr>
          <p:cNvSpPr>
            <a:spLocks noGrp="1"/>
          </p:cNvSpPr>
          <p:nvPr>
            <p:ph type="title"/>
          </p:nvPr>
        </p:nvSpPr>
        <p:spPr>
          <a:xfrm>
            <a:off x="501649" y="304800"/>
            <a:ext cx="11412000" cy="342900"/>
          </a:xfrm>
        </p:spPr>
        <p:txBody>
          <a:bodyPr rIns="0"/>
          <a:lstStyle/>
          <a:p>
            <a:r>
              <a:rPr lang="en-US"/>
              <a:t>Detailed Methodology: Process Improv. in LR Management &amp; Citizen Services (2/2)</a:t>
            </a:r>
            <a:endParaRPr lang="en-IN"/>
          </a:p>
        </p:txBody>
      </p:sp>
      <p:sp>
        <p:nvSpPr>
          <p:cNvPr id="5" name="Slide Number Placeholder 4">
            <a:extLst>
              <a:ext uri="{FF2B5EF4-FFF2-40B4-BE49-F238E27FC236}">
                <a16:creationId xmlns:a16="http://schemas.microsoft.com/office/drawing/2014/main" id="{D00AF613-B95A-CBF9-C50F-AEA553944192}"/>
              </a:ext>
            </a:extLst>
          </p:cNvPr>
          <p:cNvSpPr>
            <a:spLocks noGrp="1"/>
          </p:cNvSpPr>
          <p:nvPr>
            <p:ph type="sldNum" sz="quarter" idx="4"/>
          </p:nvPr>
        </p:nvSpPr>
        <p:spPr/>
        <p:txBody>
          <a:bodyPr/>
          <a:lstStyle/>
          <a:p>
            <a:fld id="{39E7427F-21AC-4FC2-AC74-F5AF5A475796}" type="slidenum">
              <a:rPr lang="en-IN" smtClean="0"/>
              <a:pPr/>
              <a:t>18</a:t>
            </a:fld>
            <a:endParaRPr lang="en-IN"/>
          </a:p>
        </p:txBody>
      </p:sp>
      <p:sp>
        <p:nvSpPr>
          <p:cNvPr id="3" name="Text 1">
            <a:extLst>
              <a:ext uri="{FF2B5EF4-FFF2-40B4-BE49-F238E27FC236}">
                <a16:creationId xmlns:a16="http://schemas.microsoft.com/office/drawing/2014/main" id="{53A1CC45-8529-8417-0AE8-E8FFA59C3EB7}"/>
              </a:ext>
            </a:extLst>
          </p:cNvPr>
          <p:cNvSpPr/>
          <p:nvPr/>
        </p:nvSpPr>
        <p:spPr>
          <a:xfrm>
            <a:off x="411480" y="758952"/>
            <a:ext cx="11292840" cy="347472"/>
          </a:xfrm>
          <a:prstGeom prst="rect">
            <a:avLst/>
          </a:prstGeom>
          <a:noFill/>
          <a:ln/>
        </p:spPr>
        <p:txBody>
          <a:bodyPr wrap="square" lIns="0" tIns="0" rIns="0" bIns="0" rtlCol="0" anchor="ctr"/>
          <a:lstStyle/>
          <a:p>
            <a:pPr marL="0" indent="0">
              <a:lnSpc>
                <a:spcPct val="92000"/>
              </a:lnSpc>
              <a:buNone/>
            </a:pPr>
            <a:r>
              <a:rPr lang="en-US" sz="1200">
                <a:solidFill>
                  <a:srgbClr val="444444"/>
                </a:solidFill>
                <a:latin typeface="Aptos" pitchFamily="34" charset="0"/>
                <a:ea typeface="Aptos" pitchFamily="34" charset="-122"/>
                <a:cs typeface="Aptos" pitchFamily="34" charset="-120"/>
              </a:rPr>
              <a:t>These examples simplify citizen service by removing avoidable steps and enabling digital status/record access rather than adding another channel alongside the existing process.</a:t>
            </a:r>
            <a:endParaRPr lang="en-US" sz="1200">
              <a:latin typeface="Aptos" panose="020B0004020202020204" pitchFamily="34" charset="0"/>
            </a:endParaRPr>
          </a:p>
        </p:txBody>
      </p:sp>
      <p:grpSp>
        <p:nvGrpSpPr>
          <p:cNvPr id="6" name="Group 5">
            <a:extLst>
              <a:ext uri="{FF2B5EF4-FFF2-40B4-BE49-F238E27FC236}">
                <a16:creationId xmlns:a16="http://schemas.microsoft.com/office/drawing/2014/main" id="{EDACDD1B-4314-E925-C6FC-E42CA1728CAA}"/>
              </a:ext>
            </a:extLst>
          </p:cNvPr>
          <p:cNvGrpSpPr/>
          <p:nvPr/>
        </p:nvGrpSpPr>
        <p:grpSpPr>
          <a:xfrm>
            <a:off x="411480" y="1170432"/>
            <a:ext cx="11347704" cy="4928616"/>
            <a:chOff x="411480" y="1170432"/>
            <a:chExt cx="11347704" cy="4407408"/>
          </a:xfrm>
        </p:grpSpPr>
        <p:sp>
          <p:nvSpPr>
            <p:cNvPr id="8" name="Shape 2">
              <a:extLst>
                <a:ext uri="{FF2B5EF4-FFF2-40B4-BE49-F238E27FC236}">
                  <a16:creationId xmlns:a16="http://schemas.microsoft.com/office/drawing/2014/main" id="{4D0BBEA5-5D2B-12CD-87DC-516390884F5E}"/>
                </a:ext>
              </a:extLst>
            </p:cNvPr>
            <p:cNvSpPr/>
            <p:nvPr/>
          </p:nvSpPr>
          <p:spPr>
            <a:xfrm>
              <a:off x="411480" y="1170432"/>
              <a:ext cx="5486400" cy="4407408"/>
            </a:xfrm>
            <a:prstGeom prst="roundRect">
              <a:avLst>
                <a:gd name="adj" fmla="val 1037"/>
              </a:avLst>
            </a:prstGeom>
            <a:solidFill>
              <a:srgbClr val="FFFFFF"/>
            </a:solidFill>
            <a:ln w="12700">
              <a:solidFill>
                <a:srgbClr val="CAD7D8"/>
              </a:solidFill>
              <a:prstDash val="solid"/>
            </a:ln>
          </p:spPr>
          <p:txBody>
            <a:bodyPr/>
            <a:lstStyle/>
            <a:p>
              <a:endParaRPr lang="en-US">
                <a:latin typeface="Aptos" panose="020B0004020202020204" pitchFamily="34" charset="0"/>
              </a:endParaRPr>
            </a:p>
          </p:txBody>
        </p:sp>
        <p:sp>
          <p:nvSpPr>
            <p:cNvPr id="10" name="Shape 3">
              <a:extLst>
                <a:ext uri="{FF2B5EF4-FFF2-40B4-BE49-F238E27FC236}">
                  <a16:creationId xmlns:a16="http://schemas.microsoft.com/office/drawing/2014/main" id="{1DD13628-35B0-5204-0D34-CC44492F82B5}"/>
                </a:ext>
              </a:extLst>
            </p:cNvPr>
            <p:cNvSpPr/>
            <p:nvPr/>
          </p:nvSpPr>
          <p:spPr>
            <a:xfrm>
              <a:off x="411480" y="1170432"/>
              <a:ext cx="5486400" cy="621792"/>
            </a:xfrm>
            <a:prstGeom prst="rect">
              <a:avLst/>
            </a:prstGeom>
            <a:solidFill>
              <a:srgbClr val="0E5C61"/>
            </a:solidFill>
            <a:ln w="12700">
              <a:solidFill>
                <a:srgbClr val="0E5C61"/>
              </a:solidFill>
              <a:prstDash val="solid"/>
            </a:ln>
          </p:spPr>
          <p:txBody>
            <a:bodyPr/>
            <a:lstStyle/>
            <a:p>
              <a:endParaRPr lang="en-US">
                <a:latin typeface="Aptos" panose="020B0004020202020204" pitchFamily="34" charset="0"/>
              </a:endParaRPr>
            </a:p>
          </p:txBody>
        </p:sp>
        <p:sp>
          <p:nvSpPr>
            <p:cNvPr id="12" name="Text 4">
              <a:extLst>
                <a:ext uri="{FF2B5EF4-FFF2-40B4-BE49-F238E27FC236}">
                  <a16:creationId xmlns:a16="http://schemas.microsoft.com/office/drawing/2014/main" id="{B127770C-FBFC-134C-AF2C-1F17E95AB025}"/>
                </a:ext>
              </a:extLst>
            </p:cNvPr>
            <p:cNvSpPr/>
            <p:nvPr/>
          </p:nvSpPr>
          <p:spPr>
            <a:xfrm>
              <a:off x="557784" y="1261872"/>
              <a:ext cx="5193792" cy="438912"/>
            </a:xfrm>
            <a:prstGeom prst="rect">
              <a:avLst/>
            </a:prstGeom>
            <a:noFill/>
            <a:ln/>
          </p:spPr>
          <p:txBody>
            <a:bodyPr wrap="square" lIns="0" tIns="0" rIns="0" bIns="0" rtlCol="0" anchor="ctr"/>
            <a:lstStyle/>
            <a:p>
              <a:pPr marL="0" indent="0">
                <a:buNone/>
              </a:pPr>
              <a:r>
                <a:rPr lang="en-US" sz="1600" b="1">
                  <a:solidFill>
                    <a:srgbClr val="FFFFFF"/>
                  </a:solidFill>
                  <a:latin typeface="Aptos" pitchFamily="34" charset="0"/>
                  <a:ea typeface="Aptos" pitchFamily="34" charset="-122"/>
                  <a:cs typeface="Aptos" pitchFamily="34" charset="-120"/>
                </a:rPr>
                <a:t>Madhya Pradesh - Cyber Tehsil</a:t>
              </a:r>
              <a:endParaRPr lang="en-US" sz="1600">
                <a:latin typeface="Aptos" panose="020B0004020202020204" pitchFamily="34" charset="0"/>
              </a:endParaRPr>
            </a:p>
          </p:txBody>
        </p:sp>
        <p:sp>
          <p:nvSpPr>
            <p:cNvPr id="14" name="Shape 5">
              <a:hlinkClick r:id="rId3"/>
              <a:extLst>
                <a:ext uri="{FF2B5EF4-FFF2-40B4-BE49-F238E27FC236}">
                  <a16:creationId xmlns:a16="http://schemas.microsoft.com/office/drawing/2014/main" id="{B73842C4-538D-8AC5-A095-6B790B918C57}"/>
                </a:ext>
              </a:extLst>
            </p:cNvPr>
            <p:cNvSpPr/>
            <p:nvPr/>
          </p:nvSpPr>
          <p:spPr>
            <a:xfrm>
              <a:off x="411480" y="1170432"/>
              <a:ext cx="5486400" cy="621792"/>
            </a:xfrm>
            <a:prstGeom prst="rect">
              <a:avLst/>
            </a:prstGeom>
            <a:solidFill>
              <a:srgbClr val="FFFFFF">
                <a:alpha val="0"/>
              </a:srgbClr>
            </a:solidFill>
            <a:ln w="12700">
              <a:solidFill>
                <a:srgbClr val="FFFFFF">
                  <a:alpha val="0"/>
                </a:srgbClr>
              </a:solidFill>
              <a:prstDash val="solid"/>
            </a:ln>
          </p:spPr>
          <p:txBody>
            <a:bodyPr/>
            <a:lstStyle/>
            <a:p>
              <a:endParaRPr lang="en-US">
                <a:latin typeface="Aptos" panose="020B0004020202020204" pitchFamily="34" charset="0"/>
              </a:endParaRPr>
            </a:p>
          </p:txBody>
        </p:sp>
        <p:sp>
          <p:nvSpPr>
            <p:cNvPr id="16" name="Text 6">
              <a:extLst>
                <a:ext uri="{FF2B5EF4-FFF2-40B4-BE49-F238E27FC236}">
                  <a16:creationId xmlns:a16="http://schemas.microsoft.com/office/drawing/2014/main" id="{6FE6A7A2-CA8C-3417-8E16-08536DEB7496}"/>
                </a:ext>
              </a:extLst>
            </p:cNvPr>
            <p:cNvSpPr/>
            <p:nvPr/>
          </p:nvSpPr>
          <p:spPr>
            <a:xfrm>
              <a:off x="557784" y="1883664"/>
              <a:ext cx="1389888" cy="44805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Why this State</a:t>
              </a:r>
              <a:endParaRPr lang="en-US" sz="1600">
                <a:latin typeface="Aptos" panose="020B0004020202020204" pitchFamily="34" charset="0"/>
              </a:endParaRPr>
            </a:p>
          </p:txBody>
        </p:sp>
        <p:sp>
          <p:nvSpPr>
            <p:cNvPr id="18" name="Text 7">
              <a:extLst>
                <a:ext uri="{FF2B5EF4-FFF2-40B4-BE49-F238E27FC236}">
                  <a16:creationId xmlns:a16="http://schemas.microsoft.com/office/drawing/2014/main" id="{89BA5562-D877-9FB2-0628-1EBF5C0DE92B}"/>
                </a:ext>
              </a:extLst>
            </p:cNvPr>
            <p:cNvSpPr/>
            <p:nvPr/>
          </p:nvSpPr>
          <p:spPr>
            <a:xfrm>
              <a:off x="2039112" y="1874520"/>
              <a:ext cx="3712464" cy="457200"/>
            </a:xfrm>
            <a:prstGeom prst="rect">
              <a:avLst/>
            </a:prstGeom>
            <a:noFill/>
            <a:ln/>
          </p:spPr>
          <p:txBody>
            <a:bodyPr wrap="square" lIns="0" tIns="0" rIns="0" bIns="0" rtlCol="0" anchor="ctr"/>
            <a:lstStyle/>
            <a:p>
              <a:pPr marL="0" indent="0">
                <a:lnSpc>
                  <a:spcPct val="86000"/>
                </a:lnSpc>
                <a:buNone/>
              </a:pPr>
              <a:r>
                <a:rPr lang="en-US" sz="1200" i="1">
                  <a:latin typeface="Aptos" panose="020B0004020202020204" pitchFamily="34" charset="0"/>
                  <a:ea typeface="Aptos" pitchFamily="34" charset="-122"/>
                  <a:cs typeface="Aptos" pitchFamily="34" charset="-120"/>
                </a:rPr>
                <a:t>A neighbouring State that combined a legal amendment with a digitally integrated mutation workflow.</a:t>
              </a:r>
              <a:endParaRPr lang="en-US" sz="1200">
                <a:latin typeface="Aptos" panose="020B0004020202020204" pitchFamily="34" charset="0"/>
              </a:endParaRPr>
            </a:p>
          </p:txBody>
        </p:sp>
        <p:sp>
          <p:nvSpPr>
            <p:cNvPr id="20" name="Shape 8">
              <a:extLst>
                <a:ext uri="{FF2B5EF4-FFF2-40B4-BE49-F238E27FC236}">
                  <a16:creationId xmlns:a16="http://schemas.microsoft.com/office/drawing/2014/main" id="{29F736FE-64DD-857E-4799-57A5CF634184}"/>
                </a:ext>
              </a:extLst>
            </p:cNvPr>
            <p:cNvSpPr/>
            <p:nvPr/>
          </p:nvSpPr>
          <p:spPr>
            <a:xfrm>
              <a:off x="557784" y="2386584"/>
              <a:ext cx="5193792"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22" name="Text 9">
              <a:extLst>
                <a:ext uri="{FF2B5EF4-FFF2-40B4-BE49-F238E27FC236}">
                  <a16:creationId xmlns:a16="http://schemas.microsoft.com/office/drawing/2014/main" id="{DEBE92CD-638F-0176-A340-456088A970B3}"/>
                </a:ext>
              </a:extLst>
            </p:cNvPr>
            <p:cNvSpPr/>
            <p:nvPr/>
          </p:nvSpPr>
          <p:spPr>
            <a:xfrm>
              <a:off x="557784" y="2478024"/>
              <a:ext cx="1389888" cy="113385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What was done</a:t>
              </a:r>
              <a:endParaRPr lang="en-US" sz="1600">
                <a:latin typeface="Aptos" panose="020B0004020202020204" pitchFamily="34" charset="0"/>
              </a:endParaRPr>
            </a:p>
          </p:txBody>
        </p:sp>
        <p:sp>
          <p:nvSpPr>
            <p:cNvPr id="24" name="Text 10">
              <a:extLst>
                <a:ext uri="{FF2B5EF4-FFF2-40B4-BE49-F238E27FC236}">
                  <a16:creationId xmlns:a16="http://schemas.microsoft.com/office/drawing/2014/main" id="{D8F6B1EE-59D5-2461-B4E8-9A393826AE1D}"/>
                </a:ext>
              </a:extLst>
            </p:cNvPr>
            <p:cNvSpPr/>
            <p:nvPr/>
          </p:nvSpPr>
          <p:spPr>
            <a:xfrm>
              <a:off x="2039112" y="2468880"/>
              <a:ext cx="3712464" cy="1143000"/>
            </a:xfrm>
            <a:prstGeom prst="rect">
              <a:avLst/>
            </a:prstGeom>
            <a:noFill/>
            <a:ln/>
          </p:spPr>
          <p:txBody>
            <a:bodyPr wrap="square" lIns="0" tIns="0" rIns="0" bIns="0" rtlCol="0" anchor="ctr"/>
            <a:lstStyle/>
            <a:p>
              <a:pPr marL="127000" indent="-127000">
                <a:lnSpc>
                  <a:spcPct val="86000"/>
                </a:lnSpc>
                <a:buSzPct val="100000"/>
                <a:buChar char="•"/>
              </a:pPr>
              <a:r>
                <a:rPr lang="en-US" sz="1200">
                  <a:latin typeface="Aptos" panose="020B0004020202020204" pitchFamily="34" charset="0"/>
                  <a:ea typeface="Aptos" pitchFamily="34" charset="-122"/>
                  <a:cs typeface="Aptos" pitchFamily="34" charset="-120"/>
                </a:rPr>
                <a:t>Amended the Madhya Pradesh Land Revenue Code, 1959 to create Cyber Tehsil jurisdiction</a:t>
              </a:r>
              <a:endParaRPr lang="en-US" sz="1200">
                <a:latin typeface="Aptos" panose="020B0004020202020204" pitchFamily="34" charset="0"/>
              </a:endParaRPr>
            </a:p>
            <a:p>
              <a:pPr marL="127000" indent="-127000">
                <a:lnSpc>
                  <a:spcPct val="86000"/>
                </a:lnSpc>
                <a:buSzPct val="100000"/>
                <a:buChar char="•"/>
              </a:pPr>
              <a:r>
                <a:rPr lang="en-US" sz="1200">
                  <a:latin typeface="Aptos" panose="020B0004020202020204" pitchFamily="34" charset="0"/>
                  <a:ea typeface="Aptos" pitchFamily="34" charset="-122"/>
                  <a:cs typeface="Aptos" pitchFamily="34" charset="-120"/>
                </a:rPr>
                <a:t>For eligible undisputed transfers, enabled mutation to proceed without a separate application</a:t>
              </a:r>
              <a:endParaRPr lang="en-US" sz="1200">
                <a:latin typeface="Aptos" panose="020B0004020202020204" pitchFamily="34" charset="0"/>
              </a:endParaRPr>
            </a:p>
            <a:p>
              <a:pPr marL="127000" indent="-127000">
                <a:lnSpc>
                  <a:spcPct val="86000"/>
                </a:lnSpc>
                <a:buSzPct val="100000"/>
                <a:buChar char="•"/>
              </a:pPr>
              <a:r>
                <a:rPr lang="en-US" sz="1200">
                  <a:latin typeface="Aptos" panose="020B0004020202020204" pitchFamily="34" charset="0"/>
                  <a:ea typeface="Aptos" pitchFamily="34" charset="-122"/>
                  <a:cs typeface="Aptos" pitchFamily="34" charset="-120"/>
                </a:rPr>
                <a:t>Integrated registration, land-record and revenue-case systems to support paperless/faceless processing</a:t>
              </a:r>
              <a:endParaRPr lang="en-US" sz="1200">
                <a:latin typeface="Aptos" panose="020B0004020202020204" pitchFamily="34" charset="0"/>
              </a:endParaRPr>
            </a:p>
          </p:txBody>
        </p:sp>
        <p:sp>
          <p:nvSpPr>
            <p:cNvPr id="26" name="Shape 11">
              <a:extLst>
                <a:ext uri="{FF2B5EF4-FFF2-40B4-BE49-F238E27FC236}">
                  <a16:creationId xmlns:a16="http://schemas.microsoft.com/office/drawing/2014/main" id="{26A14FCB-8121-678F-C5DC-1963333D92EC}"/>
                </a:ext>
              </a:extLst>
            </p:cNvPr>
            <p:cNvSpPr/>
            <p:nvPr/>
          </p:nvSpPr>
          <p:spPr>
            <a:xfrm>
              <a:off x="557784" y="3666744"/>
              <a:ext cx="5193792"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28" name="Text 12">
              <a:extLst>
                <a:ext uri="{FF2B5EF4-FFF2-40B4-BE49-F238E27FC236}">
                  <a16:creationId xmlns:a16="http://schemas.microsoft.com/office/drawing/2014/main" id="{26433059-0D76-0C78-C89F-59C6DA8FC60C}"/>
                </a:ext>
              </a:extLst>
            </p:cNvPr>
            <p:cNvSpPr/>
            <p:nvPr/>
          </p:nvSpPr>
          <p:spPr>
            <a:xfrm>
              <a:off x="557784" y="3758184"/>
              <a:ext cx="1389888" cy="49377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How it works</a:t>
              </a:r>
              <a:endParaRPr lang="en-US" sz="1600">
                <a:latin typeface="Aptos" panose="020B0004020202020204" pitchFamily="34" charset="0"/>
              </a:endParaRPr>
            </a:p>
          </p:txBody>
        </p:sp>
        <p:sp>
          <p:nvSpPr>
            <p:cNvPr id="30" name="Text 13">
              <a:extLst>
                <a:ext uri="{FF2B5EF4-FFF2-40B4-BE49-F238E27FC236}">
                  <a16:creationId xmlns:a16="http://schemas.microsoft.com/office/drawing/2014/main" id="{C9547D30-2758-4E1C-5B2D-B344079B1ED5}"/>
                </a:ext>
              </a:extLst>
            </p:cNvPr>
            <p:cNvSpPr/>
            <p:nvPr/>
          </p:nvSpPr>
          <p:spPr>
            <a:xfrm>
              <a:off x="2039112" y="3749040"/>
              <a:ext cx="3712464" cy="502920"/>
            </a:xfrm>
            <a:prstGeom prst="rect">
              <a:avLst/>
            </a:prstGeom>
            <a:noFill/>
            <a:ln/>
          </p:spPr>
          <p:txBody>
            <a:bodyPr wrap="square" lIns="0" tIns="0" rIns="0" bIns="0" rtlCol="0" anchor="ctr"/>
            <a:lstStyle/>
            <a:p>
              <a:pPr marL="0" indent="0">
                <a:lnSpc>
                  <a:spcPct val="86000"/>
                </a:lnSpc>
                <a:buNone/>
              </a:pPr>
              <a:r>
                <a:rPr lang="en-US" sz="1200">
                  <a:latin typeface="Aptos" panose="020B0004020202020204" pitchFamily="34" charset="0"/>
                  <a:ea typeface="Aptos" pitchFamily="34" charset="-122"/>
                  <a:cs typeface="Aptos" pitchFamily="34" charset="-120"/>
                </a:rPr>
                <a:t>After registration, eligible undisputed whole-property transactions can trigger mutation; notices/objections and disposal are handled digitally.</a:t>
              </a:r>
              <a:endParaRPr lang="en-US" sz="1200">
                <a:latin typeface="Aptos" panose="020B0004020202020204" pitchFamily="34" charset="0"/>
              </a:endParaRPr>
            </a:p>
          </p:txBody>
        </p:sp>
        <p:sp>
          <p:nvSpPr>
            <p:cNvPr id="32" name="Shape 14">
              <a:extLst>
                <a:ext uri="{FF2B5EF4-FFF2-40B4-BE49-F238E27FC236}">
                  <a16:creationId xmlns:a16="http://schemas.microsoft.com/office/drawing/2014/main" id="{D7B57AB2-7D31-B389-91DE-C171E25B22A3}"/>
                </a:ext>
              </a:extLst>
            </p:cNvPr>
            <p:cNvSpPr/>
            <p:nvPr/>
          </p:nvSpPr>
          <p:spPr>
            <a:xfrm>
              <a:off x="557784" y="4306824"/>
              <a:ext cx="5193792"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34" name="Text 15">
              <a:extLst>
                <a:ext uri="{FF2B5EF4-FFF2-40B4-BE49-F238E27FC236}">
                  <a16:creationId xmlns:a16="http://schemas.microsoft.com/office/drawing/2014/main" id="{6914A228-480C-AEE0-46F5-5EB23251FF86}"/>
                </a:ext>
              </a:extLst>
            </p:cNvPr>
            <p:cNvSpPr/>
            <p:nvPr/>
          </p:nvSpPr>
          <p:spPr>
            <a:xfrm>
              <a:off x="557784" y="4398264"/>
              <a:ext cx="1389888" cy="44805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Status</a:t>
              </a:r>
              <a:endParaRPr lang="en-US" sz="1600">
                <a:latin typeface="Aptos" panose="020B0004020202020204" pitchFamily="34" charset="0"/>
              </a:endParaRPr>
            </a:p>
          </p:txBody>
        </p:sp>
        <p:sp>
          <p:nvSpPr>
            <p:cNvPr id="36" name="Text 16">
              <a:extLst>
                <a:ext uri="{FF2B5EF4-FFF2-40B4-BE49-F238E27FC236}">
                  <a16:creationId xmlns:a16="http://schemas.microsoft.com/office/drawing/2014/main" id="{5D7767E7-376D-0E1E-C929-B7F55BA1F717}"/>
                </a:ext>
              </a:extLst>
            </p:cNvPr>
            <p:cNvSpPr/>
            <p:nvPr/>
          </p:nvSpPr>
          <p:spPr>
            <a:xfrm>
              <a:off x="2039112" y="4389120"/>
              <a:ext cx="3712464" cy="457200"/>
            </a:xfrm>
            <a:prstGeom prst="rect">
              <a:avLst/>
            </a:prstGeom>
            <a:noFill/>
            <a:ln/>
          </p:spPr>
          <p:txBody>
            <a:bodyPr wrap="square" lIns="0" tIns="0" rIns="0" bIns="0" rtlCol="0" anchor="ctr"/>
            <a:lstStyle/>
            <a:p>
              <a:pPr marL="0" indent="0">
                <a:lnSpc>
                  <a:spcPct val="86000"/>
                </a:lnSpc>
                <a:buNone/>
              </a:pPr>
              <a:r>
                <a:rPr lang="en-US" sz="1200">
                  <a:latin typeface="Aptos" panose="020B0004020202020204" pitchFamily="34" charset="0"/>
                  <a:ea typeface="Aptos" pitchFamily="34" charset="-122"/>
                  <a:cs typeface="Aptos" pitchFamily="34" charset="-120"/>
                </a:rPr>
                <a:t>Pilot in two districts from June 2022; statewide rollout on 29 February 2024. Launch reporting indicated a 15-day timeline for eligible transfers.</a:t>
              </a:r>
              <a:endParaRPr lang="en-US" sz="1200">
                <a:latin typeface="Aptos" panose="020B0004020202020204" pitchFamily="34" charset="0"/>
              </a:endParaRPr>
            </a:p>
          </p:txBody>
        </p:sp>
        <p:sp>
          <p:nvSpPr>
            <p:cNvPr id="38" name="Shape 17">
              <a:extLst>
                <a:ext uri="{FF2B5EF4-FFF2-40B4-BE49-F238E27FC236}">
                  <a16:creationId xmlns:a16="http://schemas.microsoft.com/office/drawing/2014/main" id="{8AE2088A-31FC-AEA1-AECB-916971AAAF55}"/>
                </a:ext>
              </a:extLst>
            </p:cNvPr>
            <p:cNvSpPr/>
            <p:nvPr/>
          </p:nvSpPr>
          <p:spPr>
            <a:xfrm>
              <a:off x="420624" y="4901184"/>
              <a:ext cx="5468112" cy="667512"/>
            </a:xfrm>
            <a:prstGeom prst="rect">
              <a:avLst/>
            </a:prstGeom>
            <a:solidFill>
              <a:srgbClr val="EAF1F1"/>
            </a:solidFill>
            <a:ln w="12700">
              <a:solidFill>
                <a:srgbClr val="EAF1F1"/>
              </a:solidFill>
              <a:prstDash val="solid"/>
            </a:ln>
          </p:spPr>
          <p:txBody>
            <a:bodyPr/>
            <a:lstStyle/>
            <a:p>
              <a:endParaRPr lang="en-US">
                <a:latin typeface="Aptos" panose="020B0004020202020204" pitchFamily="34" charset="0"/>
              </a:endParaRPr>
            </a:p>
          </p:txBody>
        </p:sp>
        <p:sp>
          <p:nvSpPr>
            <p:cNvPr id="40" name="Shape 18">
              <a:extLst>
                <a:ext uri="{FF2B5EF4-FFF2-40B4-BE49-F238E27FC236}">
                  <a16:creationId xmlns:a16="http://schemas.microsoft.com/office/drawing/2014/main" id="{50722BB7-320C-9621-5906-1C7F4166CA81}"/>
                </a:ext>
              </a:extLst>
            </p:cNvPr>
            <p:cNvSpPr/>
            <p:nvPr/>
          </p:nvSpPr>
          <p:spPr>
            <a:xfrm>
              <a:off x="557784" y="4901184"/>
              <a:ext cx="5193792"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42" name="Text 19">
              <a:extLst>
                <a:ext uri="{FF2B5EF4-FFF2-40B4-BE49-F238E27FC236}">
                  <a16:creationId xmlns:a16="http://schemas.microsoft.com/office/drawing/2014/main" id="{1C1ED0F2-C019-88B2-43B6-6EF67DAA22F1}"/>
                </a:ext>
              </a:extLst>
            </p:cNvPr>
            <p:cNvSpPr/>
            <p:nvPr/>
          </p:nvSpPr>
          <p:spPr>
            <a:xfrm>
              <a:off x="557784" y="4956048"/>
              <a:ext cx="5193792" cy="201168"/>
            </a:xfrm>
            <a:prstGeom prst="rect">
              <a:avLst/>
            </a:prstGeom>
            <a:noFill/>
            <a:ln/>
          </p:spPr>
          <p:txBody>
            <a:bodyPr wrap="square" lIns="0" tIns="0" rIns="0" bIns="0" rtlCol="0" anchor="ctr"/>
            <a:lstStyle/>
            <a:p>
              <a:r>
                <a:rPr lang="en-US" sz="1600" b="1">
                  <a:solidFill>
                    <a:srgbClr val="0C6B5B"/>
                  </a:solidFill>
                  <a:latin typeface="Aptos" pitchFamily="34" charset="0"/>
                  <a:ea typeface="Aptos" pitchFamily="34" charset="-122"/>
                  <a:cs typeface="Aptos" pitchFamily="34" charset="-120"/>
                </a:rPr>
                <a:t>Way Forward for Rajasthan </a:t>
              </a:r>
              <a:endParaRPr lang="en-US" sz="1600">
                <a:latin typeface="Aptos" panose="020B0004020202020204" pitchFamily="34" charset="0"/>
              </a:endParaRPr>
            </a:p>
          </p:txBody>
        </p:sp>
        <p:sp>
          <p:nvSpPr>
            <p:cNvPr id="44" name="Text 20">
              <a:extLst>
                <a:ext uri="{FF2B5EF4-FFF2-40B4-BE49-F238E27FC236}">
                  <a16:creationId xmlns:a16="http://schemas.microsoft.com/office/drawing/2014/main" id="{23A15620-B5A6-D69D-10C0-ED57CFC62201}"/>
                </a:ext>
              </a:extLst>
            </p:cNvPr>
            <p:cNvSpPr/>
            <p:nvPr/>
          </p:nvSpPr>
          <p:spPr>
            <a:xfrm>
              <a:off x="557784" y="5184648"/>
              <a:ext cx="5193792" cy="347472"/>
            </a:xfrm>
            <a:prstGeom prst="rect">
              <a:avLst/>
            </a:prstGeom>
            <a:noFill/>
            <a:ln/>
          </p:spPr>
          <p:txBody>
            <a:bodyPr wrap="square" lIns="0" tIns="0" rIns="0" bIns="0" rtlCol="0" anchor="ctr"/>
            <a:lstStyle/>
            <a:p>
              <a:pPr marL="0" indent="0">
                <a:lnSpc>
                  <a:spcPct val="86000"/>
                </a:lnSpc>
                <a:buNone/>
              </a:pPr>
              <a:r>
                <a:rPr lang="en-US" sz="1200">
                  <a:latin typeface="Aptos" panose="020B0004020202020204" pitchFamily="34" charset="0"/>
                  <a:ea typeface="Aptos" pitchFamily="34" charset="-122"/>
                  <a:cs typeface="Aptos" pitchFamily="34" charset="-120"/>
                </a:rPr>
                <a:t>Identify undisputed mutation categories in Rajasthan that can be system-triggered on registration and pilot them in selected tehsils.</a:t>
              </a:r>
              <a:endParaRPr lang="en-US" sz="1200">
                <a:latin typeface="Aptos" panose="020B0004020202020204" pitchFamily="34" charset="0"/>
              </a:endParaRPr>
            </a:p>
          </p:txBody>
        </p:sp>
        <p:sp>
          <p:nvSpPr>
            <p:cNvPr id="46" name="Shape 21">
              <a:extLst>
                <a:ext uri="{FF2B5EF4-FFF2-40B4-BE49-F238E27FC236}">
                  <a16:creationId xmlns:a16="http://schemas.microsoft.com/office/drawing/2014/main" id="{E9CA95C3-926E-4BFA-3191-36F4DDA58558}"/>
                </a:ext>
              </a:extLst>
            </p:cNvPr>
            <p:cNvSpPr/>
            <p:nvPr/>
          </p:nvSpPr>
          <p:spPr>
            <a:xfrm>
              <a:off x="6291072" y="1170432"/>
              <a:ext cx="5458968" cy="4407408"/>
            </a:xfrm>
            <a:prstGeom prst="roundRect">
              <a:avLst>
                <a:gd name="adj" fmla="val 1037"/>
              </a:avLst>
            </a:prstGeom>
            <a:solidFill>
              <a:srgbClr val="FFFFFF"/>
            </a:solidFill>
            <a:ln w="12700">
              <a:solidFill>
                <a:srgbClr val="CAD7D8"/>
              </a:solidFill>
              <a:prstDash val="solid"/>
            </a:ln>
          </p:spPr>
          <p:txBody>
            <a:bodyPr/>
            <a:lstStyle/>
            <a:p>
              <a:endParaRPr lang="en-US">
                <a:latin typeface="Aptos" panose="020B0004020202020204" pitchFamily="34" charset="0"/>
              </a:endParaRPr>
            </a:p>
          </p:txBody>
        </p:sp>
        <p:sp>
          <p:nvSpPr>
            <p:cNvPr id="48" name="Shape 22">
              <a:extLst>
                <a:ext uri="{FF2B5EF4-FFF2-40B4-BE49-F238E27FC236}">
                  <a16:creationId xmlns:a16="http://schemas.microsoft.com/office/drawing/2014/main" id="{26591B58-6BC7-4B88-5FCD-B925A130A857}"/>
                </a:ext>
              </a:extLst>
            </p:cNvPr>
            <p:cNvSpPr/>
            <p:nvPr/>
          </p:nvSpPr>
          <p:spPr>
            <a:xfrm>
              <a:off x="6291072" y="1170432"/>
              <a:ext cx="5458968" cy="621792"/>
            </a:xfrm>
            <a:prstGeom prst="rect">
              <a:avLst/>
            </a:prstGeom>
            <a:solidFill>
              <a:srgbClr val="00ABAB"/>
            </a:solidFill>
            <a:ln w="12700">
              <a:solidFill>
                <a:srgbClr val="117982"/>
              </a:solidFill>
              <a:prstDash val="solid"/>
            </a:ln>
          </p:spPr>
          <p:txBody>
            <a:bodyPr/>
            <a:lstStyle/>
            <a:p>
              <a:endParaRPr lang="en-US">
                <a:latin typeface="Aptos" panose="020B0004020202020204" pitchFamily="34" charset="0"/>
              </a:endParaRPr>
            </a:p>
          </p:txBody>
        </p:sp>
        <p:sp>
          <p:nvSpPr>
            <p:cNvPr id="50" name="Text 23">
              <a:extLst>
                <a:ext uri="{FF2B5EF4-FFF2-40B4-BE49-F238E27FC236}">
                  <a16:creationId xmlns:a16="http://schemas.microsoft.com/office/drawing/2014/main" id="{8FFA78A4-E10B-2E4A-C912-C2FA043779C8}"/>
                </a:ext>
              </a:extLst>
            </p:cNvPr>
            <p:cNvSpPr/>
            <p:nvPr/>
          </p:nvSpPr>
          <p:spPr>
            <a:xfrm>
              <a:off x="6437376" y="1261872"/>
              <a:ext cx="5166360" cy="438912"/>
            </a:xfrm>
            <a:prstGeom prst="rect">
              <a:avLst/>
            </a:prstGeom>
            <a:noFill/>
            <a:ln/>
          </p:spPr>
          <p:txBody>
            <a:bodyPr wrap="square" lIns="0" tIns="0" rIns="0" bIns="0" rtlCol="0" anchor="ctr"/>
            <a:lstStyle/>
            <a:p>
              <a:pPr marL="0" indent="0">
                <a:buNone/>
              </a:pPr>
              <a:r>
                <a:rPr lang="en-US" sz="1600" b="1">
                  <a:solidFill>
                    <a:srgbClr val="FFFFFF"/>
                  </a:solidFill>
                  <a:latin typeface="Aptos" pitchFamily="34" charset="0"/>
                  <a:ea typeface="Aptos" pitchFamily="34" charset="-122"/>
                  <a:cs typeface="Aptos" pitchFamily="34" charset="-120"/>
                </a:rPr>
                <a:t>Maharashtra - MahaBhumi and e-Ferfar</a:t>
              </a:r>
              <a:endParaRPr lang="en-US" sz="1600">
                <a:latin typeface="Aptos" panose="020B0004020202020204" pitchFamily="34" charset="0"/>
              </a:endParaRPr>
            </a:p>
          </p:txBody>
        </p:sp>
        <p:sp>
          <p:nvSpPr>
            <p:cNvPr id="52" name="Shape 24">
              <a:hlinkClick r:id="rId4"/>
              <a:extLst>
                <a:ext uri="{FF2B5EF4-FFF2-40B4-BE49-F238E27FC236}">
                  <a16:creationId xmlns:a16="http://schemas.microsoft.com/office/drawing/2014/main" id="{6A042514-D120-48DD-5D52-F6F6A7AF651E}"/>
                </a:ext>
              </a:extLst>
            </p:cNvPr>
            <p:cNvSpPr/>
            <p:nvPr/>
          </p:nvSpPr>
          <p:spPr>
            <a:xfrm>
              <a:off x="6300216" y="1261871"/>
              <a:ext cx="5458968" cy="621792"/>
            </a:xfrm>
            <a:prstGeom prst="rect">
              <a:avLst/>
            </a:prstGeom>
            <a:solidFill>
              <a:srgbClr val="FFFFFF">
                <a:alpha val="0"/>
              </a:srgbClr>
            </a:solidFill>
            <a:ln w="12700">
              <a:solidFill>
                <a:srgbClr val="FFFFFF">
                  <a:alpha val="0"/>
                </a:srgbClr>
              </a:solidFill>
              <a:prstDash val="solid"/>
            </a:ln>
          </p:spPr>
          <p:txBody>
            <a:bodyPr/>
            <a:lstStyle/>
            <a:p>
              <a:endParaRPr lang="en-US">
                <a:latin typeface="Aptos" panose="020B0004020202020204" pitchFamily="34" charset="0"/>
              </a:endParaRPr>
            </a:p>
          </p:txBody>
        </p:sp>
        <p:sp>
          <p:nvSpPr>
            <p:cNvPr id="54" name="Text 25">
              <a:extLst>
                <a:ext uri="{FF2B5EF4-FFF2-40B4-BE49-F238E27FC236}">
                  <a16:creationId xmlns:a16="http://schemas.microsoft.com/office/drawing/2014/main" id="{80AF3A46-87DE-CA00-686F-BC65CCEA98CA}"/>
                </a:ext>
              </a:extLst>
            </p:cNvPr>
            <p:cNvSpPr/>
            <p:nvPr/>
          </p:nvSpPr>
          <p:spPr>
            <a:xfrm>
              <a:off x="6437376" y="1883664"/>
              <a:ext cx="1389888" cy="44805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Why this State</a:t>
              </a:r>
              <a:endParaRPr lang="en-US" sz="1600">
                <a:latin typeface="Aptos" panose="020B0004020202020204" pitchFamily="34" charset="0"/>
              </a:endParaRPr>
            </a:p>
          </p:txBody>
        </p:sp>
        <p:sp>
          <p:nvSpPr>
            <p:cNvPr id="56" name="Text 26">
              <a:extLst>
                <a:ext uri="{FF2B5EF4-FFF2-40B4-BE49-F238E27FC236}">
                  <a16:creationId xmlns:a16="http://schemas.microsoft.com/office/drawing/2014/main" id="{6F19E5FB-FF97-EA40-EF47-18EC0C67C008}"/>
                </a:ext>
              </a:extLst>
            </p:cNvPr>
            <p:cNvSpPr/>
            <p:nvPr/>
          </p:nvSpPr>
          <p:spPr>
            <a:xfrm>
              <a:off x="7918704" y="1874520"/>
              <a:ext cx="3685032" cy="457200"/>
            </a:xfrm>
            <a:prstGeom prst="rect">
              <a:avLst/>
            </a:prstGeom>
            <a:noFill/>
            <a:ln/>
          </p:spPr>
          <p:txBody>
            <a:bodyPr wrap="square" lIns="0" tIns="0" rIns="0" bIns="0" rtlCol="0" anchor="ctr"/>
            <a:lstStyle/>
            <a:p>
              <a:pPr marL="0" indent="0">
                <a:lnSpc>
                  <a:spcPct val="86000"/>
                </a:lnSpc>
                <a:buNone/>
              </a:pPr>
              <a:r>
                <a:rPr lang="en-US" sz="1200" i="1">
                  <a:latin typeface="Aptos" panose="020B0004020202020204" pitchFamily="34" charset="0"/>
                  <a:ea typeface="Aptos" pitchFamily="34" charset="-122"/>
                  <a:cs typeface="Aptos" pitchFamily="34" charset="-120"/>
                </a:rPr>
                <a:t>A strong example of self-service access to land records and visible mutation status through the MahaBhumi ecosystem.</a:t>
              </a:r>
              <a:endParaRPr lang="en-US" sz="1200">
                <a:latin typeface="Aptos" panose="020B0004020202020204" pitchFamily="34" charset="0"/>
              </a:endParaRPr>
            </a:p>
          </p:txBody>
        </p:sp>
        <p:sp>
          <p:nvSpPr>
            <p:cNvPr id="58" name="Shape 27">
              <a:extLst>
                <a:ext uri="{FF2B5EF4-FFF2-40B4-BE49-F238E27FC236}">
                  <a16:creationId xmlns:a16="http://schemas.microsoft.com/office/drawing/2014/main" id="{1C031AE4-89F9-266B-7984-68A3B3113148}"/>
                </a:ext>
              </a:extLst>
            </p:cNvPr>
            <p:cNvSpPr/>
            <p:nvPr/>
          </p:nvSpPr>
          <p:spPr>
            <a:xfrm>
              <a:off x="6437376" y="2386584"/>
              <a:ext cx="5166360"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60" name="Text 28">
              <a:extLst>
                <a:ext uri="{FF2B5EF4-FFF2-40B4-BE49-F238E27FC236}">
                  <a16:creationId xmlns:a16="http://schemas.microsoft.com/office/drawing/2014/main" id="{57BE849D-4F8A-30C6-39EF-166F306F9762}"/>
                </a:ext>
              </a:extLst>
            </p:cNvPr>
            <p:cNvSpPr/>
            <p:nvPr/>
          </p:nvSpPr>
          <p:spPr>
            <a:xfrm>
              <a:off x="6437376" y="2478024"/>
              <a:ext cx="1389888" cy="113385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What was done</a:t>
              </a:r>
              <a:endParaRPr lang="en-US" sz="1600">
                <a:latin typeface="Aptos" panose="020B0004020202020204" pitchFamily="34" charset="0"/>
              </a:endParaRPr>
            </a:p>
          </p:txBody>
        </p:sp>
        <p:sp>
          <p:nvSpPr>
            <p:cNvPr id="62" name="Text 29">
              <a:extLst>
                <a:ext uri="{FF2B5EF4-FFF2-40B4-BE49-F238E27FC236}">
                  <a16:creationId xmlns:a16="http://schemas.microsoft.com/office/drawing/2014/main" id="{E1BF442A-BE99-5517-4883-7D943F7E635B}"/>
                </a:ext>
              </a:extLst>
            </p:cNvPr>
            <p:cNvSpPr/>
            <p:nvPr/>
          </p:nvSpPr>
          <p:spPr>
            <a:xfrm>
              <a:off x="7918704" y="2468880"/>
              <a:ext cx="3685032" cy="1143000"/>
            </a:xfrm>
            <a:prstGeom prst="rect">
              <a:avLst/>
            </a:prstGeom>
            <a:noFill/>
            <a:ln/>
          </p:spPr>
          <p:txBody>
            <a:bodyPr wrap="square" lIns="0" tIns="0" rIns="0" bIns="0" rtlCol="0" anchor="ctr"/>
            <a:lstStyle/>
            <a:p>
              <a:pPr marL="127000" indent="-127000">
                <a:lnSpc>
                  <a:spcPct val="86000"/>
                </a:lnSpc>
                <a:buSzPct val="100000"/>
                <a:buChar char="•"/>
              </a:pPr>
              <a:r>
                <a:rPr lang="en-US" sz="1200">
                  <a:latin typeface="Aptos" panose="020B0004020202020204" pitchFamily="34" charset="0"/>
                  <a:ea typeface="Aptos" pitchFamily="34" charset="-122"/>
                  <a:cs typeface="Aptos" pitchFamily="34" charset="-120"/>
                </a:rPr>
                <a:t>Provides online access to 7/12, 8A and mutation/Ferfar services through the MahaBhumi / Bhulekh ecosystem</a:t>
              </a:r>
              <a:endParaRPr lang="en-US" sz="1200">
                <a:latin typeface="Aptos" panose="020B0004020202020204" pitchFamily="34" charset="0"/>
              </a:endParaRPr>
            </a:p>
            <a:p>
              <a:pPr marL="127000" indent="-127000">
                <a:lnSpc>
                  <a:spcPct val="86000"/>
                </a:lnSpc>
                <a:buSzPct val="100000"/>
                <a:buChar char="•"/>
              </a:pPr>
              <a:r>
                <a:rPr lang="en-US" sz="1200">
                  <a:latin typeface="Aptos" panose="020B0004020202020204" pitchFamily="34" charset="0"/>
                  <a:ea typeface="Aptos" pitchFamily="34" charset="-122"/>
                  <a:cs typeface="Aptos" pitchFamily="34" charset="-120"/>
                </a:rPr>
                <a:t>Issues digitally signed extracts online; the official portal states these are valid for official and legal purposes</a:t>
              </a:r>
              <a:endParaRPr lang="en-US" sz="1200">
                <a:latin typeface="Aptos" panose="020B0004020202020204" pitchFamily="34" charset="0"/>
              </a:endParaRPr>
            </a:p>
            <a:p>
              <a:pPr marL="127000" indent="-127000">
                <a:lnSpc>
                  <a:spcPct val="86000"/>
                </a:lnSpc>
                <a:buSzPct val="100000"/>
                <a:buChar char="•"/>
              </a:pPr>
              <a:r>
                <a:rPr lang="en-US" sz="1200">
                  <a:latin typeface="Aptos" panose="020B0004020202020204" pitchFamily="34" charset="0"/>
                  <a:ea typeface="Aptos" pitchFamily="34" charset="-122"/>
                  <a:cs typeface="Aptos" pitchFamily="34" charset="-120"/>
                </a:rPr>
                <a:t>Enables citizens to track mutation entries/status electronically</a:t>
              </a:r>
              <a:endParaRPr lang="en-US" sz="1200">
                <a:latin typeface="Aptos" panose="020B0004020202020204" pitchFamily="34" charset="0"/>
              </a:endParaRPr>
            </a:p>
          </p:txBody>
        </p:sp>
        <p:sp>
          <p:nvSpPr>
            <p:cNvPr id="448" name="Shape 30">
              <a:extLst>
                <a:ext uri="{FF2B5EF4-FFF2-40B4-BE49-F238E27FC236}">
                  <a16:creationId xmlns:a16="http://schemas.microsoft.com/office/drawing/2014/main" id="{EBF78CE3-A88E-0E21-ED97-3083EA86CFC4}"/>
                </a:ext>
              </a:extLst>
            </p:cNvPr>
            <p:cNvSpPr/>
            <p:nvPr/>
          </p:nvSpPr>
          <p:spPr>
            <a:xfrm>
              <a:off x="6437376" y="3666744"/>
              <a:ext cx="5166360"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450" name="Text 31">
              <a:extLst>
                <a:ext uri="{FF2B5EF4-FFF2-40B4-BE49-F238E27FC236}">
                  <a16:creationId xmlns:a16="http://schemas.microsoft.com/office/drawing/2014/main" id="{05DFF48A-DA9C-76B6-4EF5-4DDDCC7CBBC8}"/>
                </a:ext>
              </a:extLst>
            </p:cNvPr>
            <p:cNvSpPr/>
            <p:nvPr/>
          </p:nvSpPr>
          <p:spPr>
            <a:xfrm>
              <a:off x="6437376" y="3758184"/>
              <a:ext cx="1389888" cy="49377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How it works</a:t>
              </a:r>
              <a:endParaRPr lang="en-US" sz="1600">
                <a:latin typeface="Aptos" panose="020B0004020202020204" pitchFamily="34" charset="0"/>
              </a:endParaRPr>
            </a:p>
          </p:txBody>
        </p:sp>
        <p:sp>
          <p:nvSpPr>
            <p:cNvPr id="452" name="Text 32">
              <a:extLst>
                <a:ext uri="{FF2B5EF4-FFF2-40B4-BE49-F238E27FC236}">
                  <a16:creationId xmlns:a16="http://schemas.microsoft.com/office/drawing/2014/main" id="{E53CDB7A-7010-31BA-DE64-38BB4E2B83D2}"/>
                </a:ext>
              </a:extLst>
            </p:cNvPr>
            <p:cNvSpPr/>
            <p:nvPr/>
          </p:nvSpPr>
          <p:spPr>
            <a:xfrm>
              <a:off x="7918704" y="3749040"/>
              <a:ext cx="3685032" cy="502920"/>
            </a:xfrm>
            <a:prstGeom prst="rect">
              <a:avLst/>
            </a:prstGeom>
            <a:noFill/>
            <a:ln/>
          </p:spPr>
          <p:txBody>
            <a:bodyPr wrap="square" lIns="0" tIns="0" rIns="0" bIns="0" rtlCol="0" anchor="ctr"/>
            <a:lstStyle/>
            <a:p>
              <a:pPr marL="0" indent="0">
                <a:lnSpc>
                  <a:spcPct val="86000"/>
                </a:lnSpc>
                <a:buNone/>
              </a:pPr>
              <a:r>
                <a:rPr lang="en-US" sz="1200">
                  <a:latin typeface="Aptos" panose="020B0004020202020204" pitchFamily="34" charset="0"/>
                  <a:ea typeface="Aptos" pitchFamily="34" charset="-122"/>
                  <a:cs typeface="Aptos" pitchFamily="34" charset="-120"/>
                </a:rPr>
                <a:t>Citizens can view/download land records and track mutation status online, reducing routine office visits.</a:t>
              </a:r>
              <a:endParaRPr lang="en-US" sz="1200">
                <a:latin typeface="Aptos" panose="020B0004020202020204" pitchFamily="34" charset="0"/>
              </a:endParaRPr>
            </a:p>
          </p:txBody>
        </p:sp>
        <p:sp>
          <p:nvSpPr>
            <p:cNvPr id="454" name="Shape 33">
              <a:extLst>
                <a:ext uri="{FF2B5EF4-FFF2-40B4-BE49-F238E27FC236}">
                  <a16:creationId xmlns:a16="http://schemas.microsoft.com/office/drawing/2014/main" id="{BA622F89-EF37-BF9A-B4D6-6A1FD39E1D8C}"/>
                </a:ext>
              </a:extLst>
            </p:cNvPr>
            <p:cNvSpPr/>
            <p:nvPr/>
          </p:nvSpPr>
          <p:spPr>
            <a:xfrm>
              <a:off x="6437376" y="4306824"/>
              <a:ext cx="5166360"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456" name="Text 34">
              <a:extLst>
                <a:ext uri="{FF2B5EF4-FFF2-40B4-BE49-F238E27FC236}">
                  <a16:creationId xmlns:a16="http://schemas.microsoft.com/office/drawing/2014/main" id="{1A394F55-3EA3-C951-9306-5577A1A38CCA}"/>
                </a:ext>
              </a:extLst>
            </p:cNvPr>
            <p:cNvSpPr/>
            <p:nvPr/>
          </p:nvSpPr>
          <p:spPr>
            <a:xfrm>
              <a:off x="6437376" y="4398264"/>
              <a:ext cx="1389888" cy="448056"/>
            </a:xfrm>
            <a:prstGeom prst="rect">
              <a:avLst/>
            </a:prstGeom>
            <a:noFill/>
            <a:ln/>
          </p:spPr>
          <p:txBody>
            <a:bodyPr wrap="square" lIns="0" tIns="0" rIns="0" bIns="0" rtlCol="0" anchor="ctr"/>
            <a:lstStyle/>
            <a:p>
              <a:pPr marL="0" indent="0">
                <a:buNone/>
              </a:pPr>
              <a:r>
                <a:rPr lang="en-US" sz="1600" b="1">
                  <a:solidFill>
                    <a:srgbClr val="0C6B5B"/>
                  </a:solidFill>
                  <a:latin typeface="Aptos" pitchFamily="34" charset="0"/>
                  <a:ea typeface="Aptos" pitchFamily="34" charset="-122"/>
                  <a:cs typeface="Aptos" pitchFamily="34" charset="-120"/>
                </a:rPr>
                <a:t>Status</a:t>
              </a:r>
              <a:endParaRPr lang="en-US" sz="1600">
                <a:latin typeface="Aptos" panose="020B0004020202020204" pitchFamily="34" charset="0"/>
              </a:endParaRPr>
            </a:p>
          </p:txBody>
        </p:sp>
        <p:sp>
          <p:nvSpPr>
            <p:cNvPr id="457" name="Text 35">
              <a:extLst>
                <a:ext uri="{FF2B5EF4-FFF2-40B4-BE49-F238E27FC236}">
                  <a16:creationId xmlns:a16="http://schemas.microsoft.com/office/drawing/2014/main" id="{11642692-0468-2692-A0D3-479E56AAA44F}"/>
                </a:ext>
              </a:extLst>
            </p:cNvPr>
            <p:cNvSpPr/>
            <p:nvPr/>
          </p:nvSpPr>
          <p:spPr>
            <a:xfrm>
              <a:off x="7918704" y="4389120"/>
              <a:ext cx="3685032" cy="457200"/>
            </a:xfrm>
            <a:prstGeom prst="rect">
              <a:avLst/>
            </a:prstGeom>
            <a:noFill/>
            <a:ln/>
          </p:spPr>
          <p:txBody>
            <a:bodyPr wrap="square" lIns="0" tIns="0" rIns="0" bIns="0" rtlCol="0" anchor="ctr"/>
            <a:lstStyle/>
            <a:p>
              <a:pPr marL="0" indent="0">
                <a:lnSpc>
                  <a:spcPct val="86000"/>
                </a:lnSpc>
                <a:buNone/>
              </a:pPr>
              <a:r>
                <a:rPr lang="en-US" sz="1200">
                  <a:latin typeface="Aptos" panose="020B0004020202020204" pitchFamily="34" charset="0"/>
                  <a:ea typeface="Aptos" pitchFamily="34" charset="-122"/>
                  <a:cs typeface="Aptos" pitchFamily="34" charset="-120"/>
                </a:rPr>
                <a:t>In operation. In December 2025, digitally signed 7/12, 8A and Ferfar extracts were declared valid for government, banking, loan and judicial use.</a:t>
              </a:r>
              <a:endParaRPr lang="en-US" sz="1200">
                <a:latin typeface="Aptos" panose="020B0004020202020204" pitchFamily="34" charset="0"/>
              </a:endParaRPr>
            </a:p>
          </p:txBody>
        </p:sp>
        <p:sp>
          <p:nvSpPr>
            <p:cNvPr id="458" name="Shape 36">
              <a:extLst>
                <a:ext uri="{FF2B5EF4-FFF2-40B4-BE49-F238E27FC236}">
                  <a16:creationId xmlns:a16="http://schemas.microsoft.com/office/drawing/2014/main" id="{9D34542D-4D18-916F-6E22-399E22E9820F}"/>
                </a:ext>
              </a:extLst>
            </p:cNvPr>
            <p:cNvSpPr/>
            <p:nvPr/>
          </p:nvSpPr>
          <p:spPr>
            <a:xfrm>
              <a:off x="6300216" y="4901184"/>
              <a:ext cx="5440680" cy="667512"/>
            </a:xfrm>
            <a:prstGeom prst="rect">
              <a:avLst/>
            </a:prstGeom>
            <a:solidFill>
              <a:srgbClr val="EAF1F1"/>
            </a:solidFill>
            <a:ln w="12700">
              <a:solidFill>
                <a:srgbClr val="EAF1F1"/>
              </a:solidFill>
              <a:prstDash val="solid"/>
            </a:ln>
          </p:spPr>
          <p:txBody>
            <a:bodyPr/>
            <a:lstStyle/>
            <a:p>
              <a:endParaRPr lang="en-US">
                <a:latin typeface="Aptos" panose="020B0004020202020204" pitchFamily="34" charset="0"/>
              </a:endParaRPr>
            </a:p>
          </p:txBody>
        </p:sp>
        <p:sp>
          <p:nvSpPr>
            <p:cNvPr id="459" name="Shape 37">
              <a:extLst>
                <a:ext uri="{FF2B5EF4-FFF2-40B4-BE49-F238E27FC236}">
                  <a16:creationId xmlns:a16="http://schemas.microsoft.com/office/drawing/2014/main" id="{69F53608-8CD7-D28A-A87D-6416178A216C}"/>
                </a:ext>
              </a:extLst>
            </p:cNvPr>
            <p:cNvSpPr/>
            <p:nvPr/>
          </p:nvSpPr>
          <p:spPr>
            <a:xfrm>
              <a:off x="6437376" y="4901184"/>
              <a:ext cx="5166360" cy="0"/>
            </a:xfrm>
            <a:prstGeom prst="line">
              <a:avLst/>
            </a:prstGeom>
            <a:noFill/>
            <a:ln w="8890">
              <a:solidFill>
                <a:srgbClr val="E4EBEB"/>
              </a:solidFill>
              <a:prstDash val="solid"/>
            </a:ln>
          </p:spPr>
          <p:txBody>
            <a:bodyPr/>
            <a:lstStyle/>
            <a:p>
              <a:endParaRPr lang="en-US">
                <a:latin typeface="Aptos" panose="020B0004020202020204" pitchFamily="34" charset="0"/>
              </a:endParaRPr>
            </a:p>
          </p:txBody>
        </p:sp>
        <p:sp>
          <p:nvSpPr>
            <p:cNvPr id="460" name="Text 38">
              <a:extLst>
                <a:ext uri="{FF2B5EF4-FFF2-40B4-BE49-F238E27FC236}">
                  <a16:creationId xmlns:a16="http://schemas.microsoft.com/office/drawing/2014/main" id="{95EFA069-3AAC-D8F8-CE6B-B5705859C9C7}"/>
                </a:ext>
              </a:extLst>
            </p:cNvPr>
            <p:cNvSpPr/>
            <p:nvPr/>
          </p:nvSpPr>
          <p:spPr>
            <a:xfrm>
              <a:off x="6437376" y="4956048"/>
              <a:ext cx="5166360" cy="201168"/>
            </a:xfrm>
            <a:prstGeom prst="rect">
              <a:avLst/>
            </a:prstGeom>
            <a:noFill/>
            <a:ln/>
          </p:spPr>
          <p:txBody>
            <a:bodyPr wrap="square" lIns="0" tIns="0" rIns="0" bIns="0" rtlCol="0" anchor="ctr"/>
            <a:lstStyle/>
            <a:p>
              <a:r>
                <a:rPr lang="en-US" sz="1600" b="1">
                  <a:solidFill>
                    <a:srgbClr val="0C6B5B"/>
                  </a:solidFill>
                  <a:latin typeface="Aptos" pitchFamily="34" charset="0"/>
                  <a:ea typeface="Aptos" pitchFamily="34" charset="-122"/>
                  <a:cs typeface="Aptos" pitchFamily="34" charset="-120"/>
                </a:rPr>
                <a:t>Way Forward for Rajasthan </a:t>
              </a:r>
              <a:endParaRPr lang="en-US" sz="1600">
                <a:latin typeface="Aptos" panose="020B0004020202020204" pitchFamily="34" charset="0"/>
              </a:endParaRPr>
            </a:p>
          </p:txBody>
        </p:sp>
        <p:sp>
          <p:nvSpPr>
            <p:cNvPr id="461" name="Text 39">
              <a:extLst>
                <a:ext uri="{FF2B5EF4-FFF2-40B4-BE49-F238E27FC236}">
                  <a16:creationId xmlns:a16="http://schemas.microsoft.com/office/drawing/2014/main" id="{3FD15A46-751E-9C4B-0A38-2118903F8FB7}"/>
                </a:ext>
              </a:extLst>
            </p:cNvPr>
            <p:cNvSpPr/>
            <p:nvPr/>
          </p:nvSpPr>
          <p:spPr>
            <a:xfrm>
              <a:off x="6437376" y="5184648"/>
              <a:ext cx="5166360" cy="347472"/>
            </a:xfrm>
            <a:prstGeom prst="rect">
              <a:avLst/>
            </a:prstGeom>
            <a:noFill/>
            <a:ln/>
          </p:spPr>
          <p:txBody>
            <a:bodyPr wrap="square" lIns="0" tIns="0" rIns="0" bIns="0" rtlCol="0" anchor="ctr"/>
            <a:lstStyle/>
            <a:p>
              <a:pPr marL="0" indent="0">
                <a:lnSpc>
                  <a:spcPct val="86000"/>
                </a:lnSpc>
                <a:buNone/>
              </a:pPr>
              <a:r>
                <a:rPr lang="en-US" sz="1200">
                  <a:latin typeface="Aptos" panose="020B0004020202020204" pitchFamily="34" charset="0"/>
                  <a:ea typeface="Aptos" pitchFamily="34" charset="-122"/>
                  <a:cs typeface="Aptos" pitchFamily="34" charset="-120"/>
                </a:rPr>
                <a:t>Publish a single citizen-readable case status with the reason for hold/objection and case age against the service standard.</a:t>
              </a:r>
              <a:endParaRPr lang="en-US" sz="1200">
                <a:latin typeface="Aptos" panose="020B0004020202020204" pitchFamily="34" charset="0"/>
              </a:endParaRPr>
            </a:p>
          </p:txBody>
        </p:sp>
      </p:grpSp>
      <p:sp>
        <p:nvSpPr>
          <p:cNvPr id="462" name="Text 45">
            <a:extLst>
              <a:ext uri="{FF2B5EF4-FFF2-40B4-BE49-F238E27FC236}">
                <a16:creationId xmlns:a16="http://schemas.microsoft.com/office/drawing/2014/main" id="{7D7C4B36-F9DC-35AD-2884-AC1522BDC3B7}"/>
              </a:ext>
            </a:extLst>
          </p:cNvPr>
          <p:cNvSpPr/>
          <p:nvPr/>
        </p:nvSpPr>
        <p:spPr>
          <a:xfrm>
            <a:off x="411480" y="6254496"/>
            <a:ext cx="11338560" cy="164592"/>
          </a:xfrm>
          <a:prstGeom prst="rect">
            <a:avLst/>
          </a:prstGeom>
          <a:noFill/>
          <a:ln/>
        </p:spPr>
        <p:txBody>
          <a:bodyPr wrap="square" lIns="0" tIns="0" rIns="0" bIns="0" rtlCol="0" anchor="ctr">
            <a:normAutofit/>
          </a:bodyPr>
          <a:lstStyle/>
          <a:p>
            <a:pPr marL="0" indent="0">
              <a:buNone/>
            </a:pPr>
            <a:r>
              <a:rPr lang="en-US" sz="720" i="1">
                <a:solidFill>
                  <a:srgbClr val="777777"/>
                </a:solidFill>
                <a:latin typeface="Aptos" pitchFamily="34" charset="0"/>
                <a:ea typeface="Aptos" pitchFamily="34" charset="-122"/>
                <a:cs typeface="Aptos" pitchFamily="34" charset="-120"/>
              </a:rPr>
              <a:t>Sources: </a:t>
            </a:r>
            <a:r>
              <a:rPr lang="en-US" sz="720" u="sng">
                <a:solidFill>
                  <a:srgbClr val="5C6E70"/>
                </a:solidFill>
                <a:uFill>
                  <a:solidFill>
                    <a:srgbClr val="5C6E70"/>
                  </a:solidFill>
                </a:uFill>
                <a:latin typeface="Aptos" pitchFamily="34" charset="0"/>
                <a:ea typeface="Aptos" pitchFamily="34" charset="-122"/>
                <a:cs typeface="Aptos" pitchFamily="34" charset="-120"/>
                <a:hlinkClick r:id="rId3">
                  <a:extLst>
                    <a:ext uri="{A12FA001-AC4F-418D-AE19-62706E023703}">
                      <ahyp:hlinkClr xmlns:ahyp="http://schemas.microsoft.com/office/drawing/2018/hyperlinkcolor" val="tx"/>
                    </a:ext>
                  </a:extLst>
                </a:hlinkClick>
              </a:rPr>
              <a:t>16th Finance Commission study - Madhya Pradesh</a:t>
            </a:r>
            <a:r>
              <a:rPr lang="en-US" sz="720">
                <a:solidFill>
                  <a:srgbClr val="666666"/>
                </a:solidFill>
                <a:latin typeface="Aptos" pitchFamily="34" charset="0"/>
                <a:ea typeface="Aptos" pitchFamily="34" charset="-122"/>
                <a:cs typeface="Aptos" pitchFamily="34" charset="-120"/>
              </a:rPr>
              <a:t>; </a:t>
            </a:r>
            <a:r>
              <a:rPr lang="en-US" sz="720" u="sng">
                <a:solidFill>
                  <a:srgbClr val="5C6E70"/>
                </a:solidFill>
                <a:uFill>
                  <a:solidFill>
                    <a:srgbClr val="5C6E70"/>
                  </a:solidFill>
                </a:uFill>
                <a:latin typeface="Aptos" pitchFamily="34" charset="0"/>
                <a:ea typeface="Aptos" pitchFamily="34" charset="-122"/>
                <a:cs typeface="Aptos" pitchFamily="34" charset="-120"/>
                <a:hlinkClick r:id="rId5">
                  <a:extLst>
                    <a:ext uri="{A12FA001-AC4F-418D-AE19-62706E023703}">
                      <ahyp:hlinkClr xmlns:ahyp="http://schemas.microsoft.com/office/drawing/2018/hyperlinkcolor" val="tx"/>
                    </a:ext>
                  </a:extLst>
                </a:hlinkClick>
              </a:rPr>
              <a:t>Cyber Tehsil launch reporting (ANI)</a:t>
            </a:r>
            <a:r>
              <a:rPr lang="en-US" sz="720">
                <a:solidFill>
                  <a:srgbClr val="666666"/>
                </a:solidFill>
                <a:latin typeface="Aptos" pitchFamily="34" charset="0"/>
                <a:ea typeface="Aptos" pitchFamily="34" charset="-122"/>
                <a:cs typeface="Aptos" pitchFamily="34" charset="-120"/>
              </a:rPr>
              <a:t>; </a:t>
            </a:r>
            <a:r>
              <a:rPr lang="en-US" sz="720" u="sng">
                <a:solidFill>
                  <a:srgbClr val="5C6E70"/>
                </a:solidFill>
                <a:uFill>
                  <a:solidFill>
                    <a:srgbClr val="5C6E70"/>
                  </a:solidFill>
                </a:uFill>
                <a:latin typeface="Aptos" pitchFamily="34" charset="0"/>
                <a:ea typeface="Aptos" pitchFamily="34" charset="-122"/>
                <a:cs typeface="Aptos" pitchFamily="34" charset="-120"/>
                <a:hlinkClick r:id="rId4">
                  <a:extLst>
                    <a:ext uri="{A12FA001-AC4F-418D-AE19-62706E023703}">
                      <ahyp:hlinkClr xmlns:ahyp="http://schemas.microsoft.com/office/drawing/2018/hyperlinkcolor" val="tx"/>
                    </a:ext>
                  </a:extLst>
                </a:hlinkClick>
              </a:rPr>
              <a:t>MahaBhumi / Digital Satbara / e-Ferfar, Government of Maharashtra</a:t>
            </a:r>
            <a:r>
              <a:rPr lang="en-US" sz="720">
                <a:solidFill>
                  <a:srgbClr val="666666"/>
                </a:solidFill>
                <a:latin typeface="Aptos" pitchFamily="34" charset="0"/>
                <a:ea typeface="Aptos" pitchFamily="34" charset="-122"/>
                <a:cs typeface="Aptos" pitchFamily="34" charset="-120"/>
              </a:rPr>
              <a:t>; </a:t>
            </a:r>
            <a:r>
              <a:rPr lang="en-US" sz="720" u="sng">
                <a:solidFill>
                  <a:srgbClr val="5C6E70"/>
                </a:solidFill>
                <a:uFill>
                  <a:solidFill>
                    <a:srgbClr val="5C6E70"/>
                  </a:solidFill>
                </a:uFill>
                <a:latin typeface="Aptos" pitchFamily="34" charset="0"/>
                <a:ea typeface="Aptos" pitchFamily="34" charset="-122"/>
                <a:cs typeface="Aptos" pitchFamily="34" charset="-120"/>
                <a:hlinkClick r:id="rId6">
                  <a:extLst>
                    <a:ext uri="{A12FA001-AC4F-418D-AE19-62706E023703}">
                      <ahyp:hlinkClr xmlns:ahyp="http://schemas.microsoft.com/office/drawing/2018/hyperlinkcolor" val="tx"/>
                    </a:ext>
                  </a:extLst>
                </a:hlinkClick>
              </a:rPr>
              <a:t>News on AIR, 4 Dec 2025</a:t>
            </a:r>
            <a:endParaRPr lang="en-US" sz="720">
              <a:latin typeface="Aptos" panose="020B0004020202020204" pitchFamily="34" charset="0"/>
            </a:endParaRPr>
          </a:p>
        </p:txBody>
      </p:sp>
    </p:spTree>
    <p:extLst>
      <p:ext uri="{BB962C8B-B14F-4D97-AF65-F5344CB8AC3E}">
        <p14:creationId xmlns:p14="http://schemas.microsoft.com/office/powerpoint/2010/main" val="154709063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96C8FE-775F-36C5-B88D-FC551EB7A9A3}"/>
              </a:ext>
            </a:extLst>
          </p:cNvPr>
          <p:cNvPicPr>
            <a:picLocks noChangeAspect="1"/>
          </p:cNvPicPr>
          <p:nvPr/>
        </p:nvPicPr>
        <p:blipFill>
          <a:blip r:embed="rId2"/>
          <a:stretch>
            <a:fillRect/>
          </a:stretch>
        </p:blipFill>
        <p:spPr>
          <a:xfrm>
            <a:off x="1820545" y="884057"/>
            <a:ext cx="8550911" cy="5481744"/>
          </a:xfrm>
          <a:prstGeom prst="rect">
            <a:avLst/>
          </a:prstGeom>
        </p:spPr>
      </p:pic>
      <p:sp>
        <p:nvSpPr>
          <p:cNvPr id="4" name="Title 1">
            <a:extLst>
              <a:ext uri="{FF2B5EF4-FFF2-40B4-BE49-F238E27FC236}">
                <a16:creationId xmlns:a16="http://schemas.microsoft.com/office/drawing/2014/main" id="{374E81B6-1353-5D05-050F-2B84A9C3A24F}"/>
              </a:ext>
            </a:extLst>
          </p:cNvPr>
          <p:cNvSpPr>
            <a:spLocks noGrp="1"/>
          </p:cNvSpPr>
          <p:nvPr>
            <p:ph type="title"/>
          </p:nvPr>
        </p:nvSpPr>
        <p:spPr>
          <a:xfrm>
            <a:off x="501649" y="304800"/>
            <a:ext cx="11412000" cy="342900"/>
          </a:xfrm>
        </p:spPr>
        <p:txBody>
          <a:bodyPr rIns="0"/>
          <a:lstStyle/>
          <a:p>
            <a:r>
              <a:rPr lang="en-US"/>
              <a:t>Detailed Methodology: Illustrative Business Process Improvement</a:t>
            </a:r>
            <a:endParaRPr lang="en-IN"/>
          </a:p>
        </p:txBody>
      </p:sp>
      <p:sp>
        <p:nvSpPr>
          <p:cNvPr id="5" name="Slide Number Placeholder 4">
            <a:extLst>
              <a:ext uri="{FF2B5EF4-FFF2-40B4-BE49-F238E27FC236}">
                <a16:creationId xmlns:a16="http://schemas.microsoft.com/office/drawing/2014/main" id="{C5B0A934-9B03-3155-A5B9-C8303D7E43D2}"/>
              </a:ext>
            </a:extLst>
          </p:cNvPr>
          <p:cNvSpPr>
            <a:spLocks noGrp="1"/>
          </p:cNvSpPr>
          <p:nvPr>
            <p:ph type="sldNum" sz="quarter" idx="4"/>
          </p:nvPr>
        </p:nvSpPr>
        <p:spPr>
          <a:xfrm>
            <a:off x="4724400" y="6579370"/>
            <a:ext cx="2743200" cy="180000"/>
          </a:xfrm>
        </p:spPr>
        <p:txBody>
          <a:bodyPr/>
          <a:lstStyle/>
          <a:p>
            <a:fld id="{39E7427F-21AC-4FC2-AC74-F5AF5A475796}" type="slidenum">
              <a:rPr lang="en-IN" smtClean="0"/>
              <a:pPr/>
              <a:t>19</a:t>
            </a:fld>
            <a:endParaRPr lang="en-IN"/>
          </a:p>
        </p:txBody>
      </p:sp>
    </p:spTree>
    <p:extLst>
      <p:ext uri="{BB962C8B-B14F-4D97-AF65-F5344CB8AC3E}">
        <p14:creationId xmlns:p14="http://schemas.microsoft.com/office/powerpoint/2010/main" val="167192275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514CF-E5AC-3D67-FB73-EDE050311ACA}"/>
            </a:ext>
          </a:extLst>
        </p:cNvPr>
        <p:cNvGrpSpPr/>
        <p:nvPr/>
      </p:nvGrpSpPr>
      <p:grpSpPr>
        <a:xfrm>
          <a:off x="0" y="0"/>
          <a:ext cx="0" cy="0"/>
          <a:chOff x="0" y="0"/>
          <a:chExt cx="0" cy="0"/>
        </a:xfrm>
      </p:grpSpPr>
      <p:sp>
        <p:nvSpPr>
          <p:cNvPr id="82" name="Rectangle 81">
            <a:extLst>
              <a:ext uri="{FF2B5EF4-FFF2-40B4-BE49-F238E27FC236}">
                <a16:creationId xmlns:a16="http://schemas.microsoft.com/office/drawing/2014/main" id="{67F4F445-D8EB-C485-0727-816F86D6491D}"/>
              </a:ext>
            </a:extLst>
          </p:cNvPr>
          <p:cNvSpPr/>
          <p:nvPr/>
        </p:nvSpPr>
        <p:spPr>
          <a:xfrm>
            <a:off x="350474" y="472847"/>
            <a:ext cx="2159305" cy="6095300"/>
          </a:xfrm>
          <a:prstGeom prst="rect">
            <a:avLst/>
          </a:prstGeom>
          <a:solidFill>
            <a:srgbClr val="1C4D72"/>
          </a:solidFill>
          <a:ln w="12700" cap="flat" cmpd="sng" algn="ctr">
            <a:solidFill>
              <a:srgbClr val="86BC2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ptos" panose="020B0004020202020204" pitchFamily="34" charset="0"/>
              </a:rPr>
              <a:t>DATA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ptos" panose="020B0004020202020204" pitchFamily="34" charset="0"/>
              </a:rPr>
              <a:t> EXCHANGE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ptos" panose="020B0004020202020204" pitchFamily="34" charset="0"/>
              </a:rPr>
              <a: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ptos" panose="020B0004020202020204" pitchFamily="34" charset="0"/>
              </a:rPr>
              <a:t>LAYER</a:t>
            </a:r>
          </a:p>
        </p:txBody>
      </p:sp>
      <p:sp>
        <p:nvSpPr>
          <p:cNvPr id="83" name="Title 1">
            <a:extLst>
              <a:ext uri="{FF2B5EF4-FFF2-40B4-BE49-F238E27FC236}">
                <a16:creationId xmlns:a16="http://schemas.microsoft.com/office/drawing/2014/main" id="{824D304A-D60D-A8BE-E022-E907109875E7}"/>
              </a:ext>
            </a:extLst>
          </p:cNvPr>
          <p:cNvSpPr txBox="1">
            <a:spLocks/>
          </p:cNvSpPr>
          <p:nvPr/>
        </p:nvSpPr>
        <p:spPr>
          <a:xfrm>
            <a:off x="353686" y="78655"/>
            <a:ext cx="10915948" cy="33409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00000"/>
              </a:lnSpc>
              <a:defRPr/>
            </a:pPr>
            <a:r>
              <a:rPr lang="en-US" sz="2400" b="1">
                <a:solidFill>
                  <a:prstClr val="black"/>
                </a:solidFill>
                <a:latin typeface="Aptos" panose="020B0004020202020204" pitchFamily="34" charset="0"/>
                <a:ea typeface="Verdana" panose="020B0604030504040204" pitchFamily="34" charset="0"/>
              </a:rPr>
              <a:t>Integrated Land Governance System</a:t>
            </a:r>
          </a:p>
        </p:txBody>
      </p:sp>
      <p:sp>
        <p:nvSpPr>
          <p:cNvPr id="84" name="Rectangle 83">
            <a:extLst>
              <a:ext uri="{FF2B5EF4-FFF2-40B4-BE49-F238E27FC236}">
                <a16:creationId xmlns:a16="http://schemas.microsoft.com/office/drawing/2014/main" id="{C9B1982C-85A5-2CDA-27DD-0EC9DB3D2EBF}"/>
              </a:ext>
            </a:extLst>
          </p:cNvPr>
          <p:cNvSpPr/>
          <p:nvPr/>
        </p:nvSpPr>
        <p:spPr>
          <a:xfrm>
            <a:off x="624274" y="914401"/>
            <a:ext cx="1744351" cy="3616099"/>
          </a:xfrm>
          <a:prstGeom prst="rect">
            <a:avLst/>
          </a:prstGeom>
          <a:solidFill>
            <a:srgbClr val="147DA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Verdana" panose="020B0604030504040204" pitchFamily="34" charset="0"/>
            </a:endParaRPr>
          </a:p>
        </p:txBody>
      </p:sp>
      <p:sp>
        <p:nvSpPr>
          <p:cNvPr id="85" name="Rectangle 84">
            <a:extLst>
              <a:ext uri="{FF2B5EF4-FFF2-40B4-BE49-F238E27FC236}">
                <a16:creationId xmlns:a16="http://schemas.microsoft.com/office/drawing/2014/main" id="{3768C40F-5FBE-7A93-542A-8D167AC49222}"/>
              </a:ext>
            </a:extLst>
          </p:cNvPr>
          <p:cNvSpPr/>
          <p:nvPr/>
        </p:nvSpPr>
        <p:spPr>
          <a:xfrm>
            <a:off x="638977" y="914401"/>
            <a:ext cx="1729648" cy="451691"/>
          </a:xfrm>
          <a:prstGeom prst="rect">
            <a:avLst/>
          </a:prstGeom>
          <a:solidFill>
            <a:srgbClr val="147DA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rPr>
              <a:t>External</a:t>
            </a:r>
          </a:p>
        </p:txBody>
      </p:sp>
      <p:sp>
        <p:nvSpPr>
          <p:cNvPr id="86" name="Rectangle 85">
            <a:extLst>
              <a:ext uri="{FF2B5EF4-FFF2-40B4-BE49-F238E27FC236}">
                <a16:creationId xmlns:a16="http://schemas.microsoft.com/office/drawing/2014/main" id="{C0313232-8810-6709-4B02-F3C9564E7505}"/>
              </a:ext>
            </a:extLst>
          </p:cNvPr>
          <p:cNvSpPr/>
          <p:nvPr/>
        </p:nvSpPr>
        <p:spPr>
          <a:xfrm>
            <a:off x="727112" y="1498296"/>
            <a:ext cx="1542361" cy="368048"/>
          </a:xfrm>
          <a:prstGeom prst="rect">
            <a:avLst/>
          </a:prstGeom>
          <a:solidFill>
            <a:srgbClr val="F7FCEE"/>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Registration &amp; Stamp</a:t>
            </a:r>
          </a:p>
        </p:txBody>
      </p:sp>
      <p:sp>
        <p:nvSpPr>
          <p:cNvPr id="87" name="Rectangle 86">
            <a:extLst>
              <a:ext uri="{FF2B5EF4-FFF2-40B4-BE49-F238E27FC236}">
                <a16:creationId xmlns:a16="http://schemas.microsoft.com/office/drawing/2014/main" id="{E093BEEA-65B5-05D3-1CC5-5A33B665FE6E}"/>
              </a:ext>
            </a:extLst>
          </p:cNvPr>
          <p:cNvSpPr/>
          <p:nvPr/>
        </p:nvSpPr>
        <p:spPr>
          <a:xfrm>
            <a:off x="723435" y="1905895"/>
            <a:ext cx="1542361" cy="224983"/>
          </a:xfrm>
          <a:prstGeom prst="rect">
            <a:avLst/>
          </a:prstGeom>
          <a:solidFill>
            <a:srgbClr val="F7FCEE"/>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Agriculture</a:t>
            </a:r>
          </a:p>
        </p:txBody>
      </p:sp>
      <p:sp>
        <p:nvSpPr>
          <p:cNvPr id="88" name="Rectangle 87">
            <a:extLst>
              <a:ext uri="{FF2B5EF4-FFF2-40B4-BE49-F238E27FC236}">
                <a16:creationId xmlns:a16="http://schemas.microsoft.com/office/drawing/2014/main" id="{0BF14945-987F-67C2-874A-7936171257D9}"/>
              </a:ext>
            </a:extLst>
          </p:cNvPr>
          <p:cNvSpPr/>
          <p:nvPr/>
        </p:nvSpPr>
        <p:spPr>
          <a:xfrm>
            <a:off x="723434" y="2182539"/>
            <a:ext cx="1542361" cy="224983"/>
          </a:xfrm>
          <a:prstGeom prst="rect">
            <a:avLst/>
          </a:prstGeom>
          <a:solidFill>
            <a:srgbClr val="F7FCEE"/>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Forest</a:t>
            </a:r>
          </a:p>
        </p:txBody>
      </p:sp>
      <p:sp>
        <p:nvSpPr>
          <p:cNvPr id="89" name="Rectangle 88">
            <a:extLst>
              <a:ext uri="{FF2B5EF4-FFF2-40B4-BE49-F238E27FC236}">
                <a16:creationId xmlns:a16="http://schemas.microsoft.com/office/drawing/2014/main" id="{D4A75DA0-4D9F-F973-1347-591F8C89694E}"/>
              </a:ext>
            </a:extLst>
          </p:cNvPr>
          <p:cNvSpPr/>
          <p:nvPr/>
        </p:nvSpPr>
        <p:spPr>
          <a:xfrm>
            <a:off x="723435" y="2457105"/>
            <a:ext cx="1544179" cy="204634"/>
          </a:xfrm>
          <a:prstGeom prst="rect">
            <a:avLst/>
          </a:prstGeom>
          <a:solidFill>
            <a:srgbClr val="F7FCEE"/>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Mining</a:t>
            </a:r>
          </a:p>
        </p:txBody>
      </p:sp>
      <p:sp>
        <p:nvSpPr>
          <p:cNvPr id="90" name="Rectangle 89">
            <a:extLst>
              <a:ext uri="{FF2B5EF4-FFF2-40B4-BE49-F238E27FC236}">
                <a16:creationId xmlns:a16="http://schemas.microsoft.com/office/drawing/2014/main" id="{7ED30AF1-29F2-8219-CAC4-D29E40045705}"/>
              </a:ext>
            </a:extLst>
          </p:cNvPr>
          <p:cNvSpPr/>
          <p:nvPr/>
        </p:nvSpPr>
        <p:spPr>
          <a:xfrm>
            <a:off x="730777" y="2728156"/>
            <a:ext cx="1542361" cy="224983"/>
          </a:xfrm>
          <a:prstGeom prst="rect">
            <a:avLst/>
          </a:prstGeom>
          <a:solidFill>
            <a:srgbClr val="F7FCEE"/>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Industry</a:t>
            </a:r>
          </a:p>
        </p:txBody>
      </p:sp>
      <p:sp>
        <p:nvSpPr>
          <p:cNvPr id="91" name="Rectangle 90">
            <a:extLst>
              <a:ext uri="{FF2B5EF4-FFF2-40B4-BE49-F238E27FC236}">
                <a16:creationId xmlns:a16="http://schemas.microsoft.com/office/drawing/2014/main" id="{41FB04E2-D555-EE49-138A-5EE1D45731E4}"/>
              </a:ext>
            </a:extLst>
          </p:cNvPr>
          <p:cNvSpPr/>
          <p:nvPr/>
        </p:nvSpPr>
        <p:spPr>
          <a:xfrm>
            <a:off x="739956" y="2989486"/>
            <a:ext cx="1542361" cy="224983"/>
          </a:xfrm>
          <a:prstGeom prst="rect">
            <a:avLst/>
          </a:prstGeom>
          <a:solidFill>
            <a:srgbClr val="F7FCEE"/>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Local Bodies </a:t>
            </a:r>
          </a:p>
        </p:txBody>
      </p:sp>
      <p:sp>
        <p:nvSpPr>
          <p:cNvPr id="92" name="Rectangle 91">
            <a:extLst>
              <a:ext uri="{FF2B5EF4-FFF2-40B4-BE49-F238E27FC236}">
                <a16:creationId xmlns:a16="http://schemas.microsoft.com/office/drawing/2014/main" id="{D64970FC-CAC4-46AD-02BA-384A28CA5E8B}"/>
              </a:ext>
            </a:extLst>
          </p:cNvPr>
          <p:cNvSpPr/>
          <p:nvPr/>
        </p:nvSpPr>
        <p:spPr>
          <a:xfrm>
            <a:off x="738118" y="4182292"/>
            <a:ext cx="1542361" cy="224983"/>
          </a:xfrm>
          <a:prstGeom prst="rect">
            <a:avLst/>
          </a:prstGeom>
          <a:solidFill>
            <a:srgbClr val="F7FCEE"/>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Others</a:t>
            </a:r>
          </a:p>
        </p:txBody>
      </p:sp>
      <p:cxnSp>
        <p:nvCxnSpPr>
          <p:cNvPr id="93" name="Straight Connector 92">
            <a:extLst>
              <a:ext uri="{FF2B5EF4-FFF2-40B4-BE49-F238E27FC236}">
                <a16:creationId xmlns:a16="http://schemas.microsoft.com/office/drawing/2014/main" id="{9F0C1C12-0D97-3FBD-F6BC-CD226E2E131E}"/>
              </a:ext>
            </a:extLst>
          </p:cNvPr>
          <p:cNvCxnSpPr>
            <a:cxnSpLocks/>
          </p:cNvCxnSpPr>
          <p:nvPr/>
        </p:nvCxnSpPr>
        <p:spPr>
          <a:xfrm>
            <a:off x="5479733" y="3824702"/>
            <a:ext cx="0" cy="350703"/>
          </a:xfrm>
          <a:prstGeom prst="line">
            <a:avLst/>
          </a:prstGeom>
          <a:noFill/>
          <a:ln w="38100" cap="flat" cmpd="sng" algn="ctr">
            <a:solidFill>
              <a:sysClr val="windowText" lastClr="000000"/>
            </a:solidFill>
            <a:prstDash val="sysDash"/>
            <a:miter lim="800000"/>
          </a:ln>
          <a:effectLst/>
        </p:spPr>
      </p:cxnSp>
      <p:sp>
        <p:nvSpPr>
          <p:cNvPr id="94" name="Rectangle 93">
            <a:extLst>
              <a:ext uri="{FF2B5EF4-FFF2-40B4-BE49-F238E27FC236}">
                <a16:creationId xmlns:a16="http://schemas.microsoft.com/office/drawing/2014/main" id="{1FA99EED-9E3C-F4AF-B3E0-8F5D3673CAB8}"/>
              </a:ext>
            </a:extLst>
          </p:cNvPr>
          <p:cNvSpPr/>
          <p:nvPr/>
        </p:nvSpPr>
        <p:spPr>
          <a:xfrm>
            <a:off x="738118" y="3262660"/>
            <a:ext cx="1542361" cy="224983"/>
          </a:xfrm>
          <a:prstGeom prst="rect">
            <a:avLst/>
          </a:prstGeom>
          <a:solidFill>
            <a:srgbClr val="F7FCEE"/>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Treasury</a:t>
            </a:r>
          </a:p>
        </p:txBody>
      </p:sp>
      <p:sp>
        <p:nvSpPr>
          <p:cNvPr id="95" name="Rectangle 94">
            <a:extLst>
              <a:ext uri="{FF2B5EF4-FFF2-40B4-BE49-F238E27FC236}">
                <a16:creationId xmlns:a16="http://schemas.microsoft.com/office/drawing/2014/main" id="{6E6D0FBE-AD0B-5860-CBD2-8E43A30DA913}"/>
              </a:ext>
            </a:extLst>
          </p:cNvPr>
          <p:cNvSpPr/>
          <p:nvPr/>
        </p:nvSpPr>
        <p:spPr>
          <a:xfrm>
            <a:off x="747297" y="3536246"/>
            <a:ext cx="1542361" cy="224983"/>
          </a:xfrm>
          <a:prstGeom prst="rect">
            <a:avLst/>
          </a:prstGeom>
          <a:solidFill>
            <a:srgbClr val="F7FCEE"/>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Panchayati Raj</a:t>
            </a:r>
          </a:p>
        </p:txBody>
      </p:sp>
      <p:sp>
        <p:nvSpPr>
          <p:cNvPr id="96" name="Rectangle 95">
            <a:extLst>
              <a:ext uri="{FF2B5EF4-FFF2-40B4-BE49-F238E27FC236}">
                <a16:creationId xmlns:a16="http://schemas.microsoft.com/office/drawing/2014/main" id="{752BD1AF-4FFA-17F9-D3F6-9F88418A71D9}"/>
              </a:ext>
            </a:extLst>
          </p:cNvPr>
          <p:cNvSpPr/>
          <p:nvPr/>
        </p:nvSpPr>
        <p:spPr>
          <a:xfrm>
            <a:off x="745460" y="3809834"/>
            <a:ext cx="1542361" cy="326961"/>
          </a:xfrm>
          <a:prstGeom prst="rect">
            <a:avLst/>
          </a:prstGeom>
          <a:solidFill>
            <a:srgbClr val="F7FCEE"/>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UDH</a:t>
            </a:r>
          </a:p>
        </p:txBody>
      </p:sp>
      <p:sp>
        <p:nvSpPr>
          <p:cNvPr id="97" name="Rectangle 96">
            <a:extLst>
              <a:ext uri="{FF2B5EF4-FFF2-40B4-BE49-F238E27FC236}">
                <a16:creationId xmlns:a16="http://schemas.microsoft.com/office/drawing/2014/main" id="{BF2523C8-5F88-EFDF-3F05-57DFBC5A2FC3}"/>
              </a:ext>
            </a:extLst>
          </p:cNvPr>
          <p:cNvSpPr/>
          <p:nvPr/>
        </p:nvSpPr>
        <p:spPr>
          <a:xfrm>
            <a:off x="624274" y="4732737"/>
            <a:ext cx="1729648" cy="1791226"/>
          </a:xfrm>
          <a:prstGeom prst="rect">
            <a:avLst/>
          </a:prstGeom>
          <a:solidFill>
            <a:srgbClr val="147DA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Verdana" panose="020B0604030504040204" pitchFamily="34" charset="0"/>
            </a:endParaRPr>
          </a:p>
        </p:txBody>
      </p:sp>
      <p:sp>
        <p:nvSpPr>
          <p:cNvPr id="98" name="Rectangle 97">
            <a:extLst>
              <a:ext uri="{FF2B5EF4-FFF2-40B4-BE49-F238E27FC236}">
                <a16:creationId xmlns:a16="http://schemas.microsoft.com/office/drawing/2014/main" id="{5573DB4F-F958-DFD0-889C-AB846759F9C3}"/>
              </a:ext>
            </a:extLst>
          </p:cNvPr>
          <p:cNvSpPr/>
          <p:nvPr/>
        </p:nvSpPr>
        <p:spPr>
          <a:xfrm>
            <a:off x="624274" y="4629867"/>
            <a:ext cx="1729648" cy="297338"/>
          </a:xfrm>
          <a:prstGeom prst="rect">
            <a:avLst/>
          </a:prstGeom>
          <a:solidFill>
            <a:srgbClr val="147DA6"/>
          </a:solidFill>
          <a:ln w="12700" cap="flat" cmpd="sng" algn="ctr">
            <a:solidFill>
              <a:srgbClr val="86BC2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ptos" panose="020B0004020202020204" pitchFamily="34" charset="0"/>
                <a:ea typeface="Verdana" panose="020B0604030504040204" pitchFamily="34" charset="0"/>
              </a:rPr>
              <a:t>Internal</a:t>
            </a:r>
          </a:p>
        </p:txBody>
      </p:sp>
      <p:sp>
        <p:nvSpPr>
          <p:cNvPr id="99" name="Rectangle 98">
            <a:extLst>
              <a:ext uri="{FF2B5EF4-FFF2-40B4-BE49-F238E27FC236}">
                <a16:creationId xmlns:a16="http://schemas.microsoft.com/office/drawing/2014/main" id="{FB93CE2A-0AAB-0EC9-08CC-1AD813C53948}"/>
              </a:ext>
            </a:extLst>
          </p:cNvPr>
          <p:cNvSpPr/>
          <p:nvPr/>
        </p:nvSpPr>
        <p:spPr>
          <a:xfrm>
            <a:off x="712409" y="4975796"/>
            <a:ext cx="1542361" cy="224983"/>
          </a:xfrm>
          <a:prstGeom prst="rect">
            <a:avLst/>
          </a:prstGeom>
          <a:solidFill>
            <a:sysClr val="window" lastClr="FFFFFF">
              <a:lumMod val="95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Apna </a:t>
            </a:r>
            <a:r>
              <a:rPr kumimoji="0" lang="en-US" sz="1000" b="0" i="0" u="none" strike="noStrike" kern="0" cap="none" spc="0" normalizeH="0" baseline="0" noProof="0" err="1">
                <a:ln>
                  <a:noFill/>
                </a:ln>
                <a:solidFill>
                  <a:prstClr val="black"/>
                </a:solidFill>
                <a:effectLst/>
                <a:uLnTx/>
                <a:uFillTx/>
                <a:latin typeface="Aptos" panose="020B0004020202020204" pitchFamily="34" charset="0"/>
                <a:ea typeface="Verdana" panose="020B0604030504040204" pitchFamily="34" charset="0"/>
              </a:rPr>
              <a:t>Khata</a:t>
            </a:r>
            <a:endPar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endParaRPr>
          </a:p>
        </p:txBody>
      </p:sp>
      <p:sp>
        <p:nvSpPr>
          <p:cNvPr id="100" name="Rectangle 99">
            <a:extLst>
              <a:ext uri="{FF2B5EF4-FFF2-40B4-BE49-F238E27FC236}">
                <a16:creationId xmlns:a16="http://schemas.microsoft.com/office/drawing/2014/main" id="{EB3086B3-7619-D44C-039D-19FBA21E7800}"/>
              </a:ext>
            </a:extLst>
          </p:cNvPr>
          <p:cNvSpPr/>
          <p:nvPr/>
        </p:nvSpPr>
        <p:spPr>
          <a:xfrm>
            <a:off x="708732" y="5245822"/>
            <a:ext cx="1542361" cy="224983"/>
          </a:xfrm>
          <a:prstGeom prst="rect">
            <a:avLst/>
          </a:prstGeom>
          <a:solidFill>
            <a:sysClr val="window" lastClr="FFFFFF">
              <a:lumMod val="95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Bhu Naksha</a:t>
            </a:r>
          </a:p>
        </p:txBody>
      </p:sp>
      <p:sp>
        <p:nvSpPr>
          <p:cNvPr id="101" name="Rectangle 100">
            <a:extLst>
              <a:ext uri="{FF2B5EF4-FFF2-40B4-BE49-F238E27FC236}">
                <a16:creationId xmlns:a16="http://schemas.microsoft.com/office/drawing/2014/main" id="{0B19BEBE-E6DC-29B9-DE29-FB728B8DFA9A}"/>
              </a:ext>
            </a:extLst>
          </p:cNvPr>
          <p:cNvSpPr/>
          <p:nvPr/>
        </p:nvSpPr>
        <p:spPr>
          <a:xfrm>
            <a:off x="708731" y="5521227"/>
            <a:ext cx="1542361" cy="297338"/>
          </a:xfrm>
          <a:prstGeom prst="rect">
            <a:avLst/>
          </a:prstGeom>
          <a:solidFill>
            <a:sysClr val="window" lastClr="FFFFFF">
              <a:lumMod val="95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Revenue Court Registers</a:t>
            </a:r>
          </a:p>
        </p:txBody>
      </p:sp>
      <p:sp>
        <p:nvSpPr>
          <p:cNvPr id="102" name="Rectangle 101">
            <a:extLst>
              <a:ext uri="{FF2B5EF4-FFF2-40B4-BE49-F238E27FC236}">
                <a16:creationId xmlns:a16="http://schemas.microsoft.com/office/drawing/2014/main" id="{832A9E35-05DF-265F-9FB4-B99CE9614F7E}"/>
              </a:ext>
            </a:extLst>
          </p:cNvPr>
          <p:cNvSpPr/>
          <p:nvPr/>
        </p:nvSpPr>
        <p:spPr>
          <a:xfrm>
            <a:off x="708732" y="5863133"/>
            <a:ext cx="1558882" cy="224983"/>
          </a:xfrm>
          <a:prstGeom prst="rect">
            <a:avLst/>
          </a:prstGeom>
          <a:solidFill>
            <a:sysClr val="window" lastClr="FFFFFF">
              <a:lumMod val="95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Conversion Workflow </a:t>
            </a:r>
          </a:p>
        </p:txBody>
      </p:sp>
      <p:sp>
        <p:nvSpPr>
          <p:cNvPr id="103" name="TextBox 102">
            <a:extLst>
              <a:ext uri="{FF2B5EF4-FFF2-40B4-BE49-F238E27FC236}">
                <a16:creationId xmlns:a16="http://schemas.microsoft.com/office/drawing/2014/main" id="{41DEB783-C477-D35D-DEE9-6F9CB0135C35}"/>
              </a:ext>
            </a:extLst>
          </p:cNvPr>
          <p:cNvSpPr txBox="1"/>
          <p:nvPr/>
        </p:nvSpPr>
        <p:spPr>
          <a:xfrm>
            <a:off x="822182" y="561055"/>
            <a:ext cx="1314696" cy="338554"/>
          </a:xfrm>
          <a:prstGeom prst="rect">
            <a:avLst/>
          </a:prstGeom>
          <a:noFill/>
        </p:spPr>
        <p:txBody>
          <a:bodyPr wrap="square" rtlCol="0">
            <a:spAutoFit/>
          </a:bodyPr>
          <a:lstStyle/>
          <a:p>
            <a:pPr algn="ctr"/>
            <a:r>
              <a:rPr lang="en-US" sz="1600" b="1">
                <a:solidFill>
                  <a:srgbClr val="FFFFFF"/>
                </a:solidFill>
                <a:latin typeface="Aptos" panose="020B0004020202020204" pitchFamily="34" charset="0"/>
                <a:ea typeface="Verdana" panose="020B0604030504040204" pitchFamily="34" charset="0"/>
              </a:rPr>
              <a:t>Sources</a:t>
            </a:r>
          </a:p>
        </p:txBody>
      </p:sp>
      <p:sp>
        <p:nvSpPr>
          <p:cNvPr id="104" name="Rectangle 103">
            <a:extLst>
              <a:ext uri="{FF2B5EF4-FFF2-40B4-BE49-F238E27FC236}">
                <a16:creationId xmlns:a16="http://schemas.microsoft.com/office/drawing/2014/main" id="{BDE67619-5EFE-C898-7637-66B0B0049C51}"/>
              </a:ext>
            </a:extLst>
          </p:cNvPr>
          <p:cNvSpPr/>
          <p:nvPr/>
        </p:nvSpPr>
        <p:spPr>
          <a:xfrm>
            <a:off x="2582361" y="472847"/>
            <a:ext cx="764320" cy="6095300"/>
          </a:xfrm>
          <a:prstGeom prst="rect">
            <a:avLst/>
          </a:prstGeom>
          <a:solidFill>
            <a:schemeClr val="tx2">
              <a:lumMod val="10000"/>
              <a:lumOff val="90000"/>
            </a:schemeClr>
          </a:solidFill>
          <a:ln w="12700" cap="flat" cmpd="sng" algn="ctr">
            <a:solidFill>
              <a:sysClr val="windowText" lastClr="000000"/>
            </a:solidFill>
            <a:prstDash val="solid"/>
            <a:miter lim="800000"/>
          </a:ln>
          <a:effectLst/>
        </p:spPr>
        <p:txBody>
          <a:bodyPr vert="vert27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Data Integration Layer</a:t>
            </a:r>
          </a:p>
        </p:txBody>
      </p:sp>
      <p:sp>
        <p:nvSpPr>
          <p:cNvPr id="105" name="TextBox 104">
            <a:extLst>
              <a:ext uri="{FF2B5EF4-FFF2-40B4-BE49-F238E27FC236}">
                <a16:creationId xmlns:a16="http://schemas.microsoft.com/office/drawing/2014/main" id="{7CDFC167-6EE8-73F4-D37A-12F7BEA60794}"/>
              </a:ext>
            </a:extLst>
          </p:cNvPr>
          <p:cNvSpPr txBox="1"/>
          <p:nvPr/>
        </p:nvSpPr>
        <p:spPr>
          <a:xfrm>
            <a:off x="2939413" y="436027"/>
            <a:ext cx="369332" cy="6460790"/>
          </a:xfrm>
          <a:prstGeom prst="rect">
            <a:avLst/>
          </a:prstGeom>
          <a:noFill/>
        </p:spPr>
        <p:txBody>
          <a:bodyPr vert="vert270" wrap="square" rtlCol="0">
            <a:spAutoFit/>
          </a:bodyPr>
          <a:lstStyle/>
          <a:p>
            <a:pPr algn="ctr"/>
            <a:r>
              <a:rPr lang="en-US" sz="1200">
                <a:solidFill>
                  <a:prstClr val="black"/>
                </a:solidFill>
                <a:latin typeface="Aptos" panose="020B0004020202020204" pitchFamily="34" charset="0"/>
                <a:ea typeface="Verdana" panose="020B0604030504040204" pitchFamily="34" charset="0"/>
              </a:rPr>
              <a:t>(</a:t>
            </a:r>
            <a:r>
              <a:rPr lang="en-US" sz="1200" err="1">
                <a:solidFill>
                  <a:prstClr val="black"/>
                </a:solidFill>
                <a:latin typeface="Aptos" panose="020B0004020202020204" pitchFamily="34" charset="0"/>
                <a:ea typeface="Verdana" panose="020B0604030504040204" pitchFamily="34" charset="0"/>
              </a:rPr>
              <a:t>epanjiyan</a:t>
            </a:r>
            <a:r>
              <a:rPr lang="en-US" sz="1200">
                <a:solidFill>
                  <a:prstClr val="black"/>
                </a:solidFill>
                <a:latin typeface="Aptos" panose="020B0004020202020204" pitchFamily="34" charset="0"/>
                <a:ea typeface="Verdana" panose="020B0604030504040204" pitchFamily="34" charset="0"/>
              </a:rPr>
              <a:t>, RRCMS, DMG, Raj </a:t>
            </a:r>
            <a:r>
              <a:rPr lang="en-US" sz="1200" err="1">
                <a:solidFill>
                  <a:prstClr val="black"/>
                </a:solidFill>
                <a:latin typeface="Aptos" panose="020B0004020202020204" pitchFamily="34" charset="0"/>
                <a:ea typeface="Verdana" panose="020B0604030504040204" pitchFamily="34" charset="0"/>
              </a:rPr>
              <a:t>Girdwari</a:t>
            </a:r>
            <a:r>
              <a:rPr lang="en-US" sz="1200">
                <a:solidFill>
                  <a:prstClr val="black"/>
                </a:solidFill>
                <a:latin typeface="Aptos" panose="020B0004020202020204" pitchFamily="34" charset="0"/>
                <a:ea typeface="Verdana" panose="020B0604030504040204" pitchFamily="34" charset="0"/>
              </a:rPr>
              <a:t>, Raj Forest, FMDSS, RIPS)  </a:t>
            </a:r>
          </a:p>
        </p:txBody>
      </p:sp>
      <p:sp>
        <p:nvSpPr>
          <p:cNvPr id="106" name="Rectangle 105">
            <a:extLst>
              <a:ext uri="{FF2B5EF4-FFF2-40B4-BE49-F238E27FC236}">
                <a16:creationId xmlns:a16="http://schemas.microsoft.com/office/drawing/2014/main" id="{91C45AAF-8D4C-08E3-7B05-2D2232E923A2}"/>
              </a:ext>
            </a:extLst>
          </p:cNvPr>
          <p:cNvSpPr/>
          <p:nvPr/>
        </p:nvSpPr>
        <p:spPr>
          <a:xfrm>
            <a:off x="3418916" y="4853175"/>
            <a:ext cx="8421501" cy="1714972"/>
          </a:xfrm>
          <a:prstGeom prst="rect">
            <a:avLst/>
          </a:prstGeom>
          <a:noFill/>
          <a:ln w="19050" cap="flat" cmpd="sng" algn="ctr">
            <a:solidFill>
              <a:srgbClr val="86BC25">
                <a:shade val="15000"/>
              </a:srgbClr>
            </a:solidFill>
            <a:prstDash val="sysDot"/>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endParaRPr>
          </a:p>
        </p:txBody>
      </p:sp>
      <p:sp>
        <p:nvSpPr>
          <p:cNvPr id="107" name="Rectangle 106">
            <a:extLst>
              <a:ext uri="{FF2B5EF4-FFF2-40B4-BE49-F238E27FC236}">
                <a16:creationId xmlns:a16="http://schemas.microsoft.com/office/drawing/2014/main" id="{86DAC498-1CC1-B714-0709-02E1ED183144}"/>
              </a:ext>
            </a:extLst>
          </p:cNvPr>
          <p:cNvSpPr/>
          <p:nvPr/>
        </p:nvSpPr>
        <p:spPr>
          <a:xfrm>
            <a:off x="3418916" y="3138076"/>
            <a:ext cx="8421501" cy="1609207"/>
          </a:xfrm>
          <a:prstGeom prst="rect">
            <a:avLst/>
          </a:prstGeom>
          <a:solidFill>
            <a:srgbClr val="203744"/>
          </a:solidFill>
          <a:ln w="19050" cap="flat" cmpd="sng" algn="ctr">
            <a:solidFill>
              <a:srgbClr val="86BC25">
                <a:shade val="15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108" name="Rectangle 107">
            <a:extLst>
              <a:ext uri="{FF2B5EF4-FFF2-40B4-BE49-F238E27FC236}">
                <a16:creationId xmlns:a16="http://schemas.microsoft.com/office/drawing/2014/main" id="{CBB9F772-9228-C0C4-B0D1-473273807F14}"/>
              </a:ext>
            </a:extLst>
          </p:cNvPr>
          <p:cNvSpPr/>
          <p:nvPr/>
        </p:nvSpPr>
        <p:spPr>
          <a:xfrm>
            <a:off x="3426825" y="472847"/>
            <a:ext cx="8394705" cy="853336"/>
          </a:xfrm>
          <a:prstGeom prst="rect">
            <a:avLst/>
          </a:prstGeom>
          <a:solidFill>
            <a:srgbClr val="EFF7FF"/>
          </a:solidFill>
          <a:ln w="12700" cap="flat" cmpd="sng" algn="ctr">
            <a:solidFill>
              <a:srgbClr val="86BC2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109" name="TextBox 108">
            <a:extLst>
              <a:ext uri="{FF2B5EF4-FFF2-40B4-BE49-F238E27FC236}">
                <a16:creationId xmlns:a16="http://schemas.microsoft.com/office/drawing/2014/main" id="{A3DAE09E-47D3-A480-FE8A-B01A08173D21}"/>
              </a:ext>
            </a:extLst>
          </p:cNvPr>
          <p:cNvSpPr txBox="1"/>
          <p:nvPr/>
        </p:nvSpPr>
        <p:spPr>
          <a:xfrm>
            <a:off x="5931208" y="492031"/>
            <a:ext cx="2776251" cy="307777"/>
          </a:xfrm>
          <a:prstGeom prst="rect">
            <a:avLst/>
          </a:prstGeom>
          <a:noFill/>
        </p:spPr>
        <p:txBody>
          <a:bodyPr wrap="square" rtlCol="0">
            <a:spAutoFit/>
          </a:bodyPr>
          <a:lstStyle/>
          <a:p>
            <a:pPr algn="ctr"/>
            <a:r>
              <a:rPr lang="en-US" sz="1400" b="1">
                <a:solidFill>
                  <a:prstClr val="black"/>
                </a:solidFill>
                <a:latin typeface="Aptos" panose="020B0004020202020204" pitchFamily="34" charset="0"/>
                <a:ea typeface="Verdana" panose="020B0604030504040204" pitchFamily="34" charset="0"/>
              </a:rPr>
              <a:t>User Layer</a:t>
            </a:r>
          </a:p>
        </p:txBody>
      </p:sp>
      <p:sp>
        <p:nvSpPr>
          <p:cNvPr id="110" name="TextBox 109">
            <a:extLst>
              <a:ext uri="{FF2B5EF4-FFF2-40B4-BE49-F238E27FC236}">
                <a16:creationId xmlns:a16="http://schemas.microsoft.com/office/drawing/2014/main" id="{88440E49-621B-5682-4634-FF770C8260FD}"/>
              </a:ext>
            </a:extLst>
          </p:cNvPr>
          <p:cNvSpPr txBox="1"/>
          <p:nvPr/>
        </p:nvSpPr>
        <p:spPr>
          <a:xfrm>
            <a:off x="3465878" y="1073832"/>
            <a:ext cx="1696627" cy="246221"/>
          </a:xfrm>
          <a:prstGeom prst="rect">
            <a:avLst/>
          </a:prstGeom>
          <a:noFill/>
        </p:spPr>
        <p:txBody>
          <a:bodyPr wrap="square" rtlCol="0">
            <a:spAutoFit/>
          </a:bodyPr>
          <a:lstStyle/>
          <a:p>
            <a:pPr algn="ctr">
              <a:defRPr/>
            </a:pPr>
            <a:r>
              <a:rPr lang="en-IN" sz="1000">
                <a:solidFill>
                  <a:prstClr val="black"/>
                </a:solidFill>
                <a:latin typeface="Aptos" panose="020B0004020202020204" pitchFamily="34" charset="0"/>
                <a:ea typeface="Verdana" panose="020B0604030504040204" pitchFamily="34" charset="0"/>
              </a:rPr>
              <a:t>Single Land Gateway</a:t>
            </a:r>
          </a:p>
        </p:txBody>
      </p:sp>
      <p:sp>
        <p:nvSpPr>
          <p:cNvPr id="111" name="TextBox 110">
            <a:extLst>
              <a:ext uri="{FF2B5EF4-FFF2-40B4-BE49-F238E27FC236}">
                <a16:creationId xmlns:a16="http://schemas.microsoft.com/office/drawing/2014/main" id="{7379D8A0-013A-4CA7-A384-9B23C613A762}"/>
              </a:ext>
            </a:extLst>
          </p:cNvPr>
          <p:cNvSpPr txBox="1"/>
          <p:nvPr/>
        </p:nvSpPr>
        <p:spPr>
          <a:xfrm>
            <a:off x="5005674" y="1102395"/>
            <a:ext cx="1635073" cy="246221"/>
          </a:xfrm>
          <a:prstGeom prst="rect">
            <a:avLst/>
          </a:prstGeom>
          <a:noFill/>
        </p:spPr>
        <p:txBody>
          <a:bodyPr wrap="square" rtlCol="0">
            <a:spAutoFit/>
          </a:bodyPr>
          <a:lstStyle/>
          <a:p>
            <a:pPr algn="ctr">
              <a:defRPr/>
            </a:pPr>
            <a:r>
              <a:rPr lang="en-IN" sz="1000">
                <a:solidFill>
                  <a:prstClr val="black"/>
                </a:solidFill>
                <a:latin typeface="Aptos" panose="020B0004020202020204" pitchFamily="34" charset="0"/>
                <a:ea typeface="Verdana" panose="020B0604030504040204" pitchFamily="34" charset="0"/>
              </a:rPr>
              <a:t>GIS Dashboard</a:t>
            </a:r>
          </a:p>
        </p:txBody>
      </p:sp>
      <p:sp>
        <p:nvSpPr>
          <p:cNvPr id="112" name="TextBox 111">
            <a:extLst>
              <a:ext uri="{FF2B5EF4-FFF2-40B4-BE49-F238E27FC236}">
                <a16:creationId xmlns:a16="http://schemas.microsoft.com/office/drawing/2014/main" id="{9E08C364-3657-D5D4-E042-622B6D01DD3D}"/>
              </a:ext>
            </a:extLst>
          </p:cNvPr>
          <p:cNvSpPr txBox="1"/>
          <p:nvPr/>
        </p:nvSpPr>
        <p:spPr>
          <a:xfrm>
            <a:off x="6305071" y="1031420"/>
            <a:ext cx="1635073" cy="246221"/>
          </a:xfrm>
          <a:prstGeom prst="rect">
            <a:avLst/>
          </a:prstGeom>
          <a:noFill/>
        </p:spPr>
        <p:txBody>
          <a:bodyPr wrap="square" rtlCol="0">
            <a:spAutoFit/>
          </a:bodyPr>
          <a:lstStyle/>
          <a:p>
            <a:pPr algn="ctr">
              <a:defRPr/>
            </a:pPr>
            <a:r>
              <a:rPr lang="en-IN" sz="1000">
                <a:solidFill>
                  <a:prstClr val="black"/>
                </a:solidFill>
                <a:latin typeface="Aptos" panose="020B0004020202020204" pitchFamily="34" charset="0"/>
                <a:ea typeface="Verdana" panose="020B0604030504040204" pitchFamily="34" charset="0"/>
              </a:rPr>
              <a:t>Mobile App</a:t>
            </a:r>
          </a:p>
        </p:txBody>
      </p:sp>
      <p:sp>
        <p:nvSpPr>
          <p:cNvPr id="113" name="TextBox 112">
            <a:extLst>
              <a:ext uri="{FF2B5EF4-FFF2-40B4-BE49-F238E27FC236}">
                <a16:creationId xmlns:a16="http://schemas.microsoft.com/office/drawing/2014/main" id="{A61E3CFE-D0A8-4C1E-C8D6-1686969422D3}"/>
              </a:ext>
            </a:extLst>
          </p:cNvPr>
          <p:cNvSpPr txBox="1"/>
          <p:nvPr/>
        </p:nvSpPr>
        <p:spPr>
          <a:xfrm>
            <a:off x="7831807" y="1041043"/>
            <a:ext cx="2522178" cy="246221"/>
          </a:xfrm>
          <a:prstGeom prst="rect">
            <a:avLst/>
          </a:prstGeom>
          <a:noFill/>
        </p:spPr>
        <p:txBody>
          <a:bodyPr wrap="square" rtlCol="0">
            <a:spAutoFit/>
          </a:bodyPr>
          <a:lstStyle/>
          <a:p>
            <a:pPr algn="ctr">
              <a:defRPr/>
            </a:pPr>
            <a:r>
              <a:rPr lang="en-IN" sz="1000">
                <a:solidFill>
                  <a:prstClr val="black"/>
                </a:solidFill>
                <a:latin typeface="Aptos" panose="020B0004020202020204" pitchFamily="34" charset="0"/>
                <a:ea typeface="Verdana" panose="020B0604030504040204" pitchFamily="34" charset="0"/>
              </a:rPr>
              <a:t>Operational Alerts / Field Reports</a:t>
            </a:r>
          </a:p>
        </p:txBody>
      </p:sp>
      <p:sp>
        <p:nvSpPr>
          <p:cNvPr id="114" name="TextBox 113">
            <a:extLst>
              <a:ext uri="{FF2B5EF4-FFF2-40B4-BE49-F238E27FC236}">
                <a16:creationId xmlns:a16="http://schemas.microsoft.com/office/drawing/2014/main" id="{33DD019A-477D-4431-F710-45CA3EE45AF6}"/>
              </a:ext>
            </a:extLst>
          </p:cNvPr>
          <p:cNvSpPr txBox="1"/>
          <p:nvPr/>
        </p:nvSpPr>
        <p:spPr>
          <a:xfrm>
            <a:off x="9982131" y="1048579"/>
            <a:ext cx="2104077" cy="246221"/>
          </a:xfrm>
          <a:prstGeom prst="rect">
            <a:avLst/>
          </a:prstGeom>
          <a:noFill/>
        </p:spPr>
        <p:txBody>
          <a:bodyPr wrap="square" rtlCol="0">
            <a:spAutoFit/>
          </a:bodyPr>
          <a:lstStyle/>
          <a:p>
            <a:pPr algn="ctr">
              <a:defRPr/>
            </a:pPr>
            <a:r>
              <a:rPr lang="en-IN" sz="1000">
                <a:solidFill>
                  <a:prstClr val="black"/>
                </a:solidFill>
                <a:latin typeface="Aptos" panose="020B0004020202020204" pitchFamily="34" charset="0"/>
                <a:ea typeface="Verdana" panose="020B0604030504040204" pitchFamily="34" charset="0"/>
              </a:rPr>
              <a:t>Kiosk</a:t>
            </a:r>
          </a:p>
        </p:txBody>
      </p:sp>
      <p:sp>
        <p:nvSpPr>
          <p:cNvPr id="118" name="Rectangle 117">
            <a:extLst>
              <a:ext uri="{FF2B5EF4-FFF2-40B4-BE49-F238E27FC236}">
                <a16:creationId xmlns:a16="http://schemas.microsoft.com/office/drawing/2014/main" id="{CFB268D6-E391-BD96-E71E-D30E2731AC31}"/>
              </a:ext>
            </a:extLst>
          </p:cNvPr>
          <p:cNvSpPr/>
          <p:nvPr/>
        </p:nvSpPr>
        <p:spPr>
          <a:xfrm>
            <a:off x="701112" y="6139013"/>
            <a:ext cx="1558882" cy="318673"/>
          </a:xfrm>
          <a:prstGeom prst="rect">
            <a:avLst/>
          </a:prstGeom>
          <a:solidFill>
            <a:sysClr val="window" lastClr="FFFFFF">
              <a:lumMod val="95000"/>
            </a:sysClr>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I</a:t>
            </a:r>
          </a:p>
        </p:txBody>
      </p:sp>
      <p:sp>
        <p:nvSpPr>
          <p:cNvPr id="119" name="TextBox 118">
            <a:extLst>
              <a:ext uri="{FF2B5EF4-FFF2-40B4-BE49-F238E27FC236}">
                <a16:creationId xmlns:a16="http://schemas.microsoft.com/office/drawing/2014/main" id="{0344FC92-A02E-E2E0-A458-A97D29214A58}"/>
              </a:ext>
            </a:extLst>
          </p:cNvPr>
          <p:cNvSpPr txBox="1"/>
          <p:nvPr/>
        </p:nvSpPr>
        <p:spPr>
          <a:xfrm>
            <a:off x="745460" y="6075301"/>
            <a:ext cx="1655684" cy="400110"/>
          </a:xfrm>
          <a:prstGeom prst="rect">
            <a:avLst/>
          </a:prstGeom>
          <a:noFill/>
        </p:spPr>
        <p:txBody>
          <a:bodyPr wrap="square" rtlCol="0">
            <a:spAutoFit/>
          </a:bodyPr>
          <a:lstStyle/>
          <a:p>
            <a:pPr algn="ctr"/>
            <a:r>
              <a:rPr lang="en-US" sz="1000">
                <a:solidFill>
                  <a:prstClr val="black"/>
                </a:solidFill>
                <a:latin typeface="Aptos" panose="020B0004020202020204" pitchFamily="34" charset="0"/>
                <a:ea typeface="Verdana" panose="020B0604030504040204" pitchFamily="34" charset="0"/>
              </a:rPr>
              <a:t>Internal Observation Records</a:t>
            </a:r>
          </a:p>
        </p:txBody>
      </p:sp>
      <p:sp>
        <p:nvSpPr>
          <p:cNvPr id="120" name="TextBox 119">
            <a:extLst>
              <a:ext uri="{FF2B5EF4-FFF2-40B4-BE49-F238E27FC236}">
                <a16:creationId xmlns:a16="http://schemas.microsoft.com/office/drawing/2014/main" id="{39CAC2D8-2D4E-59B4-2FEE-37CCA1D7C735}"/>
              </a:ext>
            </a:extLst>
          </p:cNvPr>
          <p:cNvSpPr txBox="1"/>
          <p:nvPr/>
        </p:nvSpPr>
        <p:spPr>
          <a:xfrm>
            <a:off x="3589461" y="4975177"/>
            <a:ext cx="1653252" cy="261610"/>
          </a:xfrm>
          <a:prstGeom prst="rect">
            <a:avLst/>
          </a:prstGeom>
          <a:solidFill>
            <a:srgbClr val="147DA6"/>
          </a:solidFill>
          <a:ln w="12700">
            <a:solidFill>
              <a:sysClr val="windowText" lastClr="000000"/>
            </a:solidFill>
            <a:prstDash val="sysDot"/>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rPr>
              <a:t>Parcel Master Registry</a:t>
            </a:r>
          </a:p>
        </p:txBody>
      </p:sp>
      <p:sp>
        <p:nvSpPr>
          <p:cNvPr id="121" name="TextBox 120">
            <a:extLst>
              <a:ext uri="{FF2B5EF4-FFF2-40B4-BE49-F238E27FC236}">
                <a16:creationId xmlns:a16="http://schemas.microsoft.com/office/drawing/2014/main" id="{CA903BFF-530D-2525-E853-DEE2143DEE9D}"/>
              </a:ext>
            </a:extLst>
          </p:cNvPr>
          <p:cNvSpPr txBox="1"/>
          <p:nvPr/>
        </p:nvSpPr>
        <p:spPr>
          <a:xfrm>
            <a:off x="3581688" y="5360799"/>
            <a:ext cx="1653252" cy="1169551"/>
          </a:xfrm>
          <a:prstGeom prst="rect">
            <a:avLst/>
          </a:prstGeom>
          <a:noFill/>
          <a:ln w="12700">
            <a:solidFill>
              <a:sysClr val="windowText" lastClr="000000"/>
            </a:solidFill>
            <a:prstDash val="sysDot"/>
          </a:ln>
        </p:spPr>
        <p:txBody>
          <a:bodyPr wrap="square" rtlCol="0">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ULPIN/</a:t>
            </a:r>
            <a:r>
              <a:rPr kumimoji="0" lang="en-US" sz="1000" b="0" i="0" u="none" strike="noStrike" kern="0" cap="none" spc="0" normalizeH="0" baseline="0" noProof="0" err="1">
                <a:ln>
                  <a:noFill/>
                </a:ln>
                <a:solidFill>
                  <a:prstClr val="black"/>
                </a:solidFill>
                <a:effectLst/>
                <a:uLnTx/>
                <a:uFillTx/>
                <a:latin typeface="Aptos" panose="020B0004020202020204" pitchFamily="34" charset="0"/>
                <a:ea typeface="Verdana" panose="020B0604030504040204" pitchFamily="34" charset="0"/>
              </a:rPr>
              <a:t>Khasra</a:t>
            </a: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 Parcel ID </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Land Classification/Area</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Map</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Geometry / Coordinates</a:t>
            </a:r>
          </a:p>
        </p:txBody>
      </p:sp>
      <p:sp>
        <p:nvSpPr>
          <p:cNvPr id="122" name="TextBox 121">
            <a:extLst>
              <a:ext uri="{FF2B5EF4-FFF2-40B4-BE49-F238E27FC236}">
                <a16:creationId xmlns:a16="http://schemas.microsoft.com/office/drawing/2014/main" id="{2CAFDC7C-6E82-0098-46AB-18A7CA5B2674}"/>
              </a:ext>
            </a:extLst>
          </p:cNvPr>
          <p:cNvSpPr txBox="1"/>
          <p:nvPr/>
        </p:nvSpPr>
        <p:spPr>
          <a:xfrm>
            <a:off x="5297901" y="4972372"/>
            <a:ext cx="1197564" cy="261610"/>
          </a:xfrm>
          <a:prstGeom prst="rect">
            <a:avLst/>
          </a:prstGeom>
          <a:solidFill>
            <a:srgbClr val="147DA6"/>
          </a:solidFill>
          <a:ln w="12700">
            <a:solidFill>
              <a:sysClr val="windowText" lastClr="000000"/>
            </a:solidFill>
            <a:prstDash val="sysDot"/>
          </a:ln>
        </p:spPr>
        <p:txBody>
          <a:bodyPr wrap="square" rtlCol="0" anchor="b">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rPr>
              <a:t>Legal</a:t>
            </a:r>
          </a:p>
        </p:txBody>
      </p:sp>
      <p:sp>
        <p:nvSpPr>
          <p:cNvPr id="123" name="TextBox 122">
            <a:extLst>
              <a:ext uri="{FF2B5EF4-FFF2-40B4-BE49-F238E27FC236}">
                <a16:creationId xmlns:a16="http://schemas.microsoft.com/office/drawing/2014/main" id="{FF5642C4-7E38-F4AF-4ADC-0FBF66354B6C}"/>
              </a:ext>
            </a:extLst>
          </p:cNvPr>
          <p:cNvSpPr txBox="1"/>
          <p:nvPr/>
        </p:nvSpPr>
        <p:spPr>
          <a:xfrm>
            <a:off x="5299998" y="5353179"/>
            <a:ext cx="1197564" cy="1169551"/>
          </a:xfrm>
          <a:prstGeom prst="rect">
            <a:avLst/>
          </a:prstGeom>
          <a:noFill/>
          <a:ln w="12700">
            <a:solidFill>
              <a:sysClr val="windowText" lastClr="000000"/>
            </a:solidFill>
            <a:prstDash val="sysDot"/>
          </a:ln>
        </p:spPr>
        <p:txBody>
          <a:bodyPr wrap="square" rtlCol="0">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Mutation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Ownership</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Inheritance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Partition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Court Orders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Case Status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err="1">
                <a:ln>
                  <a:noFill/>
                </a:ln>
                <a:solidFill>
                  <a:prstClr val="black"/>
                </a:solidFill>
                <a:effectLst/>
                <a:uLnTx/>
                <a:uFillTx/>
                <a:latin typeface="Aptos" panose="020B0004020202020204" pitchFamily="34" charset="0"/>
                <a:ea typeface="Verdana" panose="020B0604030504040204" pitchFamily="34" charset="0"/>
              </a:rPr>
              <a:t>RoR</a:t>
            </a:r>
            <a:endPar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endParaRPr>
          </a:p>
        </p:txBody>
      </p:sp>
      <p:sp>
        <p:nvSpPr>
          <p:cNvPr id="124" name="TextBox 123">
            <a:extLst>
              <a:ext uri="{FF2B5EF4-FFF2-40B4-BE49-F238E27FC236}">
                <a16:creationId xmlns:a16="http://schemas.microsoft.com/office/drawing/2014/main" id="{A77556A2-3AD5-99FC-C134-37AFC7723DCC}"/>
              </a:ext>
            </a:extLst>
          </p:cNvPr>
          <p:cNvSpPr txBox="1"/>
          <p:nvPr/>
        </p:nvSpPr>
        <p:spPr>
          <a:xfrm>
            <a:off x="6548793" y="4980252"/>
            <a:ext cx="1291744" cy="261610"/>
          </a:xfrm>
          <a:prstGeom prst="rect">
            <a:avLst/>
          </a:prstGeom>
          <a:solidFill>
            <a:srgbClr val="147DA6"/>
          </a:solidFill>
          <a:ln w="12700">
            <a:solidFill>
              <a:sysClr val="windowText" lastClr="000000"/>
            </a:solidFill>
            <a:prstDash val="sysDot"/>
          </a:ln>
        </p:spPr>
        <p:txBody>
          <a:bodyPr wrap="square" rtlCol="0" anchor="b">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rPr>
              <a:t>Spatial</a:t>
            </a:r>
          </a:p>
        </p:txBody>
      </p:sp>
      <p:sp>
        <p:nvSpPr>
          <p:cNvPr id="125" name="TextBox 124">
            <a:extLst>
              <a:ext uri="{FF2B5EF4-FFF2-40B4-BE49-F238E27FC236}">
                <a16:creationId xmlns:a16="http://schemas.microsoft.com/office/drawing/2014/main" id="{34993957-3FDE-73CA-4E64-0D49285B8000}"/>
              </a:ext>
            </a:extLst>
          </p:cNvPr>
          <p:cNvSpPr txBox="1"/>
          <p:nvPr/>
        </p:nvSpPr>
        <p:spPr>
          <a:xfrm>
            <a:off x="6561109" y="5402709"/>
            <a:ext cx="1291744" cy="1015663"/>
          </a:xfrm>
          <a:prstGeom prst="rect">
            <a:avLst/>
          </a:prstGeom>
          <a:noFill/>
          <a:ln w="12700">
            <a:solidFill>
              <a:sysClr val="windowText" lastClr="000000"/>
            </a:solidFill>
            <a:prstDash val="sysDot"/>
          </a:ln>
        </p:spPr>
        <p:txBody>
          <a:bodyPr wrap="square" rtlCol="0">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Cadastral Map</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GIS Layers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Geo-reference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Satellite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Survey</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Land Use</a:t>
            </a:r>
          </a:p>
        </p:txBody>
      </p:sp>
      <p:sp>
        <p:nvSpPr>
          <p:cNvPr id="126" name="TextBox 125">
            <a:extLst>
              <a:ext uri="{FF2B5EF4-FFF2-40B4-BE49-F238E27FC236}">
                <a16:creationId xmlns:a16="http://schemas.microsoft.com/office/drawing/2014/main" id="{955B3316-3240-4B98-A547-0DC41E75919C}"/>
              </a:ext>
            </a:extLst>
          </p:cNvPr>
          <p:cNvSpPr txBox="1"/>
          <p:nvPr/>
        </p:nvSpPr>
        <p:spPr>
          <a:xfrm>
            <a:off x="7924680" y="4988854"/>
            <a:ext cx="1154515" cy="261610"/>
          </a:xfrm>
          <a:prstGeom prst="rect">
            <a:avLst/>
          </a:prstGeom>
          <a:solidFill>
            <a:srgbClr val="147DA6"/>
          </a:solidFill>
          <a:ln w="12700">
            <a:solidFill>
              <a:sysClr val="windowText" lastClr="000000"/>
            </a:solidFill>
            <a:prstDash val="sysDot"/>
          </a:ln>
        </p:spPr>
        <p:txBody>
          <a:bodyPr wrap="square" rtlCol="0" anchor="b">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rPr>
              <a:t>Fiscal</a:t>
            </a:r>
          </a:p>
        </p:txBody>
      </p:sp>
      <p:sp>
        <p:nvSpPr>
          <p:cNvPr id="127" name="TextBox 126">
            <a:extLst>
              <a:ext uri="{FF2B5EF4-FFF2-40B4-BE49-F238E27FC236}">
                <a16:creationId xmlns:a16="http://schemas.microsoft.com/office/drawing/2014/main" id="{1502A830-9F23-B31F-4CD9-19D3304F9A6F}"/>
              </a:ext>
            </a:extLst>
          </p:cNvPr>
          <p:cNvSpPr txBox="1"/>
          <p:nvPr/>
        </p:nvSpPr>
        <p:spPr>
          <a:xfrm>
            <a:off x="7925088" y="5372229"/>
            <a:ext cx="1154514" cy="1015663"/>
          </a:xfrm>
          <a:prstGeom prst="rect">
            <a:avLst/>
          </a:prstGeom>
          <a:noFill/>
          <a:ln w="12700">
            <a:solidFill>
              <a:sysClr val="windowText" lastClr="000000"/>
            </a:solidFill>
            <a:prstDash val="sysDot"/>
          </a:ln>
        </p:spPr>
        <p:txBody>
          <a:bodyPr wrap="square" rtlCol="0">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Land Revenue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Conversion Fee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Lease Premium</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Arears</a:t>
            </a:r>
          </a:p>
        </p:txBody>
      </p:sp>
      <p:sp>
        <p:nvSpPr>
          <p:cNvPr id="128" name="TextBox 127">
            <a:extLst>
              <a:ext uri="{FF2B5EF4-FFF2-40B4-BE49-F238E27FC236}">
                <a16:creationId xmlns:a16="http://schemas.microsoft.com/office/drawing/2014/main" id="{0C8EB356-2CCF-FC3C-E099-A1CCEBDE598D}"/>
              </a:ext>
            </a:extLst>
          </p:cNvPr>
          <p:cNvSpPr txBox="1"/>
          <p:nvPr/>
        </p:nvSpPr>
        <p:spPr>
          <a:xfrm>
            <a:off x="11201400" y="5132945"/>
            <a:ext cx="400110" cy="1200329"/>
          </a:xfrm>
          <a:prstGeom prst="rect">
            <a:avLst/>
          </a:prstGeom>
          <a:solidFill>
            <a:srgbClr val="147DA6"/>
          </a:solidFill>
        </p:spPr>
        <p:txBody>
          <a:bodyPr vert="vert270"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rPr>
              <a:t>Data Layer</a:t>
            </a:r>
          </a:p>
        </p:txBody>
      </p:sp>
      <p:sp>
        <p:nvSpPr>
          <p:cNvPr id="129" name="TextBox 128">
            <a:extLst>
              <a:ext uri="{FF2B5EF4-FFF2-40B4-BE49-F238E27FC236}">
                <a16:creationId xmlns:a16="http://schemas.microsoft.com/office/drawing/2014/main" id="{1409AF94-8AA1-D179-EA9D-76B0A0A64D07}"/>
              </a:ext>
            </a:extLst>
          </p:cNvPr>
          <p:cNvSpPr txBox="1"/>
          <p:nvPr/>
        </p:nvSpPr>
        <p:spPr>
          <a:xfrm>
            <a:off x="9163338" y="5003781"/>
            <a:ext cx="1764919" cy="261610"/>
          </a:xfrm>
          <a:prstGeom prst="rect">
            <a:avLst/>
          </a:prstGeom>
          <a:solidFill>
            <a:srgbClr val="147DA6"/>
          </a:solidFill>
          <a:ln w="12700">
            <a:solidFill>
              <a:sysClr val="windowText" lastClr="000000"/>
            </a:solidFill>
            <a:prstDash val="sysDot"/>
          </a:ln>
        </p:spPr>
        <p:txBody>
          <a:bodyPr wrap="square" rtlCol="0" anchor="b">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rPr>
              <a:t>Third Party Integration</a:t>
            </a:r>
          </a:p>
        </p:txBody>
      </p:sp>
      <p:sp>
        <p:nvSpPr>
          <p:cNvPr id="130" name="TextBox 129">
            <a:extLst>
              <a:ext uri="{FF2B5EF4-FFF2-40B4-BE49-F238E27FC236}">
                <a16:creationId xmlns:a16="http://schemas.microsoft.com/office/drawing/2014/main" id="{EB305BD9-AD93-C291-8FAB-2BFD2E472A9E}"/>
              </a:ext>
            </a:extLst>
          </p:cNvPr>
          <p:cNvSpPr txBox="1"/>
          <p:nvPr/>
        </p:nvSpPr>
        <p:spPr>
          <a:xfrm>
            <a:off x="9164737" y="5364609"/>
            <a:ext cx="1775009" cy="1015663"/>
          </a:xfrm>
          <a:prstGeom prst="rect">
            <a:avLst/>
          </a:prstGeom>
          <a:noFill/>
          <a:ln w="12700">
            <a:solidFill>
              <a:sysClr val="windowText" lastClr="000000"/>
            </a:solidFill>
            <a:prstDash val="sysDot"/>
          </a:ln>
        </p:spPr>
        <p:txBody>
          <a:bodyPr wrap="square" rtlCol="0">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Registration Fee and Stamp Duty</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Forest and Mining Boundaries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Third Party GIS Layers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Land allotment Status</a:t>
            </a:r>
          </a:p>
        </p:txBody>
      </p:sp>
      <p:sp>
        <p:nvSpPr>
          <p:cNvPr id="131" name="TextBox 130">
            <a:extLst>
              <a:ext uri="{FF2B5EF4-FFF2-40B4-BE49-F238E27FC236}">
                <a16:creationId xmlns:a16="http://schemas.microsoft.com/office/drawing/2014/main" id="{FA46BDDB-B841-CEAC-CEF0-260704D94896}"/>
              </a:ext>
            </a:extLst>
          </p:cNvPr>
          <p:cNvSpPr txBox="1"/>
          <p:nvPr/>
        </p:nvSpPr>
        <p:spPr>
          <a:xfrm>
            <a:off x="3460123" y="3183045"/>
            <a:ext cx="8347113" cy="307777"/>
          </a:xfrm>
          <a:prstGeom prst="rect">
            <a:avLst/>
          </a:prstGeom>
          <a:solidFill>
            <a:schemeClr val="accent5">
              <a:lumMod val="40000"/>
              <a:lumOff val="60000"/>
            </a:schemeClr>
          </a:solidFill>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Application Layer</a:t>
            </a:r>
          </a:p>
        </p:txBody>
      </p:sp>
      <p:sp>
        <p:nvSpPr>
          <p:cNvPr id="132" name="Rectangle 131">
            <a:extLst>
              <a:ext uri="{FF2B5EF4-FFF2-40B4-BE49-F238E27FC236}">
                <a16:creationId xmlns:a16="http://schemas.microsoft.com/office/drawing/2014/main" id="{1F8F848D-E585-C5EA-77C4-71AF4F593D09}"/>
              </a:ext>
            </a:extLst>
          </p:cNvPr>
          <p:cNvSpPr/>
          <p:nvPr/>
        </p:nvSpPr>
        <p:spPr>
          <a:xfrm>
            <a:off x="6928142" y="3505273"/>
            <a:ext cx="1710402" cy="1173817"/>
          </a:xfrm>
          <a:prstGeom prst="rect">
            <a:avLst/>
          </a:prstGeom>
          <a:solidFill>
            <a:srgbClr val="FFFFFF"/>
          </a:solidFill>
          <a:ln w="127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endParaRPr>
          </a:p>
        </p:txBody>
      </p:sp>
      <p:sp>
        <p:nvSpPr>
          <p:cNvPr id="133" name="Rectangle 132">
            <a:extLst>
              <a:ext uri="{FF2B5EF4-FFF2-40B4-BE49-F238E27FC236}">
                <a16:creationId xmlns:a16="http://schemas.microsoft.com/office/drawing/2014/main" id="{49520A79-3382-B96C-B8CB-ABAEBCA5D44E}"/>
              </a:ext>
            </a:extLst>
          </p:cNvPr>
          <p:cNvSpPr/>
          <p:nvPr/>
        </p:nvSpPr>
        <p:spPr>
          <a:xfrm>
            <a:off x="8726461" y="3520514"/>
            <a:ext cx="1536483" cy="1158576"/>
          </a:xfrm>
          <a:prstGeom prst="rect">
            <a:avLst/>
          </a:prstGeom>
          <a:solidFill>
            <a:srgbClr val="FFFFFF"/>
          </a:solidFill>
          <a:ln w="127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endParaRPr>
          </a:p>
        </p:txBody>
      </p:sp>
      <p:sp>
        <p:nvSpPr>
          <p:cNvPr id="134" name="Rectangle 133">
            <a:extLst>
              <a:ext uri="{FF2B5EF4-FFF2-40B4-BE49-F238E27FC236}">
                <a16:creationId xmlns:a16="http://schemas.microsoft.com/office/drawing/2014/main" id="{86F42D2A-21D0-6EAD-DFAE-40252135B4BE}"/>
              </a:ext>
            </a:extLst>
          </p:cNvPr>
          <p:cNvSpPr/>
          <p:nvPr/>
        </p:nvSpPr>
        <p:spPr>
          <a:xfrm>
            <a:off x="3502550" y="3524324"/>
            <a:ext cx="1740163" cy="1154766"/>
          </a:xfrm>
          <a:prstGeom prst="rect">
            <a:avLst/>
          </a:prstGeom>
          <a:solidFill>
            <a:srgbClr val="FFFFFF"/>
          </a:solidFill>
          <a:ln w="127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endParaRPr>
          </a:p>
        </p:txBody>
      </p:sp>
      <p:sp>
        <p:nvSpPr>
          <p:cNvPr id="135" name="Rectangle 134">
            <a:extLst>
              <a:ext uri="{FF2B5EF4-FFF2-40B4-BE49-F238E27FC236}">
                <a16:creationId xmlns:a16="http://schemas.microsoft.com/office/drawing/2014/main" id="{2D5D6831-C3F6-01CB-3DAA-820005BDA027}"/>
              </a:ext>
            </a:extLst>
          </p:cNvPr>
          <p:cNvSpPr/>
          <p:nvPr/>
        </p:nvSpPr>
        <p:spPr>
          <a:xfrm>
            <a:off x="5312072" y="3516703"/>
            <a:ext cx="1512284" cy="1169977"/>
          </a:xfrm>
          <a:prstGeom prst="rect">
            <a:avLst/>
          </a:prstGeom>
          <a:solidFill>
            <a:srgbClr val="FFFFFF"/>
          </a:solidFill>
          <a:ln w="127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endParaRPr>
          </a:p>
        </p:txBody>
      </p:sp>
      <p:sp>
        <p:nvSpPr>
          <p:cNvPr id="136" name="Rectangle 135">
            <a:extLst>
              <a:ext uri="{FF2B5EF4-FFF2-40B4-BE49-F238E27FC236}">
                <a16:creationId xmlns:a16="http://schemas.microsoft.com/office/drawing/2014/main" id="{4EDF3268-2203-6045-BCBE-1FC73C6D8072}"/>
              </a:ext>
            </a:extLst>
          </p:cNvPr>
          <p:cNvSpPr/>
          <p:nvPr/>
        </p:nvSpPr>
        <p:spPr>
          <a:xfrm>
            <a:off x="10360221" y="3518263"/>
            <a:ext cx="1432590" cy="1168417"/>
          </a:xfrm>
          <a:prstGeom prst="rect">
            <a:avLst/>
          </a:prstGeom>
          <a:solidFill>
            <a:srgbClr val="FFFFFF"/>
          </a:solidFill>
          <a:ln w="127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endParaRPr>
          </a:p>
        </p:txBody>
      </p:sp>
      <p:sp>
        <p:nvSpPr>
          <p:cNvPr id="137" name="TextBox 136">
            <a:extLst>
              <a:ext uri="{FF2B5EF4-FFF2-40B4-BE49-F238E27FC236}">
                <a16:creationId xmlns:a16="http://schemas.microsoft.com/office/drawing/2014/main" id="{0A4941A9-A17E-259E-B74E-9267D1DEB244}"/>
              </a:ext>
            </a:extLst>
          </p:cNvPr>
          <p:cNvSpPr txBox="1"/>
          <p:nvPr/>
        </p:nvSpPr>
        <p:spPr>
          <a:xfrm>
            <a:off x="6951006" y="3543300"/>
            <a:ext cx="1685026" cy="261610"/>
          </a:xfrm>
          <a:prstGeom prst="rect">
            <a:avLst/>
          </a:prstGeom>
          <a:solidFill>
            <a:srgbClr val="147DA6"/>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rPr>
              <a:t>Land Event Ledger</a:t>
            </a:r>
          </a:p>
        </p:txBody>
      </p:sp>
      <p:sp>
        <p:nvSpPr>
          <p:cNvPr id="138" name="TextBox 137">
            <a:extLst>
              <a:ext uri="{FF2B5EF4-FFF2-40B4-BE49-F238E27FC236}">
                <a16:creationId xmlns:a16="http://schemas.microsoft.com/office/drawing/2014/main" id="{90D8767D-FE01-C7DD-9347-0469F2F200B1}"/>
              </a:ext>
            </a:extLst>
          </p:cNvPr>
          <p:cNvSpPr txBox="1"/>
          <p:nvPr/>
        </p:nvSpPr>
        <p:spPr>
          <a:xfrm>
            <a:off x="6962433" y="3821264"/>
            <a:ext cx="1764031" cy="861774"/>
          </a:xfrm>
          <a:prstGeom prst="rect">
            <a:avLst/>
          </a:prstGeom>
          <a:noFill/>
        </p:spPr>
        <p:txBody>
          <a:bodyPr wrap="square" rtlCol="0">
            <a:spAutoFit/>
          </a:bodyPr>
          <a:lstStyle/>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Registration</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Mutation</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Conversion</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Court Order</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Acquisition / Status</a:t>
            </a:r>
          </a:p>
        </p:txBody>
      </p:sp>
      <p:sp>
        <p:nvSpPr>
          <p:cNvPr id="139" name="TextBox 138">
            <a:extLst>
              <a:ext uri="{FF2B5EF4-FFF2-40B4-BE49-F238E27FC236}">
                <a16:creationId xmlns:a16="http://schemas.microsoft.com/office/drawing/2014/main" id="{F67559B1-38B6-D588-20C4-30055ABA0648}"/>
              </a:ext>
            </a:extLst>
          </p:cNvPr>
          <p:cNvSpPr txBox="1"/>
          <p:nvPr/>
        </p:nvSpPr>
        <p:spPr>
          <a:xfrm>
            <a:off x="8760749" y="3569970"/>
            <a:ext cx="1479335" cy="261610"/>
          </a:xfrm>
          <a:prstGeom prst="rect">
            <a:avLst/>
          </a:prstGeom>
          <a:solidFill>
            <a:srgbClr val="147DA6"/>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rPr>
              <a:t>Rules &amp; WF</a:t>
            </a:r>
          </a:p>
        </p:txBody>
      </p:sp>
      <p:sp>
        <p:nvSpPr>
          <p:cNvPr id="140" name="TextBox 139">
            <a:extLst>
              <a:ext uri="{FF2B5EF4-FFF2-40B4-BE49-F238E27FC236}">
                <a16:creationId xmlns:a16="http://schemas.microsoft.com/office/drawing/2014/main" id="{12C9C1B3-49AE-9D91-E149-F6376A861416}"/>
              </a:ext>
            </a:extLst>
          </p:cNvPr>
          <p:cNvSpPr txBox="1"/>
          <p:nvPr/>
        </p:nvSpPr>
        <p:spPr>
          <a:xfrm>
            <a:off x="8770696" y="3824907"/>
            <a:ext cx="1469392" cy="707886"/>
          </a:xfrm>
          <a:prstGeom prst="rect">
            <a:avLst/>
          </a:prstGeom>
          <a:noFill/>
        </p:spPr>
        <p:txBody>
          <a:bodyPr wrap="square" rtlCol="0">
            <a:spAutoFit/>
          </a:bodyPr>
          <a:lstStyle/>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Risk Scoring</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SLA Management</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Auto Mutation</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Approval Flows</a:t>
            </a:r>
          </a:p>
        </p:txBody>
      </p:sp>
      <p:sp>
        <p:nvSpPr>
          <p:cNvPr id="141" name="TextBox 140">
            <a:extLst>
              <a:ext uri="{FF2B5EF4-FFF2-40B4-BE49-F238E27FC236}">
                <a16:creationId xmlns:a16="http://schemas.microsoft.com/office/drawing/2014/main" id="{5FCAFAAA-51C7-4E1E-B3F0-7C312611AAB5}"/>
              </a:ext>
            </a:extLst>
          </p:cNvPr>
          <p:cNvSpPr txBox="1"/>
          <p:nvPr/>
        </p:nvSpPr>
        <p:spPr>
          <a:xfrm>
            <a:off x="3511769" y="3564880"/>
            <a:ext cx="1672590" cy="261610"/>
          </a:xfrm>
          <a:prstGeom prst="rect">
            <a:avLst/>
          </a:prstGeom>
          <a:solidFill>
            <a:srgbClr val="147DA6"/>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rPr>
              <a:t>Citizen Services</a:t>
            </a:r>
          </a:p>
        </p:txBody>
      </p:sp>
      <p:sp>
        <p:nvSpPr>
          <p:cNvPr id="142" name="TextBox 141">
            <a:extLst>
              <a:ext uri="{FF2B5EF4-FFF2-40B4-BE49-F238E27FC236}">
                <a16:creationId xmlns:a16="http://schemas.microsoft.com/office/drawing/2014/main" id="{8840181A-7BE5-9CF3-7D6A-DFC4EEE2F8C0}"/>
              </a:ext>
            </a:extLst>
          </p:cNvPr>
          <p:cNvSpPr txBox="1"/>
          <p:nvPr/>
        </p:nvSpPr>
        <p:spPr>
          <a:xfrm>
            <a:off x="3442801" y="3830500"/>
            <a:ext cx="1790370" cy="861774"/>
          </a:xfrm>
          <a:prstGeom prst="rect">
            <a:avLst/>
          </a:prstGeom>
          <a:noFill/>
        </p:spPr>
        <p:txBody>
          <a:bodyPr wrap="square" rtlCol="0">
            <a:spAutoFit/>
          </a:bodyPr>
          <a:lstStyle/>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One Land Gateway</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Search Parcel</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GIS Based Search</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Case Status</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Grievances System</a:t>
            </a:r>
          </a:p>
        </p:txBody>
      </p:sp>
      <p:sp>
        <p:nvSpPr>
          <p:cNvPr id="143" name="TextBox 142">
            <a:extLst>
              <a:ext uri="{FF2B5EF4-FFF2-40B4-BE49-F238E27FC236}">
                <a16:creationId xmlns:a16="http://schemas.microsoft.com/office/drawing/2014/main" id="{92B88A53-74FC-D437-EE16-FE1D2C269624}"/>
              </a:ext>
            </a:extLst>
          </p:cNvPr>
          <p:cNvSpPr txBox="1"/>
          <p:nvPr/>
        </p:nvSpPr>
        <p:spPr>
          <a:xfrm>
            <a:off x="5321519" y="3557260"/>
            <a:ext cx="1491786" cy="261610"/>
          </a:xfrm>
          <a:prstGeom prst="rect">
            <a:avLst/>
          </a:prstGeom>
          <a:solidFill>
            <a:srgbClr val="147DA6"/>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rPr>
              <a:t>Justice Services</a:t>
            </a:r>
          </a:p>
        </p:txBody>
      </p:sp>
      <p:sp>
        <p:nvSpPr>
          <p:cNvPr id="144" name="TextBox 143">
            <a:extLst>
              <a:ext uri="{FF2B5EF4-FFF2-40B4-BE49-F238E27FC236}">
                <a16:creationId xmlns:a16="http://schemas.microsoft.com/office/drawing/2014/main" id="{F11FA49F-53C9-6091-E7A2-114DFA909D6D}"/>
              </a:ext>
            </a:extLst>
          </p:cNvPr>
          <p:cNvSpPr txBox="1"/>
          <p:nvPr/>
        </p:nvSpPr>
        <p:spPr>
          <a:xfrm>
            <a:off x="5298271" y="3834310"/>
            <a:ext cx="1432590" cy="861774"/>
          </a:xfrm>
          <a:prstGeom prst="rect">
            <a:avLst/>
          </a:prstGeom>
          <a:noFill/>
        </p:spPr>
        <p:txBody>
          <a:bodyPr wrap="square" rtlCol="0">
            <a:spAutoFit/>
          </a:bodyPr>
          <a:lstStyle/>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RRCMS</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Litigation </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Stay Orders</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Case Status</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Case Pendency's</a:t>
            </a:r>
          </a:p>
        </p:txBody>
      </p:sp>
      <p:sp>
        <p:nvSpPr>
          <p:cNvPr id="145" name="TextBox 144">
            <a:extLst>
              <a:ext uri="{FF2B5EF4-FFF2-40B4-BE49-F238E27FC236}">
                <a16:creationId xmlns:a16="http://schemas.microsoft.com/office/drawing/2014/main" id="{47AE04FE-9F0A-762A-917E-25F2471801FD}"/>
              </a:ext>
            </a:extLst>
          </p:cNvPr>
          <p:cNvSpPr txBox="1"/>
          <p:nvPr/>
        </p:nvSpPr>
        <p:spPr>
          <a:xfrm>
            <a:off x="10393036" y="3561070"/>
            <a:ext cx="1400754" cy="261610"/>
          </a:xfrm>
          <a:prstGeom prst="rect">
            <a:avLst/>
          </a:prstGeom>
          <a:solidFill>
            <a:srgbClr val="147DA6"/>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rPr>
              <a:t>Administration</a:t>
            </a:r>
          </a:p>
        </p:txBody>
      </p:sp>
      <p:sp>
        <p:nvSpPr>
          <p:cNvPr id="146" name="TextBox 145">
            <a:extLst>
              <a:ext uri="{FF2B5EF4-FFF2-40B4-BE49-F238E27FC236}">
                <a16:creationId xmlns:a16="http://schemas.microsoft.com/office/drawing/2014/main" id="{BBE2336B-7D05-7B4F-07FD-35464F4D56BD}"/>
              </a:ext>
            </a:extLst>
          </p:cNvPr>
          <p:cNvSpPr txBox="1"/>
          <p:nvPr/>
        </p:nvSpPr>
        <p:spPr>
          <a:xfrm>
            <a:off x="10349170" y="3815012"/>
            <a:ext cx="1432590" cy="861774"/>
          </a:xfrm>
          <a:prstGeom prst="rect">
            <a:avLst/>
          </a:prstGeom>
          <a:noFill/>
        </p:spPr>
        <p:txBody>
          <a:bodyPr wrap="square" rtlCol="0">
            <a:spAutoFit/>
          </a:bodyPr>
          <a:lstStyle/>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Dashboards</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Govt Land Encroachment</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Planning</a:t>
            </a:r>
          </a:p>
          <a:p>
            <a:pPr marL="171450" indent="-171450">
              <a:buFont typeface="Arial" panose="020B0604020202020204" pitchFamily="34" charset="0"/>
              <a:buChar char="•"/>
            </a:pPr>
            <a:r>
              <a:rPr lang="en-US" sz="1000">
                <a:solidFill>
                  <a:prstClr val="black"/>
                </a:solidFill>
                <a:latin typeface="Aptos" panose="020B0004020202020204" pitchFamily="34" charset="0"/>
                <a:ea typeface="Verdana" panose="020B0604030504040204" pitchFamily="34" charset="0"/>
              </a:rPr>
              <a:t>Land Allotment</a:t>
            </a:r>
          </a:p>
        </p:txBody>
      </p:sp>
      <p:sp>
        <p:nvSpPr>
          <p:cNvPr id="154" name="Rectangle 153">
            <a:extLst>
              <a:ext uri="{FF2B5EF4-FFF2-40B4-BE49-F238E27FC236}">
                <a16:creationId xmlns:a16="http://schemas.microsoft.com/office/drawing/2014/main" id="{95F151D8-302C-EEF4-8F27-A5FC27577912}"/>
              </a:ext>
            </a:extLst>
          </p:cNvPr>
          <p:cNvSpPr/>
          <p:nvPr/>
        </p:nvSpPr>
        <p:spPr>
          <a:xfrm>
            <a:off x="3415396" y="1371600"/>
            <a:ext cx="8421501" cy="502921"/>
          </a:xfrm>
          <a:prstGeom prst="rect">
            <a:avLst/>
          </a:prstGeom>
          <a:solidFill>
            <a:srgbClr val="203744"/>
          </a:solidFill>
          <a:ln w="12700" cap="flat" cmpd="sng" algn="ctr">
            <a:solidFill>
              <a:srgbClr val="86BC2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155" name="TextBox 154">
            <a:extLst>
              <a:ext uri="{FF2B5EF4-FFF2-40B4-BE49-F238E27FC236}">
                <a16:creationId xmlns:a16="http://schemas.microsoft.com/office/drawing/2014/main" id="{B22FEFE9-B1C7-E44E-BD34-069D78B3FA97}"/>
              </a:ext>
            </a:extLst>
          </p:cNvPr>
          <p:cNvSpPr txBox="1"/>
          <p:nvPr/>
        </p:nvSpPr>
        <p:spPr>
          <a:xfrm>
            <a:off x="9249291" y="1470092"/>
            <a:ext cx="2995478" cy="307777"/>
          </a:xfrm>
          <a:prstGeom prst="rect">
            <a:avLst/>
          </a:prstGeom>
          <a:noFill/>
        </p:spPr>
        <p:txBody>
          <a:bodyPr wrap="square" rtlCol="0">
            <a:spAutoFit/>
          </a:bodyPr>
          <a:lstStyle/>
          <a:p>
            <a:pPr algn="ctr"/>
            <a:r>
              <a:rPr lang="en-US" sz="1400" b="1">
                <a:solidFill>
                  <a:srgbClr val="FFFFFF"/>
                </a:solidFill>
                <a:latin typeface="Aptos" panose="020B0004020202020204" pitchFamily="34" charset="0"/>
                <a:ea typeface="Verdana" panose="020B0604030504040204" pitchFamily="34" charset="0"/>
              </a:rPr>
              <a:t>Security Layer</a:t>
            </a:r>
          </a:p>
        </p:txBody>
      </p:sp>
      <p:sp>
        <p:nvSpPr>
          <p:cNvPr id="156" name="TextBox 155">
            <a:extLst>
              <a:ext uri="{FF2B5EF4-FFF2-40B4-BE49-F238E27FC236}">
                <a16:creationId xmlns:a16="http://schemas.microsoft.com/office/drawing/2014/main" id="{2554076F-BBF6-9D6D-A1FE-6F18AC85F8AE}"/>
              </a:ext>
            </a:extLst>
          </p:cNvPr>
          <p:cNvSpPr txBox="1"/>
          <p:nvPr/>
        </p:nvSpPr>
        <p:spPr>
          <a:xfrm>
            <a:off x="3633976" y="1521156"/>
            <a:ext cx="1462150" cy="246221"/>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Encrypted Channel</a:t>
            </a:r>
          </a:p>
        </p:txBody>
      </p:sp>
      <p:sp>
        <p:nvSpPr>
          <p:cNvPr id="157" name="TextBox 156">
            <a:extLst>
              <a:ext uri="{FF2B5EF4-FFF2-40B4-BE49-F238E27FC236}">
                <a16:creationId xmlns:a16="http://schemas.microsoft.com/office/drawing/2014/main" id="{C36B6799-9B41-1D74-3C1E-D53B523BF915}"/>
              </a:ext>
            </a:extLst>
          </p:cNvPr>
          <p:cNvSpPr txBox="1"/>
          <p:nvPr/>
        </p:nvSpPr>
        <p:spPr>
          <a:xfrm>
            <a:off x="5203696" y="1524966"/>
            <a:ext cx="1462150" cy="246221"/>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Role Based Access</a:t>
            </a:r>
          </a:p>
        </p:txBody>
      </p:sp>
      <p:sp>
        <p:nvSpPr>
          <p:cNvPr id="158" name="TextBox 157">
            <a:extLst>
              <a:ext uri="{FF2B5EF4-FFF2-40B4-BE49-F238E27FC236}">
                <a16:creationId xmlns:a16="http://schemas.microsoft.com/office/drawing/2014/main" id="{42C22430-DF9C-D32E-3DF3-80E198B9B9E7}"/>
              </a:ext>
            </a:extLst>
          </p:cNvPr>
          <p:cNvSpPr txBox="1"/>
          <p:nvPr/>
        </p:nvSpPr>
        <p:spPr>
          <a:xfrm>
            <a:off x="6761903" y="1519201"/>
            <a:ext cx="1462150" cy="246221"/>
          </a:xfrm>
          <a:prstGeom prst="rect">
            <a:avLst/>
          </a:prstGeom>
          <a:solidFill>
            <a:sysClr val="window" lastClr="FFFFFF"/>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Single Sign On</a:t>
            </a:r>
          </a:p>
        </p:txBody>
      </p:sp>
      <p:sp>
        <p:nvSpPr>
          <p:cNvPr id="159" name="TextBox 158">
            <a:extLst>
              <a:ext uri="{FF2B5EF4-FFF2-40B4-BE49-F238E27FC236}">
                <a16:creationId xmlns:a16="http://schemas.microsoft.com/office/drawing/2014/main" id="{2C07437E-8E32-7ED8-3E84-6946055A8D22}"/>
              </a:ext>
            </a:extLst>
          </p:cNvPr>
          <p:cNvSpPr txBox="1"/>
          <p:nvPr/>
        </p:nvSpPr>
        <p:spPr>
          <a:xfrm>
            <a:off x="8343229" y="1521357"/>
            <a:ext cx="1462150" cy="246221"/>
          </a:xfrm>
          <a:prstGeom prst="rect">
            <a:avLst/>
          </a:prstGeom>
          <a:solidFill>
            <a:sysClr val="window" lastClr="FFFFFF"/>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Audit Trail</a:t>
            </a:r>
          </a:p>
        </p:txBody>
      </p:sp>
      <p:pic>
        <p:nvPicPr>
          <p:cNvPr id="161" name="Picture 160">
            <a:extLst>
              <a:ext uri="{FF2B5EF4-FFF2-40B4-BE49-F238E27FC236}">
                <a16:creationId xmlns:a16="http://schemas.microsoft.com/office/drawing/2014/main" id="{D44D3EA6-3D8D-EB1A-7D93-84BC99A9900F}"/>
              </a:ext>
            </a:extLst>
          </p:cNvPr>
          <p:cNvPicPr>
            <a:picLocks noChangeAspect="1"/>
          </p:cNvPicPr>
          <p:nvPr/>
        </p:nvPicPr>
        <p:blipFill>
          <a:blip r:embed="rId2"/>
          <a:stretch>
            <a:fillRect/>
          </a:stretch>
        </p:blipFill>
        <p:spPr>
          <a:xfrm>
            <a:off x="3643699" y="561055"/>
            <a:ext cx="1317167" cy="490234"/>
          </a:xfrm>
          <a:prstGeom prst="rect">
            <a:avLst/>
          </a:prstGeom>
        </p:spPr>
      </p:pic>
      <p:pic>
        <p:nvPicPr>
          <p:cNvPr id="163" name="Picture 162">
            <a:extLst>
              <a:ext uri="{FF2B5EF4-FFF2-40B4-BE49-F238E27FC236}">
                <a16:creationId xmlns:a16="http://schemas.microsoft.com/office/drawing/2014/main" id="{350B761E-9738-5A99-F6A8-DAC6A441FA46}"/>
              </a:ext>
            </a:extLst>
          </p:cNvPr>
          <p:cNvPicPr/>
          <p:nvPr/>
        </p:nvPicPr>
        <p:blipFill>
          <a:blip r:embed="rId3"/>
          <a:stretch>
            <a:fillRect/>
          </a:stretch>
        </p:blipFill>
        <p:spPr>
          <a:xfrm>
            <a:off x="5141845" y="544636"/>
            <a:ext cx="1290393" cy="576691"/>
          </a:xfrm>
          <a:prstGeom prst="rect">
            <a:avLst/>
          </a:prstGeom>
        </p:spPr>
      </p:pic>
      <p:pic>
        <p:nvPicPr>
          <p:cNvPr id="165" name="Picture 164">
            <a:extLst>
              <a:ext uri="{FF2B5EF4-FFF2-40B4-BE49-F238E27FC236}">
                <a16:creationId xmlns:a16="http://schemas.microsoft.com/office/drawing/2014/main" id="{BFE87D51-7468-5F7B-4FD0-2A290D3E18CB}"/>
              </a:ext>
            </a:extLst>
          </p:cNvPr>
          <p:cNvPicPr>
            <a:picLocks noChangeAspect="1"/>
          </p:cNvPicPr>
          <p:nvPr/>
        </p:nvPicPr>
        <p:blipFill>
          <a:blip r:embed="rId4"/>
          <a:stretch>
            <a:fillRect/>
          </a:stretch>
        </p:blipFill>
        <p:spPr>
          <a:xfrm>
            <a:off x="8454550" y="522699"/>
            <a:ext cx="1256320" cy="523436"/>
          </a:xfrm>
          <a:prstGeom prst="rect">
            <a:avLst/>
          </a:prstGeom>
        </p:spPr>
      </p:pic>
      <p:pic>
        <p:nvPicPr>
          <p:cNvPr id="167" name="Picture 166">
            <a:extLst>
              <a:ext uri="{FF2B5EF4-FFF2-40B4-BE49-F238E27FC236}">
                <a16:creationId xmlns:a16="http://schemas.microsoft.com/office/drawing/2014/main" id="{867A005B-8ED6-00D4-4352-BD64B5526D7F}"/>
              </a:ext>
            </a:extLst>
          </p:cNvPr>
          <p:cNvPicPr>
            <a:picLocks noChangeAspect="1"/>
          </p:cNvPicPr>
          <p:nvPr/>
        </p:nvPicPr>
        <p:blipFill>
          <a:blip r:embed="rId5"/>
          <a:stretch>
            <a:fillRect/>
          </a:stretch>
        </p:blipFill>
        <p:spPr>
          <a:xfrm>
            <a:off x="10541696" y="567496"/>
            <a:ext cx="962086" cy="4138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9" name="Graphic 168" descr="Smart Phone with solid fill">
            <a:extLst>
              <a:ext uri="{FF2B5EF4-FFF2-40B4-BE49-F238E27FC236}">
                <a16:creationId xmlns:a16="http://schemas.microsoft.com/office/drawing/2014/main" id="{1167CE8D-ABB1-E724-C7E0-649E4DD66A8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93062" y="764991"/>
            <a:ext cx="570619" cy="570619"/>
          </a:xfrm>
          <a:prstGeom prst="rect">
            <a:avLst/>
          </a:prstGeom>
        </p:spPr>
      </p:pic>
      <p:sp>
        <p:nvSpPr>
          <p:cNvPr id="3" name="Rectangle 2">
            <a:extLst>
              <a:ext uri="{FF2B5EF4-FFF2-40B4-BE49-F238E27FC236}">
                <a16:creationId xmlns:a16="http://schemas.microsoft.com/office/drawing/2014/main" id="{F1E32C7C-1C8E-9495-FAF0-FF71B40DC539}"/>
              </a:ext>
            </a:extLst>
          </p:cNvPr>
          <p:cNvSpPr/>
          <p:nvPr/>
        </p:nvSpPr>
        <p:spPr>
          <a:xfrm>
            <a:off x="3415397" y="1954530"/>
            <a:ext cx="8421500" cy="1113781"/>
          </a:xfrm>
          <a:prstGeom prst="rect">
            <a:avLst/>
          </a:prstGeom>
          <a:solidFill>
            <a:srgbClr val="203744"/>
          </a:solidFill>
          <a:ln w="19050" cap="flat" cmpd="sng" algn="ctr">
            <a:solidFill>
              <a:srgbClr val="86BC25">
                <a:shade val="15000"/>
              </a:srgbClr>
            </a:solidFill>
            <a:prstDash val="lg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5" name="TextBox 4">
            <a:extLst>
              <a:ext uri="{FF2B5EF4-FFF2-40B4-BE49-F238E27FC236}">
                <a16:creationId xmlns:a16="http://schemas.microsoft.com/office/drawing/2014/main" id="{6DC8CD32-F7AB-E58F-6F7B-DEF90465DC65}"/>
              </a:ext>
            </a:extLst>
          </p:cNvPr>
          <p:cNvSpPr txBox="1"/>
          <p:nvPr/>
        </p:nvSpPr>
        <p:spPr>
          <a:xfrm>
            <a:off x="3460123" y="2008767"/>
            <a:ext cx="8321637" cy="307777"/>
          </a:xfrm>
          <a:prstGeom prst="rect">
            <a:avLst/>
          </a:prstGeom>
          <a:solidFill>
            <a:srgbClr val="147DA6"/>
          </a:solidFill>
          <a:ln>
            <a:solidFill>
              <a:sysClr val="windowText" lastClr="000000">
                <a:lumMod val="75000"/>
                <a:lumOff val="25000"/>
              </a:sysClr>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lumMod val="95000"/>
                  </a:prstClr>
                </a:solidFill>
                <a:effectLst/>
                <a:uLnTx/>
                <a:uFillTx/>
                <a:latin typeface="Aptos" panose="020B0004020202020204" pitchFamily="34" charset="0"/>
                <a:ea typeface="Verdana" panose="020B0604030504040204" pitchFamily="34" charset="0"/>
              </a:rPr>
              <a:t>Land Intelligence Layer</a:t>
            </a:r>
          </a:p>
        </p:txBody>
      </p:sp>
      <p:sp>
        <p:nvSpPr>
          <p:cNvPr id="7" name="Rectangle 6">
            <a:extLst>
              <a:ext uri="{FF2B5EF4-FFF2-40B4-BE49-F238E27FC236}">
                <a16:creationId xmlns:a16="http://schemas.microsoft.com/office/drawing/2014/main" id="{B51A9EB5-915E-06B4-4FFE-859F215AF6F7}"/>
              </a:ext>
            </a:extLst>
          </p:cNvPr>
          <p:cNvSpPr/>
          <p:nvPr/>
        </p:nvSpPr>
        <p:spPr>
          <a:xfrm>
            <a:off x="3557487" y="2370420"/>
            <a:ext cx="8196700" cy="617882"/>
          </a:xfrm>
          <a:prstGeom prst="rect">
            <a:avLst/>
          </a:prstGeom>
          <a:solidFill>
            <a:sysClr val="window" lastClr="FFFFFF">
              <a:lumMod val="95000"/>
            </a:sysClr>
          </a:solidFill>
          <a:ln w="12700" cap="flat" cmpd="sng" algn="ctr">
            <a:solidFill>
              <a:srgbClr val="86BC25">
                <a:shade val="15000"/>
              </a:srgb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ndParaRPr>
          </a:p>
        </p:txBody>
      </p:sp>
      <p:sp>
        <p:nvSpPr>
          <p:cNvPr id="9" name="TextBox 8">
            <a:extLst>
              <a:ext uri="{FF2B5EF4-FFF2-40B4-BE49-F238E27FC236}">
                <a16:creationId xmlns:a16="http://schemas.microsoft.com/office/drawing/2014/main" id="{B8943ACE-41EF-2B40-D7C5-01541E8C7101}"/>
              </a:ext>
            </a:extLst>
          </p:cNvPr>
          <p:cNvSpPr txBox="1"/>
          <p:nvPr/>
        </p:nvSpPr>
        <p:spPr>
          <a:xfrm>
            <a:off x="3501626" y="2408255"/>
            <a:ext cx="8196701" cy="553998"/>
          </a:xfrm>
          <a:prstGeom prst="rect">
            <a:avLst/>
          </a:prstGeom>
          <a:noFill/>
          <a:ln w="12700">
            <a:solidFill>
              <a:srgbClr val="86BC25">
                <a:shade val="15000"/>
              </a:srgbClr>
            </a:solidFill>
            <a:prstDash val="sysDot"/>
          </a:ln>
        </p:spPr>
        <p:txBody>
          <a:bodyPr wrap="square" rtlCol="0">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Land Revenue – Valuation Analytics, Revenue Leakages, Identification of new revenue streams, Third party intelligence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Land Asset Intelligence – Land Availability, Encroachment detection, Automations, Comparative Analysis, Fraud Detection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ea typeface="Verdana" panose="020B0604030504040204" pitchFamily="34" charset="0"/>
              </a:rPr>
              <a:t>Land Justice – Litigation Analytics, Cases pendency analysis, Ageing report, Case status</a:t>
            </a:r>
          </a:p>
        </p:txBody>
      </p:sp>
    </p:spTree>
    <p:extLst>
      <p:ext uri="{BB962C8B-B14F-4D97-AF65-F5344CB8AC3E}">
        <p14:creationId xmlns:p14="http://schemas.microsoft.com/office/powerpoint/2010/main" val="585942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03249-31FB-1573-A100-1CF8E776B662}"/>
            </a:ext>
          </a:extLst>
        </p:cNvPr>
        <p:cNvGrpSpPr/>
        <p:nvPr/>
      </p:nvGrpSpPr>
      <p:grpSpPr>
        <a:xfrm>
          <a:off x="0" y="0"/>
          <a:ext cx="0" cy="0"/>
          <a:chOff x="0" y="0"/>
          <a:chExt cx="0" cy="0"/>
        </a:xfrm>
      </p:grpSpPr>
      <p:sp>
        <p:nvSpPr>
          <p:cNvPr id="44" name="Slide Number Placeholder 4">
            <a:extLst>
              <a:ext uri="{FF2B5EF4-FFF2-40B4-BE49-F238E27FC236}">
                <a16:creationId xmlns:a16="http://schemas.microsoft.com/office/drawing/2014/main" id="{F507B58C-A654-2FF9-B5EB-0B1ECFD76BD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9E7427F-21AC-4FC2-AC74-F5AF5A475796}" type="slidenum">
              <a:rPr lang="en-IN" smtClean="0"/>
              <a:pPr/>
              <a:t>21</a:t>
            </a:fld>
            <a:endParaRPr lang="en-IN"/>
          </a:p>
        </p:txBody>
      </p:sp>
      <p:sp>
        <p:nvSpPr>
          <p:cNvPr id="2" name="Title 1">
            <a:extLst>
              <a:ext uri="{FF2B5EF4-FFF2-40B4-BE49-F238E27FC236}">
                <a16:creationId xmlns:a16="http://schemas.microsoft.com/office/drawing/2014/main" id="{5A6C3D2E-1724-4BF5-47EB-399006FAA4DC}"/>
              </a:ext>
            </a:extLst>
          </p:cNvPr>
          <p:cNvSpPr>
            <a:spLocks noGrp="1"/>
          </p:cNvSpPr>
          <p:nvPr>
            <p:ph type="title"/>
          </p:nvPr>
        </p:nvSpPr>
        <p:spPr>
          <a:xfrm>
            <a:off x="501649" y="304800"/>
            <a:ext cx="11412000" cy="342900"/>
          </a:xfrm>
        </p:spPr>
        <p:txBody>
          <a:bodyPr rIns="0" anchor="t"/>
          <a:lstStyle/>
          <a:p>
            <a:r>
              <a:rPr lang="en-US"/>
              <a:t>Deloitte Value Addition: Achieving "One Parcel, One Truth“ through automated, frictionless ecosystem integration</a:t>
            </a:r>
            <a:endParaRPr lang="en-IN"/>
          </a:p>
        </p:txBody>
      </p:sp>
      <p:sp>
        <p:nvSpPr>
          <p:cNvPr id="5" name="Slide Number Placeholder 4">
            <a:extLst>
              <a:ext uri="{FF2B5EF4-FFF2-40B4-BE49-F238E27FC236}">
                <a16:creationId xmlns:a16="http://schemas.microsoft.com/office/drawing/2014/main" id="{9345410E-BF87-EF4B-D7FC-700D09E0D994}"/>
              </a:ext>
            </a:extLst>
          </p:cNvPr>
          <p:cNvSpPr>
            <a:spLocks noGrp="1"/>
          </p:cNvSpPr>
          <p:nvPr>
            <p:ph type="sldNum" sz="quarter" idx="4"/>
          </p:nvPr>
        </p:nvSpPr>
        <p:spPr>
          <a:xfrm>
            <a:off x="8610600" y="5703208"/>
            <a:ext cx="2743200" cy="365125"/>
          </a:xfrm>
        </p:spPr>
        <p:txBody>
          <a:bodyPr/>
          <a:lstStyle/>
          <a:p>
            <a:fld id="{39E7427F-21AC-4FC2-AC74-F5AF5A475796}" type="slidenum">
              <a:rPr lang="en-IN" smtClean="0"/>
              <a:pPr/>
              <a:t>21</a:t>
            </a:fld>
            <a:endParaRPr lang="en-IN"/>
          </a:p>
        </p:txBody>
      </p:sp>
      <p:sp>
        <p:nvSpPr>
          <p:cNvPr id="6" name="Rectangle 5">
            <a:extLst>
              <a:ext uri="{FF2B5EF4-FFF2-40B4-BE49-F238E27FC236}">
                <a16:creationId xmlns:a16="http://schemas.microsoft.com/office/drawing/2014/main" id="{E408E5FE-E205-38E4-C87E-7BC4D1C860B6}"/>
              </a:ext>
            </a:extLst>
          </p:cNvPr>
          <p:cNvSpPr/>
          <p:nvPr/>
        </p:nvSpPr>
        <p:spPr>
          <a:xfrm>
            <a:off x="10393680" y="0"/>
            <a:ext cx="1798320" cy="24638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Aptos" panose="020B0004020202020204" pitchFamily="34" charset="0"/>
              </a:rPr>
              <a:t>Illustrative</a:t>
            </a:r>
            <a:endParaRPr lang="en-IN" sz="1600" b="1">
              <a:latin typeface="Aptos" panose="020B0004020202020204" pitchFamily="34" charset="0"/>
            </a:endParaRPr>
          </a:p>
        </p:txBody>
      </p:sp>
      <p:pic>
        <p:nvPicPr>
          <p:cNvPr id="8" name="Image 0" descr="preencoded.png">
            <a:extLst>
              <a:ext uri="{FF2B5EF4-FFF2-40B4-BE49-F238E27FC236}">
                <a16:creationId xmlns:a16="http://schemas.microsoft.com/office/drawing/2014/main" id="{2094954F-9086-DD42-9FC2-F11080D6640F}"/>
              </a:ext>
            </a:extLst>
          </p:cNvPr>
          <p:cNvPicPr>
            <a:picLocks noChangeAspect="1"/>
          </p:cNvPicPr>
          <p:nvPr/>
        </p:nvPicPr>
        <p:blipFill>
          <a:blip r:embed="rId3"/>
          <a:stretch>
            <a:fillRect/>
          </a:stretch>
        </p:blipFill>
        <p:spPr>
          <a:xfrm>
            <a:off x="0" y="974723"/>
            <a:ext cx="12192000" cy="5883277"/>
          </a:xfrm>
          <a:prstGeom prst="rect">
            <a:avLst/>
          </a:prstGeom>
        </p:spPr>
      </p:pic>
      <p:pic>
        <p:nvPicPr>
          <p:cNvPr id="9" name="Image 2" descr="preencoded.png">
            <a:extLst>
              <a:ext uri="{FF2B5EF4-FFF2-40B4-BE49-F238E27FC236}">
                <a16:creationId xmlns:a16="http://schemas.microsoft.com/office/drawing/2014/main" id="{907C06C7-777E-1F55-098D-81F6DD34F8C8}"/>
              </a:ext>
            </a:extLst>
          </p:cNvPr>
          <p:cNvPicPr>
            <a:picLocks noChangeAspect="1"/>
          </p:cNvPicPr>
          <p:nvPr/>
        </p:nvPicPr>
        <p:blipFill>
          <a:blip r:embed="rId4"/>
          <a:stretch>
            <a:fillRect/>
          </a:stretch>
        </p:blipFill>
        <p:spPr>
          <a:xfrm>
            <a:off x="8424863" y="4726578"/>
            <a:ext cx="3176588" cy="2033588"/>
          </a:xfrm>
          <a:prstGeom prst="rect">
            <a:avLst/>
          </a:prstGeom>
        </p:spPr>
      </p:pic>
      <p:pic>
        <p:nvPicPr>
          <p:cNvPr id="10" name="Image 3" descr="preencoded.png">
            <a:extLst>
              <a:ext uri="{FF2B5EF4-FFF2-40B4-BE49-F238E27FC236}">
                <a16:creationId xmlns:a16="http://schemas.microsoft.com/office/drawing/2014/main" id="{C0A2D316-E484-0623-B477-6B50C0DAE739}"/>
              </a:ext>
            </a:extLst>
          </p:cNvPr>
          <p:cNvPicPr>
            <a:picLocks noChangeAspect="1"/>
          </p:cNvPicPr>
          <p:nvPr/>
        </p:nvPicPr>
        <p:blipFill>
          <a:blip r:embed="rId5"/>
          <a:stretch>
            <a:fillRect/>
          </a:stretch>
        </p:blipFill>
        <p:spPr>
          <a:xfrm>
            <a:off x="8586788" y="4883741"/>
            <a:ext cx="719138" cy="709613"/>
          </a:xfrm>
          <a:prstGeom prst="rect">
            <a:avLst/>
          </a:prstGeom>
        </p:spPr>
      </p:pic>
      <p:sp>
        <p:nvSpPr>
          <p:cNvPr id="11" name="Text 0">
            <a:extLst>
              <a:ext uri="{FF2B5EF4-FFF2-40B4-BE49-F238E27FC236}">
                <a16:creationId xmlns:a16="http://schemas.microsoft.com/office/drawing/2014/main" id="{87DF6A0C-EBE3-F09D-0DD5-E12D3C5B6310}"/>
              </a:ext>
            </a:extLst>
          </p:cNvPr>
          <p:cNvSpPr/>
          <p:nvPr/>
        </p:nvSpPr>
        <p:spPr>
          <a:xfrm>
            <a:off x="8643938" y="5841003"/>
            <a:ext cx="2667000" cy="561975"/>
          </a:xfrm>
          <a:prstGeom prst="rect">
            <a:avLst/>
          </a:prstGeom>
          <a:noFill/>
          <a:ln/>
        </p:spPr>
        <p:txBody>
          <a:bodyPr wrap="square" lIns="0" tIns="0" rIns="0" bIns="0" rtlCol="0" anchor="ctr"/>
          <a:lstStyle/>
          <a:p>
            <a:pPr>
              <a:lnSpc>
                <a:spcPts val="1250"/>
              </a:lnSpc>
            </a:pPr>
            <a:r>
              <a:rPr lang="en-US" sz="1059">
                <a:solidFill>
                  <a:srgbClr val="999CA5"/>
                </a:solidFill>
                <a:latin typeface="Aptos" pitchFamily="34" charset="0"/>
                <a:ea typeface="Aptos" pitchFamily="34" charset="-122"/>
                <a:cs typeface="Aptos" pitchFamily="34" charset="-120"/>
              </a:rPr>
              <a:t>-</a:t>
            </a:r>
            <a:r>
              <a:rPr lang="en-US" sz="1200">
                <a:solidFill>
                  <a:srgbClr val="999CA5"/>
                </a:solidFill>
                <a:latin typeface="Aptos" pitchFamily="34" charset="0"/>
                <a:ea typeface="Aptos" pitchFamily="34" charset="-122"/>
                <a:cs typeface="Aptos" pitchFamily="34" charset="-120"/>
              </a:rPr>
              <a:t>GIS-enabled geo-referencing</a:t>
            </a:r>
            <a:endParaRPr lang="en-US" sz="1200">
              <a:latin typeface="Aptos" panose="020B0004020202020204" pitchFamily="34" charset="0"/>
            </a:endParaRPr>
          </a:p>
          <a:p>
            <a:pPr>
              <a:lnSpc>
                <a:spcPts val="1250"/>
              </a:lnSpc>
            </a:pPr>
            <a:r>
              <a:rPr lang="en-US" sz="1200">
                <a:solidFill>
                  <a:srgbClr val="999CA5"/>
                </a:solidFill>
                <a:latin typeface="Aptos" pitchFamily="34" charset="0"/>
                <a:ea typeface="Aptos" pitchFamily="34" charset="-122"/>
                <a:cs typeface="Aptos" pitchFamily="34" charset="-120"/>
              </a:rPr>
              <a:t>-Standardises historical measurement</a:t>
            </a:r>
            <a:endParaRPr lang="en-US" sz="1059">
              <a:latin typeface="Aptos" panose="020B0004020202020204" pitchFamily="34" charset="0"/>
            </a:endParaRPr>
          </a:p>
        </p:txBody>
      </p:sp>
      <p:sp>
        <p:nvSpPr>
          <p:cNvPr id="12" name="Text 1">
            <a:extLst>
              <a:ext uri="{FF2B5EF4-FFF2-40B4-BE49-F238E27FC236}">
                <a16:creationId xmlns:a16="http://schemas.microsoft.com/office/drawing/2014/main" id="{8F4ADCDD-4513-B353-7BF2-39A964EFE695}"/>
              </a:ext>
            </a:extLst>
          </p:cNvPr>
          <p:cNvSpPr/>
          <p:nvPr/>
        </p:nvSpPr>
        <p:spPr>
          <a:xfrm>
            <a:off x="9448800" y="5364753"/>
            <a:ext cx="1119188" cy="190500"/>
          </a:xfrm>
          <a:prstGeom prst="rect">
            <a:avLst/>
          </a:prstGeom>
          <a:noFill/>
          <a:ln/>
        </p:spPr>
        <p:txBody>
          <a:bodyPr wrap="square" lIns="0" tIns="0" rIns="0" bIns="0" rtlCol="0" anchor="ctr"/>
          <a:lstStyle/>
          <a:p>
            <a:pPr>
              <a:lnSpc>
                <a:spcPts val="1101"/>
              </a:lnSpc>
            </a:pPr>
            <a:r>
              <a:rPr lang="en-US" sz="1120">
                <a:solidFill>
                  <a:srgbClr val="70727E"/>
                </a:solidFill>
                <a:latin typeface="Aptos" pitchFamily="34" charset="0"/>
                <a:ea typeface="Aptos" pitchFamily="34" charset="-122"/>
                <a:cs typeface="Aptos" pitchFamily="34" charset="-120"/>
              </a:rPr>
              <a:t>The Spatial Truth</a:t>
            </a:r>
            <a:endParaRPr lang="en-US" sz="1120">
              <a:latin typeface="Aptos" panose="020B0004020202020204" pitchFamily="34" charset="0"/>
            </a:endParaRPr>
          </a:p>
        </p:txBody>
      </p:sp>
      <p:sp>
        <p:nvSpPr>
          <p:cNvPr id="13" name="Text 2">
            <a:extLst>
              <a:ext uri="{FF2B5EF4-FFF2-40B4-BE49-F238E27FC236}">
                <a16:creationId xmlns:a16="http://schemas.microsoft.com/office/drawing/2014/main" id="{B15F8CCC-AAE7-DA91-0077-702B6361C151}"/>
              </a:ext>
            </a:extLst>
          </p:cNvPr>
          <p:cNvSpPr/>
          <p:nvPr/>
        </p:nvSpPr>
        <p:spPr>
          <a:xfrm>
            <a:off x="9453563" y="4878978"/>
            <a:ext cx="1695450" cy="466725"/>
          </a:xfrm>
          <a:prstGeom prst="rect">
            <a:avLst/>
          </a:prstGeom>
          <a:noFill/>
          <a:ln/>
        </p:spPr>
        <p:txBody>
          <a:bodyPr wrap="square" lIns="0" tIns="0" rIns="0" bIns="0" rtlCol="0" anchor="ctr"/>
          <a:lstStyle/>
          <a:p>
            <a:pPr>
              <a:lnSpc>
                <a:spcPts val="1767"/>
              </a:lnSpc>
            </a:pPr>
            <a:r>
              <a:rPr lang="en-US" sz="1448" b="1">
                <a:solidFill>
                  <a:srgbClr val="B7B8BB"/>
                </a:solidFill>
                <a:latin typeface="Aptos" pitchFamily="34" charset="0"/>
                <a:ea typeface="Aptos" pitchFamily="34" charset="-122"/>
                <a:cs typeface="Aptos" pitchFamily="34" charset="-120"/>
              </a:rPr>
              <a:t>BhuNaksha:</a:t>
            </a:r>
            <a:endParaRPr lang="en-US" sz="1448">
              <a:latin typeface="Aptos" panose="020B0004020202020204" pitchFamily="34" charset="0"/>
            </a:endParaRPr>
          </a:p>
          <a:p>
            <a:pPr>
              <a:lnSpc>
                <a:spcPts val="1767"/>
              </a:lnSpc>
            </a:pPr>
            <a:r>
              <a:rPr lang="en-US" sz="1448" b="1">
                <a:solidFill>
                  <a:srgbClr val="B7B8BB"/>
                </a:solidFill>
                <a:latin typeface="Aptos" pitchFamily="34" charset="0"/>
                <a:ea typeface="Aptos" pitchFamily="34" charset="-122"/>
                <a:cs typeface="Aptos" pitchFamily="34" charset="-120"/>
              </a:rPr>
              <a:t>Cadastral Mapping</a:t>
            </a:r>
            <a:endParaRPr lang="en-US" sz="1448">
              <a:latin typeface="Aptos" panose="020B0004020202020204" pitchFamily="34" charset="0"/>
            </a:endParaRPr>
          </a:p>
        </p:txBody>
      </p:sp>
      <p:pic>
        <p:nvPicPr>
          <p:cNvPr id="14" name="Image 4" descr="preencoded.png">
            <a:extLst>
              <a:ext uri="{FF2B5EF4-FFF2-40B4-BE49-F238E27FC236}">
                <a16:creationId xmlns:a16="http://schemas.microsoft.com/office/drawing/2014/main" id="{997DB7A4-1E15-F0EC-8C0D-3E07ED7331CA}"/>
              </a:ext>
            </a:extLst>
          </p:cNvPr>
          <p:cNvPicPr>
            <a:picLocks noChangeAspect="1"/>
          </p:cNvPicPr>
          <p:nvPr/>
        </p:nvPicPr>
        <p:blipFill>
          <a:blip r:embed="rId6"/>
          <a:stretch>
            <a:fillRect/>
          </a:stretch>
        </p:blipFill>
        <p:spPr>
          <a:xfrm>
            <a:off x="588335" y="4721816"/>
            <a:ext cx="3171825" cy="2033588"/>
          </a:xfrm>
          <a:prstGeom prst="rect">
            <a:avLst/>
          </a:prstGeom>
        </p:spPr>
      </p:pic>
      <p:pic>
        <p:nvPicPr>
          <p:cNvPr id="15" name="Image 5" descr="preencoded.png">
            <a:extLst>
              <a:ext uri="{FF2B5EF4-FFF2-40B4-BE49-F238E27FC236}">
                <a16:creationId xmlns:a16="http://schemas.microsoft.com/office/drawing/2014/main" id="{974CB1DF-1220-9D52-1D33-8B3A770A37D0}"/>
              </a:ext>
            </a:extLst>
          </p:cNvPr>
          <p:cNvPicPr>
            <a:picLocks noChangeAspect="1"/>
          </p:cNvPicPr>
          <p:nvPr/>
        </p:nvPicPr>
        <p:blipFill>
          <a:blip r:embed="rId7"/>
          <a:stretch>
            <a:fillRect/>
          </a:stretch>
        </p:blipFill>
        <p:spPr>
          <a:xfrm>
            <a:off x="809625" y="6436316"/>
            <a:ext cx="38100" cy="19050"/>
          </a:xfrm>
          <a:prstGeom prst="rect">
            <a:avLst/>
          </a:prstGeom>
        </p:spPr>
      </p:pic>
      <p:pic>
        <p:nvPicPr>
          <p:cNvPr id="16" name="Image 6" descr="preencoded.png">
            <a:extLst>
              <a:ext uri="{FF2B5EF4-FFF2-40B4-BE49-F238E27FC236}">
                <a16:creationId xmlns:a16="http://schemas.microsoft.com/office/drawing/2014/main" id="{91D2B9CA-4398-9CB4-594B-04D29CE1C1CF}"/>
              </a:ext>
            </a:extLst>
          </p:cNvPr>
          <p:cNvPicPr>
            <a:picLocks noChangeAspect="1"/>
          </p:cNvPicPr>
          <p:nvPr/>
        </p:nvPicPr>
        <p:blipFill>
          <a:blip r:embed="rId8"/>
          <a:stretch>
            <a:fillRect/>
          </a:stretch>
        </p:blipFill>
        <p:spPr>
          <a:xfrm>
            <a:off x="814388" y="6264866"/>
            <a:ext cx="33338" cy="14288"/>
          </a:xfrm>
          <a:prstGeom prst="rect">
            <a:avLst/>
          </a:prstGeom>
        </p:spPr>
      </p:pic>
      <p:pic>
        <p:nvPicPr>
          <p:cNvPr id="17" name="Image 7" descr="preencoded.png">
            <a:extLst>
              <a:ext uri="{FF2B5EF4-FFF2-40B4-BE49-F238E27FC236}">
                <a16:creationId xmlns:a16="http://schemas.microsoft.com/office/drawing/2014/main" id="{849388FF-7258-9365-AB7D-DBD379AD309C}"/>
              </a:ext>
            </a:extLst>
          </p:cNvPr>
          <p:cNvPicPr>
            <a:picLocks noChangeAspect="1"/>
          </p:cNvPicPr>
          <p:nvPr/>
        </p:nvPicPr>
        <p:blipFill>
          <a:blip r:embed="rId9"/>
          <a:stretch>
            <a:fillRect/>
          </a:stretch>
        </p:blipFill>
        <p:spPr>
          <a:xfrm>
            <a:off x="809625" y="6088653"/>
            <a:ext cx="38100" cy="19050"/>
          </a:xfrm>
          <a:prstGeom prst="rect">
            <a:avLst/>
          </a:prstGeom>
        </p:spPr>
      </p:pic>
      <p:pic>
        <p:nvPicPr>
          <p:cNvPr id="18" name="Image 8" descr="preencoded.png">
            <a:extLst>
              <a:ext uri="{FF2B5EF4-FFF2-40B4-BE49-F238E27FC236}">
                <a16:creationId xmlns:a16="http://schemas.microsoft.com/office/drawing/2014/main" id="{96821708-C0BF-00BA-7AE7-5D6F8CEBD411}"/>
              </a:ext>
            </a:extLst>
          </p:cNvPr>
          <p:cNvPicPr>
            <a:picLocks noChangeAspect="1"/>
          </p:cNvPicPr>
          <p:nvPr/>
        </p:nvPicPr>
        <p:blipFill>
          <a:blip r:embed="rId10"/>
          <a:stretch>
            <a:fillRect/>
          </a:stretch>
        </p:blipFill>
        <p:spPr>
          <a:xfrm>
            <a:off x="814388" y="5917203"/>
            <a:ext cx="33338" cy="19050"/>
          </a:xfrm>
          <a:prstGeom prst="rect">
            <a:avLst/>
          </a:prstGeom>
        </p:spPr>
      </p:pic>
      <p:pic>
        <p:nvPicPr>
          <p:cNvPr id="19" name="Image 9" descr="preencoded.png">
            <a:extLst>
              <a:ext uri="{FF2B5EF4-FFF2-40B4-BE49-F238E27FC236}">
                <a16:creationId xmlns:a16="http://schemas.microsoft.com/office/drawing/2014/main" id="{AC163ACC-DB1C-FD73-5C13-9B874ACABFC7}"/>
              </a:ext>
            </a:extLst>
          </p:cNvPr>
          <p:cNvPicPr>
            <a:picLocks noChangeAspect="1"/>
          </p:cNvPicPr>
          <p:nvPr/>
        </p:nvPicPr>
        <p:blipFill>
          <a:blip r:embed="rId11"/>
          <a:stretch>
            <a:fillRect/>
          </a:stretch>
        </p:blipFill>
        <p:spPr>
          <a:xfrm>
            <a:off x="762000" y="4883741"/>
            <a:ext cx="723900" cy="709613"/>
          </a:xfrm>
          <a:prstGeom prst="rect">
            <a:avLst/>
          </a:prstGeom>
        </p:spPr>
      </p:pic>
      <p:sp>
        <p:nvSpPr>
          <p:cNvPr id="20" name="Text 3">
            <a:extLst>
              <a:ext uri="{FF2B5EF4-FFF2-40B4-BE49-F238E27FC236}">
                <a16:creationId xmlns:a16="http://schemas.microsoft.com/office/drawing/2014/main" id="{CAB79B77-79B8-3459-9C02-64865E39F55B}"/>
              </a:ext>
            </a:extLst>
          </p:cNvPr>
          <p:cNvSpPr/>
          <p:nvPr/>
        </p:nvSpPr>
        <p:spPr>
          <a:xfrm>
            <a:off x="912960" y="5817191"/>
            <a:ext cx="2814638" cy="728663"/>
          </a:xfrm>
          <a:prstGeom prst="rect">
            <a:avLst/>
          </a:prstGeom>
          <a:noFill/>
          <a:ln/>
        </p:spPr>
        <p:txBody>
          <a:bodyPr wrap="square" lIns="0" tIns="0" rIns="0" bIns="0" rtlCol="0" anchor="ctr"/>
          <a:lstStyle/>
          <a:p>
            <a:pPr>
              <a:lnSpc>
                <a:spcPts val="1216"/>
              </a:lnSpc>
            </a:pPr>
            <a:r>
              <a:rPr lang="en-US" sz="1200">
                <a:solidFill>
                  <a:srgbClr val="9FA3AD"/>
                </a:solidFill>
                <a:latin typeface="Aptos" pitchFamily="34" charset="0"/>
                <a:ea typeface="Aptos" pitchFamily="34" charset="-122"/>
                <a:cs typeface="Aptos" pitchFamily="34" charset="-120"/>
              </a:rPr>
              <a:t>End-to-end digitization of all types of deeds</a:t>
            </a:r>
          </a:p>
          <a:p>
            <a:pPr>
              <a:lnSpc>
                <a:spcPts val="1216"/>
              </a:lnSpc>
            </a:pPr>
            <a:r>
              <a:rPr lang="en-US" sz="1200">
                <a:solidFill>
                  <a:srgbClr val="9FA3AD"/>
                </a:solidFill>
                <a:latin typeface="Aptos" pitchFamily="34" charset="0"/>
                <a:ea typeface="Aptos" pitchFamily="34" charset="-122"/>
                <a:cs typeface="Aptos" pitchFamily="34" charset="-120"/>
              </a:rPr>
              <a:t>GIS-based property valuation (DLC Rates)</a:t>
            </a:r>
            <a:endParaRPr lang="en-US" sz="1200">
              <a:latin typeface="Aptos" panose="020B0004020202020204" pitchFamily="34" charset="0"/>
            </a:endParaRPr>
          </a:p>
        </p:txBody>
      </p:sp>
      <p:sp>
        <p:nvSpPr>
          <p:cNvPr id="21" name="Text 4">
            <a:extLst>
              <a:ext uri="{FF2B5EF4-FFF2-40B4-BE49-F238E27FC236}">
                <a16:creationId xmlns:a16="http://schemas.microsoft.com/office/drawing/2014/main" id="{6EADD5F7-8078-F9D2-892E-8A78E37AC12E}"/>
              </a:ext>
            </a:extLst>
          </p:cNvPr>
          <p:cNvSpPr/>
          <p:nvPr/>
        </p:nvSpPr>
        <p:spPr>
          <a:xfrm>
            <a:off x="1624013" y="5364753"/>
            <a:ext cx="1438275" cy="180975"/>
          </a:xfrm>
          <a:prstGeom prst="rect">
            <a:avLst/>
          </a:prstGeom>
          <a:noFill/>
          <a:ln/>
        </p:spPr>
        <p:txBody>
          <a:bodyPr wrap="square" lIns="0" tIns="0" rIns="0" bIns="0" rtlCol="0" anchor="ctr"/>
          <a:lstStyle/>
          <a:p>
            <a:pPr>
              <a:lnSpc>
                <a:spcPts val="919"/>
              </a:lnSpc>
            </a:pPr>
            <a:r>
              <a:rPr lang="en-US" sz="1126">
                <a:solidFill>
                  <a:srgbClr val="697081"/>
                </a:solidFill>
                <a:latin typeface="Aptos" pitchFamily="34" charset="0"/>
                <a:ea typeface="Aptos" pitchFamily="34" charset="-122"/>
                <a:cs typeface="Aptos" pitchFamily="34" charset="-120"/>
              </a:rPr>
              <a:t>The Transaction Truth</a:t>
            </a:r>
            <a:endParaRPr lang="en-US" sz="1126">
              <a:latin typeface="Aptos" panose="020B0004020202020204" pitchFamily="34" charset="0"/>
            </a:endParaRPr>
          </a:p>
        </p:txBody>
      </p:sp>
      <p:sp>
        <p:nvSpPr>
          <p:cNvPr id="22" name="Text 5">
            <a:extLst>
              <a:ext uri="{FF2B5EF4-FFF2-40B4-BE49-F238E27FC236}">
                <a16:creationId xmlns:a16="http://schemas.microsoft.com/office/drawing/2014/main" id="{1AED1816-7C6F-B15D-C8C2-94FA41DBEBFB}"/>
              </a:ext>
            </a:extLst>
          </p:cNvPr>
          <p:cNvSpPr/>
          <p:nvPr/>
        </p:nvSpPr>
        <p:spPr>
          <a:xfrm>
            <a:off x="1624013" y="4883741"/>
            <a:ext cx="1924050" cy="461963"/>
          </a:xfrm>
          <a:prstGeom prst="rect">
            <a:avLst/>
          </a:prstGeom>
          <a:noFill/>
          <a:ln/>
        </p:spPr>
        <p:txBody>
          <a:bodyPr wrap="square" lIns="0" tIns="0" rIns="0" bIns="0" rtlCol="0" anchor="ctr"/>
          <a:lstStyle/>
          <a:p>
            <a:pPr>
              <a:lnSpc>
                <a:spcPts val="1754"/>
              </a:lnSpc>
            </a:pPr>
            <a:r>
              <a:rPr lang="en-US" sz="1437" b="1">
                <a:solidFill>
                  <a:srgbClr val="B9BFC6"/>
                </a:solidFill>
                <a:latin typeface="Aptos" pitchFamily="34" charset="0"/>
                <a:ea typeface="Aptos" pitchFamily="34" charset="-122"/>
                <a:cs typeface="Aptos" pitchFamily="34" charset="-120"/>
              </a:rPr>
              <a:t>ePanjiyan:</a:t>
            </a:r>
            <a:endParaRPr lang="en-US" sz="1437">
              <a:latin typeface="Aptos" panose="020B0004020202020204" pitchFamily="34" charset="0"/>
            </a:endParaRPr>
          </a:p>
          <a:p>
            <a:pPr>
              <a:lnSpc>
                <a:spcPts val="1754"/>
              </a:lnSpc>
            </a:pPr>
            <a:r>
              <a:rPr lang="en-US" sz="1437" b="1">
                <a:solidFill>
                  <a:srgbClr val="B9BFC6"/>
                </a:solidFill>
                <a:latin typeface="Aptos" pitchFamily="34" charset="0"/>
                <a:ea typeface="Aptos" pitchFamily="34" charset="-122"/>
                <a:cs typeface="Aptos" pitchFamily="34" charset="-120"/>
              </a:rPr>
              <a:t>Property Registration</a:t>
            </a:r>
            <a:endParaRPr lang="en-US" sz="1437">
              <a:latin typeface="Aptos" panose="020B0004020202020204" pitchFamily="34" charset="0"/>
            </a:endParaRPr>
          </a:p>
        </p:txBody>
      </p:sp>
      <p:pic>
        <p:nvPicPr>
          <p:cNvPr id="23" name="Image 10" descr="preencoded.png">
            <a:extLst>
              <a:ext uri="{FF2B5EF4-FFF2-40B4-BE49-F238E27FC236}">
                <a16:creationId xmlns:a16="http://schemas.microsoft.com/office/drawing/2014/main" id="{7C0DED65-135E-A29F-14E7-53F30D18FBFB}"/>
              </a:ext>
            </a:extLst>
          </p:cNvPr>
          <p:cNvPicPr>
            <a:picLocks noChangeAspect="1"/>
          </p:cNvPicPr>
          <p:nvPr/>
        </p:nvPicPr>
        <p:blipFill>
          <a:blip r:embed="rId12"/>
          <a:stretch>
            <a:fillRect/>
          </a:stretch>
        </p:blipFill>
        <p:spPr>
          <a:xfrm>
            <a:off x="2071688" y="2931116"/>
            <a:ext cx="347663" cy="1766888"/>
          </a:xfrm>
          <a:prstGeom prst="rect">
            <a:avLst/>
          </a:prstGeom>
        </p:spPr>
      </p:pic>
      <p:pic>
        <p:nvPicPr>
          <p:cNvPr id="24" name="Image 11" descr="preencoded.png">
            <a:extLst>
              <a:ext uri="{FF2B5EF4-FFF2-40B4-BE49-F238E27FC236}">
                <a16:creationId xmlns:a16="http://schemas.microsoft.com/office/drawing/2014/main" id="{9836D402-BC7B-9155-A4FE-C7016C4AD50E}"/>
              </a:ext>
            </a:extLst>
          </p:cNvPr>
          <p:cNvPicPr>
            <a:picLocks noChangeAspect="1"/>
          </p:cNvPicPr>
          <p:nvPr/>
        </p:nvPicPr>
        <p:blipFill>
          <a:blip r:embed="rId13"/>
          <a:stretch>
            <a:fillRect/>
          </a:stretch>
        </p:blipFill>
        <p:spPr>
          <a:xfrm>
            <a:off x="8401050" y="1068978"/>
            <a:ext cx="3181350" cy="1790700"/>
          </a:xfrm>
          <a:prstGeom prst="rect">
            <a:avLst/>
          </a:prstGeom>
        </p:spPr>
      </p:pic>
      <p:pic>
        <p:nvPicPr>
          <p:cNvPr id="25" name="Image 12" descr="preencoded.png">
            <a:extLst>
              <a:ext uri="{FF2B5EF4-FFF2-40B4-BE49-F238E27FC236}">
                <a16:creationId xmlns:a16="http://schemas.microsoft.com/office/drawing/2014/main" id="{D5FF0A13-5B29-7CA7-940F-A089EEAAA7E9}"/>
              </a:ext>
            </a:extLst>
          </p:cNvPr>
          <p:cNvPicPr>
            <a:picLocks noChangeAspect="1"/>
          </p:cNvPicPr>
          <p:nvPr/>
        </p:nvPicPr>
        <p:blipFill>
          <a:blip r:embed="rId14"/>
          <a:stretch>
            <a:fillRect/>
          </a:stretch>
        </p:blipFill>
        <p:spPr>
          <a:xfrm>
            <a:off x="8586788" y="1254716"/>
            <a:ext cx="709613" cy="700088"/>
          </a:xfrm>
          <a:prstGeom prst="rect">
            <a:avLst/>
          </a:prstGeom>
        </p:spPr>
      </p:pic>
      <p:sp>
        <p:nvSpPr>
          <p:cNvPr id="26" name="Text 6">
            <a:extLst>
              <a:ext uri="{FF2B5EF4-FFF2-40B4-BE49-F238E27FC236}">
                <a16:creationId xmlns:a16="http://schemas.microsoft.com/office/drawing/2014/main" id="{7855543E-225A-2108-149F-F63EFE81DB8D}"/>
              </a:ext>
            </a:extLst>
          </p:cNvPr>
          <p:cNvSpPr/>
          <p:nvPr/>
        </p:nvSpPr>
        <p:spPr>
          <a:xfrm>
            <a:off x="8658225" y="2092583"/>
            <a:ext cx="2747963" cy="552450"/>
          </a:xfrm>
          <a:prstGeom prst="rect">
            <a:avLst/>
          </a:prstGeom>
          <a:noFill/>
          <a:ln/>
        </p:spPr>
        <p:txBody>
          <a:bodyPr wrap="square" lIns="0" tIns="0" rIns="0" bIns="0" rtlCol="0" anchor="ctr"/>
          <a:lstStyle/>
          <a:p>
            <a:pPr>
              <a:lnSpc>
                <a:spcPts val="1378"/>
              </a:lnSpc>
            </a:pPr>
            <a:r>
              <a:rPr lang="en-US" sz="1200">
                <a:solidFill>
                  <a:srgbClr val="9A9CA5"/>
                </a:solidFill>
                <a:latin typeface="Aptos" pitchFamily="34" charset="0"/>
                <a:ea typeface="Aptos" pitchFamily="34" charset="-122"/>
                <a:cs typeface="Aptos" pitchFamily="34" charset="-120"/>
              </a:rPr>
              <a:t>-Citizen portal for real-time Jamabandi (RoR)</a:t>
            </a:r>
            <a:endParaRPr lang="en-US" sz="1200">
              <a:latin typeface="Aptos" panose="020B0004020202020204" pitchFamily="34" charset="0"/>
            </a:endParaRPr>
          </a:p>
          <a:p>
            <a:pPr>
              <a:lnSpc>
                <a:spcPts val="1378"/>
              </a:lnSpc>
            </a:pPr>
            <a:r>
              <a:rPr lang="en-US" sz="1200">
                <a:solidFill>
                  <a:srgbClr val="9A9CA5"/>
                </a:solidFill>
                <a:latin typeface="Aptos" pitchFamily="34" charset="0"/>
                <a:ea typeface="Aptos" pitchFamily="34" charset="-122"/>
                <a:cs typeface="Aptos" pitchFamily="34" charset="-120"/>
              </a:rPr>
              <a:t>-Legally valid, e-Signed documents</a:t>
            </a:r>
            <a:endParaRPr lang="en-US" sz="1200">
              <a:latin typeface="Aptos" panose="020B0004020202020204" pitchFamily="34" charset="0"/>
            </a:endParaRPr>
          </a:p>
        </p:txBody>
      </p:sp>
      <p:sp>
        <p:nvSpPr>
          <p:cNvPr id="27" name="Text 7">
            <a:extLst>
              <a:ext uri="{FF2B5EF4-FFF2-40B4-BE49-F238E27FC236}">
                <a16:creationId xmlns:a16="http://schemas.microsoft.com/office/drawing/2014/main" id="{6D24D523-5131-A66F-474D-9FEA8A68DD53}"/>
              </a:ext>
            </a:extLst>
          </p:cNvPr>
          <p:cNvSpPr/>
          <p:nvPr/>
        </p:nvSpPr>
        <p:spPr>
          <a:xfrm>
            <a:off x="9415463" y="1292816"/>
            <a:ext cx="1728788" cy="671513"/>
          </a:xfrm>
          <a:prstGeom prst="rect">
            <a:avLst/>
          </a:prstGeom>
          <a:noFill/>
          <a:ln/>
        </p:spPr>
        <p:txBody>
          <a:bodyPr wrap="square" lIns="0" tIns="0" rIns="0" bIns="0" rtlCol="0" anchor="ctr"/>
          <a:lstStyle/>
          <a:p>
            <a:pPr>
              <a:lnSpc>
                <a:spcPts val="1750"/>
              </a:lnSpc>
            </a:pPr>
            <a:r>
              <a:rPr lang="en-US" sz="1435" b="1">
                <a:solidFill>
                  <a:srgbClr val="C2C3C6"/>
                </a:solidFill>
                <a:latin typeface="Aptos" pitchFamily="34" charset="0"/>
                <a:ea typeface="Aptos" pitchFamily="34" charset="-122"/>
                <a:cs typeface="Aptos" pitchFamily="34" charset="-120"/>
              </a:rPr>
              <a:t>Apna Khata:
The Textual Record
</a:t>
            </a:r>
            <a:r>
              <a:rPr lang="en-US" sz="1435" b="1">
                <a:solidFill>
                  <a:srgbClr val="6F727D"/>
                </a:solidFill>
                <a:latin typeface="Aptos" pitchFamily="34" charset="0"/>
                <a:ea typeface="Aptos" pitchFamily="34" charset="-122"/>
                <a:cs typeface="Aptos" pitchFamily="34" charset="-120"/>
              </a:rPr>
              <a:t>The Record Truth</a:t>
            </a:r>
            <a:endParaRPr lang="en-US" sz="1435">
              <a:latin typeface="Aptos" panose="020B0004020202020204" pitchFamily="34" charset="0"/>
            </a:endParaRPr>
          </a:p>
        </p:txBody>
      </p:sp>
      <p:pic>
        <p:nvPicPr>
          <p:cNvPr id="28" name="Image 13" descr="preencoded.png">
            <a:extLst>
              <a:ext uri="{FF2B5EF4-FFF2-40B4-BE49-F238E27FC236}">
                <a16:creationId xmlns:a16="http://schemas.microsoft.com/office/drawing/2014/main" id="{38AD577B-1F2F-F877-564B-028C323FB1D5}"/>
              </a:ext>
            </a:extLst>
          </p:cNvPr>
          <p:cNvPicPr>
            <a:picLocks noChangeAspect="1"/>
          </p:cNvPicPr>
          <p:nvPr/>
        </p:nvPicPr>
        <p:blipFill>
          <a:blip r:embed="rId15"/>
          <a:stretch>
            <a:fillRect/>
          </a:stretch>
        </p:blipFill>
        <p:spPr>
          <a:xfrm>
            <a:off x="3805238" y="1516653"/>
            <a:ext cx="4572000" cy="414338"/>
          </a:xfrm>
          <a:prstGeom prst="rect">
            <a:avLst/>
          </a:prstGeom>
        </p:spPr>
      </p:pic>
      <p:pic>
        <p:nvPicPr>
          <p:cNvPr id="29" name="Image 14" descr="preencoded.png">
            <a:extLst>
              <a:ext uri="{FF2B5EF4-FFF2-40B4-BE49-F238E27FC236}">
                <a16:creationId xmlns:a16="http://schemas.microsoft.com/office/drawing/2014/main" id="{93FE9B07-B1ED-F0F6-4404-9724FCFB83FC}"/>
              </a:ext>
            </a:extLst>
          </p:cNvPr>
          <p:cNvPicPr>
            <a:picLocks noChangeAspect="1"/>
          </p:cNvPicPr>
          <p:nvPr/>
        </p:nvPicPr>
        <p:blipFill>
          <a:blip r:embed="rId16"/>
          <a:stretch>
            <a:fillRect/>
          </a:stretch>
        </p:blipFill>
        <p:spPr>
          <a:xfrm>
            <a:off x="609600" y="1068978"/>
            <a:ext cx="3176588" cy="1790700"/>
          </a:xfrm>
          <a:prstGeom prst="rect">
            <a:avLst/>
          </a:prstGeom>
        </p:spPr>
      </p:pic>
      <p:pic>
        <p:nvPicPr>
          <p:cNvPr id="30" name="Image 15" descr="preencoded.png">
            <a:extLst>
              <a:ext uri="{FF2B5EF4-FFF2-40B4-BE49-F238E27FC236}">
                <a16:creationId xmlns:a16="http://schemas.microsoft.com/office/drawing/2014/main" id="{474B8143-7307-E15F-FDD2-B682555431E0}"/>
              </a:ext>
            </a:extLst>
          </p:cNvPr>
          <p:cNvPicPr>
            <a:picLocks noChangeAspect="1"/>
          </p:cNvPicPr>
          <p:nvPr/>
        </p:nvPicPr>
        <p:blipFill>
          <a:blip r:embed="rId17"/>
          <a:stretch>
            <a:fillRect/>
          </a:stretch>
        </p:blipFill>
        <p:spPr>
          <a:xfrm>
            <a:off x="790575" y="1254716"/>
            <a:ext cx="709613" cy="704850"/>
          </a:xfrm>
          <a:prstGeom prst="rect">
            <a:avLst/>
          </a:prstGeom>
        </p:spPr>
      </p:pic>
      <p:sp>
        <p:nvSpPr>
          <p:cNvPr id="31" name="Text 8">
            <a:extLst>
              <a:ext uri="{FF2B5EF4-FFF2-40B4-BE49-F238E27FC236}">
                <a16:creationId xmlns:a16="http://schemas.microsoft.com/office/drawing/2014/main" id="{E9F14948-C2D5-EC10-62F6-BB04CE14166E}"/>
              </a:ext>
            </a:extLst>
          </p:cNvPr>
          <p:cNvSpPr/>
          <p:nvPr/>
        </p:nvSpPr>
        <p:spPr>
          <a:xfrm>
            <a:off x="755687" y="2092583"/>
            <a:ext cx="2947988" cy="557213"/>
          </a:xfrm>
          <a:prstGeom prst="rect">
            <a:avLst/>
          </a:prstGeom>
          <a:noFill/>
          <a:ln/>
        </p:spPr>
        <p:txBody>
          <a:bodyPr wrap="square" lIns="0" tIns="0" rIns="0" bIns="0" rtlCol="0" anchor="ctr"/>
          <a:lstStyle/>
          <a:p>
            <a:pPr>
              <a:lnSpc>
                <a:spcPts val="1254"/>
              </a:lnSpc>
            </a:pPr>
            <a:r>
              <a:rPr lang="en-US" sz="1063">
                <a:solidFill>
                  <a:srgbClr val="969BA5"/>
                </a:solidFill>
                <a:latin typeface="Aptos" pitchFamily="34" charset="0"/>
                <a:ea typeface="Aptos" pitchFamily="34" charset="-122"/>
                <a:cs typeface="Aptos" pitchFamily="34" charset="-120"/>
              </a:rPr>
              <a:t>-</a:t>
            </a:r>
            <a:r>
              <a:rPr lang="en-US" sz="1200">
                <a:solidFill>
                  <a:srgbClr val="969BA5"/>
                </a:solidFill>
                <a:latin typeface="Aptos" pitchFamily="34" charset="0"/>
                <a:ea typeface="Aptos" pitchFamily="34" charset="-122"/>
                <a:cs typeface="Aptos" pitchFamily="34" charset="-120"/>
              </a:rPr>
              <a:t>Paperless submissions &amp; digital verification</a:t>
            </a:r>
            <a:endParaRPr lang="en-US" sz="1200">
              <a:latin typeface="Aptos" panose="020B0004020202020204" pitchFamily="34" charset="0"/>
            </a:endParaRPr>
          </a:p>
          <a:p>
            <a:pPr>
              <a:lnSpc>
                <a:spcPts val="1254"/>
              </a:lnSpc>
            </a:pPr>
            <a:r>
              <a:rPr lang="en-US" sz="1200">
                <a:solidFill>
                  <a:srgbClr val="969BA5"/>
                </a:solidFill>
                <a:latin typeface="Aptos" pitchFamily="34" charset="0"/>
                <a:ea typeface="Aptos" pitchFamily="34" charset="-122"/>
                <a:cs typeface="Aptos" pitchFamily="34" charset="-120"/>
              </a:rPr>
              <a:t>-Electronic approvals via SSO</a:t>
            </a:r>
            <a:endParaRPr lang="en-US" sz="1200">
              <a:latin typeface="Aptos" panose="020B0004020202020204" pitchFamily="34" charset="0"/>
            </a:endParaRPr>
          </a:p>
          <a:p>
            <a:pPr>
              <a:lnSpc>
                <a:spcPts val="1254"/>
              </a:lnSpc>
            </a:pPr>
            <a:r>
              <a:rPr lang="en-US" sz="1200">
                <a:solidFill>
                  <a:srgbClr val="969BA5"/>
                </a:solidFill>
                <a:latin typeface="Aptos" pitchFamily="34" charset="0"/>
                <a:ea typeface="Aptos" pitchFamily="34" charset="-122"/>
                <a:cs typeface="Aptos" pitchFamily="34" charset="-120"/>
              </a:rPr>
              <a:t>-Eliminates manual Patwari delays</a:t>
            </a:r>
            <a:endParaRPr lang="en-US" sz="1200">
              <a:latin typeface="Aptos" panose="020B0004020202020204" pitchFamily="34" charset="0"/>
            </a:endParaRPr>
          </a:p>
        </p:txBody>
      </p:sp>
      <p:sp>
        <p:nvSpPr>
          <p:cNvPr id="32" name="Text 9">
            <a:extLst>
              <a:ext uri="{FF2B5EF4-FFF2-40B4-BE49-F238E27FC236}">
                <a16:creationId xmlns:a16="http://schemas.microsoft.com/office/drawing/2014/main" id="{6AAFA490-5D8F-0B57-C841-D5552A9F60FC}"/>
              </a:ext>
            </a:extLst>
          </p:cNvPr>
          <p:cNvSpPr/>
          <p:nvPr/>
        </p:nvSpPr>
        <p:spPr>
          <a:xfrm>
            <a:off x="1624013" y="1773828"/>
            <a:ext cx="1290638" cy="190500"/>
          </a:xfrm>
          <a:prstGeom prst="rect">
            <a:avLst/>
          </a:prstGeom>
          <a:noFill/>
          <a:ln/>
        </p:spPr>
        <p:txBody>
          <a:bodyPr wrap="square" lIns="0" tIns="0" rIns="0" bIns="0" rtlCol="0" anchor="ctr"/>
          <a:lstStyle/>
          <a:p>
            <a:pPr>
              <a:lnSpc>
                <a:spcPts val="981"/>
              </a:lnSpc>
            </a:pPr>
            <a:r>
              <a:rPr lang="en-US" sz="1137">
                <a:solidFill>
                  <a:srgbClr val="68717E"/>
                </a:solidFill>
                <a:latin typeface="Aptos" pitchFamily="34" charset="0"/>
                <a:ea typeface="Aptos" pitchFamily="34" charset="-122"/>
                <a:cs typeface="Aptos" pitchFamily="34" charset="-120"/>
              </a:rPr>
              <a:t>The Workflow Truth</a:t>
            </a:r>
            <a:endParaRPr lang="en-US" sz="1137">
              <a:latin typeface="Aptos" panose="020B0004020202020204" pitchFamily="34" charset="0"/>
            </a:endParaRPr>
          </a:p>
        </p:txBody>
      </p:sp>
      <p:sp>
        <p:nvSpPr>
          <p:cNvPr id="33" name="Text 10">
            <a:extLst>
              <a:ext uri="{FF2B5EF4-FFF2-40B4-BE49-F238E27FC236}">
                <a16:creationId xmlns:a16="http://schemas.microsoft.com/office/drawing/2014/main" id="{61D21094-7417-B93D-9FB7-0A30C2ED65A4}"/>
              </a:ext>
            </a:extLst>
          </p:cNvPr>
          <p:cNvSpPr/>
          <p:nvPr/>
        </p:nvSpPr>
        <p:spPr>
          <a:xfrm>
            <a:off x="1624013" y="1297578"/>
            <a:ext cx="1843088" cy="461963"/>
          </a:xfrm>
          <a:prstGeom prst="rect">
            <a:avLst/>
          </a:prstGeom>
          <a:noFill/>
          <a:ln/>
        </p:spPr>
        <p:txBody>
          <a:bodyPr wrap="square" lIns="0" tIns="0" rIns="0" bIns="0" rtlCol="0" anchor="ctr"/>
          <a:lstStyle/>
          <a:p>
            <a:pPr>
              <a:lnSpc>
                <a:spcPts val="1777"/>
              </a:lnSpc>
            </a:pPr>
            <a:r>
              <a:rPr lang="en-US" sz="1457" b="1">
                <a:solidFill>
                  <a:srgbClr val="B9C2C6"/>
                </a:solidFill>
                <a:latin typeface="Aptos" pitchFamily="34" charset="0"/>
                <a:ea typeface="Aptos" pitchFamily="34" charset="-122"/>
                <a:cs typeface="Aptos" pitchFamily="34" charset="-120"/>
              </a:rPr>
              <a:t>eDharti:</a:t>
            </a:r>
            <a:endParaRPr lang="en-US" sz="1457">
              <a:latin typeface="Aptos" panose="020B0004020202020204" pitchFamily="34" charset="0"/>
            </a:endParaRPr>
          </a:p>
          <a:p>
            <a:pPr>
              <a:lnSpc>
                <a:spcPts val="1777"/>
              </a:lnSpc>
            </a:pPr>
            <a:r>
              <a:rPr lang="en-US" sz="1457" b="1">
                <a:solidFill>
                  <a:srgbClr val="B9C2C6"/>
                </a:solidFill>
                <a:latin typeface="Aptos" pitchFamily="34" charset="0"/>
                <a:ea typeface="Aptos" pitchFamily="34" charset="-122"/>
                <a:cs typeface="Aptos" pitchFamily="34" charset="-120"/>
              </a:rPr>
              <a:t>Automated Mutation</a:t>
            </a:r>
            <a:endParaRPr lang="en-US" sz="1457">
              <a:latin typeface="Aptos" panose="020B0004020202020204" pitchFamily="34" charset="0"/>
            </a:endParaRPr>
          </a:p>
        </p:txBody>
      </p:sp>
      <p:sp>
        <p:nvSpPr>
          <p:cNvPr id="34" name="Text 12">
            <a:extLst>
              <a:ext uri="{FF2B5EF4-FFF2-40B4-BE49-F238E27FC236}">
                <a16:creationId xmlns:a16="http://schemas.microsoft.com/office/drawing/2014/main" id="{3E880CC1-53CF-0021-3F1E-2432CC6CF9F9}"/>
              </a:ext>
            </a:extLst>
          </p:cNvPr>
          <p:cNvSpPr/>
          <p:nvPr/>
        </p:nvSpPr>
        <p:spPr>
          <a:xfrm>
            <a:off x="7167563" y="5331416"/>
            <a:ext cx="676275" cy="647700"/>
          </a:xfrm>
          <a:prstGeom prst="rect">
            <a:avLst/>
          </a:prstGeom>
          <a:noFill/>
          <a:ln/>
        </p:spPr>
        <p:txBody>
          <a:bodyPr wrap="square" lIns="0" tIns="0" rIns="0" bIns="0" rtlCol="0" anchor="ctr"/>
          <a:lstStyle/>
          <a:p>
            <a:pPr>
              <a:lnSpc>
                <a:spcPts val="1553"/>
              </a:lnSpc>
            </a:pPr>
            <a:r>
              <a:rPr lang="en-US" sz="1273" b="1">
                <a:solidFill>
                  <a:srgbClr val="B1B3B9"/>
                </a:solidFill>
                <a:latin typeface="Aptos" pitchFamily="34" charset="0"/>
                <a:ea typeface="Aptos" pitchFamily="34" charset="-122"/>
                <a:cs typeface="Aptos" pitchFamily="34" charset="-120"/>
              </a:rPr>
              <a:t>Defines</a:t>
            </a:r>
            <a:endParaRPr lang="en-US" sz="1273">
              <a:latin typeface="Aptos" panose="020B0004020202020204" pitchFamily="34" charset="0"/>
            </a:endParaRPr>
          </a:p>
          <a:p>
            <a:pPr>
              <a:lnSpc>
                <a:spcPts val="1553"/>
              </a:lnSpc>
            </a:pPr>
            <a:r>
              <a:rPr lang="en-US" sz="1273" b="1">
                <a:solidFill>
                  <a:srgbClr val="B1B3B9"/>
                </a:solidFill>
                <a:latin typeface="Aptos" pitchFamily="34" charset="0"/>
                <a:ea typeface="Aptos" pitchFamily="34" charset="-122"/>
                <a:cs typeface="Aptos" pitchFamily="34" charset="-120"/>
              </a:rPr>
              <a:t>Physical</a:t>
            </a:r>
            <a:endParaRPr lang="en-US" sz="1273">
              <a:latin typeface="Aptos" panose="020B0004020202020204" pitchFamily="34" charset="0"/>
            </a:endParaRPr>
          </a:p>
          <a:p>
            <a:pPr>
              <a:lnSpc>
                <a:spcPts val="1553"/>
              </a:lnSpc>
            </a:pPr>
            <a:r>
              <a:rPr lang="en-US" sz="1273" b="1">
                <a:solidFill>
                  <a:srgbClr val="B1B3B9"/>
                </a:solidFill>
                <a:latin typeface="Aptos" pitchFamily="34" charset="0"/>
                <a:ea typeface="Aptos" pitchFamily="34" charset="-122"/>
                <a:cs typeface="Aptos" pitchFamily="34" charset="-120"/>
              </a:rPr>
              <a:t>Reality</a:t>
            </a:r>
            <a:endParaRPr lang="en-US" sz="1273">
              <a:latin typeface="Aptos" panose="020B0004020202020204" pitchFamily="34" charset="0"/>
            </a:endParaRPr>
          </a:p>
        </p:txBody>
      </p:sp>
      <p:sp>
        <p:nvSpPr>
          <p:cNvPr id="35" name="Text 13">
            <a:extLst>
              <a:ext uri="{FF2B5EF4-FFF2-40B4-BE49-F238E27FC236}">
                <a16:creationId xmlns:a16="http://schemas.microsoft.com/office/drawing/2014/main" id="{659282D6-0A85-D92F-B35E-C40DB11E7735}"/>
              </a:ext>
            </a:extLst>
          </p:cNvPr>
          <p:cNvSpPr/>
          <p:nvPr/>
        </p:nvSpPr>
        <p:spPr>
          <a:xfrm>
            <a:off x="5124450" y="3750266"/>
            <a:ext cx="1962150" cy="452438"/>
          </a:xfrm>
          <a:prstGeom prst="rect">
            <a:avLst/>
          </a:prstGeom>
          <a:noFill/>
          <a:ln/>
        </p:spPr>
        <p:txBody>
          <a:bodyPr wrap="square" lIns="0" tIns="0" rIns="0" bIns="0" rtlCol="0" anchor="ctr"/>
          <a:lstStyle/>
          <a:p>
            <a:pPr algn="ctr">
              <a:lnSpc>
                <a:spcPts val="1724"/>
              </a:lnSpc>
            </a:pPr>
            <a:r>
              <a:rPr lang="en-US" sz="1413" b="1">
                <a:solidFill>
                  <a:srgbClr val="B1B8BB"/>
                </a:solidFill>
                <a:latin typeface="Aptos" pitchFamily="34" charset="0"/>
                <a:ea typeface="Aptos" pitchFamily="34" charset="-122"/>
                <a:cs typeface="Aptos" pitchFamily="34" charset="-120"/>
              </a:rPr>
              <a:t>(Unique Land Parcel</a:t>
            </a:r>
            <a:endParaRPr lang="en-US" sz="1413">
              <a:latin typeface="Aptos" panose="020B0004020202020204" pitchFamily="34" charset="0"/>
            </a:endParaRPr>
          </a:p>
          <a:p>
            <a:pPr algn="ctr">
              <a:lnSpc>
                <a:spcPts val="1724"/>
              </a:lnSpc>
            </a:pPr>
            <a:r>
              <a:rPr lang="en-US" sz="1413" b="1">
                <a:solidFill>
                  <a:srgbClr val="B1B8BB"/>
                </a:solidFill>
                <a:latin typeface="Aptos" pitchFamily="34" charset="0"/>
                <a:ea typeface="Aptos" pitchFamily="34" charset="-122"/>
                <a:cs typeface="Aptos" pitchFamily="34" charset="-120"/>
              </a:rPr>
              <a:t>Identification Number)</a:t>
            </a:r>
            <a:endParaRPr lang="en-US" sz="1413">
              <a:latin typeface="Aptos" panose="020B0004020202020204" pitchFamily="34" charset="0"/>
            </a:endParaRPr>
          </a:p>
        </p:txBody>
      </p:sp>
      <p:sp>
        <p:nvSpPr>
          <p:cNvPr id="36" name="Text 14">
            <a:extLst>
              <a:ext uri="{FF2B5EF4-FFF2-40B4-BE49-F238E27FC236}">
                <a16:creationId xmlns:a16="http://schemas.microsoft.com/office/drawing/2014/main" id="{C36CA4A3-3A48-CBA9-AE9A-C083D592129C}"/>
              </a:ext>
            </a:extLst>
          </p:cNvPr>
          <p:cNvSpPr/>
          <p:nvPr/>
        </p:nvSpPr>
        <p:spPr>
          <a:xfrm>
            <a:off x="7824788" y="3131141"/>
            <a:ext cx="1076325" cy="433388"/>
          </a:xfrm>
          <a:prstGeom prst="rect">
            <a:avLst/>
          </a:prstGeom>
          <a:noFill/>
          <a:ln/>
        </p:spPr>
        <p:txBody>
          <a:bodyPr wrap="square" lIns="0" tIns="0" rIns="0" bIns="0" rtlCol="0" anchor="ctr"/>
          <a:lstStyle/>
          <a:p>
            <a:pPr>
              <a:lnSpc>
                <a:spcPts val="1543"/>
              </a:lnSpc>
            </a:pPr>
            <a:r>
              <a:rPr lang="en-US" sz="1265" b="1">
                <a:solidFill>
                  <a:srgbClr val="AFB1B8"/>
                </a:solidFill>
                <a:latin typeface="Aptos" pitchFamily="34" charset="0"/>
                <a:ea typeface="Aptos" pitchFamily="34" charset="-122"/>
                <a:cs typeface="Aptos" pitchFamily="34" charset="-120"/>
              </a:rPr>
              <a:t>Defines Legal</a:t>
            </a:r>
            <a:endParaRPr lang="en-US" sz="1265">
              <a:latin typeface="Aptos" panose="020B0004020202020204" pitchFamily="34" charset="0"/>
            </a:endParaRPr>
          </a:p>
          <a:p>
            <a:pPr>
              <a:lnSpc>
                <a:spcPts val="1543"/>
              </a:lnSpc>
            </a:pPr>
            <a:r>
              <a:rPr lang="en-US" sz="1265" b="1">
                <a:solidFill>
                  <a:srgbClr val="AFB1B8"/>
                </a:solidFill>
                <a:latin typeface="Aptos" pitchFamily="34" charset="0"/>
                <a:ea typeface="Aptos" pitchFamily="34" charset="-122"/>
                <a:cs typeface="Aptos" pitchFamily="34" charset="-120"/>
              </a:rPr>
              <a:t>Ownership</a:t>
            </a:r>
            <a:endParaRPr lang="en-US" sz="1265">
              <a:latin typeface="Aptos" panose="020B0004020202020204" pitchFamily="34" charset="0"/>
            </a:endParaRPr>
          </a:p>
        </p:txBody>
      </p:sp>
      <p:sp>
        <p:nvSpPr>
          <p:cNvPr id="37" name="Text 15">
            <a:extLst>
              <a:ext uri="{FF2B5EF4-FFF2-40B4-BE49-F238E27FC236}">
                <a16:creationId xmlns:a16="http://schemas.microsoft.com/office/drawing/2014/main" id="{A2225E8F-761B-A6B8-9448-3F5D42D3E086}"/>
              </a:ext>
            </a:extLst>
          </p:cNvPr>
          <p:cNvSpPr/>
          <p:nvPr/>
        </p:nvSpPr>
        <p:spPr>
          <a:xfrm>
            <a:off x="5595938" y="3383553"/>
            <a:ext cx="1033463" cy="338138"/>
          </a:xfrm>
          <a:prstGeom prst="rect">
            <a:avLst/>
          </a:prstGeom>
          <a:noFill/>
          <a:ln/>
        </p:spPr>
        <p:txBody>
          <a:bodyPr wrap="square" lIns="0" tIns="0" rIns="0" bIns="0" rtlCol="0" anchor="ctr"/>
          <a:lstStyle/>
          <a:p>
            <a:pPr>
              <a:lnSpc>
                <a:spcPts val="2043"/>
              </a:lnSpc>
            </a:pPr>
            <a:r>
              <a:rPr lang="en-US" sz="2631" b="1">
                <a:solidFill>
                  <a:srgbClr val="D3D8DA"/>
                </a:solidFill>
                <a:latin typeface="Aptos" pitchFamily="34" charset="0"/>
                <a:ea typeface="Aptos" pitchFamily="34" charset="-122"/>
                <a:cs typeface="Aptos" pitchFamily="34" charset="-120"/>
              </a:rPr>
              <a:t>ULPIN</a:t>
            </a:r>
            <a:endParaRPr lang="en-US" sz="2631">
              <a:latin typeface="Aptos" panose="020B0004020202020204" pitchFamily="34" charset="0"/>
            </a:endParaRPr>
          </a:p>
        </p:txBody>
      </p:sp>
      <p:sp>
        <p:nvSpPr>
          <p:cNvPr id="38" name="Text 16">
            <a:extLst>
              <a:ext uri="{FF2B5EF4-FFF2-40B4-BE49-F238E27FC236}">
                <a16:creationId xmlns:a16="http://schemas.microsoft.com/office/drawing/2014/main" id="{120429BE-D6D3-8120-4921-22649A73E042}"/>
              </a:ext>
            </a:extLst>
          </p:cNvPr>
          <p:cNvSpPr/>
          <p:nvPr/>
        </p:nvSpPr>
        <p:spPr>
          <a:xfrm>
            <a:off x="3419475" y="3131141"/>
            <a:ext cx="1076325" cy="433388"/>
          </a:xfrm>
          <a:prstGeom prst="rect">
            <a:avLst/>
          </a:prstGeom>
          <a:noFill/>
          <a:ln/>
        </p:spPr>
        <p:txBody>
          <a:bodyPr wrap="square" lIns="0" tIns="0" rIns="0" bIns="0" rtlCol="0" anchor="ctr"/>
          <a:lstStyle/>
          <a:p>
            <a:pPr>
              <a:lnSpc>
                <a:spcPts val="1530"/>
              </a:lnSpc>
            </a:pPr>
            <a:r>
              <a:rPr lang="en-US" sz="1254" b="1">
                <a:solidFill>
                  <a:srgbClr val="ADB0B6"/>
                </a:solidFill>
                <a:latin typeface="Aptos" pitchFamily="34" charset="0"/>
                <a:ea typeface="Aptos" pitchFamily="34" charset="-122"/>
                <a:cs typeface="Aptos" pitchFamily="34" charset="-120"/>
              </a:rPr>
              <a:t>Synchronises</a:t>
            </a:r>
            <a:endParaRPr lang="en-US" sz="1254">
              <a:latin typeface="Aptos" panose="020B0004020202020204" pitchFamily="34" charset="0"/>
            </a:endParaRPr>
          </a:p>
          <a:p>
            <a:pPr>
              <a:lnSpc>
                <a:spcPts val="1530"/>
              </a:lnSpc>
            </a:pPr>
            <a:r>
              <a:rPr lang="en-US" sz="1254" b="1">
                <a:solidFill>
                  <a:srgbClr val="ADB0B6"/>
                </a:solidFill>
                <a:latin typeface="Aptos" pitchFamily="34" charset="0"/>
                <a:ea typeface="Aptos" pitchFamily="34" charset="-122"/>
                <a:cs typeface="Aptos" pitchFamily="34" charset="-120"/>
              </a:rPr>
              <a:t>Spatial Data</a:t>
            </a:r>
            <a:endParaRPr lang="en-US" sz="1254">
              <a:latin typeface="Aptos" panose="020B0004020202020204" pitchFamily="34" charset="0"/>
            </a:endParaRPr>
          </a:p>
        </p:txBody>
      </p:sp>
      <p:sp>
        <p:nvSpPr>
          <p:cNvPr id="39" name="Text 17">
            <a:extLst>
              <a:ext uri="{FF2B5EF4-FFF2-40B4-BE49-F238E27FC236}">
                <a16:creationId xmlns:a16="http://schemas.microsoft.com/office/drawing/2014/main" id="{AC3B42B1-8D6F-306C-DA35-0BCDE3A04769}"/>
              </a:ext>
            </a:extLst>
          </p:cNvPr>
          <p:cNvSpPr/>
          <p:nvPr/>
        </p:nvSpPr>
        <p:spPr>
          <a:xfrm>
            <a:off x="942975" y="3774078"/>
            <a:ext cx="1138238" cy="409575"/>
          </a:xfrm>
          <a:prstGeom prst="rect">
            <a:avLst/>
          </a:prstGeom>
          <a:noFill/>
          <a:ln/>
        </p:spPr>
        <p:txBody>
          <a:bodyPr wrap="square" lIns="0" tIns="0" rIns="0" bIns="0" rtlCol="0" anchor="ctr"/>
          <a:lstStyle/>
          <a:p>
            <a:pPr algn="ctr">
              <a:lnSpc>
                <a:spcPts val="1566"/>
              </a:lnSpc>
            </a:pPr>
            <a:r>
              <a:rPr lang="en-US" sz="1283" b="1">
                <a:solidFill>
                  <a:srgbClr val="B0B2B9"/>
                </a:solidFill>
                <a:latin typeface="Aptos" pitchFamily="34" charset="0"/>
                <a:ea typeface="Aptos" pitchFamily="34" charset="-122"/>
                <a:cs typeface="Aptos" pitchFamily="34" charset="-120"/>
              </a:rPr>
              <a:t>Triggers</a:t>
            </a:r>
            <a:endParaRPr lang="en-US" sz="1283">
              <a:latin typeface="Aptos" panose="020B0004020202020204" pitchFamily="34" charset="0"/>
            </a:endParaRPr>
          </a:p>
          <a:p>
            <a:pPr algn="ctr">
              <a:lnSpc>
                <a:spcPts val="1566"/>
              </a:lnSpc>
            </a:pPr>
            <a:r>
              <a:rPr lang="en-US" sz="1283" b="1">
                <a:solidFill>
                  <a:srgbClr val="B0B2B9"/>
                </a:solidFill>
                <a:latin typeface="Aptos" pitchFamily="34" charset="0"/>
                <a:ea typeface="Aptos" pitchFamily="34" charset="-122"/>
                <a:cs typeface="Aptos" pitchFamily="34" charset="-120"/>
              </a:rPr>
              <a:t>Auto-Mutation</a:t>
            </a:r>
            <a:endParaRPr lang="en-US" sz="1283">
              <a:latin typeface="Aptos" panose="020B0004020202020204" pitchFamily="34" charset="0"/>
            </a:endParaRPr>
          </a:p>
        </p:txBody>
      </p:sp>
      <p:sp>
        <p:nvSpPr>
          <p:cNvPr id="40" name="Text 18">
            <a:extLst>
              <a:ext uri="{FF2B5EF4-FFF2-40B4-BE49-F238E27FC236}">
                <a16:creationId xmlns:a16="http://schemas.microsoft.com/office/drawing/2014/main" id="{98D7EBDE-EA99-1A20-919B-BB8769B4D75B}"/>
              </a:ext>
            </a:extLst>
          </p:cNvPr>
          <p:cNvSpPr/>
          <p:nvPr/>
        </p:nvSpPr>
        <p:spPr>
          <a:xfrm>
            <a:off x="4929188" y="1345203"/>
            <a:ext cx="2371725" cy="219075"/>
          </a:xfrm>
          <a:prstGeom prst="rect">
            <a:avLst/>
          </a:prstGeom>
          <a:noFill/>
          <a:ln/>
        </p:spPr>
        <p:txBody>
          <a:bodyPr wrap="square" lIns="0" tIns="0" rIns="0" bIns="0" rtlCol="0" anchor="ctr"/>
          <a:lstStyle/>
          <a:p>
            <a:pPr>
              <a:lnSpc>
                <a:spcPts val="1312"/>
              </a:lnSpc>
            </a:pPr>
            <a:r>
              <a:rPr lang="en-US" sz="1240" b="1">
                <a:solidFill>
                  <a:srgbClr val="A7AAB1"/>
                </a:solidFill>
                <a:latin typeface="Aptos" pitchFamily="34" charset="0"/>
                <a:ea typeface="Aptos" pitchFamily="34" charset="-122"/>
                <a:cs typeface="Aptos" pitchFamily="34" charset="-120"/>
              </a:rPr>
              <a:t>Instantly Updates Core Record</a:t>
            </a:r>
            <a:endParaRPr lang="en-US" sz="1240">
              <a:latin typeface="Aptos" panose="020B0004020202020204" pitchFamily="34" charset="0"/>
            </a:endParaRPr>
          </a:p>
        </p:txBody>
      </p:sp>
      <p:sp>
        <p:nvSpPr>
          <p:cNvPr id="42" name="Text 17">
            <a:extLst>
              <a:ext uri="{FF2B5EF4-FFF2-40B4-BE49-F238E27FC236}">
                <a16:creationId xmlns:a16="http://schemas.microsoft.com/office/drawing/2014/main" id="{EB266F1E-E962-1F9A-BC03-CAA6356A3035}"/>
              </a:ext>
            </a:extLst>
          </p:cNvPr>
          <p:cNvSpPr/>
          <p:nvPr/>
        </p:nvSpPr>
        <p:spPr>
          <a:xfrm>
            <a:off x="2300288" y="3758129"/>
            <a:ext cx="1138238" cy="409575"/>
          </a:xfrm>
          <a:prstGeom prst="rect">
            <a:avLst/>
          </a:prstGeom>
          <a:noFill/>
          <a:ln/>
        </p:spPr>
        <p:txBody>
          <a:bodyPr wrap="square" lIns="0" tIns="0" rIns="0" bIns="0" rtlCol="0" anchor="ctr"/>
          <a:lstStyle/>
          <a:p>
            <a:pPr algn="ctr">
              <a:lnSpc>
                <a:spcPts val="1566"/>
              </a:lnSpc>
            </a:pPr>
            <a:r>
              <a:rPr lang="en-US" sz="1283" b="1">
                <a:solidFill>
                  <a:srgbClr val="B0B2B9"/>
                </a:solidFill>
                <a:latin typeface="Aptos" pitchFamily="34" charset="0"/>
                <a:ea typeface="Aptos" pitchFamily="34" charset="-122"/>
                <a:cs typeface="Aptos" pitchFamily="34" charset="-120"/>
              </a:rPr>
              <a:t>Auto valuation of property</a:t>
            </a:r>
            <a:endParaRPr lang="en-US" sz="1283">
              <a:latin typeface="Aptos" panose="020B0004020202020204" pitchFamily="34" charset="0"/>
            </a:endParaRPr>
          </a:p>
        </p:txBody>
      </p:sp>
      <p:pic>
        <p:nvPicPr>
          <p:cNvPr id="43" name="Picture 42">
            <a:extLst>
              <a:ext uri="{FF2B5EF4-FFF2-40B4-BE49-F238E27FC236}">
                <a16:creationId xmlns:a16="http://schemas.microsoft.com/office/drawing/2014/main" id="{E492DE7C-B832-9531-801F-6208F96C2F83}"/>
              </a:ext>
            </a:extLst>
          </p:cNvPr>
          <p:cNvPicPr>
            <a:picLocks noChangeAspect="1"/>
          </p:cNvPicPr>
          <p:nvPr/>
        </p:nvPicPr>
        <p:blipFill>
          <a:blip r:embed="rId18"/>
          <a:stretch>
            <a:fillRect/>
          </a:stretch>
        </p:blipFill>
        <p:spPr>
          <a:xfrm>
            <a:off x="713821" y="5730288"/>
            <a:ext cx="133462" cy="993550"/>
          </a:xfrm>
          <a:prstGeom prst="rect">
            <a:avLst/>
          </a:prstGeom>
        </p:spPr>
      </p:pic>
    </p:spTree>
    <p:extLst>
      <p:ext uri="{BB962C8B-B14F-4D97-AF65-F5344CB8AC3E}">
        <p14:creationId xmlns:p14="http://schemas.microsoft.com/office/powerpoint/2010/main" val="76617233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8A0CFB7-E7B1-41B9-9C06-505E741F48D6}"/>
              </a:ext>
            </a:extLst>
          </p:cNvPr>
          <p:cNvSpPr>
            <a:spLocks noGrp="1"/>
          </p:cNvSpPr>
          <p:nvPr/>
        </p:nvSpPr>
        <p:spPr>
          <a:xfrm>
            <a:off x="361950" y="38100"/>
            <a:ext cx="7810500" cy="457200"/>
          </a:xfrm>
          <a:prstGeom prst="rect">
            <a:avLst/>
          </a:prstGeom>
          <a:noFill/>
          <a:ln w="0">
            <a:noFill/>
            <a:prstDash val="solid"/>
          </a:ln>
        </p:spPr>
        <p:txBody>
          <a:bodyPr anchor="ctr"/>
          <a:lstStyle/>
          <a:p>
            <a:pPr algn="l">
              <a:defRPr sz="2175" b="1">
                <a:solidFill>
                  <a:srgbClr val="FFFFFF"/>
                </a:solidFill>
              </a:defRPr>
            </a:pPr>
            <a:r>
              <a:rPr sz="2000" b="1">
                <a:solidFill>
                  <a:srgbClr val="FFFFFF"/>
                </a:solidFill>
                <a:latin typeface="Aptos" panose="020B0004020202020204" pitchFamily="34" charset="0"/>
              </a:rPr>
              <a:t>Project </a:t>
            </a:r>
            <a:r>
              <a:rPr lang="en-IN" sz="2000" b="1">
                <a:solidFill>
                  <a:srgbClr val="FFFFFF"/>
                </a:solidFill>
                <a:latin typeface="Aptos" panose="020B0004020202020204" pitchFamily="34" charset="0"/>
              </a:rPr>
              <a:t>W</a:t>
            </a:r>
            <a:r>
              <a:rPr sz="2000" b="1">
                <a:solidFill>
                  <a:srgbClr val="FFFFFF"/>
                </a:solidFill>
                <a:latin typeface="Aptos" panose="020B0004020202020204" pitchFamily="34" charset="0"/>
              </a:rPr>
              <a:t>ork Plan</a:t>
            </a:r>
          </a:p>
        </p:txBody>
      </p:sp>
      <p:sp>
        <p:nvSpPr>
          <p:cNvPr id="3" name="Rectangle 2">
            <a:extLst>
              <a:ext uri="{FF2B5EF4-FFF2-40B4-BE49-F238E27FC236}">
                <a16:creationId xmlns:a16="http://schemas.microsoft.com/office/drawing/2014/main" id="{BB89134D-855B-4EE3-9F97-08BD96657418}"/>
              </a:ext>
            </a:extLst>
          </p:cNvPr>
          <p:cNvSpPr>
            <a:spLocks noGrp="1"/>
          </p:cNvSpPr>
          <p:nvPr/>
        </p:nvSpPr>
        <p:spPr>
          <a:xfrm>
            <a:off x="8248650" y="66675"/>
            <a:ext cx="3562350" cy="400050"/>
          </a:xfrm>
          <a:prstGeom prst="rect">
            <a:avLst/>
          </a:prstGeom>
          <a:noFill/>
          <a:ln w="0">
            <a:noFill/>
            <a:prstDash val="solid"/>
          </a:ln>
        </p:spPr>
        <p:txBody>
          <a:bodyPr anchor="ctr"/>
          <a:lstStyle/>
          <a:p>
            <a:pPr algn="r">
              <a:defRPr sz="1050" b="0">
                <a:solidFill>
                  <a:srgbClr val="D5E3E8"/>
                </a:solidFill>
              </a:defRPr>
            </a:pPr>
            <a:r>
              <a:rPr lang="en-US" sz="1050" b="0">
                <a:solidFill>
                  <a:srgbClr val="D5E3E8"/>
                </a:solidFill>
                <a:latin typeface="Aptos" panose="020B0004020202020204" pitchFamily="34" charset="0"/>
              </a:rPr>
              <a:t>12-month TSU implementation period | T to T+48 weeks</a:t>
            </a:r>
          </a:p>
        </p:txBody>
      </p:sp>
      <p:sp>
        <p:nvSpPr>
          <p:cNvPr id="4" name="Rectangle 3">
            <a:extLst>
              <a:ext uri="{FF2B5EF4-FFF2-40B4-BE49-F238E27FC236}">
                <a16:creationId xmlns:a16="http://schemas.microsoft.com/office/drawing/2014/main" id="{95143729-4629-430A-8034-BE5333678472}"/>
              </a:ext>
            </a:extLst>
          </p:cNvPr>
          <p:cNvSpPr>
            <a:spLocks noGrp="1"/>
          </p:cNvSpPr>
          <p:nvPr/>
        </p:nvSpPr>
        <p:spPr>
          <a:xfrm>
            <a:off x="361950" y="581025"/>
            <a:ext cx="11449050" cy="219075"/>
          </a:xfrm>
          <a:prstGeom prst="rect">
            <a:avLst/>
          </a:prstGeom>
          <a:noFill/>
          <a:ln w="0">
            <a:noFill/>
            <a:prstDash val="solid"/>
          </a:ln>
        </p:spPr>
        <p:txBody>
          <a:bodyPr anchor="ctr"/>
          <a:lstStyle/>
          <a:p>
            <a:pPr algn="l">
              <a:defRPr sz="900" b="0">
                <a:solidFill>
                  <a:srgbClr val="5F737C"/>
                </a:solidFill>
              </a:defRPr>
            </a:pPr>
            <a:r>
              <a:rPr lang="en-US" sz="900" b="0">
                <a:solidFill>
                  <a:srgbClr val="5F737C"/>
                </a:solidFill>
                <a:latin typeface="Aptos" panose="020B0004020202020204" pitchFamily="34" charset="0"/>
              </a:rPr>
              <a:t>The workstreams progress in parallel, with early diagnostics informing reform design, digital enablement and continuous implementation support</a:t>
            </a:r>
          </a:p>
        </p:txBody>
      </p:sp>
      <p:sp>
        <p:nvSpPr>
          <p:cNvPr id="5" name="Rectangle 4">
            <a:extLst>
              <a:ext uri="{FF2B5EF4-FFF2-40B4-BE49-F238E27FC236}">
                <a16:creationId xmlns:a16="http://schemas.microsoft.com/office/drawing/2014/main" id="{27BE579B-F094-4825-92B1-3335CA85558A}"/>
              </a:ext>
            </a:extLst>
          </p:cNvPr>
          <p:cNvSpPr>
            <a:spLocks noGrp="1"/>
          </p:cNvSpPr>
          <p:nvPr/>
        </p:nvSpPr>
        <p:spPr>
          <a:xfrm>
            <a:off x="285750" y="838200"/>
            <a:ext cx="1714500" cy="295275"/>
          </a:xfrm>
          <a:prstGeom prst="rect">
            <a:avLst/>
          </a:prstGeom>
          <a:solidFill>
            <a:srgbClr val="1E3A49"/>
          </a:solidFill>
          <a:ln w="0">
            <a:noFill/>
            <a:prstDash val="solid"/>
          </a:ln>
        </p:spPr>
        <p:txBody>
          <a:bodyPr/>
          <a:lstStyle/>
          <a:p>
            <a:endParaRPr lang="en-US" sz="900">
              <a:latin typeface="Aptos" panose="020B0004020202020204" pitchFamily="34" charset="0"/>
            </a:endParaRPr>
          </a:p>
        </p:txBody>
      </p:sp>
      <p:sp>
        <p:nvSpPr>
          <p:cNvPr id="6" name="Rectangle 5">
            <a:extLst>
              <a:ext uri="{FF2B5EF4-FFF2-40B4-BE49-F238E27FC236}">
                <a16:creationId xmlns:a16="http://schemas.microsoft.com/office/drawing/2014/main" id="{6AC67032-E324-417D-A0A9-35AE45EA57F3}"/>
              </a:ext>
            </a:extLst>
          </p:cNvPr>
          <p:cNvSpPr>
            <a:spLocks noGrp="1"/>
          </p:cNvSpPr>
          <p:nvPr/>
        </p:nvSpPr>
        <p:spPr>
          <a:xfrm>
            <a:off x="2000250" y="838200"/>
            <a:ext cx="2714625" cy="295275"/>
          </a:xfrm>
          <a:prstGeom prst="rect">
            <a:avLst/>
          </a:prstGeom>
          <a:solidFill>
            <a:srgbClr val="1E3A49"/>
          </a:solidFill>
          <a:ln w="0">
            <a:noFill/>
            <a:prstDash val="solid"/>
          </a:ln>
        </p:spPr>
        <p:txBody>
          <a:bodyPr/>
          <a:lstStyle/>
          <a:p>
            <a:endParaRPr lang="en-US" sz="900">
              <a:latin typeface="Aptos" panose="020B0004020202020204" pitchFamily="34" charset="0"/>
            </a:endParaRPr>
          </a:p>
        </p:txBody>
      </p:sp>
      <p:sp>
        <p:nvSpPr>
          <p:cNvPr id="7" name="Rectangle 6">
            <a:extLst>
              <a:ext uri="{FF2B5EF4-FFF2-40B4-BE49-F238E27FC236}">
                <a16:creationId xmlns:a16="http://schemas.microsoft.com/office/drawing/2014/main" id="{0E4B77C3-B980-491A-BDEC-D2BE0BCEB094}"/>
              </a:ext>
            </a:extLst>
          </p:cNvPr>
          <p:cNvSpPr>
            <a:spLocks noGrp="1"/>
          </p:cNvSpPr>
          <p:nvPr/>
        </p:nvSpPr>
        <p:spPr>
          <a:xfrm>
            <a:off x="10429875" y="838200"/>
            <a:ext cx="1476375" cy="295275"/>
          </a:xfrm>
          <a:prstGeom prst="rect">
            <a:avLst/>
          </a:prstGeom>
          <a:solidFill>
            <a:srgbClr val="1E3A49"/>
          </a:solidFill>
          <a:ln w="0">
            <a:noFill/>
            <a:prstDash val="solid"/>
          </a:ln>
        </p:spPr>
        <p:txBody>
          <a:bodyPr/>
          <a:lstStyle/>
          <a:p>
            <a:endParaRPr lang="en-US" sz="900">
              <a:latin typeface="Aptos" panose="020B0004020202020204" pitchFamily="34" charset="0"/>
            </a:endParaRPr>
          </a:p>
        </p:txBody>
      </p:sp>
      <p:sp>
        <p:nvSpPr>
          <p:cNvPr id="8" name="Rectangle 7">
            <a:extLst>
              <a:ext uri="{FF2B5EF4-FFF2-40B4-BE49-F238E27FC236}">
                <a16:creationId xmlns:a16="http://schemas.microsoft.com/office/drawing/2014/main" id="{803CE26C-AF2E-4FD9-981F-CFD890EF5F98}"/>
              </a:ext>
            </a:extLst>
          </p:cNvPr>
          <p:cNvSpPr>
            <a:spLocks noGrp="1"/>
          </p:cNvSpPr>
          <p:nvPr/>
        </p:nvSpPr>
        <p:spPr>
          <a:xfrm>
            <a:off x="285750" y="838200"/>
            <a:ext cx="1714500" cy="295275"/>
          </a:xfrm>
          <a:prstGeom prst="rect">
            <a:avLst/>
          </a:prstGeom>
          <a:noFill/>
          <a:ln w="0">
            <a:noFill/>
            <a:prstDash val="solid"/>
          </a:ln>
        </p:spPr>
        <p:txBody>
          <a:bodyPr anchor="ctr"/>
          <a:lstStyle/>
          <a:p>
            <a:pPr algn="ctr">
              <a:defRPr sz="825" b="1">
                <a:solidFill>
                  <a:srgbClr val="FFFFFF"/>
                </a:solidFill>
              </a:defRPr>
            </a:pPr>
            <a:r>
              <a:rPr sz="900" b="1">
                <a:solidFill>
                  <a:srgbClr val="FFFFFF"/>
                </a:solidFill>
                <a:latin typeface="Aptos" panose="020B0004020202020204" pitchFamily="34" charset="0"/>
              </a:rPr>
              <a:t>WORKSTREAM</a:t>
            </a:r>
          </a:p>
        </p:txBody>
      </p:sp>
      <p:sp>
        <p:nvSpPr>
          <p:cNvPr id="9" name="Rectangle 8">
            <a:extLst>
              <a:ext uri="{FF2B5EF4-FFF2-40B4-BE49-F238E27FC236}">
                <a16:creationId xmlns:a16="http://schemas.microsoft.com/office/drawing/2014/main" id="{F35AAA61-5910-4E0C-A099-1A60B0AB9BCD}"/>
              </a:ext>
            </a:extLst>
          </p:cNvPr>
          <p:cNvSpPr>
            <a:spLocks noGrp="1"/>
          </p:cNvSpPr>
          <p:nvPr/>
        </p:nvSpPr>
        <p:spPr>
          <a:xfrm>
            <a:off x="2000250" y="838200"/>
            <a:ext cx="2714625" cy="295275"/>
          </a:xfrm>
          <a:prstGeom prst="rect">
            <a:avLst/>
          </a:prstGeom>
          <a:noFill/>
          <a:ln w="0">
            <a:noFill/>
            <a:prstDash val="solid"/>
          </a:ln>
        </p:spPr>
        <p:txBody>
          <a:bodyPr anchor="ctr"/>
          <a:lstStyle/>
          <a:p>
            <a:pPr algn="ctr">
              <a:defRPr sz="825" b="1">
                <a:solidFill>
                  <a:srgbClr val="FFFFFF"/>
                </a:solidFill>
              </a:defRPr>
            </a:pPr>
            <a:r>
              <a:rPr sz="900" b="1">
                <a:solidFill>
                  <a:srgbClr val="FFFFFF"/>
                </a:solidFill>
                <a:latin typeface="Aptos" panose="020B0004020202020204" pitchFamily="34" charset="0"/>
              </a:rPr>
              <a:t>KEY ACTIVITIES</a:t>
            </a:r>
          </a:p>
        </p:txBody>
      </p:sp>
      <p:sp>
        <p:nvSpPr>
          <p:cNvPr id="10" name="Rectangle 9">
            <a:extLst>
              <a:ext uri="{FF2B5EF4-FFF2-40B4-BE49-F238E27FC236}">
                <a16:creationId xmlns:a16="http://schemas.microsoft.com/office/drawing/2014/main" id="{A040DECA-B393-475C-A95A-300A4EA1B25B}"/>
              </a:ext>
            </a:extLst>
          </p:cNvPr>
          <p:cNvSpPr>
            <a:spLocks noGrp="1"/>
          </p:cNvSpPr>
          <p:nvPr/>
        </p:nvSpPr>
        <p:spPr>
          <a:xfrm>
            <a:off x="10429875" y="838200"/>
            <a:ext cx="1476375" cy="295275"/>
          </a:xfrm>
          <a:prstGeom prst="rect">
            <a:avLst/>
          </a:prstGeom>
          <a:noFill/>
          <a:ln w="0">
            <a:noFill/>
            <a:prstDash val="solid"/>
          </a:ln>
        </p:spPr>
        <p:txBody>
          <a:bodyPr anchor="ctr"/>
          <a:lstStyle/>
          <a:p>
            <a:pPr algn="ctr">
              <a:defRPr sz="825" b="1">
                <a:solidFill>
                  <a:srgbClr val="FFFFFF"/>
                </a:solidFill>
              </a:defRPr>
            </a:pPr>
            <a:r>
              <a:rPr sz="900" b="1">
                <a:solidFill>
                  <a:srgbClr val="FFFFFF"/>
                </a:solidFill>
                <a:latin typeface="Aptos" panose="020B0004020202020204" pitchFamily="34" charset="0"/>
              </a:rPr>
              <a:t>OUTPUT / DUE</a:t>
            </a:r>
          </a:p>
        </p:txBody>
      </p:sp>
      <p:sp>
        <p:nvSpPr>
          <p:cNvPr id="11" name="Rectangle 10">
            <a:extLst>
              <a:ext uri="{FF2B5EF4-FFF2-40B4-BE49-F238E27FC236}">
                <a16:creationId xmlns:a16="http://schemas.microsoft.com/office/drawing/2014/main" id="{0E28B3EB-2961-4CAE-ACCC-5DC83FCF9F9C}"/>
              </a:ext>
            </a:extLst>
          </p:cNvPr>
          <p:cNvSpPr>
            <a:spLocks noGrp="1"/>
          </p:cNvSpPr>
          <p:nvPr/>
        </p:nvSpPr>
        <p:spPr>
          <a:xfrm>
            <a:off x="4714875" y="838200"/>
            <a:ext cx="476250" cy="295275"/>
          </a:xfrm>
          <a:prstGeom prst="rect">
            <a:avLst/>
          </a:prstGeom>
          <a:solidFill>
            <a:srgbClr val="477C54"/>
          </a:solidFill>
          <a:ln w="5715">
            <a:solidFill>
              <a:srgbClr val="FFFFFF"/>
            </a:solidFill>
            <a:prstDash val="solid"/>
          </a:ln>
        </p:spPr>
        <p:txBody>
          <a:bodyPr/>
          <a:lstStyle/>
          <a:p>
            <a:endParaRPr lang="en-US" sz="900">
              <a:latin typeface="Aptos" panose="020B0004020202020204" pitchFamily="34" charset="0"/>
            </a:endParaRPr>
          </a:p>
        </p:txBody>
      </p:sp>
      <p:sp>
        <p:nvSpPr>
          <p:cNvPr id="12" name="Rectangle 11">
            <a:extLst>
              <a:ext uri="{FF2B5EF4-FFF2-40B4-BE49-F238E27FC236}">
                <a16:creationId xmlns:a16="http://schemas.microsoft.com/office/drawing/2014/main" id="{1D070BBC-69A7-4211-9F6B-456BF8DB13E1}"/>
              </a:ext>
            </a:extLst>
          </p:cNvPr>
          <p:cNvSpPr>
            <a:spLocks noGrp="1"/>
          </p:cNvSpPr>
          <p:nvPr/>
        </p:nvSpPr>
        <p:spPr>
          <a:xfrm>
            <a:off x="4714875" y="838200"/>
            <a:ext cx="476250" cy="295275"/>
          </a:xfrm>
          <a:prstGeom prst="rect">
            <a:avLst/>
          </a:prstGeom>
          <a:noFill/>
          <a:ln w="0">
            <a:noFill/>
            <a:prstDash val="solid"/>
          </a:ln>
        </p:spPr>
        <p:txBody>
          <a:bodyPr anchor="ctr"/>
          <a:lstStyle/>
          <a:p>
            <a:pPr algn="ctr">
              <a:defRPr sz="750" b="1">
                <a:solidFill>
                  <a:srgbClr val="FFFFFF"/>
                </a:solidFill>
              </a:defRPr>
            </a:pPr>
            <a:r>
              <a:rPr sz="900" b="1">
                <a:solidFill>
                  <a:srgbClr val="FFFFFF"/>
                </a:solidFill>
                <a:latin typeface="Aptos" panose="020B0004020202020204" pitchFamily="34" charset="0"/>
              </a:rPr>
              <a:t>M1</a:t>
            </a:r>
          </a:p>
        </p:txBody>
      </p:sp>
      <p:sp>
        <p:nvSpPr>
          <p:cNvPr id="13" name="Rectangle 12">
            <a:extLst>
              <a:ext uri="{FF2B5EF4-FFF2-40B4-BE49-F238E27FC236}">
                <a16:creationId xmlns:a16="http://schemas.microsoft.com/office/drawing/2014/main" id="{37823E3F-43E1-4EAE-8AAE-2830108460CF}"/>
              </a:ext>
            </a:extLst>
          </p:cNvPr>
          <p:cNvSpPr>
            <a:spLocks noGrp="1"/>
          </p:cNvSpPr>
          <p:nvPr/>
        </p:nvSpPr>
        <p:spPr>
          <a:xfrm>
            <a:off x="5191125" y="838200"/>
            <a:ext cx="476250" cy="295275"/>
          </a:xfrm>
          <a:prstGeom prst="rect">
            <a:avLst/>
          </a:prstGeom>
          <a:solidFill>
            <a:srgbClr val="477C54"/>
          </a:solidFill>
          <a:ln w="5715">
            <a:solidFill>
              <a:srgbClr val="FFFFFF"/>
            </a:solidFill>
            <a:prstDash val="solid"/>
          </a:ln>
        </p:spPr>
        <p:txBody>
          <a:bodyPr/>
          <a:lstStyle/>
          <a:p>
            <a:endParaRPr lang="en-US" sz="900">
              <a:latin typeface="Aptos" panose="020B0004020202020204" pitchFamily="34" charset="0"/>
            </a:endParaRPr>
          </a:p>
        </p:txBody>
      </p:sp>
      <p:sp>
        <p:nvSpPr>
          <p:cNvPr id="14" name="Rectangle 13">
            <a:extLst>
              <a:ext uri="{FF2B5EF4-FFF2-40B4-BE49-F238E27FC236}">
                <a16:creationId xmlns:a16="http://schemas.microsoft.com/office/drawing/2014/main" id="{93C4E9D4-5853-4FA5-8D05-F303D89574F1}"/>
              </a:ext>
            </a:extLst>
          </p:cNvPr>
          <p:cNvSpPr>
            <a:spLocks noGrp="1"/>
          </p:cNvSpPr>
          <p:nvPr/>
        </p:nvSpPr>
        <p:spPr>
          <a:xfrm>
            <a:off x="5191125" y="838200"/>
            <a:ext cx="476250" cy="295275"/>
          </a:xfrm>
          <a:prstGeom prst="rect">
            <a:avLst/>
          </a:prstGeom>
          <a:noFill/>
          <a:ln w="0">
            <a:noFill/>
            <a:prstDash val="solid"/>
          </a:ln>
        </p:spPr>
        <p:txBody>
          <a:bodyPr anchor="ctr"/>
          <a:lstStyle/>
          <a:p>
            <a:pPr algn="ctr">
              <a:defRPr sz="750" b="1">
                <a:solidFill>
                  <a:srgbClr val="FFFFFF"/>
                </a:solidFill>
              </a:defRPr>
            </a:pPr>
            <a:r>
              <a:rPr sz="900" b="1">
                <a:solidFill>
                  <a:srgbClr val="FFFFFF"/>
                </a:solidFill>
                <a:latin typeface="Aptos" panose="020B0004020202020204" pitchFamily="34" charset="0"/>
              </a:rPr>
              <a:t>M2</a:t>
            </a:r>
          </a:p>
        </p:txBody>
      </p:sp>
      <p:sp>
        <p:nvSpPr>
          <p:cNvPr id="15" name="Rectangle 14">
            <a:extLst>
              <a:ext uri="{FF2B5EF4-FFF2-40B4-BE49-F238E27FC236}">
                <a16:creationId xmlns:a16="http://schemas.microsoft.com/office/drawing/2014/main" id="{B9DB7774-6DDF-49A2-93E9-E41EB58A21C5}"/>
              </a:ext>
            </a:extLst>
          </p:cNvPr>
          <p:cNvSpPr>
            <a:spLocks noGrp="1"/>
          </p:cNvSpPr>
          <p:nvPr/>
        </p:nvSpPr>
        <p:spPr>
          <a:xfrm>
            <a:off x="5667375" y="838200"/>
            <a:ext cx="476250" cy="295275"/>
          </a:xfrm>
          <a:prstGeom prst="rect">
            <a:avLst/>
          </a:prstGeom>
          <a:solidFill>
            <a:srgbClr val="237F83"/>
          </a:solidFill>
          <a:ln w="5715">
            <a:solidFill>
              <a:srgbClr val="FFFFFF"/>
            </a:solidFill>
            <a:prstDash val="solid"/>
          </a:ln>
        </p:spPr>
        <p:txBody>
          <a:bodyPr/>
          <a:lstStyle/>
          <a:p>
            <a:endParaRPr lang="en-US" sz="900">
              <a:latin typeface="Aptos" panose="020B0004020202020204" pitchFamily="34" charset="0"/>
            </a:endParaRPr>
          </a:p>
        </p:txBody>
      </p:sp>
      <p:sp>
        <p:nvSpPr>
          <p:cNvPr id="16" name="Rectangle 15">
            <a:extLst>
              <a:ext uri="{FF2B5EF4-FFF2-40B4-BE49-F238E27FC236}">
                <a16:creationId xmlns:a16="http://schemas.microsoft.com/office/drawing/2014/main" id="{869CE7CA-3C7A-43FD-9BDB-B0F56C3365DB}"/>
              </a:ext>
            </a:extLst>
          </p:cNvPr>
          <p:cNvSpPr>
            <a:spLocks noGrp="1"/>
          </p:cNvSpPr>
          <p:nvPr/>
        </p:nvSpPr>
        <p:spPr>
          <a:xfrm>
            <a:off x="5667375" y="838200"/>
            <a:ext cx="476250" cy="295275"/>
          </a:xfrm>
          <a:prstGeom prst="rect">
            <a:avLst/>
          </a:prstGeom>
          <a:noFill/>
          <a:ln w="0">
            <a:noFill/>
            <a:prstDash val="solid"/>
          </a:ln>
        </p:spPr>
        <p:txBody>
          <a:bodyPr anchor="ctr"/>
          <a:lstStyle/>
          <a:p>
            <a:pPr algn="ctr">
              <a:defRPr sz="750" b="1">
                <a:solidFill>
                  <a:srgbClr val="FFFFFF"/>
                </a:solidFill>
              </a:defRPr>
            </a:pPr>
            <a:r>
              <a:rPr sz="900" b="1">
                <a:solidFill>
                  <a:srgbClr val="FFFFFF"/>
                </a:solidFill>
                <a:latin typeface="Aptos" panose="020B0004020202020204" pitchFamily="34" charset="0"/>
              </a:rPr>
              <a:t>M3</a:t>
            </a:r>
          </a:p>
        </p:txBody>
      </p:sp>
      <p:sp>
        <p:nvSpPr>
          <p:cNvPr id="17" name="Rectangle 16">
            <a:extLst>
              <a:ext uri="{FF2B5EF4-FFF2-40B4-BE49-F238E27FC236}">
                <a16:creationId xmlns:a16="http://schemas.microsoft.com/office/drawing/2014/main" id="{DA2986BC-ADB6-4C33-82FA-51FB3911B461}"/>
              </a:ext>
            </a:extLst>
          </p:cNvPr>
          <p:cNvSpPr>
            <a:spLocks noGrp="1"/>
          </p:cNvSpPr>
          <p:nvPr/>
        </p:nvSpPr>
        <p:spPr>
          <a:xfrm>
            <a:off x="6143625" y="838200"/>
            <a:ext cx="476250" cy="295275"/>
          </a:xfrm>
          <a:prstGeom prst="rect">
            <a:avLst/>
          </a:prstGeom>
          <a:solidFill>
            <a:srgbClr val="237F83"/>
          </a:solidFill>
          <a:ln w="5715">
            <a:solidFill>
              <a:srgbClr val="FFFFFF"/>
            </a:solidFill>
            <a:prstDash val="solid"/>
          </a:ln>
        </p:spPr>
        <p:txBody>
          <a:bodyPr/>
          <a:lstStyle/>
          <a:p>
            <a:endParaRPr lang="en-US" sz="900">
              <a:latin typeface="Aptos" panose="020B0004020202020204" pitchFamily="34" charset="0"/>
            </a:endParaRPr>
          </a:p>
        </p:txBody>
      </p:sp>
      <p:sp>
        <p:nvSpPr>
          <p:cNvPr id="18" name="Rectangle 17">
            <a:extLst>
              <a:ext uri="{FF2B5EF4-FFF2-40B4-BE49-F238E27FC236}">
                <a16:creationId xmlns:a16="http://schemas.microsoft.com/office/drawing/2014/main" id="{E5C2C624-1DB5-4805-B2D5-9FD76142F2A1}"/>
              </a:ext>
            </a:extLst>
          </p:cNvPr>
          <p:cNvSpPr>
            <a:spLocks noGrp="1"/>
          </p:cNvSpPr>
          <p:nvPr/>
        </p:nvSpPr>
        <p:spPr>
          <a:xfrm>
            <a:off x="6143625" y="838200"/>
            <a:ext cx="476250" cy="295275"/>
          </a:xfrm>
          <a:prstGeom prst="rect">
            <a:avLst/>
          </a:prstGeom>
          <a:noFill/>
          <a:ln w="0">
            <a:noFill/>
            <a:prstDash val="solid"/>
          </a:ln>
        </p:spPr>
        <p:txBody>
          <a:bodyPr anchor="ctr"/>
          <a:lstStyle/>
          <a:p>
            <a:pPr algn="ctr">
              <a:defRPr sz="750" b="1">
                <a:solidFill>
                  <a:srgbClr val="FFFFFF"/>
                </a:solidFill>
              </a:defRPr>
            </a:pPr>
            <a:r>
              <a:rPr sz="900" b="1">
                <a:solidFill>
                  <a:srgbClr val="FFFFFF"/>
                </a:solidFill>
                <a:latin typeface="Aptos" panose="020B0004020202020204" pitchFamily="34" charset="0"/>
              </a:rPr>
              <a:t>M4</a:t>
            </a:r>
          </a:p>
        </p:txBody>
      </p:sp>
      <p:sp>
        <p:nvSpPr>
          <p:cNvPr id="19" name="Rectangle 18">
            <a:extLst>
              <a:ext uri="{FF2B5EF4-FFF2-40B4-BE49-F238E27FC236}">
                <a16:creationId xmlns:a16="http://schemas.microsoft.com/office/drawing/2014/main" id="{59F6DF58-DF44-4267-B60D-EC5D9653789E}"/>
              </a:ext>
            </a:extLst>
          </p:cNvPr>
          <p:cNvSpPr>
            <a:spLocks noGrp="1"/>
          </p:cNvSpPr>
          <p:nvPr/>
        </p:nvSpPr>
        <p:spPr>
          <a:xfrm>
            <a:off x="6619875" y="838200"/>
            <a:ext cx="476250" cy="295275"/>
          </a:xfrm>
          <a:prstGeom prst="rect">
            <a:avLst/>
          </a:prstGeom>
          <a:solidFill>
            <a:srgbClr val="237F83"/>
          </a:solidFill>
          <a:ln w="5715">
            <a:solidFill>
              <a:srgbClr val="FFFFFF"/>
            </a:solidFill>
            <a:prstDash val="solid"/>
          </a:ln>
        </p:spPr>
        <p:txBody>
          <a:bodyPr/>
          <a:lstStyle/>
          <a:p>
            <a:endParaRPr lang="en-US" sz="900">
              <a:latin typeface="Aptos" panose="020B0004020202020204" pitchFamily="34" charset="0"/>
            </a:endParaRPr>
          </a:p>
        </p:txBody>
      </p:sp>
      <p:sp>
        <p:nvSpPr>
          <p:cNvPr id="20" name="Rectangle 19">
            <a:extLst>
              <a:ext uri="{FF2B5EF4-FFF2-40B4-BE49-F238E27FC236}">
                <a16:creationId xmlns:a16="http://schemas.microsoft.com/office/drawing/2014/main" id="{CB43662A-E621-4EC6-ADAE-84AE70F292B8}"/>
              </a:ext>
            </a:extLst>
          </p:cNvPr>
          <p:cNvSpPr>
            <a:spLocks noGrp="1"/>
          </p:cNvSpPr>
          <p:nvPr/>
        </p:nvSpPr>
        <p:spPr>
          <a:xfrm>
            <a:off x="6619875" y="838200"/>
            <a:ext cx="476250" cy="295275"/>
          </a:xfrm>
          <a:prstGeom prst="rect">
            <a:avLst/>
          </a:prstGeom>
          <a:noFill/>
          <a:ln w="0">
            <a:noFill/>
            <a:prstDash val="solid"/>
          </a:ln>
        </p:spPr>
        <p:txBody>
          <a:bodyPr anchor="ctr"/>
          <a:lstStyle/>
          <a:p>
            <a:pPr algn="ctr">
              <a:defRPr sz="750" b="1">
                <a:solidFill>
                  <a:srgbClr val="FFFFFF"/>
                </a:solidFill>
              </a:defRPr>
            </a:pPr>
            <a:r>
              <a:rPr sz="900" b="1">
                <a:solidFill>
                  <a:srgbClr val="FFFFFF"/>
                </a:solidFill>
                <a:latin typeface="Aptos" panose="020B0004020202020204" pitchFamily="34" charset="0"/>
              </a:rPr>
              <a:t>M5</a:t>
            </a:r>
          </a:p>
        </p:txBody>
      </p:sp>
      <p:sp>
        <p:nvSpPr>
          <p:cNvPr id="21" name="Rectangle 20">
            <a:extLst>
              <a:ext uri="{FF2B5EF4-FFF2-40B4-BE49-F238E27FC236}">
                <a16:creationId xmlns:a16="http://schemas.microsoft.com/office/drawing/2014/main" id="{F94AABD7-4298-43C8-8AA2-13EA842C91F7}"/>
              </a:ext>
            </a:extLst>
          </p:cNvPr>
          <p:cNvSpPr>
            <a:spLocks noGrp="1"/>
          </p:cNvSpPr>
          <p:nvPr/>
        </p:nvSpPr>
        <p:spPr>
          <a:xfrm>
            <a:off x="7096125" y="838200"/>
            <a:ext cx="476250" cy="295275"/>
          </a:xfrm>
          <a:prstGeom prst="rect">
            <a:avLst/>
          </a:prstGeom>
          <a:solidFill>
            <a:srgbClr val="237F83"/>
          </a:solidFill>
          <a:ln w="5715">
            <a:solidFill>
              <a:srgbClr val="FFFFFF"/>
            </a:solidFill>
            <a:prstDash val="solid"/>
          </a:ln>
        </p:spPr>
        <p:txBody>
          <a:bodyPr/>
          <a:lstStyle/>
          <a:p>
            <a:endParaRPr lang="en-US" sz="900">
              <a:latin typeface="Aptos" panose="020B0004020202020204" pitchFamily="34" charset="0"/>
            </a:endParaRPr>
          </a:p>
        </p:txBody>
      </p:sp>
      <p:sp>
        <p:nvSpPr>
          <p:cNvPr id="22" name="Rectangle 21">
            <a:extLst>
              <a:ext uri="{FF2B5EF4-FFF2-40B4-BE49-F238E27FC236}">
                <a16:creationId xmlns:a16="http://schemas.microsoft.com/office/drawing/2014/main" id="{B7931DA7-4546-4038-88E9-1929D2AF0603}"/>
              </a:ext>
            </a:extLst>
          </p:cNvPr>
          <p:cNvSpPr>
            <a:spLocks noGrp="1"/>
          </p:cNvSpPr>
          <p:nvPr/>
        </p:nvSpPr>
        <p:spPr>
          <a:xfrm>
            <a:off x="7096125" y="838200"/>
            <a:ext cx="476250" cy="295275"/>
          </a:xfrm>
          <a:prstGeom prst="rect">
            <a:avLst/>
          </a:prstGeom>
          <a:noFill/>
          <a:ln w="0">
            <a:noFill/>
            <a:prstDash val="solid"/>
          </a:ln>
        </p:spPr>
        <p:txBody>
          <a:bodyPr anchor="ctr"/>
          <a:lstStyle/>
          <a:p>
            <a:pPr algn="ctr">
              <a:defRPr sz="750" b="1">
                <a:solidFill>
                  <a:srgbClr val="FFFFFF"/>
                </a:solidFill>
              </a:defRPr>
            </a:pPr>
            <a:r>
              <a:rPr sz="900" b="1">
                <a:solidFill>
                  <a:srgbClr val="FFFFFF"/>
                </a:solidFill>
                <a:latin typeface="Aptos" panose="020B0004020202020204" pitchFamily="34" charset="0"/>
              </a:rPr>
              <a:t>M6</a:t>
            </a:r>
          </a:p>
        </p:txBody>
      </p:sp>
      <p:sp>
        <p:nvSpPr>
          <p:cNvPr id="23" name="Rectangle 22">
            <a:extLst>
              <a:ext uri="{FF2B5EF4-FFF2-40B4-BE49-F238E27FC236}">
                <a16:creationId xmlns:a16="http://schemas.microsoft.com/office/drawing/2014/main" id="{25E83D6B-EB6A-4549-9286-E277F6255E2A}"/>
              </a:ext>
            </a:extLst>
          </p:cNvPr>
          <p:cNvSpPr>
            <a:spLocks noGrp="1"/>
          </p:cNvSpPr>
          <p:nvPr/>
        </p:nvSpPr>
        <p:spPr>
          <a:xfrm>
            <a:off x="7572375" y="838200"/>
            <a:ext cx="476250" cy="295275"/>
          </a:xfrm>
          <a:prstGeom prst="rect">
            <a:avLst/>
          </a:prstGeom>
          <a:solidFill>
            <a:srgbClr val="1E3A49"/>
          </a:solidFill>
          <a:ln w="5715">
            <a:solidFill>
              <a:srgbClr val="FFFFFF"/>
            </a:solidFill>
            <a:prstDash val="solid"/>
          </a:ln>
        </p:spPr>
        <p:txBody>
          <a:bodyPr/>
          <a:lstStyle/>
          <a:p>
            <a:endParaRPr lang="en-US" sz="900">
              <a:latin typeface="Aptos" panose="020B0004020202020204" pitchFamily="34" charset="0"/>
            </a:endParaRPr>
          </a:p>
        </p:txBody>
      </p:sp>
      <p:sp>
        <p:nvSpPr>
          <p:cNvPr id="24" name="Rectangle 23">
            <a:extLst>
              <a:ext uri="{FF2B5EF4-FFF2-40B4-BE49-F238E27FC236}">
                <a16:creationId xmlns:a16="http://schemas.microsoft.com/office/drawing/2014/main" id="{C0909C30-EEE1-4D76-99CD-B4019509C990}"/>
              </a:ext>
            </a:extLst>
          </p:cNvPr>
          <p:cNvSpPr>
            <a:spLocks noGrp="1"/>
          </p:cNvSpPr>
          <p:nvPr/>
        </p:nvSpPr>
        <p:spPr>
          <a:xfrm>
            <a:off x="7572375" y="838200"/>
            <a:ext cx="476250" cy="295275"/>
          </a:xfrm>
          <a:prstGeom prst="rect">
            <a:avLst/>
          </a:prstGeom>
          <a:noFill/>
          <a:ln w="0">
            <a:noFill/>
            <a:prstDash val="solid"/>
          </a:ln>
        </p:spPr>
        <p:txBody>
          <a:bodyPr anchor="ctr"/>
          <a:lstStyle/>
          <a:p>
            <a:pPr algn="ctr">
              <a:defRPr sz="750" b="1">
                <a:solidFill>
                  <a:srgbClr val="FFFFFF"/>
                </a:solidFill>
              </a:defRPr>
            </a:pPr>
            <a:r>
              <a:rPr sz="900" b="1">
                <a:solidFill>
                  <a:srgbClr val="FFFFFF"/>
                </a:solidFill>
                <a:latin typeface="Aptos" panose="020B0004020202020204" pitchFamily="34" charset="0"/>
              </a:rPr>
              <a:t>M7</a:t>
            </a:r>
          </a:p>
        </p:txBody>
      </p:sp>
      <p:sp>
        <p:nvSpPr>
          <p:cNvPr id="25" name="Rectangle 24">
            <a:extLst>
              <a:ext uri="{FF2B5EF4-FFF2-40B4-BE49-F238E27FC236}">
                <a16:creationId xmlns:a16="http://schemas.microsoft.com/office/drawing/2014/main" id="{42AB4361-2A3B-48DF-BF53-0A3BA1571A54}"/>
              </a:ext>
            </a:extLst>
          </p:cNvPr>
          <p:cNvSpPr>
            <a:spLocks noGrp="1"/>
          </p:cNvSpPr>
          <p:nvPr/>
        </p:nvSpPr>
        <p:spPr>
          <a:xfrm>
            <a:off x="8048625" y="838200"/>
            <a:ext cx="476250" cy="295275"/>
          </a:xfrm>
          <a:prstGeom prst="rect">
            <a:avLst/>
          </a:prstGeom>
          <a:solidFill>
            <a:srgbClr val="1E3A49"/>
          </a:solidFill>
          <a:ln w="5715">
            <a:solidFill>
              <a:srgbClr val="FFFFFF"/>
            </a:solidFill>
            <a:prstDash val="solid"/>
          </a:ln>
        </p:spPr>
        <p:txBody>
          <a:bodyPr/>
          <a:lstStyle/>
          <a:p>
            <a:endParaRPr lang="en-US" sz="900">
              <a:latin typeface="Aptos" panose="020B0004020202020204" pitchFamily="34" charset="0"/>
            </a:endParaRPr>
          </a:p>
        </p:txBody>
      </p:sp>
      <p:sp>
        <p:nvSpPr>
          <p:cNvPr id="26" name="Rectangle 25">
            <a:extLst>
              <a:ext uri="{FF2B5EF4-FFF2-40B4-BE49-F238E27FC236}">
                <a16:creationId xmlns:a16="http://schemas.microsoft.com/office/drawing/2014/main" id="{10F1D04B-9E87-428C-BD6B-6E5100B2C0D8}"/>
              </a:ext>
            </a:extLst>
          </p:cNvPr>
          <p:cNvSpPr>
            <a:spLocks noGrp="1"/>
          </p:cNvSpPr>
          <p:nvPr/>
        </p:nvSpPr>
        <p:spPr>
          <a:xfrm>
            <a:off x="8048625" y="838200"/>
            <a:ext cx="476250" cy="295275"/>
          </a:xfrm>
          <a:prstGeom prst="rect">
            <a:avLst/>
          </a:prstGeom>
          <a:noFill/>
          <a:ln w="0">
            <a:noFill/>
            <a:prstDash val="solid"/>
          </a:ln>
        </p:spPr>
        <p:txBody>
          <a:bodyPr anchor="ctr"/>
          <a:lstStyle/>
          <a:p>
            <a:pPr algn="ctr">
              <a:defRPr sz="750" b="1">
                <a:solidFill>
                  <a:srgbClr val="FFFFFF"/>
                </a:solidFill>
              </a:defRPr>
            </a:pPr>
            <a:r>
              <a:rPr sz="900" b="1">
                <a:solidFill>
                  <a:srgbClr val="FFFFFF"/>
                </a:solidFill>
                <a:latin typeface="Aptos" panose="020B0004020202020204" pitchFamily="34" charset="0"/>
              </a:rPr>
              <a:t>M8</a:t>
            </a:r>
          </a:p>
        </p:txBody>
      </p:sp>
      <p:sp>
        <p:nvSpPr>
          <p:cNvPr id="27" name="Rectangle 26">
            <a:extLst>
              <a:ext uri="{FF2B5EF4-FFF2-40B4-BE49-F238E27FC236}">
                <a16:creationId xmlns:a16="http://schemas.microsoft.com/office/drawing/2014/main" id="{963566CF-E33D-43E0-A8F3-7379A2652DC0}"/>
              </a:ext>
            </a:extLst>
          </p:cNvPr>
          <p:cNvSpPr>
            <a:spLocks noGrp="1"/>
          </p:cNvSpPr>
          <p:nvPr/>
        </p:nvSpPr>
        <p:spPr>
          <a:xfrm>
            <a:off x="8524875" y="838200"/>
            <a:ext cx="476250" cy="295275"/>
          </a:xfrm>
          <a:prstGeom prst="rect">
            <a:avLst/>
          </a:prstGeom>
          <a:solidFill>
            <a:srgbClr val="1E3A49"/>
          </a:solidFill>
          <a:ln w="5715">
            <a:solidFill>
              <a:srgbClr val="FFFFFF"/>
            </a:solidFill>
            <a:prstDash val="solid"/>
          </a:ln>
        </p:spPr>
        <p:txBody>
          <a:bodyPr/>
          <a:lstStyle/>
          <a:p>
            <a:endParaRPr lang="en-US" sz="900">
              <a:latin typeface="Aptos" panose="020B0004020202020204" pitchFamily="34" charset="0"/>
            </a:endParaRPr>
          </a:p>
        </p:txBody>
      </p:sp>
      <p:sp>
        <p:nvSpPr>
          <p:cNvPr id="28" name="Rectangle 27">
            <a:extLst>
              <a:ext uri="{FF2B5EF4-FFF2-40B4-BE49-F238E27FC236}">
                <a16:creationId xmlns:a16="http://schemas.microsoft.com/office/drawing/2014/main" id="{59634344-296B-463D-A916-137FD5AFACAD}"/>
              </a:ext>
            </a:extLst>
          </p:cNvPr>
          <p:cNvSpPr>
            <a:spLocks noGrp="1"/>
          </p:cNvSpPr>
          <p:nvPr/>
        </p:nvSpPr>
        <p:spPr>
          <a:xfrm>
            <a:off x="8524875" y="838200"/>
            <a:ext cx="476250" cy="295275"/>
          </a:xfrm>
          <a:prstGeom prst="rect">
            <a:avLst/>
          </a:prstGeom>
          <a:noFill/>
          <a:ln w="0">
            <a:noFill/>
            <a:prstDash val="solid"/>
          </a:ln>
        </p:spPr>
        <p:txBody>
          <a:bodyPr anchor="ctr"/>
          <a:lstStyle/>
          <a:p>
            <a:pPr algn="ctr">
              <a:defRPr sz="750" b="1">
                <a:solidFill>
                  <a:srgbClr val="FFFFFF"/>
                </a:solidFill>
              </a:defRPr>
            </a:pPr>
            <a:r>
              <a:rPr sz="900" b="1">
                <a:solidFill>
                  <a:srgbClr val="FFFFFF"/>
                </a:solidFill>
                <a:latin typeface="Aptos" panose="020B0004020202020204" pitchFamily="34" charset="0"/>
              </a:rPr>
              <a:t>M9</a:t>
            </a:r>
          </a:p>
        </p:txBody>
      </p:sp>
      <p:sp>
        <p:nvSpPr>
          <p:cNvPr id="29" name="Rectangle 28">
            <a:extLst>
              <a:ext uri="{FF2B5EF4-FFF2-40B4-BE49-F238E27FC236}">
                <a16:creationId xmlns:a16="http://schemas.microsoft.com/office/drawing/2014/main" id="{705ED532-490C-4717-AA5E-874D19B9C0B3}"/>
              </a:ext>
            </a:extLst>
          </p:cNvPr>
          <p:cNvSpPr>
            <a:spLocks noGrp="1"/>
          </p:cNvSpPr>
          <p:nvPr/>
        </p:nvSpPr>
        <p:spPr>
          <a:xfrm>
            <a:off x="9001125" y="838200"/>
            <a:ext cx="476250" cy="295275"/>
          </a:xfrm>
          <a:prstGeom prst="rect">
            <a:avLst/>
          </a:prstGeom>
          <a:solidFill>
            <a:srgbClr val="1E3A49"/>
          </a:solidFill>
          <a:ln w="5715">
            <a:solidFill>
              <a:srgbClr val="FFFFFF"/>
            </a:solidFill>
            <a:prstDash val="solid"/>
          </a:ln>
        </p:spPr>
        <p:txBody>
          <a:bodyPr/>
          <a:lstStyle/>
          <a:p>
            <a:endParaRPr lang="en-US" sz="900">
              <a:latin typeface="Aptos" panose="020B0004020202020204" pitchFamily="34" charset="0"/>
            </a:endParaRPr>
          </a:p>
        </p:txBody>
      </p:sp>
      <p:sp>
        <p:nvSpPr>
          <p:cNvPr id="30" name="Rectangle 29">
            <a:extLst>
              <a:ext uri="{FF2B5EF4-FFF2-40B4-BE49-F238E27FC236}">
                <a16:creationId xmlns:a16="http://schemas.microsoft.com/office/drawing/2014/main" id="{8D239ADC-1023-4D5D-A25B-F10BB57AC361}"/>
              </a:ext>
            </a:extLst>
          </p:cNvPr>
          <p:cNvSpPr>
            <a:spLocks noGrp="1"/>
          </p:cNvSpPr>
          <p:nvPr/>
        </p:nvSpPr>
        <p:spPr>
          <a:xfrm>
            <a:off x="9001125" y="838200"/>
            <a:ext cx="476250" cy="295275"/>
          </a:xfrm>
          <a:prstGeom prst="rect">
            <a:avLst/>
          </a:prstGeom>
          <a:noFill/>
          <a:ln w="0">
            <a:noFill/>
            <a:prstDash val="solid"/>
          </a:ln>
        </p:spPr>
        <p:txBody>
          <a:bodyPr anchor="ctr"/>
          <a:lstStyle/>
          <a:p>
            <a:pPr algn="ctr">
              <a:defRPr sz="750" b="1">
                <a:solidFill>
                  <a:srgbClr val="FFFFFF"/>
                </a:solidFill>
              </a:defRPr>
            </a:pPr>
            <a:r>
              <a:rPr sz="900" b="1">
                <a:solidFill>
                  <a:srgbClr val="FFFFFF"/>
                </a:solidFill>
                <a:latin typeface="Aptos" panose="020B0004020202020204" pitchFamily="34" charset="0"/>
              </a:rPr>
              <a:t>M10</a:t>
            </a:r>
          </a:p>
        </p:txBody>
      </p:sp>
      <p:sp>
        <p:nvSpPr>
          <p:cNvPr id="31" name="Rectangle 30">
            <a:extLst>
              <a:ext uri="{FF2B5EF4-FFF2-40B4-BE49-F238E27FC236}">
                <a16:creationId xmlns:a16="http://schemas.microsoft.com/office/drawing/2014/main" id="{4ABAD46F-A60B-4BE0-93BF-0355EAE14010}"/>
              </a:ext>
            </a:extLst>
          </p:cNvPr>
          <p:cNvSpPr>
            <a:spLocks noGrp="1"/>
          </p:cNvSpPr>
          <p:nvPr/>
        </p:nvSpPr>
        <p:spPr>
          <a:xfrm>
            <a:off x="9477375" y="838200"/>
            <a:ext cx="476250" cy="295275"/>
          </a:xfrm>
          <a:prstGeom prst="rect">
            <a:avLst/>
          </a:prstGeom>
          <a:solidFill>
            <a:srgbClr val="1E3A49"/>
          </a:solidFill>
          <a:ln w="5715">
            <a:solidFill>
              <a:srgbClr val="FFFFFF"/>
            </a:solidFill>
            <a:prstDash val="solid"/>
          </a:ln>
        </p:spPr>
        <p:txBody>
          <a:bodyPr/>
          <a:lstStyle/>
          <a:p>
            <a:endParaRPr lang="en-US" sz="900">
              <a:latin typeface="Aptos" panose="020B0004020202020204" pitchFamily="34" charset="0"/>
            </a:endParaRPr>
          </a:p>
        </p:txBody>
      </p:sp>
      <p:sp>
        <p:nvSpPr>
          <p:cNvPr id="32" name="Rectangle 31">
            <a:extLst>
              <a:ext uri="{FF2B5EF4-FFF2-40B4-BE49-F238E27FC236}">
                <a16:creationId xmlns:a16="http://schemas.microsoft.com/office/drawing/2014/main" id="{738C198F-EE63-46FE-9E10-6E75C81BA740}"/>
              </a:ext>
            </a:extLst>
          </p:cNvPr>
          <p:cNvSpPr>
            <a:spLocks noGrp="1"/>
          </p:cNvSpPr>
          <p:nvPr/>
        </p:nvSpPr>
        <p:spPr>
          <a:xfrm>
            <a:off x="9477375" y="838200"/>
            <a:ext cx="476250" cy="295275"/>
          </a:xfrm>
          <a:prstGeom prst="rect">
            <a:avLst/>
          </a:prstGeom>
          <a:noFill/>
          <a:ln w="0">
            <a:noFill/>
            <a:prstDash val="solid"/>
          </a:ln>
        </p:spPr>
        <p:txBody>
          <a:bodyPr anchor="ctr"/>
          <a:lstStyle/>
          <a:p>
            <a:pPr algn="ctr">
              <a:defRPr sz="750" b="1">
                <a:solidFill>
                  <a:srgbClr val="FFFFFF"/>
                </a:solidFill>
              </a:defRPr>
            </a:pPr>
            <a:r>
              <a:rPr sz="900" b="1">
                <a:solidFill>
                  <a:srgbClr val="FFFFFF"/>
                </a:solidFill>
                <a:latin typeface="Aptos" panose="020B0004020202020204" pitchFamily="34" charset="0"/>
              </a:rPr>
              <a:t>M11</a:t>
            </a:r>
          </a:p>
        </p:txBody>
      </p:sp>
      <p:sp>
        <p:nvSpPr>
          <p:cNvPr id="33" name="Rectangle 32">
            <a:extLst>
              <a:ext uri="{FF2B5EF4-FFF2-40B4-BE49-F238E27FC236}">
                <a16:creationId xmlns:a16="http://schemas.microsoft.com/office/drawing/2014/main" id="{230BF49A-2999-4CC5-A2CA-E511954C05C4}"/>
              </a:ext>
            </a:extLst>
          </p:cNvPr>
          <p:cNvSpPr>
            <a:spLocks noGrp="1"/>
          </p:cNvSpPr>
          <p:nvPr/>
        </p:nvSpPr>
        <p:spPr>
          <a:xfrm>
            <a:off x="9953625" y="838200"/>
            <a:ext cx="476250" cy="295275"/>
          </a:xfrm>
          <a:prstGeom prst="rect">
            <a:avLst/>
          </a:prstGeom>
          <a:solidFill>
            <a:srgbClr val="1E3A49"/>
          </a:solidFill>
          <a:ln w="5715">
            <a:solidFill>
              <a:srgbClr val="FFFFFF"/>
            </a:solidFill>
            <a:prstDash val="solid"/>
          </a:ln>
        </p:spPr>
        <p:txBody>
          <a:bodyPr/>
          <a:lstStyle/>
          <a:p>
            <a:endParaRPr lang="en-US" sz="900">
              <a:latin typeface="Aptos" panose="020B0004020202020204" pitchFamily="34" charset="0"/>
            </a:endParaRPr>
          </a:p>
        </p:txBody>
      </p:sp>
      <p:sp>
        <p:nvSpPr>
          <p:cNvPr id="34" name="Rectangle 33">
            <a:extLst>
              <a:ext uri="{FF2B5EF4-FFF2-40B4-BE49-F238E27FC236}">
                <a16:creationId xmlns:a16="http://schemas.microsoft.com/office/drawing/2014/main" id="{42F1179B-B506-4B6D-B79F-A7210E367877}"/>
              </a:ext>
            </a:extLst>
          </p:cNvPr>
          <p:cNvSpPr>
            <a:spLocks noGrp="1"/>
          </p:cNvSpPr>
          <p:nvPr/>
        </p:nvSpPr>
        <p:spPr>
          <a:xfrm>
            <a:off x="9953625" y="838200"/>
            <a:ext cx="476250" cy="295275"/>
          </a:xfrm>
          <a:prstGeom prst="rect">
            <a:avLst/>
          </a:prstGeom>
          <a:noFill/>
          <a:ln w="0">
            <a:noFill/>
            <a:prstDash val="solid"/>
          </a:ln>
        </p:spPr>
        <p:txBody>
          <a:bodyPr anchor="ctr"/>
          <a:lstStyle/>
          <a:p>
            <a:pPr algn="ctr">
              <a:defRPr sz="750" b="1">
                <a:solidFill>
                  <a:srgbClr val="FFFFFF"/>
                </a:solidFill>
              </a:defRPr>
            </a:pPr>
            <a:r>
              <a:rPr sz="900" b="1">
                <a:solidFill>
                  <a:srgbClr val="FFFFFF"/>
                </a:solidFill>
                <a:latin typeface="Aptos" panose="020B0004020202020204" pitchFamily="34" charset="0"/>
              </a:rPr>
              <a:t>M12</a:t>
            </a:r>
          </a:p>
        </p:txBody>
      </p:sp>
      <p:sp>
        <p:nvSpPr>
          <p:cNvPr id="35" name="Rectangle 34">
            <a:extLst>
              <a:ext uri="{FF2B5EF4-FFF2-40B4-BE49-F238E27FC236}">
                <a16:creationId xmlns:a16="http://schemas.microsoft.com/office/drawing/2014/main" id="{FFAB913A-445D-48F4-B041-6A6948264B87}"/>
              </a:ext>
            </a:extLst>
          </p:cNvPr>
          <p:cNvSpPr>
            <a:spLocks noGrp="1"/>
          </p:cNvSpPr>
          <p:nvPr/>
        </p:nvSpPr>
        <p:spPr>
          <a:xfrm>
            <a:off x="285750" y="1133475"/>
            <a:ext cx="11620500" cy="714375"/>
          </a:xfrm>
          <a:prstGeom prst="rect">
            <a:avLst/>
          </a:prstGeom>
          <a:solidFill>
            <a:srgbClr val="FFFFFF"/>
          </a:solidFill>
          <a:ln w="6668">
            <a:solidFill>
              <a:srgbClr val="CDD8DC"/>
            </a:solidFill>
            <a:prstDash val="solid"/>
          </a:ln>
        </p:spPr>
        <p:txBody>
          <a:bodyPr/>
          <a:lstStyle/>
          <a:p>
            <a:endParaRPr lang="en-US" sz="900">
              <a:latin typeface="Aptos" panose="020B0004020202020204" pitchFamily="34" charset="0"/>
            </a:endParaRPr>
          </a:p>
        </p:txBody>
      </p:sp>
      <p:sp>
        <p:nvSpPr>
          <p:cNvPr id="36" name="workstream-1">
            <a:extLst>
              <a:ext uri="{FF2B5EF4-FFF2-40B4-BE49-F238E27FC236}">
                <a16:creationId xmlns:a16="http://schemas.microsoft.com/office/drawing/2014/main" id="{A6386679-A073-4029-94F1-F78ED21869B2}"/>
              </a:ext>
            </a:extLst>
          </p:cNvPr>
          <p:cNvSpPr>
            <a:spLocks noGrp="1"/>
          </p:cNvSpPr>
          <p:nvPr/>
        </p:nvSpPr>
        <p:spPr>
          <a:xfrm>
            <a:off x="285750" y="1133475"/>
            <a:ext cx="1714500" cy="714375"/>
          </a:xfrm>
          <a:prstGeom prst="rect">
            <a:avLst/>
          </a:prstGeom>
          <a:solidFill>
            <a:srgbClr val="78AD35"/>
          </a:solidFill>
          <a:ln w="0">
            <a:noFill/>
            <a:prstDash val="solid"/>
          </a:ln>
        </p:spPr>
        <p:txBody>
          <a:bodyPr/>
          <a:lstStyle/>
          <a:p>
            <a:endParaRPr lang="en-US" sz="900">
              <a:latin typeface="Aptos" panose="020B0004020202020204" pitchFamily="34" charset="0"/>
            </a:endParaRPr>
          </a:p>
        </p:txBody>
      </p:sp>
      <p:sp>
        <p:nvSpPr>
          <p:cNvPr id="37" name="Rectangle 36">
            <a:extLst>
              <a:ext uri="{FF2B5EF4-FFF2-40B4-BE49-F238E27FC236}">
                <a16:creationId xmlns:a16="http://schemas.microsoft.com/office/drawing/2014/main" id="{34A7163B-D8A4-4081-AF01-25701B949A14}"/>
              </a:ext>
            </a:extLst>
          </p:cNvPr>
          <p:cNvSpPr>
            <a:spLocks noGrp="1"/>
          </p:cNvSpPr>
          <p:nvPr/>
        </p:nvSpPr>
        <p:spPr>
          <a:xfrm>
            <a:off x="381000" y="1171575"/>
            <a:ext cx="1524000" cy="638175"/>
          </a:xfrm>
          <a:prstGeom prst="rect">
            <a:avLst/>
          </a:prstGeom>
          <a:noFill/>
          <a:ln w="0">
            <a:noFill/>
            <a:prstDash val="solid"/>
          </a:ln>
        </p:spPr>
        <p:txBody>
          <a:bodyPr anchor="ctr"/>
          <a:lstStyle/>
          <a:p>
            <a:pPr algn="l">
              <a:defRPr sz="825" b="1">
                <a:solidFill>
                  <a:srgbClr val="FFFFFF"/>
                </a:solidFill>
              </a:defRPr>
            </a:pPr>
            <a:r>
              <a:rPr sz="900" b="1">
                <a:solidFill>
                  <a:srgbClr val="FFFFFF"/>
                </a:solidFill>
                <a:latin typeface="Aptos" panose="020B0004020202020204" pitchFamily="34" charset="0"/>
              </a:rPr>
              <a:t>A. MOBILISATION</a:t>
            </a:r>
          </a:p>
          <a:p>
            <a:pPr algn="l">
              <a:defRPr sz="825" b="1">
                <a:solidFill>
                  <a:srgbClr val="FFFFFF"/>
                </a:solidFill>
              </a:defRPr>
            </a:pPr>
            <a:r>
              <a:rPr sz="900" b="1">
                <a:solidFill>
                  <a:srgbClr val="FFFFFF"/>
                </a:solidFill>
                <a:latin typeface="Aptos" panose="020B0004020202020204" pitchFamily="34" charset="0"/>
              </a:rPr>
              <a:t>&amp; GOVERNANCE</a:t>
            </a:r>
          </a:p>
        </p:txBody>
      </p:sp>
      <p:sp>
        <p:nvSpPr>
          <p:cNvPr id="38" name="activities-1">
            <a:extLst>
              <a:ext uri="{FF2B5EF4-FFF2-40B4-BE49-F238E27FC236}">
                <a16:creationId xmlns:a16="http://schemas.microsoft.com/office/drawing/2014/main" id="{36175D1F-34D2-4E3E-A2BD-6291AA852E2D}"/>
              </a:ext>
            </a:extLst>
          </p:cNvPr>
          <p:cNvSpPr>
            <a:spLocks noGrp="1"/>
          </p:cNvSpPr>
          <p:nvPr/>
        </p:nvSpPr>
        <p:spPr>
          <a:xfrm>
            <a:off x="2095500" y="1171575"/>
            <a:ext cx="2524125" cy="638175"/>
          </a:xfrm>
          <a:prstGeom prst="rect">
            <a:avLst/>
          </a:prstGeom>
          <a:noFill/>
          <a:ln w="0">
            <a:noFill/>
            <a:prstDash val="solid"/>
          </a:ln>
        </p:spPr>
        <p:txBody>
          <a:bodyPr anchor="ctr"/>
          <a:lstStyle/>
          <a:p>
            <a:pPr algn="l">
              <a:defRPr sz="750" b="0">
                <a:solidFill>
                  <a:srgbClr val="213945"/>
                </a:solidFill>
              </a:defRPr>
            </a:pPr>
            <a:r>
              <a:rPr sz="900" b="0">
                <a:solidFill>
                  <a:srgbClr val="213945"/>
                </a:solidFill>
                <a:latin typeface="Aptos" panose="020B0004020202020204" pitchFamily="34" charset="0"/>
              </a:rPr>
              <a:t>• Kick-off, </a:t>
            </a:r>
            <a:r>
              <a:rPr sz="900" b="0" err="1">
                <a:solidFill>
                  <a:srgbClr val="213945"/>
                </a:solidFill>
                <a:latin typeface="Aptos" panose="020B0004020202020204" pitchFamily="34" charset="0"/>
              </a:rPr>
              <a:t>mobilisation</a:t>
            </a:r>
            <a:r>
              <a:rPr sz="900" b="0">
                <a:solidFill>
                  <a:srgbClr val="213945"/>
                </a:solidFill>
                <a:latin typeface="Aptos" panose="020B0004020202020204" pitchFamily="34" charset="0"/>
              </a:rPr>
              <a:t> &amp; data access</a:t>
            </a:r>
          </a:p>
          <a:p>
            <a:pPr algn="l">
              <a:defRPr sz="750" b="0">
                <a:solidFill>
                  <a:srgbClr val="213945"/>
                </a:solidFill>
              </a:defRPr>
            </a:pPr>
            <a:r>
              <a:rPr sz="900" b="0">
                <a:solidFill>
                  <a:srgbClr val="213945"/>
                </a:solidFill>
                <a:latin typeface="Aptos" panose="020B0004020202020204" pitchFamily="34" charset="0"/>
              </a:rPr>
              <a:t>• Detailed work planning &amp; stakeholder </a:t>
            </a:r>
            <a:r>
              <a:rPr lang="en-US" sz="900" b="0">
                <a:solidFill>
                  <a:srgbClr val="213945"/>
                </a:solidFill>
                <a:latin typeface="Aptos" panose="020B0004020202020204" pitchFamily="34" charset="0"/>
              </a:rPr>
              <a:t>schedule</a:t>
            </a:r>
            <a:endParaRPr sz="900" b="0">
              <a:solidFill>
                <a:srgbClr val="213945"/>
              </a:solidFill>
              <a:latin typeface="Aptos" panose="020B0004020202020204" pitchFamily="34" charset="0"/>
            </a:endParaRPr>
          </a:p>
          <a:p>
            <a:pPr algn="l">
              <a:defRPr sz="750" b="0">
                <a:solidFill>
                  <a:srgbClr val="213945"/>
                </a:solidFill>
              </a:defRPr>
            </a:pPr>
            <a:r>
              <a:rPr sz="900" b="0">
                <a:solidFill>
                  <a:srgbClr val="213945"/>
                </a:solidFill>
                <a:latin typeface="Aptos" panose="020B0004020202020204" pitchFamily="34" charset="0"/>
              </a:rPr>
              <a:t>• Coordination, progress and </a:t>
            </a:r>
            <a:r>
              <a:rPr lang="en-IN" sz="900" b="0">
                <a:solidFill>
                  <a:srgbClr val="213945"/>
                </a:solidFill>
                <a:latin typeface="Aptos" panose="020B0004020202020204" pitchFamily="34" charset="0"/>
              </a:rPr>
              <a:t>quarterly </a:t>
            </a:r>
            <a:r>
              <a:rPr sz="900" b="0">
                <a:solidFill>
                  <a:srgbClr val="213945"/>
                </a:solidFill>
                <a:latin typeface="Aptos" panose="020B0004020202020204" pitchFamily="34" charset="0"/>
              </a:rPr>
              <a:t>reviews</a:t>
            </a:r>
          </a:p>
        </p:txBody>
      </p:sp>
      <p:sp>
        <p:nvSpPr>
          <p:cNvPr id="39" name="Rectangle 38">
            <a:extLst>
              <a:ext uri="{FF2B5EF4-FFF2-40B4-BE49-F238E27FC236}">
                <a16:creationId xmlns:a16="http://schemas.microsoft.com/office/drawing/2014/main" id="{438245FA-C15C-4DD5-9F10-05009CDDBD7F}"/>
              </a:ext>
            </a:extLst>
          </p:cNvPr>
          <p:cNvSpPr>
            <a:spLocks noGrp="1"/>
          </p:cNvSpPr>
          <p:nvPr/>
        </p:nvSpPr>
        <p:spPr>
          <a:xfrm>
            <a:off x="4714875" y="1133475"/>
            <a:ext cx="476250" cy="714375"/>
          </a:xfrm>
          <a:prstGeom prst="rect">
            <a:avLst/>
          </a:prstGeom>
          <a:solidFill>
            <a:srgbClr val="EFF6E7"/>
          </a:solidFill>
          <a:ln w="4763">
            <a:solidFill>
              <a:srgbClr val="CDD8DC"/>
            </a:solidFill>
            <a:prstDash val="solid"/>
          </a:ln>
        </p:spPr>
        <p:txBody>
          <a:bodyPr/>
          <a:lstStyle/>
          <a:p>
            <a:endParaRPr lang="en-US" sz="900">
              <a:latin typeface="Aptos" panose="020B0004020202020204" pitchFamily="34" charset="0"/>
            </a:endParaRPr>
          </a:p>
        </p:txBody>
      </p:sp>
      <p:sp>
        <p:nvSpPr>
          <p:cNvPr id="40" name="Rectangle 39">
            <a:extLst>
              <a:ext uri="{FF2B5EF4-FFF2-40B4-BE49-F238E27FC236}">
                <a16:creationId xmlns:a16="http://schemas.microsoft.com/office/drawing/2014/main" id="{7B72558F-0654-4AB4-9FDD-AE0A2C020FE9}"/>
              </a:ext>
            </a:extLst>
          </p:cNvPr>
          <p:cNvSpPr>
            <a:spLocks noGrp="1"/>
          </p:cNvSpPr>
          <p:nvPr/>
        </p:nvSpPr>
        <p:spPr>
          <a:xfrm>
            <a:off x="5191125" y="1133475"/>
            <a:ext cx="476250" cy="714375"/>
          </a:xfrm>
          <a:prstGeom prst="rect">
            <a:avLst/>
          </a:prstGeom>
          <a:solidFill>
            <a:srgbClr val="EFF6E7"/>
          </a:solidFill>
          <a:ln w="4763">
            <a:solidFill>
              <a:srgbClr val="CDD8DC"/>
            </a:solidFill>
            <a:prstDash val="solid"/>
          </a:ln>
        </p:spPr>
        <p:txBody>
          <a:bodyPr/>
          <a:lstStyle/>
          <a:p>
            <a:endParaRPr lang="en-US" sz="900">
              <a:latin typeface="Aptos" panose="020B0004020202020204" pitchFamily="34" charset="0"/>
            </a:endParaRPr>
          </a:p>
        </p:txBody>
      </p:sp>
      <p:sp>
        <p:nvSpPr>
          <p:cNvPr id="41" name="Rectangle 40">
            <a:extLst>
              <a:ext uri="{FF2B5EF4-FFF2-40B4-BE49-F238E27FC236}">
                <a16:creationId xmlns:a16="http://schemas.microsoft.com/office/drawing/2014/main" id="{5D6F00B4-9010-40E0-8F0A-5D94C5E828D1}"/>
              </a:ext>
            </a:extLst>
          </p:cNvPr>
          <p:cNvSpPr>
            <a:spLocks noGrp="1"/>
          </p:cNvSpPr>
          <p:nvPr/>
        </p:nvSpPr>
        <p:spPr>
          <a:xfrm>
            <a:off x="5667375" y="1133475"/>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42" name="Rectangle 41">
            <a:extLst>
              <a:ext uri="{FF2B5EF4-FFF2-40B4-BE49-F238E27FC236}">
                <a16:creationId xmlns:a16="http://schemas.microsoft.com/office/drawing/2014/main" id="{E8A11960-1C40-4E94-8EF6-1A811F371127}"/>
              </a:ext>
            </a:extLst>
          </p:cNvPr>
          <p:cNvSpPr>
            <a:spLocks noGrp="1"/>
          </p:cNvSpPr>
          <p:nvPr/>
        </p:nvSpPr>
        <p:spPr>
          <a:xfrm>
            <a:off x="6143625" y="1133475"/>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43" name="Rectangle 42">
            <a:extLst>
              <a:ext uri="{FF2B5EF4-FFF2-40B4-BE49-F238E27FC236}">
                <a16:creationId xmlns:a16="http://schemas.microsoft.com/office/drawing/2014/main" id="{514C773F-10FF-4993-8611-67E7288013F7}"/>
              </a:ext>
            </a:extLst>
          </p:cNvPr>
          <p:cNvSpPr>
            <a:spLocks noGrp="1"/>
          </p:cNvSpPr>
          <p:nvPr/>
        </p:nvSpPr>
        <p:spPr>
          <a:xfrm>
            <a:off x="6619875" y="1133475"/>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44" name="Rectangle 43">
            <a:extLst>
              <a:ext uri="{FF2B5EF4-FFF2-40B4-BE49-F238E27FC236}">
                <a16:creationId xmlns:a16="http://schemas.microsoft.com/office/drawing/2014/main" id="{7C25C5E3-91B2-45CC-B846-1B7FF3809F48}"/>
              </a:ext>
            </a:extLst>
          </p:cNvPr>
          <p:cNvSpPr>
            <a:spLocks noGrp="1"/>
          </p:cNvSpPr>
          <p:nvPr/>
        </p:nvSpPr>
        <p:spPr>
          <a:xfrm>
            <a:off x="7096125" y="1133475"/>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45" name="Rectangle 44">
            <a:extLst>
              <a:ext uri="{FF2B5EF4-FFF2-40B4-BE49-F238E27FC236}">
                <a16:creationId xmlns:a16="http://schemas.microsoft.com/office/drawing/2014/main" id="{D06BE5CD-2A89-4478-BA4A-D6450A4BF0A8}"/>
              </a:ext>
            </a:extLst>
          </p:cNvPr>
          <p:cNvSpPr>
            <a:spLocks noGrp="1"/>
          </p:cNvSpPr>
          <p:nvPr/>
        </p:nvSpPr>
        <p:spPr>
          <a:xfrm>
            <a:off x="7572375" y="113347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46" name="Rectangle 45">
            <a:extLst>
              <a:ext uri="{FF2B5EF4-FFF2-40B4-BE49-F238E27FC236}">
                <a16:creationId xmlns:a16="http://schemas.microsoft.com/office/drawing/2014/main" id="{54E11E97-2288-4088-A5B4-FBA45500D001}"/>
              </a:ext>
            </a:extLst>
          </p:cNvPr>
          <p:cNvSpPr>
            <a:spLocks noGrp="1"/>
          </p:cNvSpPr>
          <p:nvPr/>
        </p:nvSpPr>
        <p:spPr>
          <a:xfrm>
            <a:off x="8048625" y="113347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47" name="Rectangle 46">
            <a:extLst>
              <a:ext uri="{FF2B5EF4-FFF2-40B4-BE49-F238E27FC236}">
                <a16:creationId xmlns:a16="http://schemas.microsoft.com/office/drawing/2014/main" id="{1F4A179F-1C54-4C00-9B47-7637D4541575}"/>
              </a:ext>
            </a:extLst>
          </p:cNvPr>
          <p:cNvSpPr>
            <a:spLocks noGrp="1"/>
          </p:cNvSpPr>
          <p:nvPr/>
        </p:nvSpPr>
        <p:spPr>
          <a:xfrm>
            <a:off x="8524875" y="113347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48" name="Rectangle 47">
            <a:extLst>
              <a:ext uri="{FF2B5EF4-FFF2-40B4-BE49-F238E27FC236}">
                <a16:creationId xmlns:a16="http://schemas.microsoft.com/office/drawing/2014/main" id="{8CB448C2-E73B-47BB-B9A8-F48B491C98BA}"/>
              </a:ext>
            </a:extLst>
          </p:cNvPr>
          <p:cNvSpPr>
            <a:spLocks noGrp="1"/>
          </p:cNvSpPr>
          <p:nvPr/>
        </p:nvSpPr>
        <p:spPr>
          <a:xfrm>
            <a:off x="9001125" y="113347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49" name="Rectangle 48">
            <a:extLst>
              <a:ext uri="{FF2B5EF4-FFF2-40B4-BE49-F238E27FC236}">
                <a16:creationId xmlns:a16="http://schemas.microsoft.com/office/drawing/2014/main" id="{0E7A8274-8F26-4A4E-91B0-B15917A7D62D}"/>
              </a:ext>
            </a:extLst>
          </p:cNvPr>
          <p:cNvSpPr>
            <a:spLocks noGrp="1"/>
          </p:cNvSpPr>
          <p:nvPr/>
        </p:nvSpPr>
        <p:spPr>
          <a:xfrm>
            <a:off x="9477375" y="113347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50" name="Rectangle 49">
            <a:extLst>
              <a:ext uri="{FF2B5EF4-FFF2-40B4-BE49-F238E27FC236}">
                <a16:creationId xmlns:a16="http://schemas.microsoft.com/office/drawing/2014/main" id="{381A20D2-8693-4C9F-BBC9-B7F6B5667B2B}"/>
              </a:ext>
            </a:extLst>
          </p:cNvPr>
          <p:cNvSpPr>
            <a:spLocks noGrp="1"/>
          </p:cNvSpPr>
          <p:nvPr/>
        </p:nvSpPr>
        <p:spPr>
          <a:xfrm>
            <a:off x="9953625" y="113347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51" name="bar-1-1">
            <a:extLst>
              <a:ext uri="{FF2B5EF4-FFF2-40B4-BE49-F238E27FC236}">
                <a16:creationId xmlns:a16="http://schemas.microsoft.com/office/drawing/2014/main" id="{90DCCF28-97D1-4945-ADCA-F0215401B354}"/>
              </a:ext>
            </a:extLst>
          </p:cNvPr>
          <p:cNvSpPr>
            <a:spLocks noGrp="1"/>
          </p:cNvSpPr>
          <p:nvPr/>
        </p:nvSpPr>
        <p:spPr>
          <a:xfrm>
            <a:off x="4743450" y="1219200"/>
            <a:ext cx="419100" cy="133350"/>
          </a:xfrm>
          <a:prstGeom prst="roundRect">
            <a:avLst>
              <a:gd name="adj" fmla="val 50000"/>
            </a:avLst>
          </a:prstGeom>
          <a:solidFill>
            <a:srgbClr val="78AD35"/>
          </a:solidFill>
          <a:ln w="0">
            <a:noFill/>
            <a:prstDash val="solid"/>
          </a:ln>
        </p:spPr>
        <p:txBody>
          <a:bodyPr/>
          <a:lstStyle/>
          <a:p>
            <a:endParaRPr lang="en-US" sz="900">
              <a:latin typeface="Aptos" panose="020B0004020202020204" pitchFamily="34" charset="0"/>
            </a:endParaRPr>
          </a:p>
        </p:txBody>
      </p:sp>
      <p:sp>
        <p:nvSpPr>
          <p:cNvPr id="52" name="bar-1-2">
            <a:extLst>
              <a:ext uri="{FF2B5EF4-FFF2-40B4-BE49-F238E27FC236}">
                <a16:creationId xmlns:a16="http://schemas.microsoft.com/office/drawing/2014/main" id="{418859A4-174A-4840-B57A-B42C0A65444B}"/>
              </a:ext>
            </a:extLst>
          </p:cNvPr>
          <p:cNvSpPr>
            <a:spLocks noGrp="1"/>
          </p:cNvSpPr>
          <p:nvPr/>
        </p:nvSpPr>
        <p:spPr>
          <a:xfrm>
            <a:off x="4743450" y="1428750"/>
            <a:ext cx="419100" cy="133350"/>
          </a:xfrm>
          <a:prstGeom prst="roundRect">
            <a:avLst>
              <a:gd name="adj" fmla="val 50000"/>
            </a:avLst>
          </a:prstGeom>
          <a:solidFill>
            <a:srgbClr val="78AD35"/>
          </a:solidFill>
          <a:ln w="0">
            <a:noFill/>
            <a:prstDash val="solid"/>
          </a:ln>
        </p:spPr>
        <p:txBody>
          <a:bodyPr/>
          <a:lstStyle/>
          <a:p>
            <a:endParaRPr lang="en-US" sz="900">
              <a:latin typeface="Aptos" panose="020B0004020202020204" pitchFamily="34" charset="0"/>
            </a:endParaRPr>
          </a:p>
        </p:txBody>
      </p:sp>
      <p:sp>
        <p:nvSpPr>
          <p:cNvPr id="53" name="bar-1-3">
            <a:extLst>
              <a:ext uri="{FF2B5EF4-FFF2-40B4-BE49-F238E27FC236}">
                <a16:creationId xmlns:a16="http://schemas.microsoft.com/office/drawing/2014/main" id="{4931C524-8C1B-415A-BCFD-8A4227C266ED}"/>
              </a:ext>
            </a:extLst>
          </p:cNvPr>
          <p:cNvSpPr>
            <a:spLocks noGrp="1"/>
          </p:cNvSpPr>
          <p:nvPr/>
        </p:nvSpPr>
        <p:spPr>
          <a:xfrm>
            <a:off x="4743450" y="1638300"/>
            <a:ext cx="5657850" cy="133350"/>
          </a:xfrm>
          <a:prstGeom prst="roundRect">
            <a:avLst>
              <a:gd name="adj" fmla="val 50000"/>
            </a:avLst>
          </a:prstGeom>
          <a:solidFill>
            <a:srgbClr val="65B8B4"/>
          </a:solidFill>
          <a:ln w="0">
            <a:noFill/>
            <a:prstDash val="solid"/>
          </a:ln>
        </p:spPr>
        <p:txBody>
          <a:bodyPr/>
          <a:lstStyle/>
          <a:p>
            <a:endParaRPr lang="en-US" sz="900">
              <a:latin typeface="Aptos" panose="020B0004020202020204" pitchFamily="34" charset="0"/>
            </a:endParaRPr>
          </a:p>
        </p:txBody>
      </p:sp>
      <p:sp>
        <p:nvSpPr>
          <p:cNvPr id="54" name="Rectangle 53">
            <a:extLst>
              <a:ext uri="{FF2B5EF4-FFF2-40B4-BE49-F238E27FC236}">
                <a16:creationId xmlns:a16="http://schemas.microsoft.com/office/drawing/2014/main" id="{00BBBF26-EE4F-4065-B94A-D53EC999DF15}"/>
              </a:ext>
            </a:extLst>
          </p:cNvPr>
          <p:cNvSpPr>
            <a:spLocks noGrp="1"/>
          </p:cNvSpPr>
          <p:nvPr/>
        </p:nvSpPr>
        <p:spPr>
          <a:xfrm>
            <a:off x="4781550" y="1628775"/>
            <a:ext cx="5581650" cy="152400"/>
          </a:xfrm>
          <a:prstGeom prst="rect">
            <a:avLst/>
          </a:prstGeom>
          <a:noFill/>
          <a:ln w="0">
            <a:noFill/>
            <a:prstDash val="solid"/>
          </a:ln>
        </p:spPr>
        <p:txBody>
          <a:bodyPr anchor="ctr"/>
          <a:lstStyle/>
          <a:p>
            <a:pPr algn="ctr">
              <a:defRPr sz="600" b="1">
                <a:solidFill>
                  <a:srgbClr val="FFFFFF"/>
                </a:solidFill>
              </a:defRPr>
            </a:pPr>
            <a:r>
              <a:rPr sz="900" b="1">
                <a:solidFill>
                  <a:srgbClr val="FFFFFF"/>
                </a:solidFill>
                <a:latin typeface="Aptos" panose="020B0004020202020204" pitchFamily="34" charset="0"/>
              </a:rPr>
              <a:t>Support / monitor  →</a:t>
            </a:r>
          </a:p>
        </p:txBody>
      </p:sp>
      <p:sp>
        <p:nvSpPr>
          <p:cNvPr id="55" name="Rectangle 54">
            <a:extLst>
              <a:ext uri="{FF2B5EF4-FFF2-40B4-BE49-F238E27FC236}">
                <a16:creationId xmlns:a16="http://schemas.microsoft.com/office/drawing/2014/main" id="{6E00DAF4-2ECF-4EBC-AEEF-A449CD0DCA12}"/>
              </a:ext>
            </a:extLst>
          </p:cNvPr>
          <p:cNvSpPr>
            <a:spLocks noGrp="1"/>
          </p:cNvSpPr>
          <p:nvPr/>
        </p:nvSpPr>
        <p:spPr>
          <a:xfrm>
            <a:off x="10429875" y="1133475"/>
            <a:ext cx="1476375" cy="714375"/>
          </a:xfrm>
          <a:prstGeom prst="rect">
            <a:avLst/>
          </a:prstGeom>
          <a:solidFill>
            <a:srgbClr val="FFFFFF"/>
          </a:solidFill>
          <a:ln w="6668">
            <a:solidFill>
              <a:srgbClr val="CDD8DC"/>
            </a:solidFill>
            <a:prstDash val="solid"/>
          </a:ln>
        </p:spPr>
        <p:txBody>
          <a:bodyPr/>
          <a:lstStyle/>
          <a:p>
            <a:endParaRPr lang="en-US" sz="900">
              <a:latin typeface="Aptos" panose="020B0004020202020204" pitchFamily="34" charset="0"/>
            </a:endParaRPr>
          </a:p>
        </p:txBody>
      </p:sp>
      <p:sp>
        <p:nvSpPr>
          <p:cNvPr id="56" name="Rectangle 55">
            <a:extLst>
              <a:ext uri="{FF2B5EF4-FFF2-40B4-BE49-F238E27FC236}">
                <a16:creationId xmlns:a16="http://schemas.microsoft.com/office/drawing/2014/main" id="{2C9DA185-3EC7-43C7-87AC-3159F3509160}"/>
              </a:ext>
            </a:extLst>
          </p:cNvPr>
          <p:cNvSpPr>
            <a:spLocks noGrp="1"/>
          </p:cNvSpPr>
          <p:nvPr/>
        </p:nvSpPr>
        <p:spPr>
          <a:xfrm>
            <a:off x="10506075" y="1181100"/>
            <a:ext cx="1323975" cy="619125"/>
          </a:xfrm>
          <a:prstGeom prst="rect">
            <a:avLst/>
          </a:prstGeom>
          <a:noFill/>
          <a:ln w="0">
            <a:noFill/>
            <a:prstDash val="solid"/>
          </a:ln>
        </p:spPr>
        <p:txBody>
          <a:bodyPr anchor="ctr"/>
          <a:lstStyle/>
          <a:p>
            <a:pPr algn="ctr">
              <a:defRPr sz="750" b="1">
                <a:solidFill>
                  <a:srgbClr val="213945"/>
                </a:solidFill>
              </a:defRPr>
            </a:pPr>
            <a:r>
              <a:rPr sz="900" b="1">
                <a:solidFill>
                  <a:srgbClr val="213945"/>
                </a:solidFill>
                <a:latin typeface="Aptos" panose="020B0004020202020204" pitchFamily="34" charset="0"/>
              </a:rPr>
              <a:t>Inception and</a:t>
            </a:r>
          </a:p>
          <a:p>
            <a:pPr algn="ctr">
              <a:defRPr sz="750" b="1">
                <a:solidFill>
                  <a:srgbClr val="213945"/>
                </a:solidFill>
              </a:defRPr>
            </a:pPr>
            <a:r>
              <a:rPr sz="900" b="1">
                <a:solidFill>
                  <a:srgbClr val="213945"/>
                </a:solidFill>
                <a:latin typeface="Aptos" panose="020B0004020202020204" pitchFamily="34" charset="0"/>
              </a:rPr>
              <a:t>approved work plan</a:t>
            </a:r>
          </a:p>
          <a:p>
            <a:pPr algn="ctr">
              <a:defRPr sz="750" b="1">
                <a:solidFill>
                  <a:srgbClr val="213945"/>
                </a:solidFill>
              </a:defRPr>
            </a:pPr>
            <a:r>
              <a:rPr sz="900" b="1">
                <a:solidFill>
                  <a:srgbClr val="213945"/>
                </a:solidFill>
                <a:latin typeface="Aptos" panose="020B0004020202020204" pitchFamily="34" charset="0"/>
              </a:rPr>
              <a:t>T+2 weeks</a:t>
            </a:r>
          </a:p>
        </p:txBody>
      </p:sp>
      <p:sp>
        <p:nvSpPr>
          <p:cNvPr id="57" name="Rectangle 56">
            <a:extLst>
              <a:ext uri="{FF2B5EF4-FFF2-40B4-BE49-F238E27FC236}">
                <a16:creationId xmlns:a16="http://schemas.microsoft.com/office/drawing/2014/main" id="{1C460D27-CDBF-4A6A-A94B-08D04F5B4D84}"/>
              </a:ext>
            </a:extLst>
          </p:cNvPr>
          <p:cNvSpPr>
            <a:spLocks noGrp="1"/>
          </p:cNvSpPr>
          <p:nvPr/>
        </p:nvSpPr>
        <p:spPr>
          <a:xfrm>
            <a:off x="285750" y="1847850"/>
            <a:ext cx="11620500" cy="714375"/>
          </a:xfrm>
          <a:prstGeom prst="rect">
            <a:avLst/>
          </a:prstGeom>
          <a:solidFill>
            <a:srgbClr val="F2F5F5"/>
          </a:solidFill>
          <a:ln w="6668">
            <a:solidFill>
              <a:srgbClr val="CDD8DC"/>
            </a:solidFill>
            <a:prstDash val="solid"/>
          </a:ln>
        </p:spPr>
        <p:txBody>
          <a:bodyPr/>
          <a:lstStyle/>
          <a:p>
            <a:endParaRPr lang="en-US" sz="900">
              <a:latin typeface="Aptos" panose="020B0004020202020204" pitchFamily="34" charset="0"/>
            </a:endParaRPr>
          </a:p>
        </p:txBody>
      </p:sp>
      <p:sp>
        <p:nvSpPr>
          <p:cNvPr id="58" name="workstream-2">
            <a:extLst>
              <a:ext uri="{FF2B5EF4-FFF2-40B4-BE49-F238E27FC236}">
                <a16:creationId xmlns:a16="http://schemas.microsoft.com/office/drawing/2014/main" id="{541F3EAF-E3C7-4DDE-9755-9506056779AB}"/>
              </a:ext>
            </a:extLst>
          </p:cNvPr>
          <p:cNvSpPr>
            <a:spLocks noGrp="1"/>
          </p:cNvSpPr>
          <p:nvPr/>
        </p:nvSpPr>
        <p:spPr>
          <a:xfrm>
            <a:off x="285750" y="1847850"/>
            <a:ext cx="1714500" cy="714375"/>
          </a:xfrm>
          <a:prstGeom prst="rect">
            <a:avLst/>
          </a:prstGeom>
          <a:solidFill>
            <a:srgbClr val="1685A8"/>
          </a:solidFill>
          <a:ln w="0">
            <a:noFill/>
            <a:prstDash val="solid"/>
          </a:ln>
        </p:spPr>
        <p:txBody>
          <a:bodyPr/>
          <a:lstStyle/>
          <a:p>
            <a:endParaRPr lang="en-US" sz="900">
              <a:latin typeface="Aptos" panose="020B0004020202020204" pitchFamily="34" charset="0"/>
            </a:endParaRPr>
          </a:p>
        </p:txBody>
      </p:sp>
      <p:sp>
        <p:nvSpPr>
          <p:cNvPr id="59" name="Rectangle 58">
            <a:extLst>
              <a:ext uri="{FF2B5EF4-FFF2-40B4-BE49-F238E27FC236}">
                <a16:creationId xmlns:a16="http://schemas.microsoft.com/office/drawing/2014/main" id="{4C838390-F377-4AEC-A840-0E9C32D51A73}"/>
              </a:ext>
            </a:extLst>
          </p:cNvPr>
          <p:cNvSpPr>
            <a:spLocks noGrp="1"/>
          </p:cNvSpPr>
          <p:nvPr/>
        </p:nvSpPr>
        <p:spPr>
          <a:xfrm>
            <a:off x="381000" y="1885950"/>
            <a:ext cx="1524000" cy="638175"/>
          </a:xfrm>
          <a:prstGeom prst="rect">
            <a:avLst/>
          </a:prstGeom>
          <a:noFill/>
          <a:ln w="0">
            <a:noFill/>
            <a:prstDash val="solid"/>
          </a:ln>
        </p:spPr>
        <p:txBody>
          <a:bodyPr anchor="ctr"/>
          <a:lstStyle/>
          <a:p>
            <a:pPr algn="l">
              <a:defRPr sz="825" b="1">
                <a:solidFill>
                  <a:srgbClr val="FFFFFF"/>
                </a:solidFill>
              </a:defRPr>
            </a:pPr>
            <a:r>
              <a:rPr sz="900" b="1">
                <a:solidFill>
                  <a:srgbClr val="FFFFFF"/>
                </a:solidFill>
                <a:latin typeface="Aptos" panose="020B0004020202020204" pitchFamily="34" charset="0"/>
              </a:rPr>
              <a:t>B. REVENUE ANALYSIS</a:t>
            </a:r>
          </a:p>
          <a:p>
            <a:pPr algn="l">
              <a:defRPr sz="825" b="1">
                <a:solidFill>
                  <a:srgbClr val="FFFFFF"/>
                </a:solidFill>
              </a:defRPr>
            </a:pPr>
            <a:r>
              <a:rPr sz="900" b="1">
                <a:solidFill>
                  <a:srgbClr val="FFFFFF"/>
                </a:solidFill>
                <a:latin typeface="Aptos" panose="020B0004020202020204" pitchFamily="34" charset="0"/>
              </a:rPr>
              <a:t>&amp; ENHANCEMENT</a:t>
            </a:r>
          </a:p>
        </p:txBody>
      </p:sp>
      <p:sp>
        <p:nvSpPr>
          <p:cNvPr id="60" name="activities-2">
            <a:extLst>
              <a:ext uri="{FF2B5EF4-FFF2-40B4-BE49-F238E27FC236}">
                <a16:creationId xmlns:a16="http://schemas.microsoft.com/office/drawing/2014/main" id="{033B4631-FAEC-48DF-824C-40ABFB0CA7EC}"/>
              </a:ext>
            </a:extLst>
          </p:cNvPr>
          <p:cNvSpPr>
            <a:spLocks noGrp="1"/>
          </p:cNvSpPr>
          <p:nvPr/>
        </p:nvSpPr>
        <p:spPr>
          <a:xfrm>
            <a:off x="2095500" y="1885950"/>
            <a:ext cx="2524125" cy="638175"/>
          </a:xfrm>
          <a:prstGeom prst="rect">
            <a:avLst/>
          </a:prstGeom>
          <a:noFill/>
          <a:ln w="0">
            <a:noFill/>
            <a:prstDash val="solid"/>
          </a:ln>
        </p:spPr>
        <p:txBody>
          <a:bodyPr anchor="ctr"/>
          <a:lstStyle/>
          <a:p>
            <a:pPr algn="l">
              <a:defRPr sz="750" b="0">
                <a:solidFill>
                  <a:srgbClr val="213945"/>
                </a:solidFill>
              </a:defRPr>
            </a:pPr>
            <a:r>
              <a:rPr sz="900" b="0">
                <a:solidFill>
                  <a:srgbClr val="213945"/>
                </a:solidFill>
                <a:latin typeface="Aptos" panose="020B0004020202020204" pitchFamily="34" charset="0"/>
              </a:rPr>
              <a:t>• Revenue data validation and diagnostic</a:t>
            </a:r>
          </a:p>
          <a:p>
            <a:pPr algn="l">
              <a:defRPr sz="750" b="0">
                <a:solidFill>
                  <a:srgbClr val="213945"/>
                </a:solidFill>
              </a:defRPr>
            </a:pPr>
            <a:r>
              <a:rPr sz="900" b="0">
                <a:solidFill>
                  <a:srgbClr val="213945"/>
                </a:solidFill>
                <a:latin typeface="Aptos" panose="020B0004020202020204" pitchFamily="34" charset="0"/>
              </a:rPr>
              <a:t>• Benchmarking, opportunities &amp; target framework</a:t>
            </a:r>
          </a:p>
          <a:p>
            <a:pPr algn="l">
              <a:defRPr sz="750" b="0">
                <a:solidFill>
                  <a:srgbClr val="213945"/>
                </a:solidFill>
              </a:defRPr>
            </a:pPr>
            <a:r>
              <a:rPr sz="900" b="0">
                <a:solidFill>
                  <a:srgbClr val="213945"/>
                </a:solidFill>
                <a:latin typeface="Aptos" panose="020B0004020202020204" pitchFamily="34" charset="0"/>
              </a:rPr>
              <a:t>• Dashboard and periodic revenue reviews</a:t>
            </a:r>
          </a:p>
        </p:txBody>
      </p:sp>
      <p:sp>
        <p:nvSpPr>
          <p:cNvPr id="61" name="Rectangle 60">
            <a:extLst>
              <a:ext uri="{FF2B5EF4-FFF2-40B4-BE49-F238E27FC236}">
                <a16:creationId xmlns:a16="http://schemas.microsoft.com/office/drawing/2014/main" id="{545FE216-C8D8-46C5-9F11-7C5DA07D987D}"/>
              </a:ext>
            </a:extLst>
          </p:cNvPr>
          <p:cNvSpPr>
            <a:spLocks noGrp="1"/>
          </p:cNvSpPr>
          <p:nvPr/>
        </p:nvSpPr>
        <p:spPr>
          <a:xfrm>
            <a:off x="4714875" y="1847850"/>
            <a:ext cx="476250" cy="714375"/>
          </a:xfrm>
          <a:prstGeom prst="rect">
            <a:avLst/>
          </a:prstGeom>
          <a:solidFill>
            <a:srgbClr val="EFF6E7"/>
          </a:solidFill>
          <a:ln w="4763">
            <a:solidFill>
              <a:srgbClr val="CDD8DC"/>
            </a:solidFill>
            <a:prstDash val="solid"/>
          </a:ln>
        </p:spPr>
        <p:txBody>
          <a:bodyPr/>
          <a:lstStyle/>
          <a:p>
            <a:endParaRPr lang="en-US" sz="900">
              <a:latin typeface="Aptos" panose="020B0004020202020204" pitchFamily="34" charset="0"/>
            </a:endParaRPr>
          </a:p>
        </p:txBody>
      </p:sp>
      <p:sp>
        <p:nvSpPr>
          <p:cNvPr id="62" name="Rectangle 61">
            <a:extLst>
              <a:ext uri="{FF2B5EF4-FFF2-40B4-BE49-F238E27FC236}">
                <a16:creationId xmlns:a16="http://schemas.microsoft.com/office/drawing/2014/main" id="{264B836A-D8F2-4B49-8A7D-DC5057778622}"/>
              </a:ext>
            </a:extLst>
          </p:cNvPr>
          <p:cNvSpPr>
            <a:spLocks noGrp="1"/>
          </p:cNvSpPr>
          <p:nvPr/>
        </p:nvSpPr>
        <p:spPr>
          <a:xfrm>
            <a:off x="5191125" y="1847850"/>
            <a:ext cx="476250" cy="714375"/>
          </a:xfrm>
          <a:prstGeom prst="rect">
            <a:avLst/>
          </a:prstGeom>
          <a:solidFill>
            <a:srgbClr val="EFF6E7"/>
          </a:solidFill>
          <a:ln w="4763">
            <a:solidFill>
              <a:srgbClr val="CDD8DC"/>
            </a:solidFill>
            <a:prstDash val="solid"/>
          </a:ln>
        </p:spPr>
        <p:txBody>
          <a:bodyPr/>
          <a:lstStyle/>
          <a:p>
            <a:endParaRPr lang="en-US" sz="900">
              <a:latin typeface="Aptos" panose="020B0004020202020204" pitchFamily="34" charset="0"/>
            </a:endParaRPr>
          </a:p>
        </p:txBody>
      </p:sp>
      <p:sp>
        <p:nvSpPr>
          <p:cNvPr id="63" name="Rectangle 62">
            <a:extLst>
              <a:ext uri="{FF2B5EF4-FFF2-40B4-BE49-F238E27FC236}">
                <a16:creationId xmlns:a16="http://schemas.microsoft.com/office/drawing/2014/main" id="{3AAAD2F6-00D8-4FDD-9815-B328BAF23575}"/>
              </a:ext>
            </a:extLst>
          </p:cNvPr>
          <p:cNvSpPr>
            <a:spLocks noGrp="1"/>
          </p:cNvSpPr>
          <p:nvPr/>
        </p:nvSpPr>
        <p:spPr>
          <a:xfrm>
            <a:off x="5667375" y="1847850"/>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64" name="Rectangle 63">
            <a:extLst>
              <a:ext uri="{FF2B5EF4-FFF2-40B4-BE49-F238E27FC236}">
                <a16:creationId xmlns:a16="http://schemas.microsoft.com/office/drawing/2014/main" id="{40DA2CEF-794F-4007-BB18-003BE1A5C9F0}"/>
              </a:ext>
            </a:extLst>
          </p:cNvPr>
          <p:cNvSpPr>
            <a:spLocks noGrp="1"/>
          </p:cNvSpPr>
          <p:nvPr/>
        </p:nvSpPr>
        <p:spPr>
          <a:xfrm>
            <a:off x="6143625" y="1847850"/>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65" name="Rectangle 64">
            <a:extLst>
              <a:ext uri="{FF2B5EF4-FFF2-40B4-BE49-F238E27FC236}">
                <a16:creationId xmlns:a16="http://schemas.microsoft.com/office/drawing/2014/main" id="{55E74E73-58C6-495E-BDDE-C7EF30031394}"/>
              </a:ext>
            </a:extLst>
          </p:cNvPr>
          <p:cNvSpPr>
            <a:spLocks noGrp="1"/>
          </p:cNvSpPr>
          <p:nvPr/>
        </p:nvSpPr>
        <p:spPr>
          <a:xfrm>
            <a:off x="6619875" y="1847850"/>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66" name="Rectangle 65">
            <a:extLst>
              <a:ext uri="{FF2B5EF4-FFF2-40B4-BE49-F238E27FC236}">
                <a16:creationId xmlns:a16="http://schemas.microsoft.com/office/drawing/2014/main" id="{E9AA0387-CFFA-461D-A9EC-5ED0A3E53938}"/>
              </a:ext>
            </a:extLst>
          </p:cNvPr>
          <p:cNvSpPr>
            <a:spLocks noGrp="1"/>
          </p:cNvSpPr>
          <p:nvPr/>
        </p:nvSpPr>
        <p:spPr>
          <a:xfrm>
            <a:off x="7096125" y="1847850"/>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67" name="Rectangle 66">
            <a:extLst>
              <a:ext uri="{FF2B5EF4-FFF2-40B4-BE49-F238E27FC236}">
                <a16:creationId xmlns:a16="http://schemas.microsoft.com/office/drawing/2014/main" id="{EC6F3BE4-DCDA-4CCA-82F3-BCA495B4BD20}"/>
              </a:ext>
            </a:extLst>
          </p:cNvPr>
          <p:cNvSpPr>
            <a:spLocks noGrp="1"/>
          </p:cNvSpPr>
          <p:nvPr/>
        </p:nvSpPr>
        <p:spPr>
          <a:xfrm>
            <a:off x="7572375" y="184785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68" name="Rectangle 67">
            <a:extLst>
              <a:ext uri="{FF2B5EF4-FFF2-40B4-BE49-F238E27FC236}">
                <a16:creationId xmlns:a16="http://schemas.microsoft.com/office/drawing/2014/main" id="{8F9EC0C4-2015-4141-A45A-7212EB34355C}"/>
              </a:ext>
            </a:extLst>
          </p:cNvPr>
          <p:cNvSpPr>
            <a:spLocks noGrp="1"/>
          </p:cNvSpPr>
          <p:nvPr/>
        </p:nvSpPr>
        <p:spPr>
          <a:xfrm>
            <a:off x="8048625" y="184785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69" name="Rectangle 68">
            <a:extLst>
              <a:ext uri="{FF2B5EF4-FFF2-40B4-BE49-F238E27FC236}">
                <a16:creationId xmlns:a16="http://schemas.microsoft.com/office/drawing/2014/main" id="{C8ACCA11-5327-445D-B265-BCC44C3CF6E9}"/>
              </a:ext>
            </a:extLst>
          </p:cNvPr>
          <p:cNvSpPr>
            <a:spLocks noGrp="1"/>
          </p:cNvSpPr>
          <p:nvPr/>
        </p:nvSpPr>
        <p:spPr>
          <a:xfrm>
            <a:off x="8524875" y="184785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70" name="Rectangle 69">
            <a:extLst>
              <a:ext uri="{FF2B5EF4-FFF2-40B4-BE49-F238E27FC236}">
                <a16:creationId xmlns:a16="http://schemas.microsoft.com/office/drawing/2014/main" id="{7B16BF65-261F-4347-8043-AE5A8E254785}"/>
              </a:ext>
            </a:extLst>
          </p:cNvPr>
          <p:cNvSpPr>
            <a:spLocks noGrp="1"/>
          </p:cNvSpPr>
          <p:nvPr/>
        </p:nvSpPr>
        <p:spPr>
          <a:xfrm>
            <a:off x="9001125" y="184785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71" name="Rectangle 70">
            <a:extLst>
              <a:ext uri="{FF2B5EF4-FFF2-40B4-BE49-F238E27FC236}">
                <a16:creationId xmlns:a16="http://schemas.microsoft.com/office/drawing/2014/main" id="{65C29C09-8A19-4243-B081-9B8B3D296C76}"/>
              </a:ext>
            </a:extLst>
          </p:cNvPr>
          <p:cNvSpPr>
            <a:spLocks noGrp="1"/>
          </p:cNvSpPr>
          <p:nvPr/>
        </p:nvSpPr>
        <p:spPr>
          <a:xfrm>
            <a:off x="9477375" y="184785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72" name="Rectangle 71">
            <a:extLst>
              <a:ext uri="{FF2B5EF4-FFF2-40B4-BE49-F238E27FC236}">
                <a16:creationId xmlns:a16="http://schemas.microsoft.com/office/drawing/2014/main" id="{A522ECBD-EF78-47C2-9C8C-066D91001072}"/>
              </a:ext>
            </a:extLst>
          </p:cNvPr>
          <p:cNvSpPr>
            <a:spLocks noGrp="1"/>
          </p:cNvSpPr>
          <p:nvPr/>
        </p:nvSpPr>
        <p:spPr>
          <a:xfrm>
            <a:off x="9953625" y="184785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73" name="bar-2-1">
            <a:extLst>
              <a:ext uri="{FF2B5EF4-FFF2-40B4-BE49-F238E27FC236}">
                <a16:creationId xmlns:a16="http://schemas.microsoft.com/office/drawing/2014/main" id="{4DCEEC35-1E34-4621-B6CB-2221E681A9BB}"/>
              </a:ext>
            </a:extLst>
          </p:cNvPr>
          <p:cNvSpPr>
            <a:spLocks noGrp="1"/>
          </p:cNvSpPr>
          <p:nvPr/>
        </p:nvSpPr>
        <p:spPr>
          <a:xfrm>
            <a:off x="4743450" y="1933575"/>
            <a:ext cx="895350" cy="133350"/>
          </a:xfrm>
          <a:prstGeom prst="roundRect">
            <a:avLst>
              <a:gd name="adj" fmla="val 50000"/>
            </a:avLst>
          </a:prstGeom>
          <a:solidFill>
            <a:srgbClr val="1685A8"/>
          </a:solidFill>
          <a:ln w="0">
            <a:noFill/>
            <a:prstDash val="solid"/>
          </a:ln>
        </p:spPr>
        <p:txBody>
          <a:bodyPr/>
          <a:lstStyle/>
          <a:p>
            <a:endParaRPr lang="en-US" sz="900">
              <a:latin typeface="Aptos" panose="020B0004020202020204" pitchFamily="34" charset="0"/>
            </a:endParaRPr>
          </a:p>
        </p:txBody>
      </p:sp>
      <p:sp>
        <p:nvSpPr>
          <p:cNvPr id="74" name="Rectangle 73">
            <a:extLst>
              <a:ext uri="{FF2B5EF4-FFF2-40B4-BE49-F238E27FC236}">
                <a16:creationId xmlns:a16="http://schemas.microsoft.com/office/drawing/2014/main" id="{731FB2DB-B998-439B-AA50-11812CCF3119}"/>
              </a:ext>
            </a:extLst>
          </p:cNvPr>
          <p:cNvSpPr>
            <a:spLocks noGrp="1"/>
          </p:cNvSpPr>
          <p:nvPr/>
        </p:nvSpPr>
        <p:spPr>
          <a:xfrm>
            <a:off x="4781550" y="1924050"/>
            <a:ext cx="819150" cy="152400"/>
          </a:xfrm>
          <a:prstGeom prst="rect">
            <a:avLst/>
          </a:prstGeom>
          <a:noFill/>
          <a:ln w="0">
            <a:noFill/>
            <a:prstDash val="solid"/>
          </a:ln>
        </p:spPr>
        <p:txBody>
          <a:bodyPr anchor="ctr"/>
          <a:lstStyle/>
          <a:p>
            <a:pPr algn="ctr">
              <a:defRPr sz="600" b="1">
                <a:solidFill>
                  <a:srgbClr val="FFFFFF"/>
                </a:solidFill>
              </a:defRPr>
            </a:pPr>
            <a:r>
              <a:rPr lang="en-US" sz="900" b="1">
                <a:solidFill>
                  <a:srgbClr val="FFFFFF"/>
                </a:solidFill>
                <a:latin typeface="Aptos" panose="020B0004020202020204" pitchFamily="34" charset="0"/>
              </a:rPr>
              <a:t>Diagnose </a:t>
            </a:r>
            <a:endParaRPr sz="900" b="1">
              <a:solidFill>
                <a:srgbClr val="FFFFFF"/>
              </a:solidFill>
              <a:latin typeface="Aptos" panose="020B0004020202020204" pitchFamily="34" charset="0"/>
            </a:endParaRPr>
          </a:p>
        </p:txBody>
      </p:sp>
      <p:sp>
        <p:nvSpPr>
          <p:cNvPr id="75" name="bar-2-2">
            <a:extLst>
              <a:ext uri="{FF2B5EF4-FFF2-40B4-BE49-F238E27FC236}">
                <a16:creationId xmlns:a16="http://schemas.microsoft.com/office/drawing/2014/main" id="{5EE3E136-D2EC-4E87-89CB-9C5E9CC93E25}"/>
              </a:ext>
            </a:extLst>
          </p:cNvPr>
          <p:cNvSpPr>
            <a:spLocks noGrp="1"/>
          </p:cNvSpPr>
          <p:nvPr/>
        </p:nvSpPr>
        <p:spPr>
          <a:xfrm>
            <a:off x="5219700" y="2143125"/>
            <a:ext cx="2305050" cy="123825"/>
          </a:xfrm>
          <a:prstGeom prst="roundRect">
            <a:avLst>
              <a:gd name="adj" fmla="val 50000"/>
            </a:avLst>
          </a:prstGeom>
          <a:solidFill>
            <a:srgbClr val="1685A8"/>
          </a:solidFill>
          <a:ln w="0">
            <a:noFill/>
            <a:prstDash val="solid"/>
          </a:ln>
        </p:spPr>
        <p:txBody>
          <a:bodyPr/>
          <a:lstStyle/>
          <a:p>
            <a:endParaRPr lang="en-US" sz="900">
              <a:latin typeface="Aptos" panose="020B0004020202020204" pitchFamily="34" charset="0"/>
            </a:endParaRPr>
          </a:p>
        </p:txBody>
      </p:sp>
      <p:sp>
        <p:nvSpPr>
          <p:cNvPr id="76" name="Rectangle 75">
            <a:extLst>
              <a:ext uri="{FF2B5EF4-FFF2-40B4-BE49-F238E27FC236}">
                <a16:creationId xmlns:a16="http://schemas.microsoft.com/office/drawing/2014/main" id="{B2C18D0A-2DD8-4D59-AA57-12DEFFD168BA}"/>
              </a:ext>
            </a:extLst>
          </p:cNvPr>
          <p:cNvSpPr>
            <a:spLocks noGrp="1"/>
          </p:cNvSpPr>
          <p:nvPr/>
        </p:nvSpPr>
        <p:spPr>
          <a:xfrm>
            <a:off x="5257800" y="2133600"/>
            <a:ext cx="2192628" cy="123825"/>
          </a:xfrm>
          <a:prstGeom prst="rect">
            <a:avLst/>
          </a:prstGeom>
          <a:noFill/>
          <a:ln w="0">
            <a:noFill/>
            <a:prstDash val="solid"/>
          </a:ln>
        </p:spPr>
        <p:txBody>
          <a:bodyPr anchor="ctr"/>
          <a:lstStyle/>
          <a:p>
            <a:pPr algn="ctr">
              <a:defRPr sz="600" b="1">
                <a:solidFill>
                  <a:srgbClr val="FFFFFF"/>
                </a:solidFill>
              </a:defRPr>
            </a:pPr>
            <a:r>
              <a:rPr sz="900" b="1">
                <a:solidFill>
                  <a:srgbClr val="FFFFFF"/>
                </a:solidFill>
                <a:latin typeface="Aptos" panose="020B0004020202020204" pitchFamily="34" charset="0"/>
              </a:rPr>
              <a:t>Design / develop</a:t>
            </a:r>
          </a:p>
        </p:txBody>
      </p:sp>
      <p:sp>
        <p:nvSpPr>
          <p:cNvPr id="77" name="bar-2-3">
            <a:extLst>
              <a:ext uri="{FF2B5EF4-FFF2-40B4-BE49-F238E27FC236}">
                <a16:creationId xmlns:a16="http://schemas.microsoft.com/office/drawing/2014/main" id="{E564F079-5DD9-4F05-A1C1-B45D8DA6687A}"/>
              </a:ext>
            </a:extLst>
          </p:cNvPr>
          <p:cNvSpPr>
            <a:spLocks noGrp="1"/>
          </p:cNvSpPr>
          <p:nvPr/>
        </p:nvSpPr>
        <p:spPr>
          <a:xfrm>
            <a:off x="7524750" y="2352675"/>
            <a:ext cx="2876550" cy="133350"/>
          </a:xfrm>
          <a:prstGeom prst="roundRect">
            <a:avLst>
              <a:gd name="adj" fmla="val 50000"/>
            </a:avLst>
          </a:prstGeom>
          <a:solidFill>
            <a:srgbClr val="65B8B4"/>
          </a:solidFill>
          <a:ln w="0">
            <a:noFill/>
            <a:prstDash val="solid"/>
          </a:ln>
        </p:spPr>
        <p:txBody>
          <a:bodyPr/>
          <a:lstStyle/>
          <a:p>
            <a:endParaRPr lang="en-US" sz="900">
              <a:latin typeface="Aptos" panose="020B0004020202020204" pitchFamily="34" charset="0"/>
            </a:endParaRPr>
          </a:p>
        </p:txBody>
      </p:sp>
      <p:sp>
        <p:nvSpPr>
          <p:cNvPr id="78" name="Rectangle 77">
            <a:extLst>
              <a:ext uri="{FF2B5EF4-FFF2-40B4-BE49-F238E27FC236}">
                <a16:creationId xmlns:a16="http://schemas.microsoft.com/office/drawing/2014/main" id="{195835AB-DF2E-4830-BD4F-79B59EA3A43E}"/>
              </a:ext>
            </a:extLst>
          </p:cNvPr>
          <p:cNvSpPr>
            <a:spLocks noGrp="1"/>
          </p:cNvSpPr>
          <p:nvPr/>
        </p:nvSpPr>
        <p:spPr>
          <a:xfrm>
            <a:off x="7620000" y="2343150"/>
            <a:ext cx="2743200" cy="152400"/>
          </a:xfrm>
          <a:prstGeom prst="rect">
            <a:avLst/>
          </a:prstGeom>
          <a:noFill/>
          <a:ln w="0">
            <a:noFill/>
            <a:prstDash val="solid"/>
          </a:ln>
        </p:spPr>
        <p:txBody>
          <a:bodyPr anchor="ctr"/>
          <a:lstStyle/>
          <a:p>
            <a:pPr algn="ctr">
              <a:defRPr sz="600" b="1">
                <a:solidFill>
                  <a:srgbClr val="FFFFFF"/>
                </a:solidFill>
              </a:defRPr>
            </a:pPr>
            <a:r>
              <a:rPr sz="900" b="1">
                <a:solidFill>
                  <a:srgbClr val="FFFFFF"/>
                </a:solidFill>
                <a:latin typeface="Aptos" panose="020B0004020202020204" pitchFamily="34" charset="0"/>
              </a:rPr>
              <a:t>Support / monitor  →</a:t>
            </a:r>
          </a:p>
        </p:txBody>
      </p:sp>
      <p:sp>
        <p:nvSpPr>
          <p:cNvPr id="79" name="Rectangle 78">
            <a:extLst>
              <a:ext uri="{FF2B5EF4-FFF2-40B4-BE49-F238E27FC236}">
                <a16:creationId xmlns:a16="http://schemas.microsoft.com/office/drawing/2014/main" id="{AF9ACAC5-BB36-4A97-AE4C-696523ECDF79}"/>
              </a:ext>
            </a:extLst>
          </p:cNvPr>
          <p:cNvSpPr>
            <a:spLocks noGrp="1"/>
          </p:cNvSpPr>
          <p:nvPr/>
        </p:nvSpPr>
        <p:spPr>
          <a:xfrm>
            <a:off x="10429875" y="1847850"/>
            <a:ext cx="1476375" cy="714375"/>
          </a:xfrm>
          <a:prstGeom prst="rect">
            <a:avLst/>
          </a:prstGeom>
          <a:solidFill>
            <a:srgbClr val="FFFFFF"/>
          </a:solidFill>
          <a:ln w="6668">
            <a:solidFill>
              <a:srgbClr val="CDD8DC"/>
            </a:solidFill>
            <a:prstDash val="solid"/>
          </a:ln>
        </p:spPr>
        <p:txBody>
          <a:bodyPr/>
          <a:lstStyle/>
          <a:p>
            <a:endParaRPr lang="en-US" sz="900">
              <a:latin typeface="Aptos" panose="020B0004020202020204" pitchFamily="34" charset="0"/>
            </a:endParaRPr>
          </a:p>
        </p:txBody>
      </p:sp>
      <p:sp>
        <p:nvSpPr>
          <p:cNvPr id="80" name="Rectangle 79">
            <a:extLst>
              <a:ext uri="{FF2B5EF4-FFF2-40B4-BE49-F238E27FC236}">
                <a16:creationId xmlns:a16="http://schemas.microsoft.com/office/drawing/2014/main" id="{6C09D800-F216-4E0D-99A3-72A70559F7FF}"/>
              </a:ext>
            </a:extLst>
          </p:cNvPr>
          <p:cNvSpPr>
            <a:spLocks noGrp="1"/>
          </p:cNvSpPr>
          <p:nvPr/>
        </p:nvSpPr>
        <p:spPr>
          <a:xfrm>
            <a:off x="10506075" y="1895475"/>
            <a:ext cx="1323975" cy="619125"/>
          </a:xfrm>
          <a:prstGeom prst="rect">
            <a:avLst/>
          </a:prstGeom>
          <a:noFill/>
          <a:ln w="0">
            <a:noFill/>
            <a:prstDash val="solid"/>
          </a:ln>
        </p:spPr>
        <p:txBody>
          <a:bodyPr anchor="ctr"/>
          <a:lstStyle/>
          <a:p>
            <a:pPr algn="ctr">
              <a:defRPr sz="750" b="1">
                <a:solidFill>
                  <a:srgbClr val="213945"/>
                </a:solidFill>
              </a:defRPr>
            </a:pPr>
            <a:r>
              <a:rPr sz="900" b="1">
                <a:solidFill>
                  <a:srgbClr val="213945"/>
                </a:solidFill>
                <a:latin typeface="Aptos" panose="020B0004020202020204" pitchFamily="34" charset="0"/>
              </a:rPr>
              <a:t>Diagnostic: T+6</a:t>
            </a:r>
          </a:p>
          <a:p>
            <a:pPr algn="ctr">
              <a:defRPr sz="750" b="1">
                <a:solidFill>
                  <a:srgbClr val="213945"/>
                </a:solidFill>
              </a:defRPr>
            </a:pPr>
            <a:r>
              <a:rPr sz="900" b="1">
                <a:solidFill>
                  <a:srgbClr val="213945"/>
                </a:solidFill>
                <a:latin typeface="Aptos" panose="020B0004020202020204" pitchFamily="34" charset="0"/>
              </a:rPr>
              <a:t>Dashboard: T+12</a:t>
            </a:r>
          </a:p>
        </p:txBody>
      </p:sp>
      <p:sp>
        <p:nvSpPr>
          <p:cNvPr id="81" name="Rectangle 80">
            <a:extLst>
              <a:ext uri="{FF2B5EF4-FFF2-40B4-BE49-F238E27FC236}">
                <a16:creationId xmlns:a16="http://schemas.microsoft.com/office/drawing/2014/main" id="{DC19F67F-7A6F-4A43-B359-544F2AB40B78}"/>
              </a:ext>
            </a:extLst>
          </p:cNvPr>
          <p:cNvSpPr>
            <a:spLocks noGrp="1"/>
          </p:cNvSpPr>
          <p:nvPr/>
        </p:nvSpPr>
        <p:spPr>
          <a:xfrm>
            <a:off x="285750" y="2562225"/>
            <a:ext cx="11620500" cy="714375"/>
          </a:xfrm>
          <a:prstGeom prst="rect">
            <a:avLst/>
          </a:prstGeom>
          <a:solidFill>
            <a:srgbClr val="FFFFFF"/>
          </a:solidFill>
          <a:ln w="6668">
            <a:solidFill>
              <a:srgbClr val="CDD8DC"/>
            </a:solidFill>
            <a:prstDash val="solid"/>
          </a:ln>
        </p:spPr>
        <p:txBody>
          <a:bodyPr/>
          <a:lstStyle/>
          <a:p>
            <a:endParaRPr lang="en-US" sz="900">
              <a:latin typeface="Aptos" panose="020B0004020202020204" pitchFamily="34" charset="0"/>
            </a:endParaRPr>
          </a:p>
        </p:txBody>
      </p:sp>
      <p:sp>
        <p:nvSpPr>
          <p:cNvPr id="82" name="workstream-3">
            <a:extLst>
              <a:ext uri="{FF2B5EF4-FFF2-40B4-BE49-F238E27FC236}">
                <a16:creationId xmlns:a16="http://schemas.microsoft.com/office/drawing/2014/main" id="{079DE906-774E-4BE0-AC21-8C3DA98FD7BE}"/>
              </a:ext>
            </a:extLst>
          </p:cNvPr>
          <p:cNvSpPr>
            <a:spLocks noGrp="1"/>
          </p:cNvSpPr>
          <p:nvPr/>
        </p:nvSpPr>
        <p:spPr>
          <a:xfrm>
            <a:off x="285750" y="2562225"/>
            <a:ext cx="1714500" cy="714375"/>
          </a:xfrm>
          <a:prstGeom prst="rect">
            <a:avLst/>
          </a:prstGeom>
          <a:solidFill>
            <a:srgbClr val="237F83"/>
          </a:solidFill>
          <a:ln w="0">
            <a:noFill/>
            <a:prstDash val="solid"/>
          </a:ln>
        </p:spPr>
        <p:txBody>
          <a:bodyPr/>
          <a:lstStyle/>
          <a:p>
            <a:endParaRPr lang="en-US" sz="900">
              <a:latin typeface="Aptos" panose="020B0004020202020204" pitchFamily="34" charset="0"/>
            </a:endParaRPr>
          </a:p>
        </p:txBody>
      </p:sp>
      <p:sp>
        <p:nvSpPr>
          <p:cNvPr id="83" name="Rectangle 82">
            <a:extLst>
              <a:ext uri="{FF2B5EF4-FFF2-40B4-BE49-F238E27FC236}">
                <a16:creationId xmlns:a16="http://schemas.microsoft.com/office/drawing/2014/main" id="{F2425F2F-67E6-491D-A30A-E75C2700A937}"/>
              </a:ext>
            </a:extLst>
          </p:cNvPr>
          <p:cNvSpPr>
            <a:spLocks noGrp="1"/>
          </p:cNvSpPr>
          <p:nvPr/>
        </p:nvSpPr>
        <p:spPr>
          <a:xfrm>
            <a:off x="381000" y="2600325"/>
            <a:ext cx="1524000" cy="638175"/>
          </a:xfrm>
          <a:prstGeom prst="rect">
            <a:avLst/>
          </a:prstGeom>
          <a:noFill/>
          <a:ln w="0">
            <a:noFill/>
            <a:prstDash val="solid"/>
          </a:ln>
        </p:spPr>
        <p:txBody>
          <a:bodyPr anchor="ctr"/>
          <a:lstStyle/>
          <a:p>
            <a:pPr algn="l">
              <a:defRPr sz="825" b="1">
                <a:solidFill>
                  <a:srgbClr val="FFFFFF"/>
                </a:solidFill>
              </a:defRPr>
            </a:pPr>
            <a:r>
              <a:rPr sz="900" b="1">
                <a:solidFill>
                  <a:srgbClr val="FFFFFF"/>
                </a:solidFill>
                <a:latin typeface="Aptos" panose="020B0004020202020204" pitchFamily="34" charset="0"/>
              </a:rPr>
              <a:t>C. POLICY</a:t>
            </a:r>
          </a:p>
          <a:p>
            <a:pPr algn="l">
              <a:defRPr sz="825" b="1">
                <a:solidFill>
                  <a:srgbClr val="FFFFFF"/>
                </a:solidFill>
              </a:defRPr>
            </a:pPr>
            <a:r>
              <a:rPr sz="900" b="1">
                <a:solidFill>
                  <a:srgbClr val="FFFFFF"/>
                </a:solidFill>
                <a:latin typeface="Aptos" panose="020B0004020202020204" pitchFamily="34" charset="0"/>
              </a:rPr>
              <a:t>INTERVENTION</a:t>
            </a:r>
          </a:p>
        </p:txBody>
      </p:sp>
      <p:sp>
        <p:nvSpPr>
          <p:cNvPr id="84" name="activities-3">
            <a:extLst>
              <a:ext uri="{FF2B5EF4-FFF2-40B4-BE49-F238E27FC236}">
                <a16:creationId xmlns:a16="http://schemas.microsoft.com/office/drawing/2014/main" id="{AF28BAC6-0A20-4A69-9E69-C7AC66C928D0}"/>
              </a:ext>
            </a:extLst>
          </p:cNvPr>
          <p:cNvSpPr>
            <a:spLocks noGrp="1"/>
          </p:cNvSpPr>
          <p:nvPr/>
        </p:nvSpPr>
        <p:spPr>
          <a:xfrm>
            <a:off x="2095500" y="2600325"/>
            <a:ext cx="2524125" cy="638175"/>
          </a:xfrm>
          <a:prstGeom prst="rect">
            <a:avLst/>
          </a:prstGeom>
          <a:noFill/>
          <a:ln w="0">
            <a:noFill/>
            <a:prstDash val="solid"/>
          </a:ln>
        </p:spPr>
        <p:txBody>
          <a:bodyPr anchor="ctr"/>
          <a:lstStyle/>
          <a:p>
            <a:pPr algn="l">
              <a:defRPr sz="750" b="0">
                <a:solidFill>
                  <a:srgbClr val="213945"/>
                </a:solidFill>
              </a:defRPr>
            </a:pPr>
            <a:r>
              <a:rPr sz="900" b="0">
                <a:solidFill>
                  <a:srgbClr val="213945"/>
                </a:solidFill>
                <a:latin typeface="Aptos" panose="020B0004020202020204" pitchFamily="34" charset="0"/>
              </a:rPr>
              <a:t>• Regulatory inventory and provision-gap review</a:t>
            </a:r>
          </a:p>
          <a:p>
            <a:pPr algn="l">
              <a:defRPr sz="750" b="0">
                <a:solidFill>
                  <a:srgbClr val="213945"/>
                </a:solidFill>
              </a:defRPr>
            </a:pPr>
            <a:r>
              <a:rPr sz="900" b="0">
                <a:solidFill>
                  <a:srgbClr val="213945"/>
                </a:solidFill>
                <a:latin typeface="Aptos" panose="020B0004020202020204" pitchFamily="34" charset="0"/>
              </a:rPr>
              <a:t>• Inter-state benchmarking and consultation</a:t>
            </a:r>
          </a:p>
          <a:p>
            <a:pPr algn="l">
              <a:defRPr sz="750" b="0">
                <a:solidFill>
                  <a:srgbClr val="213945"/>
                </a:solidFill>
              </a:defRPr>
            </a:pPr>
            <a:r>
              <a:rPr sz="900" b="0">
                <a:solidFill>
                  <a:srgbClr val="213945"/>
                </a:solidFill>
                <a:latin typeface="Aptos" panose="020B0004020202020204" pitchFamily="34" charset="0"/>
              </a:rPr>
              <a:t>• Drafting support for amendments and </a:t>
            </a:r>
            <a:r>
              <a:rPr lang="en-IN" sz="900" b="0">
                <a:solidFill>
                  <a:srgbClr val="213945"/>
                </a:solidFill>
                <a:latin typeface="Aptos" panose="020B0004020202020204" pitchFamily="34" charset="0"/>
              </a:rPr>
              <a:t>related documents</a:t>
            </a:r>
            <a:endParaRPr sz="900" b="0">
              <a:solidFill>
                <a:srgbClr val="213945"/>
              </a:solidFill>
              <a:latin typeface="Aptos" panose="020B0004020202020204" pitchFamily="34" charset="0"/>
            </a:endParaRPr>
          </a:p>
        </p:txBody>
      </p:sp>
      <p:sp>
        <p:nvSpPr>
          <p:cNvPr id="85" name="Rectangle 84">
            <a:extLst>
              <a:ext uri="{FF2B5EF4-FFF2-40B4-BE49-F238E27FC236}">
                <a16:creationId xmlns:a16="http://schemas.microsoft.com/office/drawing/2014/main" id="{91157541-6601-4EFB-8016-E4087D1405D1}"/>
              </a:ext>
            </a:extLst>
          </p:cNvPr>
          <p:cNvSpPr>
            <a:spLocks noGrp="1"/>
          </p:cNvSpPr>
          <p:nvPr/>
        </p:nvSpPr>
        <p:spPr>
          <a:xfrm>
            <a:off x="4714875" y="2562225"/>
            <a:ext cx="476250" cy="714375"/>
          </a:xfrm>
          <a:prstGeom prst="rect">
            <a:avLst/>
          </a:prstGeom>
          <a:solidFill>
            <a:srgbClr val="EFF6E7"/>
          </a:solidFill>
          <a:ln w="4763">
            <a:solidFill>
              <a:srgbClr val="CDD8DC"/>
            </a:solidFill>
            <a:prstDash val="solid"/>
          </a:ln>
        </p:spPr>
        <p:txBody>
          <a:bodyPr/>
          <a:lstStyle/>
          <a:p>
            <a:endParaRPr lang="en-US" sz="900">
              <a:latin typeface="Aptos" panose="020B0004020202020204" pitchFamily="34" charset="0"/>
            </a:endParaRPr>
          </a:p>
        </p:txBody>
      </p:sp>
      <p:sp>
        <p:nvSpPr>
          <p:cNvPr id="86" name="Rectangle 85">
            <a:extLst>
              <a:ext uri="{FF2B5EF4-FFF2-40B4-BE49-F238E27FC236}">
                <a16:creationId xmlns:a16="http://schemas.microsoft.com/office/drawing/2014/main" id="{2DB8A568-B501-46ED-BCC2-FD62F95B06FC}"/>
              </a:ext>
            </a:extLst>
          </p:cNvPr>
          <p:cNvSpPr>
            <a:spLocks noGrp="1"/>
          </p:cNvSpPr>
          <p:nvPr/>
        </p:nvSpPr>
        <p:spPr>
          <a:xfrm>
            <a:off x="5191125" y="2562225"/>
            <a:ext cx="476250" cy="714375"/>
          </a:xfrm>
          <a:prstGeom prst="rect">
            <a:avLst/>
          </a:prstGeom>
          <a:solidFill>
            <a:srgbClr val="EFF6E7"/>
          </a:solidFill>
          <a:ln w="4763">
            <a:solidFill>
              <a:srgbClr val="CDD8DC"/>
            </a:solidFill>
            <a:prstDash val="solid"/>
          </a:ln>
        </p:spPr>
        <p:txBody>
          <a:bodyPr/>
          <a:lstStyle/>
          <a:p>
            <a:endParaRPr lang="en-US" sz="900">
              <a:latin typeface="Aptos" panose="020B0004020202020204" pitchFamily="34" charset="0"/>
            </a:endParaRPr>
          </a:p>
        </p:txBody>
      </p:sp>
      <p:sp>
        <p:nvSpPr>
          <p:cNvPr id="87" name="Rectangle 86">
            <a:extLst>
              <a:ext uri="{FF2B5EF4-FFF2-40B4-BE49-F238E27FC236}">
                <a16:creationId xmlns:a16="http://schemas.microsoft.com/office/drawing/2014/main" id="{1D852C29-7159-4034-8A62-A7B1134DA10D}"/>
              </a:ext>
            </a:extLst>
          </p:cNvPr>
          <p:cNvSpPr>
            <a:spLocks noGrp="1"/>
          </p:cNvSpPr>
          <p:nvPr/>
        </p:nvSpPr>
        <p:spPr>
          <a:xfrm>
            <a:off x="5667375" y="2562225"/>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88" name="Rectangle 87">
            <a:extLst>
              <a:ext uri="{FF2B5EF4-FFF2-40B4-BE49-F238E27FC236}">
                <a16:creationId xmlns:a16="http://schemas.microsoft.com/office/drawing/2014/main" id="{537EB425-C8CC-4472-A841-277DEB00C5B7}"/>
              </a:ext>
            </a:extLst>
          </p:cNvPr>
          <p:cNvSpPr>
            <a:spLocks noGrp="1"/>
          </p:cNvSpPr>
          <p:nvPr/>
        </p:nvSpPr>
        <p:spPr>
          <a:xfrm>
            <a:off x="6143625" y="2562225"/>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89" name="Rectangle 88">
            <a:extLst>
              <a:ext uri="{FF2B5EF4-FFF2-40B4-BE49-F238E27FC236}">
                <a16:creationId xmlns:a16="http://schemas.microsoft.com/office/drawing/2014/main" id="{4B37A819-E891-458E-B1D8-85F13EF8A614}"/>
              </a:ext>
            </a:extLst>
          </p:cNvPr>
          <p:cNvSpPr>
            <a:spLocks noGrp="1"/>
          </p:cNvSpPr>
          <p:nvPr/>
        </p:nvSpPr>
        <p:spPr>
          <a:xfrm>
            <a:off x="6619875" y="2562225"/>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90" name="Rectangle 89">
            <a:extLst>
              <a:ext uri="{FF2B5EF4-FFF2-40B4-BE49-F238E27FC236}">
                <a16:creationId xmlns:a16="http://schemas.microsoft.com/office/drawing/2014/main" id="{364E6F07-B53F-40B4-B851-9395C5EB599B}"/>
              </a:ext>
            </a:extLst>
          </p:cNvPr>
          <p:cNvSpPr>
            <a:spLocks noGrp="1"/>
          </p:cNvSpPr>
          <p:nvPr/>
        </p:nvSpPr>
        <p:spPr>
          <a:xfrm>
            <a:off x="7096125" y="2562225"/>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91" name="Rectangle 90">
            <a:extLst>
              <a:ext uri="{FF2B5EF4-FFF2-40B4-BE49-F238E27FC236}">
                <a16:creationId xmlns:a16="http://schemas.microsoft.com/office/drawing/2014/main" id="{BDCDEACB-A976-4173-A5A9-291E0FA8507B}"/>
              </a:ext>
            </a:extLst>
          </p:cNvPr>
          <p:cNvSpPr>
            <a:spLocks noGrp="1"/>
          </p:cNvSpPr>
          <p:nvPr/>
        </p:nvSpPr>
        <p:spPr>
          <a:xfrm>
            <a:off x="7572375" y="256222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92" name="Rectangle 91">
            <a:extLst>
              <a:ext uri="{FF2B5EF4-FFF2-40B4-BE49-F238E27FC236}">
                <a16:creationId xmlns:a16="http://schemas.microsoft.com/office/drawing/2014/main" id="{30781CED-2CBE-453F-820C-E0D9F1459714}"/>
              </a:ext>
            </a:extLst>
          </p:cNvPr>
          <p:cNvSpPr>
            <a:spLocks noGrp="1"/>
          </p:cNvSpPr>
          <p:nvPr/>
        </p:nvSpPr>
        <p:spPr>
          <a:xfrm>
            <a:off x="8048625" y="256222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93" name="Rectangle 92">
            <a:extLst>
              <a:ext uri="{FF2B5EF4-FFF2-40B4-BE49-F238E27FC236}">
                <a16:creationId xmlns:a16="http://schemas.microsoft.com/office/drawing/2014/main" id="{7A55A366-4FB6-49D8-8CF8-E3E76BB0118E}"/>
              </a:ext>
            </a:extLst>
          </p:cNvPr>
          <p:cNvSpPr>
            <a:spLocks noGrp="1"/>
          </p:cNvSpPr>
          <p:nvPr/>
        </p:nvSpPr>
        <p:spPr>
          <a:xfrm>
            <a:off x="8524875" y="256222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94" name="Rectangle 93">
            <a:extLst>
              <a:ext uri="{FF2B5EF4-FFF2-40B4-BE49-F238E27FC236}">
                <a16:creationId xmlns:a16="http://schemas.microsoft.com/office/drawing/2014/main" id="{E3BA66FE-15FA-42AC-A301-E02C3837D017}"/>
              </a:ext>
            </a:extLst>
          </p:cNvPr>
          <p:cNvSpPr>
            <a:spLocks noGrp="1"/>
          </p:cNvSpPr>
          <p:nvPr/>
        </p:nvSpPr>
        <p:spPr>
          <a:xfrm>
            <a:off x="9001125" y="256222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95" name="Rectangle 94">
            <a:extLst>
              <a:ext uri="{FF2B5EF4-FFF2-40B4-BE49-F238E27FC236}">
                <a16:creationId xmlns:a16="http://schemas.microsoft.com/office/drawing/2014/main" id="{6DF3C2AA-8246-46EF-B2B0-64EAB92F4913}"/>
              </a:ext>
            </a:extLst>
          </p:cNvPr>
          <p:cNvSpPr>
            <a:spLocks noGrp="1"/>
          </p:cNvSpPr>
          <p:nvPr/>
        </p:nvSpPr>
        <p:spPr>
          <a:xfrm>
            <a:off x="9477375" y="256222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96" name="Rectangle 95">
            <a:extLst>
              <a:ext uri="{FF2B5EF4-FFF2-40B4-BE49-F238E27FC236}">
                <a16:creationId xmlns:a16="http://schemas.microsoft.com/office/drawing/2014/main" id="{15794F30-281E-422F-9949-3A3DCF1BCE4C}"/>
              </a:ext>
            </a:extLst>
          </p:cNvPr>
          <p:cNvSpPr>
            <a:spLocks noGrp="1"/>
          </p:cNvSpPr>
          <p:nvPr/>
        </p:nvSpPr>
        <p:spPr>
          <a:xfrm>
            <a:off x="9953625" y="256222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97" name="bar-3-1">
            <a:extLst>
              <a:ext uri="{FF2B5EF4-FFF2-40B4-BE49-F238E27FC236}">
                <a16:creationId xmlns:a16="http://schemas.microsoft.com/office/drawing/2014/main" id="{63EF7079-5743-4951-891F-8D8247C3143B}"/>
              </a:ext>
            </a:extLst>
          </p:cNvPr>
          <p:cNvSpPr>
            <a:spLocks noGrp="1"/>
          </p:cNvSpPr>
          <p:nvPr/>
        </p:nvSpPr>
        <p:spPr>
          <a:xfrm>
            <a:off x="4743450" y="2647950"/>
            <a:ext cx="895350" cy="133350"/>
          </a:xfrm>
          <a:prstGeom prst="roundRect">
            <a:avLst>
              <a:gd name="adj" fmla="val 50000"/>
            </a:avLst>
          </a:prstGeom>
          <a:solidFill>
            <a:srgbClr val="237F83"/>
          </a:solidFill>
          <a:ln w="0">
            <a:noFill/>
            <a:prstDash val="solid"/>
          </a:ln>
        </p:spPr>
        <p:txBody>
          <a:bodyPr/>
          <a:lstStyle/>
          <a:p>
            <a:endParaRPr lang="en-US" sz="900">
              <a:latin typeface="Aptos" panose="020B0004020202020204" pitchFamily="34" charset="0"/>
            </a:endParaRPr>
          </a:p>
        </p:txBody>
      </p:sp>
      <p:sp>
        <p:nvSpPr>
          <p:cNvPr id="98" name="Rectangle 97">
            <a:extLst>
              <a:ext uri="{FF2B5EF4-FFF2-40B4-BE49-F238E27FC236}">
                <a16:creationId xmlns:a16="http://schemas.microsoft.com/office/drawing/2014/main" id="{D15ABF8D-480A-433B-AB53-90B4DDFB8295}"/>
              </a:ext>
            </a:extLst>
          </p:cNvPr>
          <p:cNvSpPr>
            <a:spLocks noGrp="1"/>
          </p:cNvSpPr>
          <p:nvPr/>
        </p:nvSpPr>
        <p:spPr>
          <a:xfrm>
            <a:off x="4781550" y="2638425"/>
            <a:ext cx="819150" cy="152400"/>
          </a:xfrm>
          <a:prstGeom prst="rect">
            <a:avLst/>
          </a:prstGeom>
          <a:noFill/>
          <a:ln w="0">
            <a:noFill/>
            <a:prstDash val="solid"/>
          </a:ln>
        </p:spPr>
        <p:txBody>
          <a:bodyPr anchor="ctr"/>
          <a:lstStyle/>
          <a:p>
            <a:pPr algn="ctr">
              <a:defRPr sz="600" b="1">
                <a:solidFill>
                  <a:srgbClr val="FFFFFF"/>
                </a:solidFill>
              </a:defRPr>
            </a:pPr>
            <a:r>
              <a:rPr lang="en-US" sz="900" b="1">
                <a:solidFill>
                  <a:srgbClr val="FFFFFF"/>
                </a:solidFill>
                <a:latin typeface="Aptos" panose="020B0004020202020204" pitchFamily="34" charset="0"/>
              </a:rPr>
              <a:t>Diagnose </a:t>
            </a:r>
            <a:endParaRPr sz="900" b="1">
              <a:solidFill>
                <a:srgbClr val="FFFFFF"/>
              </a:solidFill>
              <a:latin typeface="Aptos" panose="020B0004020202020204" pitchFamily="34" charset="0"/>
            </a:endParaRPr>
          </a:p>
        </p:txBody>
      </p:sp>
      <p:sp>
        <p:nvSpPr>
          <p:cNvPr id="99" name="bar-3-2">
            <a:extLst>
              <a:ext uri="{FF2B5EF4-FFF2-40B4-BE49-F238E27FC236}">
                <a16:creationId xmlns:a16="http://schemas.microsoft.com/office/drawing/2014/main" id="{D0596F91-A9E6-49FC-AD4D-801FDF06825B}"/>
              </a:ext>
            </a:extLst>
          </p:cNvPr>
          <p:cNvSpPr>
            <a:spLocks noGrp="1"/>
          </p:cNvSpPr>
          <p:nvPr/>
        </p:nvSpPr>
        <p:spPr>
          <a:xfrm>
            <a:off x="5219700" y="2857500"/>
            <a:ext cx="2417472" cy="133350"/>
          </a:xfrm>
          <a:prstGeom prst="roundRect">
            <a:avLst>
              <a:gd name="adj" fmla="val 50000"/>
            </a:avLst>
          </a:prstGeom>
          <a:solidFill>
            <a:srgbClr val="237F83"/>
          </a:solidFill>
          <a:ln w="0">
            <a:noFill/>
            <a:prstDash val="solid"/>
          </a:ln>
        </p:spPr>
        <p:txBody>
          <a:bodyPr/>
          <a:lstStyle/>
          <a:p>
            <a:endParaRPr lang="en-US" sz="900">
              <a:latin typeface="Aptos" panose="020B0004020202020204" pitchFamily="34" charset="0"/>
            </a:endParaRPr>
          </a:p>
        </p:txBody>
      </p:sp>
      <p:sp>
        <p:nvSpPr>
          <p:cNvPr id="100" name="Rectangle 99">
            <a:extLst>
              <a:ext uri="{FF2B5EF4-FFF2-40B4-BE49-F238E27FC236}">
                <a16:creationId xmlns:a16="http://schemas.microsoft.com/office/drawing/2014/main" id="{55D2D018-7903-42BF-86B3-3715FB8E2EB4}"/>
              </a:ext>
            </a:extLst>
          </p:cNvPr>
          <p:cNvSpPr>
            <a:spLocks noGrp="1"/>
          </p:cNvSpPr>
          <p:nvPr/>
        </p:nvSpPr>
        <p:spPr>
          <a:xfrm>
            <a:off x="5257799" y="2847975"/>
            <a:ext cx="2314575" cy="142875"/>
          </a:xfrm>
          <a:prstGeom prst="rect">
            <a:avLst/>
          </a:prstGeom>
          <a:noFill/>
          <a:ln w="0">
            <a:noFill/>
            <a:prstDash val="solid"/>
          </a:ln>
        </p:spPr>
        <p:txBody>
          <a:bodyPr anchor="ctr"/>
          <a:lstStyle/>
          <a:p>
            <a:pPr algn="ctr">
              <a:defRPr sz="600" b="1">
                <a:solidFill>
                  <a:srgbClr val="FFFFFF"/>
                </a:solidFill>
              </a:defRPr>
            </a:pPr>
            <a:r>
              <a:rPr sz="900" b="1">
                <a:solidFill>
                  <a:srgbClr val="FFFFFF"/>
                </a:solidFill>
                <a:latin typeface="Aptos" panose="020B0004020202020204" pitchFamily="34" charset="0"/>
              </a:rPr>
              <a:t>Design / develop</a:t>
            </a:r>
          </a:p>
        </p:txBody>
      </p:sp>
      <p:sp>
        <p:nvSpPr>
          <p:cNvPr id="101" name="bar-3-3">
            <a:extLst>
              <a:ext uri="{FF2B5EF4-FFF2-40B4-BE49-F238E27FC236}">
                <a16:creationId xmlns:a16="http://schemas.microsoft.com/office/drawing/2014/main" id="{1C59B253-7C55-40DD-8BBB-D5F040553992}"/>
              </a:ext>
            </a:extLst>
          </p:cNvPr>
          <p:cNvSpPr>
            <a:spLocks noGrp="1"/>
          </p:cNvSpPr>
          <p:nvPr/>
        </p:nvSpPr>
        <p:spPr>
          <a:xfrm>
            <a:off x="7572374" y="3067050"/>
            <a:ext cx="2828925" cy="126911"/>
          </a:xfrm>
          <a:prstGeom prst="roundRect">
            <a:avLst>
              <a:gd name="adj" fmla="val 50000"/>
            </a:avLst>
          </a:prstGeom>
          <a:solidFill>
            <a:srgbClr val="65B8B4"/>
          </a:solidFill>
          <a:ln w="0">
            <a:noFill/>
            <a:prstDash val="solid"/>
          </a:ln>
        </p:spPr>
        <p:txBody>
          <a:bodyPr/>
          <a:lstStyle/>
          <a:p>
            <a:endParaRPr lang="en-US" sz="900">
              <a:latin typeface="Aptos" panose="020B0004020202020204" pitchFamily="34" charset="0"/>
            </a:endParaRPr>
          </a:p>
        </p:txBody>
      </p:sp>
      <p:sp>
        <p:nvSpPr>
          <p:cNvPr id="102" name="Rectangle 101">
            <a:extLst>
              <a:ext uri="{FF2B5EF4-FFF2-40B4-BE49-F238E27FC236}">
                <a16:creationId xmlns:a16="http://schemas.microsoft.com/office/drawing/2014/main" id="{47E02E7B-5D58-4C44-AF60-B8B641BE195F}"/>
              </a:ext>
            </a:extLst>
          </p:cNvPr>
          <p:cNvSpPr>
            <a:spLocks noGrp="1"/>
          </p:cNvSpPr>
          <p:nvPr/>
        </p:nvSpPr>
        <p:spPr>
          <a:xfrm>
            <a:off x="7572374" y="3057525"/>
            <a:ext cx="2790825" cy="136436"/>
          </a:xfrm>
          <a:prstGeom prst="rect">
            <a:avLst/>
          </a:prstGeom>
          <a:noFill/>
          <a:ln w="0">
            <a:noFill/>
            <a:prstDash val="solid"/>
          </a:ln>
        </p:spPr>
        <p:txBody>
          <a:bodyPr anchor="ctr"/>
          <a:lstStyle/>
          <a:p>
            <a:pPr algn="ctr">
              <a:defRPr sz="600" b="1">
                <a:solidFill>
                  <a:srgbClr val="FFFFFF"/>
                </a:solidFill>
              </a:defRPr>
            </a:pPr>
            <a:r>
              <a:rPr sz="900" b="1">
                <a:solidFill>
                  <a:srgbClr val="FFFFFF"/>
                </a:solidFill>
                <a:latin typeface="Aptos" panose="020B0004020202020204" pitchFamily="34" charset="0"/>
              </a:rPr>
              <a:t>Support / monitor  →</a:t>
            </a:r>
          </a:p>
        </p:txBody>
      </p:sp>
      <p:sp>
        <p:nvSpPr>
          <p:cNvPr id="103" name="Rectangle 102">
            <a:extLst>
              <a:ext uri="{FF2B5EF4-FFF2-40B4-BE49-F238E27FC236}">
                <a16:creationId xmlns:a16="http://schemas.microsoft.com/office/drawing/2014/main" id="{F6DB5424-8B04-4C20-86A2-D29D568EC864}"/>
              </a:ext>
            </a:extLst>
          </p:cNvPr>
          <p:cNvSpPr>
            <a:spLocks noGrp="1"/>
          </p:cNvSpPr>
          <p:nvPr/>
        </p:nvSpPr>
        <p:spPr>
          <a:xfrm>
            <a:off x="10429875" y="2562225"/>
            <a:ext cx="1476375" cy="714375"/>
          </a:xfrm>
          <a:prstGeom prst="rect">
            <a:avLst/>
          </a:prstGeom>
          <a:solidFill>
            <a:srgbClr val="FFFFFF"/>
          </a:solidFill>
          <a:ln w="6668">
            <a:solidFill>
              <a:srgbClr val="CDD8DC"/>
            </a:solidFill>
            <a:prstDash val="solid"/>
          </a:ln>
        </p:spPr>
        <p:txBody>
          <a:bodyPr/>
          <a:lstStyle/>
          <a:p>
            <a:endParaRPr lang="en-US" sz="900">
              <a:latin typeface="Aptos" panose="020B0004020202020204" pitchFamily="34" charset="0"/>
            </a:endParaRPr>
          </a:p>
        </p:txBody>
      </p:sp>
      <p:sp>
        <p:nvSpPr>
          <p:cNvPr id="104" name="Rectangle 103">
            <a:extLst>
              <a:ext uri="{FF2B5EF4-FFF2-40B4-BE49-F238E27FC236}">
                <a16:creationId xmlns:a16="http://schemas.microsoft.com/office/drawing/2014/main" id="{3506BCA3-D3B6-419F-B33C-FD5D8E8C3DD5}"/>
              </a:ext>
            </a:extLst>
          </p:cNvPr>
          <p:cNvSpPr>
            <a:spLocks noGrp="1"/>
          </p:cNvSpPr>
          <p:nvPr/>
        </p:nvSpPr>
        <p:spPr>
          <a:xfrm>
            <a:off x="10506075" y="2609850"/>
            <a:ext cx="1323975" cy="619125"/>
          </a:xfrm>
          <a:prstGeom prst="rect">
            <a:avLst/>
          </a:prstGeom>
          <a:noFill/>
          <a:ln w="0">
            <a:noFill/>
            <a:prstDash val="solid"/>
          </a:ln>
        </p:spPr>
        <p:txBody>
          <a:bodyPr anchor="ctr"/>
          <a:lstStyle/>
          <a:p>
            <a:pPr algn="ctr">
              <a:defRPr sz="750" b="1">
                <a:solidFill>
                  <a:srgbClr val="213945"/>
                </a:solidFill>
              </a:defRPr>
            </a:pPr>
            <a:r>
              <a:rPr sz="900" b="1">
                <a:solidFill>
                  <a:srgbClr val="213945"/>
                </a:solidFill>
                <a:latin typeface="Aptos" panose="020B0004020202020204" pitchFamily="34" charset="0"/>
              </a:rPr>
              <a:t>Benchmark report:</a:t>
            </a:r>
          </a:p>
          <a:p>
            <a:pPr algn="ctr">
              <a:defRPr sz="750" b="1">
                <a:solidFill>
                  <a:srgbClr val="213945"/>
                </a:solidFill>
              </a:defRPr>
            </a:pPr>
            <a:r>
              <a:rPr sz="900" b="1">
                <a:solidFill>
                  <a:srgbClr val="213945"/>
                </a:solidFill>
                <a:latin typeface="Aptos" panose="020B0004020202020204" pitchFamily="34" charset="0"/>
              </a:rPr>
              <a:t>T+12 weeks</a:t>
            </a:r>
          </a:p>
          <a:p>
            <a:pPr algn="ctr">
              <a:defRPr sz="750" b="1">
                <a:solidFill>
                  <a:srgbClr val="213945"/>
                </a:solidFill>
              </a:defRPr>
            </a:pPr>
            <a:r>
              <a:rPr sz="900" b="1">
                <a:solidFill>
                  <a:srgbClr val="213945"/>
                </a:solidFill>
                <a:latin typeface="Aptos" panose="020B0004020202020204" pitchFamily="34" charset="0"/>
              </a:rPr>
              <a:t>Support: T+48</a:t>
            </a:r>
          </a:p>
        </p:txBody>
      </p:sp>
      <p:sp>
        <p:nvSpPr>
          <p:cNvPr id="105" name="Rectangle 104">
            <a:extLst>
              <a:ext uri="{FF2B5EF4-FFF2-40B4-BE49-F238E27FC236}">
                <a16:creationId xmlns:a16="http://schemas.microsoft.com/office/drawing/2014/main" id="{81DB8DB2-37A2-464E-8D39-E7F7C33E2C3E}"/>
              </a:ext>
            </a:extLst>
          </p:cNvPr>
          <p:cNvSpPr>
            <a:spLocks noGrp="1"/>
          </p:cNvSpPr>
          <p:nvPr/>
        </p:nvSpPr>
        <p:spPr>
          <a:xfrm>
            <a:off x="285750" y="3276600"/>
            <a:ext cx="11620500" cy="714375"/>
          </a:xfrm>
          <a:prstGeom prst="rect">
            <a:avLst/>
          </a:prstGeom>
          <a:solidFill>
            <a:srgbClr val="F2F5F5"/>
          </a:solidFill>
          <a:ln w="6668">
            <a:solidFill>
              <a:srgbClr val="CDD8DC"/>
            </a:solidFill>
            <a:prstDash val="solid"/>
          </a:ln>
        </p:spPr>
        <p:txBody>
          <a:bodyPr/>
          <a:lstStyle/>
          <a:p>
            <a:endParaRPr lang="en-US" sz="900">
              <a:latin typeface="Aptos" panose="020B0004020202020204" pitchFamily="34" charset="0"/>
            </a:endParaRPr>
          </a:p>
        </p:txBody>
      </p:sp>
      <p:sp>
        <p:nvSpPr>
          <p:cNvPr id="106" name="workstream-4">
            <a:extLst>
              <a:ext uri="{FF2B5EF4-FFF2-40B4-BE49-F238E27FC236}">
                <a16:creationId xmlns:a16="http://schemas.microsoft.com/office/drawing/2014/main" id="{4B0BEE81-FDAC-47B6-BD2E-B2135B422C82}"/>
              </a:ext>
            </a:extLst>
          </p:cNvPr>
          <p:cNvSpPr>
            <a:spLocks noGrp="1"/>
          </p:cNvSpPr>
          <p:nvPr/>
        </p:nvSpPr>
        <p:spPr>
          <a:xfrm>
            <a:off x="285750" y="3276600"/>
            <a:ext cx="1714500" cy="714375"/>
          </a:xfrm>
          <a:prstGeom prst="rect">
            <a:avLst/>
          </a:prstGeom>
          <a:solidFill>
            <a:srgbClr val="1685A8"/>
          </a:solidFill>
          <a:ln w="0">
            <a:noFill/>
            <a:prstDash val="solid"/>
          </a:ln>
        </p:spPr>
        <p:txBody>
          <a:bodyPr/>
          <a:lstStyle/>
          <a:p>
            <a:endParaRPr lang="en-US" sz="900">
              <a:latin typeface="Aptos" panose="020B0004020202020204" pitchFamily="34" charset="0"/>
            </a:endParaRPr>
          </a:p>
        </p:txBody>
      </p:sp>
      <p:sp>
        <p:nvSpPr>
          <p:cNvPr id="107" name="Rectangle 106">
            <a:extLst>
              <a:ext uri="{FF2B5EF4-FFF2-40B4-BE49-F238E27FC236}">
                <a16:creationId xmlns:a16="http://schemas.microsoft.com/office/drawing/2014/main" id="{598AEC4B-A631-412F-A6D4-434694E8BFAC}"/>
              </a:ext>
            </a:extLst>
          </p:cNvPr>
          <p:cNvSpPr>
            <a:spLocks noGrp="1"/>
          </p:cNvSpPr>
          <p:nvPr/>
        </p:nvSpPr>
        <p:spPr>
          <a:xfrm>
            <a:off x="381000" y="3314700"/>
            <a:ext cx="1524000" cy="638175"/>
          </a:xfrm>
          <a:prstGeom prst="rect">
            <a:avLst/>
          </a:prstGeom>
          <a:noFill/>
          <a:ln w="0">
            <a:noFill/>
            <a:prstDash val="solid"/>
          </a:ln>
        </p:spPr>
        <p:txBody>
          <a:bodyPr anchor="ctr"/>
          <a:lstStyle/>
          <a:p>
            <a:pPr algn="l">
              <a:defRPr sz="825" b="1">
                <a:solidFill>
                  <a:srgbClr val="FFFFFF"/>
                </a:solidFill>
              </a:defRPr>
            </a:pPr>
            <a:r>
              <a:rPr sz="900" b="1">
                <a:solidFill>
                  <a:srgbClr val="FFFFFF"/>
                </a:solidFill>
                <a:latin typeface="Aptos" panose="020B0004020202020204" pitchFamily="34" charset="0"/>
              </a:rPr>
              <a:t>D. PROCESS IMPROVEMENT</a:t>
            </a:r>
          </a:p>
          <a:p>
            <a:pPr algn="l">
              <a:defRPr sz="825" b="1">
                <a:solidFill>
                  <a:srgbClr val="FFFFFF"/>
                </a:solidFill>
              </a:defRPr>
            </a:pPr>
            <a:r>
              <a:rPr sz="900" b="1">
                <a:solidFill>
                  <a:srgbClr val="FFFFFF"/>
                </a:solidFill>
                <a:latin typeface="Aptos" panose="020B0004020202020204" pitchFamily="34" charset="0"/>
              </a:rPr>
              <a:t>&amp; CITIZEN SERVICES</a:t>
            </a:r>
          </a:p>
        </p:txBody>
      </p:sp>
      <p:sp>
        <p:nvSpPr>
          <p:cNvPr id="108" name="activities-4">
            <a:extLst>
              <a:ext uri="{FF2B5EF4-FFF2-40B4-BE49-F238E27FC236}">
                <a16:creationId xmlns:a16="http://schemas.microsoft.com/office/drawing/2014/main" id="{AFB72D21-BF97-4813-8973-344DC30169A6}"/>
              </a:ext>
            </a:extLst>
          </p:cNvPr>
          <p:cNvSpPr>
            <a:spLocks noGrp="1"/>
          </p:cNvSpPr>
          <p:nvPr/>
        </p:nvSpPr>
        <p:spPr>
          <a:xfrm>
            <a:off x="2095500" y="3314700"/>
            <a:ext cx="2524125" cy="638175"/>
          </a:xfrm>
          <a:prstGeom prst="rect">
            <a:avLst/>
          </a:prstGeom>
          <a:noFill/>
          <a:ln w="0">
            <a:noFill/>
            <a:prstDash val="solid"/>
          </a:ln>
        </p:spPr>
        <p:txBody>
          <a:bodyPr anchor="ctr"/>
          <a:lstStyle/>
          <a:p>
            <a:pPr algn="l">
              <a:defRPr sz="750" b="0">
                <a:solidFill>
                  <a:srgbClr val="213945"/>
                </a:solidFill>
              </a:defRPr>
            </a:pPr>
            <a:r>
              <a:rPr sz="900" b="0">
                <a:solidFill>
                  <a:srgbClr val="213945"/>
                </a:solidFill>
                <a:latin typeface="Aptos" panose="020B0004020202020204" pitchFamily="34" charset="0"/>
              </a:rPr>
              <a:t>• As-Is mapping and bottleneck </a:t>
            </a:r>
            <a:r>
              <a:rPr lang="en-US" sz="900" b="0">
                <a:solidFill>
                  <a:srgbClr val="213945"/>
                </a:solidFill>
                <a:latin typeface="Aptos" panose="020B0004020202020204" pitchFamily="34" charset="0"/>
              </a:rPr>
              <a:t>Diagnosis</a:t>
            </a:r>
            <a:endParaRPr sz="900" b="0">
              <a:solidFill>
                <a:srgbClr val="213945"/>
              </a:solidFill>
              <a:latin typeface="Aptos" panose="020B0004020202020204" pitchFamily="34" charset="0"/>
            </a:endParaRPr>
          </a:p>
          <a:p>
            <a:pPr algn="l">
              <a:defRPr sz="750" b="0">
                <a:solidFill>
                  <a:srgbClr val="213945"/>
                </a:solidFill>
              </a:defRPr>
            </a:pPr>
            <a:r>
              <a:rPr sz="900" b="0">
                <a:solidFill>
                  <a:srgbClr val="213945"/>
                </a:solidFill>
                <a:latin typeface="Aptos" panose="020B0004020202020204" pitchFamily="34" charset="0"/>
              </a:rPr>
              <a:t>• To-Be workflows, SOPs and service standards</a:t>
            </a:r>
          </a:p>
          <a:p>
            <a:pPr algn="l">
              <a:defRPr sz="750" b="0">
                <a:solidFill>
                  <a:srgbClr val="213945"/>
                </a:solidFill>
              </a:defRPr>
            </a:pPr>
            <a:r>
              <a:rPr sz="900" b="0">
                <a:solidFill>
                  <a:srgbClr val="213945"/>
                </a:solidFill>
                <a:latin typeface="Aptos" panose="020B0004020202020204" pitchFamily="34" charset="0"/>
              </a:rPr>
              <a:t>• Implementation and service-KPI monitoring</a:t>
            </a:r>
          </a:p>
        </p:txBody>
      </p:sp>
      <p:sp>
        <p:nvSpPr>
          <p:cNvPr id="109" name="Rectangle 108">
            <a:extLst>
              <a:ext uri="{FF2B5EF4-FFF2-40B4-BE49-F238E27FC236}">
                <a16:creationId xmlns:a16="http://schemas.microsoft.com/office/drawing/2014/main" id="{3B308C31-B406-4E0E-B129-E2AFBB2D009B}"/>
              </a:ext>
            </a:extLst>
          </p:cNvPr>
          <p:cNvSpPr>
            <a:spLocks noGrp="1"/>
          </p:cNvSpPr>
          <p:nvPr/>
        </p:nvSpPr>
        <p:spPr>
          <a:xfrm>
            <a:off x="4714875" y="3276600"/>
            <a:ext cx="476250" cy="714375"/>
          </a:xfrm>
          <a:prstGeom prst="rect">
            <a:avLst/>
          </a:prstGeom>
          <a:solidFill>
            <a:srgbClr val="EFF6E7"/>
          </a:solidFill>
          <a:ln w="4763">
            <a:solidFill>
              <a:srgbClr val="CDD8DC"/>
            </a:solidFill>
            <a:prstDash val="solid"/>
          </a:ln>
        </p:spPr>
        <p:txBody>
          <a:bodyPr/>
          <a:lstStyle/>
          <a:p>
            <a:endParaRPr lang="en-US" sz="900">
              <a:latin typeface="Aptos" panose="020B0004020202020204" pitchFamily="34" charset="0"/>
            </a:endParaRPr>
          </a:p>
        </p:txBody>
      </p:sp>
      <p:sp>
        <p:nvSpPr>
          <p:cNvPr id="110" name="Rectangle 109">
            <a:extLst>
              <a:ext uri="{FF2B5EF4-FFF2-40B4-BE49-F238E27FC236}">
                <a16:creationId xmlns:a16="http://schemas.microsoft.com/office/drawing/2014/main" id="{E757298A-FA79-411C-964B-1A2B0CE606C2}"/>
              </a:ext>
            </a:extLst>
          </p:cNvPr>
          <p:cNvSpPr>
            <a:spLocks noGrp="1"/>
          </p:cNvSpPr>
          <p:nvPr/>
        </p:nvSpPr>
        <p:spPr>
          <a:xfrm>
            <a:off x="5191125" y="3276600"/>
            <a:ext cx="476250" cy="714375"/>
          </a:xfrm>
          <a:prstGeom prst="rect">
            <a:avLst/>
          </a:prstGeom>
          <a:solidFill>
            <a:srgbClr val="EFF6E7"/>
          </a:solidFill>
          <a:ln w="4763">
            <a:solidFill>
              <a:srgbClr val="CDD8DC"/>
            </a:solidFill>
            <a:prstDash val="solid"/>
          </a:ln>
        </p:spPr>
        <p:txBody>
          <a:bodyPr/>
          <a:lstStyle/>
          <a:p>
            <a:endParaRPr lang="en-US" sz="900">
              <a:latin typeface="Aptos" panose="020B0004020202020204" pitchFamily="34" charset="0"/>
            </a:endParaRPr>
          </a:p>
        </p:txBody>
      </p:sp>
      <p:sp>
        <p:nvSpPr>
          <p:cNvPr id="111" name="Rectangle 110">
            <a:extLst>
              <a:ext uri="{FF2B5EF4-FFF2-40B4-BE49-F238E27FC236}">
                <a16:creationId xmlns:a16="http://schemas.microsoft.com/office/drawing/2014/main" id="{85E73513-3983-4C49-97FA-2879CDC083A7}"/>
              </a:ext>
            </a:extLst>
          </p:cNvPr>
          <p:cNvSpPr>
            <a:spLocks noGrp="1"/>
          </p:cNvSpPr>
          <p:nvPr/>
        </p:nvSpPr>
        <p:spPr>
          <a:xfrm>
            <a:off x="5667375" y="3276600"/>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112" name="Rectangle 111">
            <a:extLst>
              <a:ext uri="{FF2B5EF4-FFF2-40B4-BE49-F238E27FC236}">
                <a16:creationId xmlns:a16="http://schemas.microsoft.com/office/drawing/2014/main" id="{FA96EC55-F581-4E73-89DD-816E8F262639}"/>
              </a:ext>
            </a:extLst>
          </p:cNvPr>
          <p:cNvSpPr>
            <a:spLocks noGrp="1"/>
          </p:cNvSpPr>
          <p:nvPr/>
        </p:nvSpPr>
        <p:spPr>
          <a:xfrm>
            <a:off x="6143625" y="3276600"/>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113" name="Rectangle 112">
            <a:extLst>
              <a:ext uri="{FF2B5EF4-FFF2-40B4-BE49-F238E27FC236}">
                <a16:creationId xmlns:a16="http://schemas.microsoft.com/office/drawing/2014/main" id="{235DDCA8-21AF-4DC9-A086-330A41DCD34D}"/>
              </a:ext>
            </a:extLst>
          </p:cNvPr>
          <p:cNvSpPr>
            <a:spLocks noGrp="1"/>
          </p:cNvSpPr>
          <p:nvPr/>
        </p:nvSpPr>
        <p:spPr>
          <a:xfrm>
            <a:off x="6619875" y="3276600"/>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114" name="Rectangle 113">
            <a:extLst>
              <a:ext uri="{FF2B5EF4-FFF2-40B4-BE49-F238E27FC236}">
                <a16:creationId xmlns:a16="http://schemas.microsoft.com/office/drawing/2014/main" id="{5A0CBA0E-CCE3-4BD7-80D3-13392B9E1948}"/>
              </a:ext>
            </a:extLst>
          </p:cNvPr>
          <p:cNvSpPr>
            <a:spLocks noGrp="1"/>
          </p:cNvSpPr>
          <p:nvPr/>
        </p:nvSpPr>
        <p:spPr>
          <a:xfrm>
            <a:off x="7096125" y="3276600"/>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115" name="Rectangle 114">
            <a:extLst>
              <a:ext uri="{FF2B5EF4-FFF2-40B4-BE49-F238E27FC236}">
                <a16:creationId xmlns:a16="http://schemas.microsoft.com/office/drawing/2014/main" id="{7B434AB4-F138-45E8-BA02-ED0098DF9A4B}"/>
              </a:ext>
            </a:extLst>
          </p:cNvPr>
          <p:cNvSpPr>
            <a:spLocks noGrp="1"/>
          </p:cNvSpPr>
          <p:nvPr/>
        </p:nvSpPr>
        <p:spPr>
          <a:xfrm>
            <a:off x="7572375" y="327660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16" name="Rectangle 115">
            <a:extLst>
              <a:ext uri="{FF2B5EF4-FFF2-40B4-BE49-F238E27FC236}">
                <a16:creationId xmlns:a16="http://schemas.microsoft.com/office/drawing/2014/main" id="{0EE97F61-A38F-4EE6-8FB2-F7E31B12F19B}"/>
              </a:ext>
            </a:extLst>
          </p:cNvPr>
          <p:cNvSpPr>
            <a:spLocks noGrp="1"/>
          </p:cNvSpPr>
          <p:nvPr/>
        </p:nvSpPr>
        <p:spPr>
          <a:xfrm>
            <a:off x="8048625" y="327660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17" name="Rectangle 116">
            <a:extLst>
              <a:ext uri="{FF2B5EF4-FFF2-40B4-BE49-F238E27FC236}">
                <a16:creationId xmlns:a16="http://schemas.microsoft.com/office/drawing/2014/main" id="{1BE45D35-B99B-4998-97EA-459E6CD43B08}"/>
              </a:ext>
            </a:extLst>
          </p:cNvPr>
          <p:cNvSpPr>
            <a:spLocks noGrp="1"/>
          </p:cNvSpPr>
          <p:nvPr/>
        </p:nvSpPr>
        <p:spPr>
          <a:xfrm>
            <a:off x="8524875" y="327660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18" name="Rectangle 117">
            <a:extLst>
              <a:ext uri="{FF2B5EF4-FFF2-40B4-BE49-F238E27FC236}">
                <a16:creationId xmlns:a16="http://schemas.microsoft.com/office/drawing/2014/main" id="{3EF36AA4-F7A8-4C0F-A944-66BBC90BE3B5}"/>
              </a:ext>
            </a:extLst>
          </p:cNvPr>
          <p:cNvSpPr>
            <a:spLocks noGrp="1"/>
          </p:cNvSpPr>
          <p:nvPr/>
        </p:nvSpPr>
        <p:spPr>
          <a:xfrm>
            <a:off x="9001125" y="327660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19" name="Rectangle 118">
            <a:extLst>
              <a:ext uri="{FF2B5EF4-FFF2-40B4-BE49-F238E27FC236}">
                <a16:creationId xmlns:a16="http://schemas.microsoft.com/office/drawing/2014/main" id="{896A1993-FDB0-40CD-B77E-6A5205B831E1}"/>
              </a:ext>
            </a:extLst>
          </p:cNvPr>
          <p:cNvSpPr>
            <a:spLocks noGrp="1"/>
          </p:cNvSpPr>
          <p:nvPr/>
        </p:nvSpPr>
        <p:spPr>
          <a:xfrm>
            <a:off x="9477375" y="327660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20" name="Rectangle 119">
            <a:extLst>
              <a:ext uri="{FF2B5EF4-FFF2-40B4-BE49-F238E27FC236}">
                <a16:creationId xmlns:a16="http://schemas.microsoft.com/office/drawing/2014/main" id="{0AD0C661-860B-480C-8C5E-F258774082B6}"/>
              </a:ext>
            </a:extLst>
          </p:cNvPr>
          <p:cNvSpPr>
            <a:spLocks noGrp="1"/>
          </p:cNvSpPr>
          <p:nvPr/>
        </p:nvSpPr>
        <p:spPr>
          <a:xfrm>
            <a:off x="9953625" y="327660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21" name="bar-4-1">
            <a:extLst>
              <a:ext uri="{FF2B5EF4-FFF2-40B4-BE49-F238E27FC236}">
                <a16:creationId xmlns:a16="http://schemas.microsoft.com/office/drawing/2014/main" id="{75534147-5DA2-4FBF-89EA-DD3144623B91}"/>
              </a:ext>
            </a:extLst>
          </p:cNvPr>
          <p:cNvSpPr>
            <a:spLocks noGrp="1"/>
          </p:cNvSpPr>
          <p:nvPr/>
        </p:nvSpPr>
        <p:spPr>
          <a:xfrm>
            <a:off x="4743450" y="3362325"/>
            <a:ext cx="895350" cy="133350"/>
          </a:xfrm>
          <a:prstGeom prst="roundRect">
            <a:avLst>
              <a:gd name="adj" fmla="val 50000"/>
            </a:avLst>
          </a:prstGeom>
          <a:solidFill>
            <a:srgbClr val="1685A8"/>
          </a:solidFill>
          <a:ln w="0">
            <a:noFill/>
            <a:prstDash val="solid"/>
          </a:ln>
        </p:spPr>
        <p:txBody>
          <a:bodyPr/>
          <a:lstStyle/>
          <a:p>
            <a:endParaRPr lang="en-US" sz="900">
              <a:latin typeface="Aptos" panose="020B0004020202020204" pitchFamily="34" charset="0"/>
            </a:endParaRPr>
          </a:p>
        </p:txBody>
      </p:sp>
      <p:sp>
        <p:nvSpPr>
          <p:cNvPr id="122" name="Rectangle 121">
            <a:extLst>
              <a:ext uri="{FF2B5EF4-FFF2-40B4-BE49-F238E27FC236}">
                <a16:creationId xmlns:a16="http://schemas.microsoft.com/office/drawing/2014/main" id="{C805655B-1BDC-4D72-8A61-E530B7958A90}"/>
              </a:ext>
            </a:extLst>
          </p:cNvPr>
          <p:cNvSpPr>
            <a:spLocks noGrp="1"/>
          </p:cNvSpPr>
          <p:nvPr/>
        </p:nvSpPr>
        <p:spPr>
          <a:xfrm>
            <a:off x="4781550" y="3352800"/>
            <a:ext cx="819150" cy="152400"/>
          </a:xfrm>
          <a:prstGeom prst="rect">
            <a:avLst/>
          </a:prstGeom>
          <a:noFill/>
          <a:ln w="0">
            <a:noFill/>
            <a:prstDash val="solid"/>
          </a:ln>
        </p:spPr>
        <p:txBody>
          <a:bodyPr anchor="ctr"/>
          <a:lstStyle/>
          <a:p>
            <a:pPr algn="ctr">
              <a:defRPr sz="600" b="1">
                <a:solidFill>
                  <a:srgbClr val="FFFFFF"/>
                </a:solidFill>
              </a:defRPr>
            </a:pPr>
            <a:r>
              <a:rPr lang="en-US" sz="900" b="1">
                <a:solidFill>
                  <a:srgbClr val="FFFFFF"/>
                </a:solidFill>
                <a:latin typeface="Aptos" panose="020B0004020202020204" pitchFamily="34" charset="0"/>
              </a:rPr>
              <a:t>Diagnose </a:t>
            </a:r>
            <a:endParaRPr sz="900" b="1">
              <a:solidFill>
                <a:srgbClr val="FFFFFF"/>
              </a:solidFill>
              <a:latin typeface="Aptos" panose="020B0004020202020204" pitchFamily="34" charset="0"/>
            </a:endParaRPr>
          </a:p>
        </p:txBody>
      </p:sp>
      <p:sp>
        <p:nvSpPr>
          <p:cNvPr id="123" name="bar-4-2">
            <a:extLst>
              <a:ext uri="{FF2B5EF4-FFF2-40B4-BE49-F238E27FC236}">
                <a16:creationId xmlns:a16="http://schemas.microsoft.com/office/drawing/2014/main" id="{43E0F578-6473-4734-85C5-D89F0FB07424}"/>
              </a:ext>
            </a:extLst>
          </p:cNvPr>
          <p:cNvSpPr>
            <a:spLocks noGrp="1"/>
          </p:cNvSpPr>
          <p:nvPr/>
        </p:nvSpPr>
        <p:spPr>
          <a:xfrm>
            <a:off x="5219700" y="3571875"/>
            <a:ext cx="1371600" cy="133350"/>
          </a:xfrm>
          <a:prstGeom prst="roundRect">
            <a:avLst>
              <a:gd name="adj" fmla="val 50000"/>
            </a:avLst>
          </a:prstGeom>
          <a:solidFill>
            <a:srgbClr val="1685A8"/>
          </a:solidFill>
          <a:ln w="0">
            <a:noFill/>
            <a:prstDash val="solid"/>
          </a:ln>
        </p:spPr>
        <p:txBody>
          <a:bodyPr/>
          <a:lstStyle/>
          <a:p>
            <a:endParaRPr lang="en-US" sz="900">
              <a:latin typeface="Aptos" panose="020B0004020202020204" pitchFamily="34" charset="0"/>
            </a:endParaRPr>
          </a:p>
        </p:txBody>
      </p:sp>
      <p:sp>
        <p:nvSpPr>
          <p:cNvPr id="124" name="Rectangle 123">
            <a:extLst>
              <a:ext uri="{FF2B5EF4-FFF2-40B4-BE49-F238E27FC236}">
                <a16:creationId xmlns:a16="http://schemas.microsoft.com/office/drawing/2014/main" id="{70FF0791-847C-4B14-B65F-45E73C2F6754}"/>
              </a:ext>
            </a:extLst>
          </p:cNvPr>
          <p:cNvSpPr>
            <a:spLocks noGrp="1"/>
          </p:cNvSpPr>
          <p:nvPr/>
        </p:nvSpPr>
        <p:spPr>
          <a:xfrm>
            <a:off x="5257800" y="3562350"/>
            <a:ext cx="1295400" cy="152400"/>
          </a:xfrm>
          <a:prstGeom prst="rect">
            <a:avLst/>
          </a:prstGeom>
          <a:noFill/>
          <a:ln w="0">
            <a:noFill/>
            <a:prstDash val="solid"/>
          </a:ln>
        </p:spPr>
        <p:txBody>
          <a:bodyPr anchor="ctr"/>
          <a:lstStyle/>
          <a:p>
            <a:pPr algn="ctr">
              <a:defRPr sz="600" b="1">
                <a:solidFill>
                  <a:srgbClr val="FFFFFF"/>
                </a:solidFill>
              </a:defRPr>
            </a:pPr>
            <a:r>
              <a:rPr sz="900" b="1">
                <a:solidFill>
                  <a:srgbClr val="FFFFFF"/>
                </a:solidFill>
                <a:latin typeface="Aptos" panose="020B0004020202020204" pitchFamily="34" charset="0"/>
              </a:rPr>
              <a:t>Design / develop</a:t>
            </a:r>
          </a:p>
        </p:txBody>
      </p:sp>
      <p:sp>
        <p:nvSpPr>
          <p:cNvPr id="125" name="bar-4-3">
            <a:extLst>
              <a:ext uri="{FF2B5EF4-FFF2-40B4-BE49-F238E27FC236}">
                <a16:creationId xmlns:a16="http://schemas.microsoft.com/office/drawing/2014/main" id="{76E1353B-11DD-4E0B-867E-92154BE1036E}"/>
              </a:ext>
            </a:extLst>
          </p:cNvPr>
          <p:cNvSpPr>
            <a:spLocks noGrp="1"/>
          </p:cNvSpPr>
          <p:nvPr/>
        </p:nvSpPr>
        <p:spPr>
          <a:xfrm>
            <a:off x="6172200" y="3781425"/>
            <a:ext cx="4229100" cy="133350"/>
          </a:xfrm>
          <a:prstGeom prst="roundRect">
            <a:avLst>
              <a:gd name="adj" fmla="val 50000"/>
            </a:avLst>
          </a:prstGeom>
          <a:solidFill>
            <a:srgbClr val="65B8B4"/>
          </a:solidFill>
          <a:ln w="0">
            <a:noFill/>
            <a:prstDash val="solid"/>
          </a:ln>
        </p:spPr>
        <p:txBody>
          <a:bodyPr/>
          <a:lstStyle/>
          <a:p>
            <a:endParaRPr lang="en-US" sz="900">
              <a:latin typeface="Aptos" panose="020B0004020202020204" pitchFamily="34" charset="0"/>
            </a:endParaRPr>
          </a:p>
        </p:txBody>
      </p:sp>
      <p:sp>
        <p:nvSpPr>
          <p:cNvPr id="126" name="Rectangle 125">
            <a:extLst>
              <a:ext uri="{FF2B5EF4-FFF2-40B4-BE49-F238E27FC236}">
                <a16:creationId xmlns:a16="http://schemas.microsoft.com/office/drawing/2014/main" id="{EC730590-0F8D-4EAA-B38C-7C901B47D12C}"/>
              </a:ext>
            </a:extLst>
          </p:cNvPr>
          <p:cNvSpPr>
            <a:spLocks noGrp="1"/>
          </p:cNvSpPr>
          <p:nvPr/>
        </p:nvSpPr>
        <p:spPr>
          <a:xfrm>
            <a:off x="6210300" y="3771900"/>
            <a:ext cx="4152900" cy="152400"/>
          </a:xfrm>
          <a:prstGeom prst="rect">
            <a:avLst/>
          </a:prstGeom>
          <a:noFill/>
          <a:ln w="0">
            <a:noFill/>
            <a:prstDash val="solid"/>
          </a:ln>
        </p:spPr>
        <p:txBody>
          <a:bodyPr anchor="ctr"/>
          <a:lstStyle/>
          <a:p>
            <a:pPr algn="ctr">
              <a:defRPr sz="600" b="1">
                <a:solidFill>
                  <a:srgbClr val="FFFFFF"/>
                </a:solidFill>
              </a:defRPr>
            </a:pPr>
            <a:r>
              <a:rPr sz="900" b="1">
                <a:solidFill>
                  <a:srgbClr val="FFFFFF"/>
                </a:solidFill>
                <a:latin typeface="Aptos" panose="020B0004020202020204" pitchFamily="34" charset="0"/>
              </a:rPr>
              <a:t>Support / monitor  →</a:t>
            </a:r>
          </a:p>
        </p:txBody>
      </p:sp>
      <p:sp>
        <p:nvSpPr>
          <p:cNvPr id="127" name="Rectangle 126">
            <a:extLst>
              <a:ext uri="{FF2B5EF4-FFF2-40B4-BE49-F238E27FC236}">
                <a16:creationId xmlns:a16="http://schemas.microsoft.com/office/drawing/2014/main" id="{A4A3CC96-C99F-4628-B8B1-D0705AFC2EA4}"/>
              </a:ext>
            </a:extLst>
          </p:cNvPr>
          <p:cNvSpPr>
            <a:spLocks noGrp="1"/>
          </p:cNvSpPr>
          <p:nvPr/>
        </p:nvSpPr>
        <p:spPr>
          <a:xfrm>
            <a:off x="10429875" y="3276600"/>
            <a:ext cx="1476375" cy="714375"/>
          </a:xfrm>
          <a:prstGeom prst="rect">
            <a:avLst/>
          </a:prstGeom>
          <a:solidFill>
            <a:srgbClr val="FFFFFF"/>
          </a:solidFill>
          <a:ln w="6668">
            <a:solidFill>
              <a:srgbClr val="CDD8DC"/>
            </a:solidFill>
            <a:prstDash val="solid"/>
          </a:ln>
        </p:spPr>
        <p:txBody>
          <a:bodyPr/>
          <a:lstStyle/>
          <a:p>
            <a:endParaRPr lang="en-US" sz="900">
              <a:latin typeface="Aptos" panose="020B0004020202020204" pitchFamily="34" charset="0"/>
            </a:endParaRPr>
          </a:p>
        </p:txBody>
      </p:sp>
      <p:sp>
        <p:nvSpPr>
          <p:cNvPr id="128" name="Rectangle 127">
            <a:extLst>
              <a:ext uri="{FF2B5EF4-FFF2-40B4-BE49-F238E27FC236}">
                <a16:creationId xmlns:a16="http://schemas.microsoft.com/office/drawing/2014/main" id="{D63CEDBD-2AAE-4728-B6A4-2B5AFEBEEDCC}"/>
              </a:ext>
            </a:extLst>
          </p:cNvPr>
          <p:cNvSpPr>
            <a:spLocks noGrp="1"/>
          </p:cNvSpPr>
          <p:nvPr/>
        </p:nvSpPr>
        <p:spPr>
          <a:xfrm>
            <a:off x="10506075" y="3324225"/>
            <a:ext cx="1323975" cy="619125"/>
          </a:xfrm>
          <a:prstGeom prst="rect">
            <a:avLst/>
          </a:prstGeom>
          <a:noFill/>
          <a:ln w="0">
            <a:noFill/>
            <a:prstDash val="solid"/>
          </a:ln>
        </p:spPr>
        <p:txBody>
          <a:bodyPr anchor="ctr"/>
          <a:lstStyle/>
          <a:p>
            <a:pPr algn="ctr">
              <a:defRPr sz="750" b="1">
                <a:solidFill>
                  <a:srgbClr val="213945"/>
                </a:solidFill>
              </a:defRPr>
            </a:pPr>
            <a:r>
              <a:rPr sz="900" b="1">
                <a:solidFill>
                  <a:srgbClr val="213945"/>
                </a:solidFill>
                <a:latin typeface="Aptos" panose="020B0004020202020204" pitchFamily="34" charset="0"/>
              </a:rPr>
              <a:t>As-Is: T+8</a:t>
            </a:r>
          </a:p>
          <a:p>
            <a:pPr algn="ctr">
              <a:defRPr sz="750" b="1">
                <a:solidFill>
                  <a:srgbClr val="213945"/>
                </a:solidFill>
              </a:defRPr>
            </a:pPr>
            <a:r>
              <a:rPr sz="900" b="1">
                <a:solidFill>
                  <a:srgbClr val="213945"/>
                </a:solidFill>
                <a:latin typeface="Aptos" panose="020B0004020202020204" pitchFamily="34" charset="0"/>
              </a:rPr>
              <a:t>To-Be / roadmap:</a:t>
            </a:r>
          </a:p>
          <a:p>
            <a:pPr algn="ctr">
              <a:defRPr sz="750" b="1">
                <a:solidFill>
                  <a:srgbClr val="213945"/>
                </a:solidFill>
              </a:defRPr>
            </a:pPr>
            <a:r>
              <a:rPr sz="900" b="1">
                <a:solidFill>
                  <a:srgbClr val="213945"/>
                </a:solidFill>
                <a:latin typeface="Aptos" panose="020B0004020202020204" pitchFamily="34" charset="0"/>
              </a:rPr>
              <a:t>T+14 weeks</a:t>
            </a:r>
          </a:p>
        </p:txBody>
      </p:sp>
      <p:sp>
        <p:nvSpPr>
          <p:cNvPr id="129" name="Rectangle 128">
            <a:extLst>
              <a:ext uri="{FF2B5EF4-FFF2-40B4-BE49-F238E27FC236}">
                <a16:creationId xmlns:a16="http://schemas.microsoft.com/office/drawing/2014/main" id="{5FB93230-C0AE-4013-BECD-6E817B9F77A3}"/>
              </a:ext>
            </a:extLst>
          </p:cNvPr>
          <p:cNvSpPr>
            <a:spLocks noGrp="1"/>
          </p:cNvSpPr>
          <p:nvPr/>
        </p:nvSpPr>
        <p:spPr>
          <a:xfrm>
            <a:off x="285750" y="3990975"/>
            <a:ext cx="11620500" cy="714375"/>
          </a:xfrm>
          <a:prstGeom prst="rect">
            <a:avLst/>
          </a:prstGeom>
          <a:solidFill>
            <a:srgbClr val="FFFFFF"/>
          </a:solidFill>
          <a:ln w="6668">
            <a:solidFill>
              <a:srgbClr val="CDD8DC"/>
            </a:solidFill>
            <a:prstDash val="solid"/>
          </a:ln>
        </p:spPr>
        <p:txBody>
          <a:bodyPr/>
          <a:lstStyle/>
          <a:p>
            <a:endParaRPr lang="en-US" sz="900">
              <a:latin typeface="Aptos" panose="020B0004020202020204" pitchFamily="34" charset="0"/>
            </a:endParaRPr>
          </a:p>
        </p:txBody>
      </p:sp>
      <p:sp>
        <p:nvSpPr>
          <p:cNvPr id="130" name="workstream-5">
            <a:extLst>
              <a:ext uri="{FF2B5EF4-FFF2-40B4-BE49-F238E27FC236}">
                <a16:creationId xmlns:a16="http://schemas.microsoft.com/office/drawing/2014/main" id="{A1A1C041-97DC-4D93-B5F4-F372ED23C5DE}"/>
              </a:ext>
            </a:extLst>
          </p:cNvPr>
          <p:cNvSpPr>
            <a:spLocks noGrp="1"/>
          </p:cNvSpPr>
          <p:nvPr/>
        </p:nvSpPr>
        <p:spPr>
          <a:xfrm>
            <a:off x="285750" y="3990975"/>
            <a:ext cx="1714500" cy="714375"/>
          </a:xfrm>
          <a:prstGeom prst="rect">
            <a:avLst/>
          </a:prstGeom>
          <a:solidFill>
            <a:srgbClr val="237F83"/>
          </a:solidFill>
          <a:ln w="0">
            <a:noFill/>
            <a:prstDash val="solid"/>
          </a:ln>
        </p:spPr>
        <p:txBody>
          <a:bodyPr/>
          <a:lstStyle/>
          <a:p>
            <a:endParaRPr lang="en-US" sz="900">
              <a:latin typeface="Aptos" panose="020B0004020202020204" pitchFamily="34" charset="0"/>
            </a:endParaRPr>
          </a:p>
        </p:txBody>
      </p:sp>
      <p:sp>
        <p:nvSpPr>
          <p:cNvPr id="131" name="Rectangle 130">
            <a:extLst>
              <a:ext uri="{FF2B5EF4-FFF2-40B4-BE49-F238E27FC236}">
                <a16:creationId xmlns:a16="http://schemas.microsoft.com/office/drawing/2014/main" id="{3F040188-FE32-43FA-AFE3-AF6142D85B33}"/>
              </a:ext>
            </a:extLst>
          </p:cNvPr>
          <p:cNvSpPr>
            <a:spLocks noGrp="1"/>
          </p:cNvSpPr>
          <p:nvPr/>
        </p:nvSpPr>
        <p:spPr>
          <a:xfrm>
            <a:off x="381000" y="4029075"/>
            <a:ext cx="1524000" cy="638175"/>
          </a:xfrm>
          <a:prstGeom prst="rect">
            <a:avLst/>
          </a:prstGeom>
          <a:noFill/>
          <a:ln w="0">
            <a:noFill/>
            <a:prstDash val="solid"/>
          </a:ln>
        </p:spPr>
        <p:txBody>
          <a:bodyPr anchor="ctr"/>
          <a:lstStyle/>
          <a:p>
            <a:pPr algn="l">
              <a:defRPr sz="825" b="1">
                <a:solidFill>
                  <a:srgbClr val="FFFFFF"/>
                </a:solidFill>
              </a:defRPr>
            </a:pPr>
            <a:r>
              <a:rPr sz="900" b="1">
                <a:solidFill>
                  <a:srgbClr val="FFFFFF"/>
                </a:solidFill>
                <a:latin typeface="Aptos" panose="020B0004020202020204" pitchFamily="34" charset="0"/>
              </a:rPr>
              <a:t>E. DATA INTEGRATION</a:t>
            </a:r>
          </a:p>
          <a:p>
            <a:pPr algn="l">
              <a:defRPr sz="825" b="1">
                <a:solidFill>
                  <a:srgbClr val="FFFFFF"/>
                </a:solidFill>
              </a:defRPr>
            </a:pPr>
            <a:r>
              <a:rPr sz="900" b="1">
                <a:solidFill>
                  <a:srgbClr val="FFFFFF"/>
                </a:solidFill>
                <a:latin typeface="Aptos" panose="020B0004020202020204" pitchFamily="34" charset="0"/>
              </a:rPr>
              <a:t>&amp; IT SYSTEMS</a:t>
            </a:r>
          </a:p>
        </p:txBody>
      </p:sp>
      <p:sp>
        <p:nvSpPr>
          <p:cNvPr id="132" name="activities-5">
            <a:extLst>
              <a:ext uri="{FF2B5EF4-FFF2-40B4-BE49-F238E27FC236}">
                <a16:creationId xmlns:a16="http://schemas.microsoft.com/office/drawing/2014/main" id="{EC83A367-96E4-4FB7-998F-FF1480CD7523}"/>
              </a:ext>
            </a:extLst>
          </p:cNvPr>
          <p:cNvSpPr>
            <a:spLocks noGrp="1"/>
          </p:cNvSpPr>
          <p:nvPr/>
        </p:nvSpPr>
        <p:spPr>
          <a:xfrm>
            <a:off x="2095500" y="4029075"/>
            <a:ext cx="2524125" cy="638175"/>
          </a:xfrm>
          <a:prstGeom prst="rect">
            <a:avLst/>
          </a:prstGeom>
          <a:noFill/>
          <a:ln w="0">
            <a:noFill/>
            <a:prstDash val="solid"/>
          </a:ln>
        </p:spPr>
        <p:txBody>
          <a:bodyPr anchor="ctr"/>
          <a:lstStyle/>
          <a:p>
            <a:pPr algn="l">
              <a:defRPr sz="750" b="0">
                <a:solidFill>
                  <a:srgbClr val="213945"/>
                </a:solidFill>
              </a:defRPr>
            </a:pPr>
            <a:r>
              <a:rPr sz="900" b="0">
                <a:solidFill>
                  <a:srgbClr val="213945"/>
                </a:solidFill>
                <a:latin typeface="Aptos" panose="020B0004020202020204" pitchFamily="34" charset="0"/>
              </a:rPr>
              <a:t>• Application, data and user-gap </a:t>
            </a:r>
            <a:r>
              <a:rPr lang="en-US" sz="900" b="0">
                <a:solidFill>
                  <a:srgbClr val="213945"/>
                </a:solidFill>
                <a:latin typeface="Aptos" panose="020B0004020202020204" pitchFamily="34" charset="0"/>
              </a:rPr>
              <a:t>Diagnose </a:t>
            </a:r>
          </a:p>
          <a:p>
            <a:pPr algn="l">
              <a:defRPr sz="750" b="0">
                <a:solidFill>
                  <a:srgbClr val="213945"/>
                </a:solidFill>
              </a:defRPr>
            </a:pPr>
            <a:r>
              <a:rPr sz="900" b="0">
                <a:solidFill>
                  <a:srgbClr val="213945"/>
                </a:solidFill>
                <a:latin typeface="Aptos" panose="020B0004020202020204" pitchFamily="34" charset="0"/>
              </a:rPr>
              <a:t>• Data standards, reconciliation and API design</a:t>
            </a:r>
          </a:p>
          <a:p>
            <a:pPr algn="l">
              <a:defRPr sz="750" b="0">
                <a:solidFill>
                  <a:srgbClr val="213945"/>
                </a:solidFill>
              </a:defRPr>
            </a:pPr>
            <a:r>
              <a:rPr sz="900" b="0">
                <a:solidFill>
                  <a:srgbClr val="213945"/>
                </a:solidFill>
                <a:latin typeface="Aptos" panose="020B0004020202020204" pitchFamily="34" charset="0"/>
              </a:rPr>
              <a:t>• Functional enhancement and rollout support</a:t>
            </a:r>
          </a:p>
        </p:txBody>
      </p:sp>
      <p:sp>
        <p:nvSpPr>
          <p:cNvPr id="133" name="Rectangle 132">
            <a:extLst>
              <a:ext uri="{FF2B5EF4-FFF2-40B4-BE49-F238E27FC236}">
                <a16:creationId xmlns:a16="http://schemas.microsoft.com/office/drawing/2014/main" id="{1B281003-5CA1-491D-B48A-9A0BE7F1AAD2}"/>
              </a:ext>
            </a:extLst>
          </p:cNvPr>
          <p:cNvSpPr>
            <a:spLocks noGrp="1"/>
          </p:cNvSpPr>
          <p:nvPr/>
        </p:nvSpPr>
        <p:spPr>
          <a:xfrm>
            <a:off x="4714875" y="3990975"/>
            <a:ext cx="476250" cy="714375"/>
          </a:xfrm>
          <a:prstGeom prst="rect">
            <a:avLst/>
          </a:prstGeom>
          <a:solidFill>
            <a:srgbClr val="EFF6E7"/>
          </a:solidFill>
          <a:ln w="4763">
            <a:solidFill>
              <a:srgbClr val="CDD8DC"/>
            </a:solidFill>
            <a:prstDash val="solid"/>
          </a:ln>
        </p:spPr>
        <p:txBody>
          <a:bodyPr/>
          <a:lstStyle/>
          <a:p>
            <a:endParaRPr lang="en-US" sz="900">
              <a:latin typeface="Aptos" panose="020B0004020202020204" pitchFamily="34" charset="0"/>
            </a:endParaRPr>
          </a:p>
        </p:txBody>
      </p:sp>
      <p:sp>
        <p:nvSpPr>
          <p:cNvPr id="134" name="Rectangle 133">
            <a:extLst>
              <a:ext uri="{FF2B5EF4-FFF2-40B4-BE49-F238E27FC236}">
                <a16:creationId xmlns:a16="http://schemas.microsoft.com/office/drawing/2014/main" id="{AFE604DE-EE0E-4A78-97E2-F51B3A463DE3}"/>
              </a:ext>
            </a:extLst>
          </p:cNvPr>
          <p:cNvSpPr>
            <a:spLocks noGrp="1"/>
          </p:cNvSpPr>
          <p:nvPr/>
        </p:nvSpPr>
        <p:spPr>
          <a:xfrm>
            <a:off x="5191125" y="3990975"/>
            <a:ext cx="476250" cy="714375"/>
          </a:xfrm>
          <a:prstGeom prst="rect">
            <a:avLst/>
          </a:prstGeom>
          <a:solidFill>
            <a:srgbClr val="EFF6E7"/>
          </a:solidFill>
          <a:ln w="4763">
            <a:solidFill>
              <a:srgbClr val="CDD8DC"/>
            </a:solidFill>
            <a:prstDash val="solid"/>
          </a:ln>
        </p:spPr>
        <p:txBody>
          <a:bodyPr/>
          <a:lstStyle/>
          <a:p>
            <a:endParaRPr lang="en-US" sz="900">
              <a:latin typeface="Aptos" panose="020B0004020202020204" pitchFamily="34" charset="0"/>
            </a:endParaRPr>
          </a:p>
        </p:txBody>
      </p:sp>
      <p:sp>
        <p:nvSpPr>
          <p:cNvPr id="135" name="Rectangle 134">
            <a:extLst>
              <a:ext uri="{FF2B5EF4-FFF2-40B4-BE49-F238E27FC236}">
                <a16:creationId xmlns:a16="http://schemas.microsoft.com/office/drawing/2014/main" id="{CBE4D189-DEC8-44C1-A3A9-7BFFFA494406}"/>
              </a:ext>
            </a:extLst>
          </p:cNvPr>
          <p:cNvSpPr>
            <a:spLocks noGrp="1"/>
          </p:cNvSpPr>
          <p:nvPr/>
        </p:nvSpPr>
        <p:spPr>
          <a:xfrm>
            <a:off x="5667375" y="3990975"/>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136" name="Rectangle 135">
            <a:extLst>
              <a:ext uri="{FF2B5EF4-FFF2-40B4-BE49-F238E27FC236}">
                <a16:creationId xmlns:a16="http://schemas.microsoft.com/office/drawing/2014/main" id="{4F027A55-633F-44DC-AB30-4A7501BB96BD}"/>
              </a:ext>
            </a:extLst>
          </p:cNvPr>
          <p:cNvSpPr>
            <a:spLocks noGrp="1"/>
          </p:cNvSpPr>
          <p:nvPr/>
        </p:nvSpPr>
        <p:spPr>
          <a:xfrm>
            <a:off x="6143625" y="3990975"/>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137" name="Rectangle 136">
            <a:extLst>
              <a:ext uri="{FF2B5EF4-FFF2-40B4-BE49-F238E27FC236}">
                <a16:creationId xmlns:a16="http://schemas.microsoft.com/office/drawing/2014/main" id="{19366A86-5272-4BA6-996A-87B249A41F5D}"/>
              </a:ext>
            </a:extLst>
          </p:cNvPr>
          <p:cNvSpPr>
            <a:spLocks noGrp="1"/>
          </p:cNvSpPr>
          <p:nvPr/>
        </p:nvSpPr>
        <p:spPr>
          <a:xfrm>
            <a:off x="6619875" y="3990975"/>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138" name="Rectangle 137">
            <a:extLst>
              <a:ext uri="{FF2B5EF4-FFF2-40B4-BE49-F238E27FC236}">
                <a16:creationId xmlns:a16="http://schemas.microsoft.com/office/drawing/2014/main" id="{BE2C2198-EC36-42E7-AA5B-0BDF1336F264}"/>
              </a:ext>
            </a:extLst>
          </p:cNvPr>
          <p:cNvSpPr>
            <a:spLocks noGrp="1"/>
          </p:cNvSpPr>
          <p:nvPr/>
        </p:nvSpPr>
        <p:spPr>
          <a:xfrm>
            <a:off x="7096125" y="3990975"/>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139" name="Rectangle 138">
            <a:extLst>
              <a:ext uri="{FF2B5EF4-FFF2-40B4-BE49-F238E27FC236}">
                <a16:creationId xmlns:a16="http://schemas.microsoft.com/office/drawing/2014/main" id="{E5C90262-BCC3-4088-849A-29C1D6921EE4}"/>
              </a:ext>
            </a:extLst>
          </p:cNvPr>
          <p:cNvSpPr>
            <a:spLocks noGrp="1"/>
          </p:cNvSpPr>
          <p:nvPr/>
        </p:nvSpPr>
        <p:spPr>
          <a:xfrm>
            <a:off x="7572375" y="399097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40" name="Rectangle 139">
            <a:extLst>
              <a:ext uri="{FF2B5EF4-FFF2-40B4-BE49-F238E27FC236}">
                <a16:creationId xmlns:a16="http://schemas.microsoft.com/office/drawing/2014/main" id="{C4C4A733-DDBC-4269-A2A1-72B13DE5A2A2}"/>
              </a:ext>
            </a:extLst>
          </p:cNvPr>
          <p:cNvSpPr>
            <a:spLocks noGrp="1"/>
          </p:cNvSpPr>
          <p:nvPr/>
        </p:nvSpPr>
        <p:spPr>
          <a:xfrm>
            <a:off x="8048625" y="399097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41" name="Rectangle 140">
            <a:extLst>
              <a:ext uri="{FF2B5EF4-FFF2-40B4-BE49-F238E27FC236}">
                <a16:creationId xmlns:a16="http://schemas.microsoft.com/office/drawing/2014/main" id="{1FF46B5E-E921-4DD6-BBE6-AA8CC855DCC4}"/>
              </a:ext>
            </a:extLst>
          </p:cNvPr>
          <p:cNvSpPr>
            <a:spLocks noGrp="1"/>
          </p:cNvSpPr>
          <p:nvPr/>
        </p:nvSpPr>
        <p:spPr>
          <a:xfrm>
            <a:off x="8524875" y="399097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42" name="Rectangle 141">
            <a:extLst>
              <a:ext uri="{FF2B5EF4-FFF2-40B4-BE49-F238E27FC236}">
                <a16:creationId xmlns:a16="http://schemas.microsoft.com/office/drawing/2014/main" id="{18C207A2-3C12-4C97-8C88-BBFC5A8D626B}"/>
              </a:ext>
            </a:extLst>
          </p:cNvPr>
          <p:cNvSpPr>
            <a:spLocks noGrp="1"/>
          </p:cNvSpPr>
          <p:nvPr/>
        </p:nvSpPr>
        <p:spPr>
          <a:xfrm>
            <a:off x="9001125" y="399097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43" name="Rectangle 142">
            <a:extLst>
              <a:ext uri="{FF2B5EF4-FFF2-40B4-BE49-F238E27FC236}">
                <a16:creationId xmlns:a16="http://schemas.microsoft.com/office/drawing/2014/main" id="{7F58CAE4-7D69-4E9B-A150-F3CE43A14CFD}"/>
              </a:ext>
            </a:extLst>
          </p:cNvPr>
          <p:cNvSpPr>
            <a:spLocks noGrp="1"/>
          </p:cNvSpPr>
          <p:nvPr/>
        </p:nvSpPr>
        <p:spPr>
          <a:xfrm>
            <a:off x="9477375" y="399097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44" name="Rectangle 143">
            <a:extLst>
              <a:ext uri="{FF2B5EF4-FFF2-40B4-BE49-F238E27FC236}">
                <a16:creationId xmlns:a16="http://schemas.microsoft.com/office/drawing/2014/main" id="{07E18BEF-92F9-4C17-BAD3-CFAEB632EAE9}"/>
              </a:ext>
            </a:extLst>
          </p:cNvPr>
          <p:cNvSpPr>
            <a:spLocks noGrp="1"/>
          </p:cNvSpPr>
          <p:nvPr/>
        </p:nvSpPr>
        <p:spPr>
          <a:xfrm>
            <a:off x="9953625" y="3990975"/>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45" name="bar-5-1">
            <a:extLst>
              <a:ext uri="{FF2B5EF4-FFF2-40B4-BE49-F238E27FC236}">
                <a16:creationId xmlns:a16="http://schemas.microsoft.com/office/drawing/2014/main" id="{A8FCEAAA-3D42-426C-992C-1C74C41663A8}"/>
              </a:ext>
            </a:extLst>
          </p:cNvPr>
          <p:cNvSpPr>
            <a:spLocks noGrp="1"/>
          </p:cNvSpPr>
          <p:nvPr/>
        </p:nvSpPr>
        <p:spPr>
          <a:xfrm>
            <a:off x="4743450" y="4076700"/>
            <a:ext cx="1371600" cy="133350"/>
          </a:xfrm>
          <a:prstGeom prst="roundRect">
            <a:avLst>
              <a:gd name="adj" fmla="val 50000"/>
            </a:avLst>
          </a:prstGeom>
          <a:solidFill>
            <a:srgbClr val="237F83"/>
          </a:solidFill>
          <a:ln w="0">
            <a:noFill/>
            <a:prstDash val="solid"/>
          </a:ln>
        </p:spPr>
        <p:txBody>
          <a:bodyPr/>
          <a:lstStyle/>
          <a:p>
            <a:endParaRPr lang="en-US" sz="900">
              <a:latin typeface="Aptos" panose="020B0004020202020204" pitchFamily="34" charset="0"/>
            </a:endParaRPr>
          </a:p>
        </p:txBody>
      </p:sp>
      <p:sp>
        <p:nvSpPr>
          <p:cNvPr id="146" name="Rectangle 145">
            <a:extLst>
              <a:ext uri="{FF2B5EF4-FFF2-40B4-BE49-F238E27FC236}">
                <a16:creationId xmlns:a16="http://schemas.microsoft.com/office/drawing/2014/main" id="{4BC50E9D-7E14-4A4F-A882-C054F0D93B29}"/>
              </a:ext>
            </a:extLst>
          </p:cNvPr>
          <p:cNvSpPr>
            <a:spLocks noGrp="1"/>
          </p:cNvSpPr>
          <p:nvPr/>
        </p:nvSpPr>
        <p:spPr>
          <a:xfrm>
            <a:off x="4781550" y="4067175"/>
            <a:ext cx="1295400" cy="152400"/>
          </a:xfrm>
          <a:prstGeom prst="rect">
            <a:avLst/>
          </a:prstGeom>
          <a:noFill/>
          <a:ln w="0">
            <a:noFill/>
            <a:prstDash val="solid"/>
          </a:ln>
        </p:spPr>
        <p:txBody>
          <a:bodyPr anchor="ctr"/>
          <a:lstStyle/>
          <a:p>
            <a:pPr algn="ctr">
              <a:defRPr sz="600" b="1">
                <a:solidFill>
                  <a:srgbClr val="FFFFFF"/>
                </a:solidFill>
              </a:defRPr>
            </a:pPr>
            <a:r>
              <a:rPr lang="en-US" sz="900" b="1">
                <a:solidFill>
                  <a:srgbClr val="FFFFFF"/>
                </a:solidFill>
                <a:latin typeface="Aptos" panose="020B0004020202020204" pitchFamily="34" charset="0"/>
              </a:rPr>
              <a:t>Diagnose </a:t>
            </a:r>
            <a:endParaRPr sz="900" b="1">
              <a:solidFill>
                <a:srgbClr val="FFFFFF"/>
              </a:solidFill>
              <a:latin typeface="Aptos" panose="020B0004020202020204" pitchFamily="34" charset="0"/>
            </a:endParaRPr>
          </a:p>
        </p:txBody>
      </p:sp>
      <p:sp>
        <p:nvSpPr>
          <p:cNvPr id="147" name="bar-5-2">
            <a:extLst>
              <a:ext uri="{FF2B5EF4-FFF2-40B4-BE49-F238E27FC236}">
                <a16:creationId xmlns:a16="http://schemas.microsoft.com/office/drawing/2014/main" id="{AC566449-A4C2-45D1-82E8-77F40059DE77}"/>
              </a:ext>
            </a:extLst>
          </p:cNvPr>
          <p:cNvSpPr>
            <a:spLocks noGrp="1"/>
          </p:cNvSpPr>
          <p:nvPr/>
        </p:nvSpPr>
        <p:spPr>
          <a:xfrm>
            <a:off x="5695950" y="4286250"/>
            <a:ext cx="1847850" cy="133350"/>
          </a:xfrm>
          <a:prstGeom prst="roundRect">
            <a:avLst>
              <a:gd name="adj" fmla="val 50000"/>
            </a:avLst>
          </a:prstGeom>
          <a:solidFill>
            <a:srgbClr val="237F83"/>
          </a:solidFill>
          <a:ln w="0">
            <a:noFill/>
            <a:prstDash val="solid"/>
          </a:ln>
        </p:spPr>
        <p:txBody>
          <a:bodyPr/>
          <a:lstStyle/>
          <a:p>
            <a:endParaRPr lang="en-US" sz="900">
              <a:latin typeface="Aptos" panose="020B0004020202020204" pitchFamily="34" charset="0"/>
            </a:endParaRPr>
          </a:p>
        </p:txBody>
      </p:sp>
      <p:sp>
        <p:nvSpPr>
          <p:cNvPr id="148" name="Rectangle 147">
            <a:extLst>
              <a:ext uri="{FF2B5EF4-FFF2-40B4-BE49-F238E27FC236}">
                <a16:creationId xmlns:a16="http://schemas.microsoft.com/office/drawing/2014/main" id="{34C4D4AB-3891-4386-9DB4-6E194C79109B}"/>
              </a:ext>
            </a:extLst>
          </p:cNvPr>
          <p:cNvSpPr>
            <a:spLocks noGrp="1"/>
          </p:cNvSpPr>
          <p:nvPr/>
        </p:nvSpPr>
        <p:spPr>
          <a:xfrm>
            <a:off x="5734050" y="4276725"/>
            <a:ext cx="1771650" cy="152400"/>
          </a:xfrm>
          <a:prstGeom prst="rect">
            <a:avLst/>
          </a:prstGeom>
          <a:noFill/>
          <a:ln w="0">
            <a:noFill/>
            <a:prstDash val="solid"/>
          </a:ln>
        </p:spPr>
        <p:txBody>
          <a:bodyPr anchor="ctr"/>
          <a:lstStyle/>
          <a:p>
            <a:pPr algn="ctr">
              <a:defRPr sz="600" b="1">
                <a:solidFill>
                  <a:srgbClr val="FFFFFF"/>
                </a:solidFill>
              </a:defRPr>
            </a:pPr>
            <a:r>
              <a:rPr sz="900" b="1">
                <a:solidFill>
                  <a:srgbClr val="FFFFFF"/>
                </a:solidFill>
                <a:latin typeface="Aptos" panose="020B0004020202020204" pitchFamily="34" charset="0"/>
              </a:rPr>
              <a:t>Design / develop</a:t>
            </a:r>
          </a:p>
        </p:txBody>
      </p:sp>
      <p:sp>
        <p:nvSpPr>
          <p:cNvPr id="149" name="bar-5-3">
            <a:extLst>
              <a:ext uri="{FF2B5EF4-FFF2-40B4-BE49-F238E27FC236}">
                <a16:creationId xmlns:a16="http://schemas.microsoft.com/office/drawing/2014/main" id="{B202ED7D-088D-4D95-B634-3FB2EA532FBB}"/>
              </a:ext>
            </a:extLst>
          </p:cNvPr>
          <p:cNvSpPr>
            <a:spLocks noGrp="1"/>
          </p:cNvSpPr>
          <p:nvPr/>
        </p:nvSpPr>
        <p:spPr>
          <a:xfrm>
            <a:off x="7124700" y="4495800"/>
            <a:ext cx="3276600" cy="133350"/>
          </a:xfrm>
          <a:prstGeom prst="roundRect">
            <a:avLst>
              <a:gd name="adj" fmla="val 50000"/>
            </a:avLst>
          </a:prstGeom>
          <a:solidFill>
            <a:srgbClr val="65B8B4"/>
          </a:solidFill>
          <a:ln w="0">
            <a:noFill/>
            <a:prstDash val="solid"/>
          </a:ln>
        </p:spPr>
        <p:txBody>
          <a:bodyPr/>
          <a:lstStyle/>
          <a:p>
            <a:endParaRPr lang="en-US" sz="900">
              <a:latin typeface="Aptos" panose="020B0004020202020204" pitchFamily="34" charset="0"/>
            </a:endParaRPr>
          </a:p>
        </p:txBody>
      </p:sp>
      <p:sp>
        <p:nvSpPr>
          <p:cNvPr id="150" name="Rectangle 149">
            <a:extLst>
              <a:ext uri="{FF2B5EF4-FFF2-40B4-BE49-F238E27FC236}">
                <a16:creationId xmlns:a16="http://schemas.microsoft.com/office/drawing/2014/main" id="{9309829E-D7AB-4C62-8599-4C8AB43F5C03}"/>
              </a:ext>
            </a:extLst>
          </p:cNvPr>
          <p:cNvSpPr>
            <a:spLocks noGrp="1"/>
          </p:cNvSpPr>
          <p:nvPr/>
        </p:nvSpPr>
        <p:spPr>
          <a:xfrm>
            <a:off x="7162800" y="4486275"/>
            <a:ext cx="3200400" cy="152400"/>
          </a:xfrm>
          <a:prstGeom prst="rect">
            <a:avLst/>
          </a:prstGeom>
          <a:noFill/>
          <a:ln w="0">
            <a:noFill/>
            <a:prstDash val="solid"/>
          </a:ln>
        </p:spPr>
        <p:txBody>
          <a:bodyPr anchor="ctr"/>
          <a:lstStyle/>
          <a:p>
            <a:pPr algn="ctr">
              <a:defRPr sz="600" b="1">
                <a:solidFill>
                  <a:srgbClr val="FFFFFF"/>
                </a:solidFill>
              </a:defRPr>
            </a:pPr>
            <a:r>
              <a:rPr sz="900" b="1">
                <a:solidFill>
                  <a:srgbClr val="FFFFFF"/>
                </a:solidFill>
                <a:latin typeface="Aptos" panose="020B0004020202020204" pitchFamily="34" charset="0"/>
              </a:rPr>
              <a:t>Support / monitor  →</a:t>
            </a:r>
          </a:p>
        </p:txBody>
      </p:sp>
      <p:sp>
        <p:nvSpPr>
          <p:cNvPr id="151" name="Rectangle 150">
            <a:extLst>
              <a:ext uri="{FF2B5EF4-FFF2-40B4-BE49-F238E27FC236}">
                <a16:creationId xmlns:a16="http://schemas.microsoft.com/office/drawing/2014/main" id="{E39FF861-6392-4EA6-A37E-DA6BACCF93E5}"/>
              </a:ext>
            </a:extLst>
          </p:cNvPr>
          <p:cNvSpPr>
            <a:spLocks noGrp="1"/>
          </p:cNvSpPr>
          <p:nvPr/>
        </p:nvSpPr>
        <p:spPr>
          <a:xfrm>
            <a:off x="10429875" y="3990975"/>
            <a:ext cx="1476375" cy="714375"/>
          </a:xfrm>
          <a:prstGeom prst="rect">
            <a:avLst/>
          </a:prstGeom>
          <a:solidFill>
            <a:srgbClr val="FFFFFF"/>
          </a:solidFill>
          <a:ln w="6668">
            <a:solidFill>
              <a:srgbClr val="CDD8DC"/>
            </a:solidFill>
            <a:prstDash val="solid"/>
          </a:ln>
        </p:spPr>
        <p:txBody>
          <a:bodyPr/>
          <a:lstStyle/>
          <a:p>
            <a:endParaRPr lang="en-US" sz="900">
              <a:latin typeface="Aptos" panose="020B0004020202020204" pitchFamily="34" charset="0"/>
            </a:endParaRPr>
          </a:p>
        </p:txBody>
      </p:sp>
      <p:sp>
        <p:nvSpPr>
          <p:cNvPr id="152" name="Rectangle 151">
            <a:extLst>
              <a:ext uri="{FF2B5EF4-FFF2-40B4-BE49-F238E27FC236}">
                <a16:creationId xmlns:a16="http://schemas.microsoft.com/office/drawing/2014/main" id="{8A184B98-D006-4957-8CE7-998D69AD8B15}"/>
              </a:ext>
            </a:extLst>
          </p:cNvPr>
          <p:cNvSpPr>
            <a:spLocks noGrp="1"/>
          </p:cNvSpPr>
          <p:nvPr/>
        </p:nvSpPr>
        <p:spPr>
          <a:xfrm>
            <a:off x="10506075" y="4038600"/>
            <a:ext cx="1323975" cy="619125"/>
          </a:xfrm>
          <a:prstGeom prst="rect">
            <a:avLst/>
          </a:prstGeom>
          <a:noFill/>
          <a:ln w="0">
            <a:noFill/>
            <a:prstDash val="solid"/>
          </a:ln>
        </p:spPr>
        <p:txBody>
          <a:bodyPr anchor="ctr"/>
          <a:lstStyle/>
          <a:p>
            <a:pPr algn="ctr">
              <a:defRPr sz="750" b="1">
                <a:solidFill>
                  <a:srgbClr val="213945"/>
                </a:solidFill>
              </a:defRPr>
            </a:pPr>
            <a:r>
              <a:rPr sz="900" b="1">
                <a:solidFill>
                  <a:srgbClr val="213945"/>
                </a:solidFill>
                <a:latin typeface="Aptos" panose="020B0004020202020204" pitchFamily="34" charset="0"/>
              </a:rPr>
              <a:t>API framework &amp;</a:t>
            </a:r>
          </a:p>
          <a:p>
            <a:pPr algn="ctr">
              <a:defRPr sz="750" b="1">
                <a:solidFill>
                  <a:srgbClr val="213945"/>
                </a:solidFill>
              </a:defRPr>
            </a:pPr>
            <a:r>
              <a:rPr sz="900" b="1">
                <a:solidFill>
                  <a:srgbClr val="213945"/>
                </a:solidFill>
                <a:latin typeface="Aptos" panose="020B0004020202020204" pitchFamily="34" charset="0"/>
              </a:rPr>
              <a:t>roadmap</a:t>
            </a:r>
          </a:p>
          <a:p>
            <a:pPr algn="ctr">
              <a:defRPr sz="750" b="1">
                <a:solidFill>
                  <a:srgbClr val="213945"/>
                </a:solidFill>
              </a:defRPr>
            </a:pPr>
            <a:r>
              <a:rPr sz="900" b="1">
                <a:solidFill>
                  <a:srgbClr val="213945"/>
                </a:solidFill>
                <a:latin typeface="Aptos" panose="020B0004020202020204" pitchFamily="34" charset="0"/>
              </a:rPr>
              <a:t>T+24 weeks</a:t>
            </a:r>
          </a:p>
        </p:txBody>
      </p:sp>
      <p:sp>
        <p:nvSpPr>
          <p:cNvPr id="153" name="Rectangle 152">
            <a:extLst>
              <a:ext uri="{FF2B5EF4-FFF2-40B4-BE49-F238E27FC236}">
                <a16:creationId xmlns:a16="http://schemas.microsoft.com/office/drawing/2014/main" id="{9728D0F5-83A6-4A19-AF3B-4E0BF3371D3A}"/>
              </a:ext>
            </a:extLst>
          </p:cNvPr>
          <p:cNvSpPr>
            <a:spLocks noGrp="1"/>
          </p:cNvSpPr>
          <p:nvPr/>
        </p:nvSpPr>
        <p:spPr>
          <a:xfrm>
            <a:off x="285750" y="4705350"/>
            <a:ext cx="11620500" cy="714375"/>
          </a:xfrm>
          <a:prstGeom prst="rect">
            <a:avLst/>
          </a:prstGeom>
          <a:solidFill>
            <a:srgbClr val="F2F5F5"/>
          </a:solidFill>
          <a:ln w="6668">
            <a:solidFill>
              <a:srgbClr val="CDD8DC"/>
            </a:solidFill>
            <a:prstDash val="solid"/>
          </a:ln>
        </p:spPr>
        <p:txBody>
          <a:bodyPr/>
          <a:lstStyle/>
          <a:p>
            <a:endParaRPr lang="en-US" sz="900">
              <a:latin typeface="Aptos" panose="020B0004020202020204" pitchFamily="34" charset="0"/>
            </a:endParaRPr>
          </a:p>
        </p:txBody>
      </p:sp>
      <p:sp>
        <p:nvSpPr>
          <p:cNvPr id="154" name="workstream-6">
            <a:extLst>
              <a:ext uri="{FF2B5EF4-FFF2-40B4-BE49-F238E27FC236}">
                <a16:creationId xmlns:a16="http://schemas.microsoft.com/office/drawing/2014/main" id="{CEC308B5-F9C3-4F49-847B-C22224AE8DFE}"/>
              </a:ext>
            </a:extLst>
          </p:cNvPr>
          <p:cNvSpPr>
            <a:spLocks noGrp="1"/>
          </p:cNvSpPr>
          <p:nvPr/>
        </p:nvSpPr>
        <p:spPr>
          <a:xfrm>
            <a:off x="285750" y="4705350"/>
            <a:ext cx="1714500" cy="714375"/>
          </a:xfrm>
          <a:prstGeom prst="rect">
            <a:avLst/>
          </a:prstGeom>
          <a:solidFill>
            <a:srgbClr val="78AD35"/>
          </a:solidFill>
          <a:ln w="0">
            <a:noFill/>
            <a:prstDash val="solid"/>
          </a:ln>
        </p:spPr>
        <p:txBody>
          <a:bodyPr/>
          <a:lstStyle/>
          <a:p>
            <a:endParaRPr lang="en-US" sz="900">
              <a:latin typeface="Aptos" panose="020B0004020202020204" pitchFamily="34" charset="0"/>
            </a:endParaRPr>
          </a:p>
        </p:txBody>
      </p:sp>
      <p:sp>
        <p:nvSpPr>
          <p:cNvPr id="155" name="Rectangle 154">
            <a:extLst>
              <a:ext uri="{FF2B5EF4-FFF2-40B4-BE49-F238E27FC236}">
                <a16:creationId xmlns:a16="http://schemas.microsoft.com/office/drawing/2014/main" id="{2ECCC1B2-0477-428D-9ECB-399B6B3D96F2}"/>
              </a:ext>
            </a:extLst>
          </p:cNvPr>
          <p:cNvSpPr>
            <a:spLocks noGrp="1"/>
          </p:cNvSpPr>
          <p:nvPr/>
        </p:nvSpPr>
        <p:spPr>
          <a:xfrm>
            <a:off x="381000" y="4743450"/>
            <a:ext cx="1524000" cy="638175"/>
          </a:xfrm>
          <a:prstGeom prst="rect">
            <a:avLst/>
          </a:prstGeom>
          <a:noFill/>
          <a:ln w="0">
            <a:noFill/>
            <a:prstDash val="solid"/>
          </a:ln>
        </p:spPr>
        <p:txBody>
          <a:bodyPr anchor="ctr"/>
          <a:lstStyle/>
          <a:p>
            <a:pPr algn="l">
              <a:defRPr sz="825" b="1">
                <a:solidFill>
                  <a:srgbClr val="FFFFFF"/>
                </a:solidFill>
              </a:defRPr>
            </a:pPr>
            <a:r>
              <a:rPr sz="900" b="1">
                <a:solidFill>
                  <a:srgbClr val="FFFFFF"/>
                </a:solidFill>
                <a:latin typeface="Aptos" panose="020B0004020202020204" pitchFamily="34" charset="0"/>
              </a:rPr>
              <a:t>F. CONTINUOUS SUPPORT</a:t>
            </a:r>
          </a:p>
          <a:p>
            <a:pPr algn="l">
              <a:defRPr sz="825" b="1">
                <a:solidFill>
                  <a:srgbClr val="FFFFFF"/>
                </a:solidFill>
              </a:defRPr>
            </a:pPr>
            <a:r>
              <a:rPr sz="900" b="1">
                <a:solidFill>
                  <a:srgbClr val="FFFFFF"/>
                </a:solidFill>
                <a:latin typeface="Aptos" panose="020B0004020202020204" pitchFamily="34" charset="0"/>
              </a:rPr>
              <a:t>&amp; CAPACITY BUILDING</a:t>
            </a:r>
          </a:p>
        </p:txBody>
      </p:sp>
      <p:sp>
        <p:nvSpPr>
          <p:cNvPr id="156" name="activities-6">
            <a:extLst>
              <a:ext uri="{FF2B5EF4-FFF2-40B4-BE49-F238E27FC236}">
                <a16:creationId xmlns:a16="http://schemas.microsoft.com/office/drawing/2014/main" id="{2251637B-F605-457D-BA5D-1B7F3F929163}"/>
              </a:ext>
            </a:extLst>
          </p:cNvPr>
          <p:cNvSpPr>
            <a:spLocks noGrp="1"/>
          </p:cNvSpPr>
          <p:nvPr/>
        </p:nvSpPr>
        <p:spPr>
          <a:xfrm>
            <a:off x="2095500" y="4743450"/>
            <a:ext cx="2524125" cy="638175"/>
          </a:xfrm>
          <a:prstGeom prst="rect">
            <a:avLst/>
          </a:prstGeom>
          <a:noFill/>
          <a:ln w="0">
            <a:noFill/>
            <a:prstDash val="solid"/>
          </a:ln>
        </p:spPr>
        <p:txBody>
          <a:bodyPr anchor="ctr"/>
          <a:lstStyle/>
          <a:p>
            <a:pPr algn="l">
              <a:defRPr sz="750" b="0">
                <a:solidFill>
                  <a:srgbClr val="213945"/>
                </a:solidFill>
              </a:defRPr>
            </a:pPr>
            <a:r>
              <a:rPr sz="900" b="0">
                <a:solidFill>
                  <a:srgbClr val="213945"/>
                </a:solidFill>
                <a:latin typeface="Aptos" panose="020B0004020202020204" pitchFamily="34" charset="0"/>
              </a:rPr>
              <a:t>• SASCI, action, risk and issue tracking</a:t>
            </a:r>
          </a:p>
          <a:p>
            <a:pPr algn="l">
              <a:defRPr sz="750" b="0">
                <a:solidFill>
                  <a:srgbClr val="213945"/>
                </a:solidFill>
              </a:defRPr>
            </a:pPr>
            <a:r>
              <a:rPr sz="900" b="0">
                <a:solidFill>
                  <a:srgbClr val="213945"/>
                </a:solidFill>
                <a:latin typeface="Aptos" panose="020B0004020202020204" pitchFamily="34" charset="0"/>
              </a:rPr>
              <a:t>• Training, guidance and knowledge transfer</a:t>
            </a:r>
          </a:p>
          <a:p>
            <a:pPr algn="l">
              <a:defRPr sz="750" b="0">
                <a:solidFill>
                  <a:srgbClr val="213945"/>
                </a:solidFill>
              </a:defRPr>
            </a:pPr>
            <a:r>
              <a:rPr sz="900" b="0">
                <a:solidFill>
                  <a:srgbClr val="213945"/>
                </a:solidFill>
                <a:latin typeface="Aptos" panose="020B0004020202020204" pitchFamily="34" charset="0"/>
              </a:rPr>
              <a:t>• Periodic reporting and institutional handover</a:t>
            </a:r>
          </a:p>
        </p:txBody>
      </p:sp>
      <p:sp>
        <p:nvSpPr>
          <p:cNvPr id="157" name="Rectangle 156">
            <a:extLst>
              <a:ext uri="{FF2B5EF4-FFF2-40B4-BE49-F238E27FC236}">
                <a16:creationId xmlns:a16="http://schemas.microsoft.com/office/drawing/2014/main" id="{5809B93A-20DD-43E5-9D12-984FC40A07CB}"/>
              </a:ext>
            </a:extLst>
          </p:cNvPr>
          <p:cNvSpPr>
            <a:spLocks noGrp="1"/>
          </p:cNvSpPr>
          <p:nvPr/>
        </p:nvSpPr>
        <p:spPr>
          <a:xfrm>
            <a:off x="4714875" y="4705350"/>
            <a:ext cx="476250" cy="714375"/>
          </a:xfrm>
          <a:prstGeom prst="rect">
            <a:avLst/>
          </a:prstGeom>
          <a:solidFill>
            <a:srgbClr val="EFF6E7"/>
          </a:solidFill>
          <a:ln w="4763">
            <a:solidFill>
              <a:srgbClr val="CDD8DC"/>
            </a:solidFill>
            <a:prstDash val="solid"/>
          </a:ln>
        </p:spPr>
        <p:txBody>
          <a:bodyPr/>
          <a:lstStyle/>
          <a:p>
            <a:endParaRPr lang="en-US" sz="900">
              <a:latin typeface="Aptos" panose="020B0004020202020204" pitchFamily="34" charset="0"/>
            </a:endParaRPr>
          </a:p>
        </p:txBody>
      </p:sp>
      <p:sp>
        <p:nvSpPr>
          <p:cNvPr id="158" name="Rectangle 157">
            <a:extLst>
              <a:ext uri="{FF2B5EF4-FFF2-40B4-BE49-F238E27FC236}">
                <a16:creationId xmlns:a16="http://schemas.microsoft.com/office/drawing/2014/main" id="{0F249232-1E20-4A5A-9E1C-201D3C9BBD17}"/>
              </a:ext>
            </a:extLst>
          </p:cNvPr>
          <p:cNvSpPr>
            <a:spLocks noGrp="1"/>
          </p:cNvSpPr>
          <p:nvPr/>
        </p:nvSpPr>
        <p:spPr>
          <a:xfrm>
            <a:off x="5191125" y="4705350"/>
            <a:ext cx="476250" cy="714375"/>
          </a:xfrm>
          <a:prstGeom prst="rect">
            <a:avLst/>
          </a:prstGeom>
          <a:solidFill>
            <a:srgbClr val="EFF6E7"/>
          </a:solidFill>
          <a:ln w="4763">
            <a:solidFill>
              <a:srgbClr val="CDD8DC"/>
            </a:solidFill>
            <a:prstDash val="solid"/>
          </a:ln>
        </p:spPr>
        <p:txBody>
          <a:bodyPr/>
          <a:lstStyle/>
          <a:p>
            <a:endParaRPr lang="en-US" sz="900">
              <a:latin typeface="Aptos" panose="020B0004020202020204" pitchFamily="34" charset="0"/>
            </a:endParaRPr>
          </a:p>
        </p:txBody>
      </p:sp>
      <p:sp>
        <p:nvSpPr>
          <p:cNvPr id="159" name="Rectangle 158">
            <a:extLst>
              <a:ext uri="{FF2B5EF4-FFF2-40B4-BE49-F238E27FC236}">
                <a16:creationId xmlns:a16="http://schemas.microsoft.com/office/drawing/2014/main" id="{64DA8963-DD8F-44B5-AC71-0B49739B6B98}"/>
              </a:ext>
            </a:extLst>
          </p:cNvPr>
          <p:cNvSpPr>
            <a:spLocks noGrp="1"/>
          </p:cNvSpPr>
          <p:nvPr/>
        </p:nvSpPr>
        <p:spPr>
          <a:xfrm>
            <a:off x="5667375" y="4705350"/>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160" name="Rectangle 159">
            <a:extLst>
              <a:ext uri="{FF2B5EF4-FFF2-40B4-BE49-F238E27FC236}">
                <a16:creationId xmlns:a16="http://schemas.microsoft.com/office/drawing/2014/main" id="{C9D14CC6-E3F7-4B5F-AE8B-5BF7FB9AC5B6}"/>
              </a:ext>
            </a:extLst>
          </p:cNvPr>
          <p:cNvSpPr>
            <a:spLocks noGrp="1"/>
          </p:cNvSpPr>
          <p:nvPr/>
        </p:nvSpPr>
        <p:spPr>
          <a:xfrm>
            <a:off x="6143625" y="4705350"/>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161" name="Rectangle 160">
            <a:extLst>
              <a:ext uri="{FF2B5EF4-FFF2-40B4-BE49-F238E27FC236}">
                <a16:creationId xmlns:a16="http://schemas.microsoft.com/office/drawing/2014/main" id="{7A06F113-6D00-4B6B-B259-611CD5FC67B9}"/>
              </a:ext>
            </a:extLst>
          </p:cNvPr>
          <p:cNvSpPr>
            <a:spLocks noGrp="1"/>
          </p:cNvSpPr>
          <p:nvPr/>
        </p:nvSpPr>
        <p:spPr>
          <a:xfrm>
            <a:off x="6619875" y="4705350"/>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162" name="Rectangle 161">
            <a:extLst>
              <a:ext uri="{FF2B5EF4-FFF2-40B4-BE49-F238E27FC236}">
                <a16:creationId xmlns:a16="http://schemas.microsoft.com/office/drawing/2014/main" id="{16F5AC2A-196C-4371-86D5-FC959D3D329D}"/>
              </a:ext>
            </a:extLst>
          </p:cNvPr>
          <p:cNvSpPr>
            <a:spLocks noGrp="1"/>
          </p:cNvSpPr>
          <p:nvPr/>
        </p:nvSpPr>
        <p:spPr>
          <a:xfrm>
            <a:off x="7096125" y="4705350"/>
            <a:ext cx="476250" cy="714375"/>
          </a:xfrm>
          <a:prstGeom prst="rect">
            <a:avLst/>
          </a:prstGeom>
          <a:solidFill>
            <a:srgbClr val="E7F4F3"/>
          </a:solidFill>
          <a:ln w="4763">
            <a:solidFill>
              <a:srgbClr val="CDD8DC"/>
            </a:solidFill>
            <a:prstDash val="solid"/>
          </a:ln>
        </p:spPr>
        <p:txBody>
          <a:bodyPr/>
          <a:lstStyle/>
          <a:p>
            <a:endParaRPr lang="en-US" sz="900">
              <a:latin typeface="Aptos" panose="020B0004020202020204" pitchFamily="34" charset="0"/>
            </a:endParaRPr>
          </a:p>
        </p:txBody>
      </p:sp>
      <p:sp>
        <p:nvSpPr>
          <p:cNvPr id="163" name="Rectangle 162">
            <a:extLst>
              <a:ext uri="{FF2B5EF4-FFF2-40B4-BE49-F238E27FC236}">
                <a16:creationId xmlns:a16="http://schemas.microsoft.com/office/drawing/2014/main" id="{ED6936C9-D297-4C7B-9C8D-AAE1B86123C1}"/>
              </a:ext>
            </a:extLst>
          </p:cNvPr>
          <p:cNvSpPr>
            <a:spLocks noGrp="1"/>
          </p:cNvSpPr>
          <p:nvPr/>
        </p:nvSpPr>
        <p:spPr>
          <a:xfrm>
            <a:off x="7572375" y="470535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64" name="Rectangle 163">
            <a:extLst>
              <a:ext uri="{FF2B5EF4-FFF2-40B4-BE49-F238E27FC236}">
                <a16:creationId xmlns:a16="http://schemas.microsoft.com/office/drawing/2014/main" id="{F8431946-AAE3-465B-8245-56918D879511}"/>
              </a:ext>
            </a:extLst>
          </p:cNvPr>
          <p:cNvSpPr>
            <a:spLocks noGrp="1"/>
          </p:cNvSpPr>
          <p:nvPr/>
        </p:nvSpPr>
        <p:spPr>
          <a:xfrm>
            <a:off x="8048625" y="470535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65" name="Rectangle 164">
            <a:extLst>
              <a:ext uri="{FF2B5EF4-FFF2-40B4-BE49-F238E27FC236}">
                <a16:creationId xmlns:a16="http://schemas.microsoft.com/office/drawing/2014/main" id="{0BB639E1-AD24-49F0-BC67-64C07D5A7C4E}"/>
              </a:ext>
            </a:extLst>
          </p:cNvPr>
          <p:cNvSpPr>
            <a:spLocks noGrp="1"/>
          </p:cNvSpPr>
          <p:nvPr/>
        </p:nvSpPr>
        <p:spPr>
          <a:xfrm>
            <a:off x="8524875" y="470535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66" name="Rectangle 165">
            <a:extLst>
              <a:ext uri="{FF2B5EF4-FFF2-40B4-BE49-F238E27FC236}">
                <a16:creationId xmlns:a16="http://schemas.microsoft.com/office/drawing/2014/main" id="{B45D0BBA-D769-46A9-A9BC-EFDFA03F48D6}"/>
              </a:ext>
            </a:extLst>
          </p:cNvPr>
          <p:cNvSpPr>
            <a:spLocks noGrp="1"/>
          </p:cNvSpPr>
          <p:nvPr/>
        </p:nvSpPr>
        <p:spPr>
          <a:xfrm>
            <a:off x="9001125" y="470535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67" name="Rectangle 166">
            <a:extLst>
              <a:ext uri="{FF2B5EF4-FFF2-40B4-BE49-F238E27FC236}">
                <a16:creationId xmlns:a16="http://schemas.microsoft.com/office/drawing/2014/main" id="{85090B23-9104-4BC4-B8D6-B4F1B3B5BB6F}"/>
              </a:ext>
            </a:extLst>
          </p:cNvPr>
          <p:cNvSpPr>
            <a:spLocks noGrp="1"/>
          </p:cNvSpPr>
          <p:nvPr/>
        </p:nvSpPr>
        <p:spPr>
          <a:xfrm>
            <a:off x="9477375" y="470535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68" name="Rectangle 167">
            <a:extLst>
              <a:ext uri="{FF2B5EF4-FFF2-40B4-BE49-F238E27FC236}">
                <a16:creationId xmlns:a16="http://schemas.microsoft.com/office/drawing/2014/main" id="{CF8DFBB2-7F68-4BC0-8817-5385E96ED560}"/>
              </a:ext>
            </a:extLst>
          </p:cNvPr>
          <p:cNvSpPr>
            <a:spLocks noGrp="1"/>
          </p:cNvSpPr>
          <p:nvPr/>
        </p:nvSpPr>
        <p:spPr>
          <a:xfrm>
            <a:off x="9953625" y="4705350"/>
            <a:ext cx="476250" cy="714375"/>
          </a:xfrm>
          <a:prstGeom prst="rect">
            <a:avLst/>
          </a:prstGeom>
          <a:solidFill>
            <a:srgbClr val="EDF2F3"/>
          </a:solidFill>
          <a:ln w="4763">
            <a:solidFill>
              <a:srgbClr val="CDD8DC"/>
            </a:solidFill>
            <a:prstDash val="solid"/>
          </a:ln>
        </p:spPr>
        <p:txBody>
          <a:bodyPr/>
          <a:lstStyle/>
          <a:p>
            <a:endParaRPr lang="en-US" sz="900">
              <a:latin typeface="Aptos" panose="020B0004020202020204" pitchFamily="34" charset="0"/>
            </a:endParaRPr>
          </a:p>
        </p:txBody>
      </p:sp>
      <p:sp>
        <p:nvSpPr>
          <p:cNvPr id="169" name="bar-6-1">
            <a:extLst>
              <a:ext uri="{FF2B5EF4-FFF2-40B4-BE49-F238E27FC236}">
                <a16:creationId xmlns:a16="http://schemas.microsoft.com/office/drawing/2014/main" id="{BD46C0D2-C324-4109-98FB-C1AF093E5CBF}"/>
              </a:ext>
            </a:extLst>
          </p:cNvPr>
          <p:cNvSpPr>
            <a:spLocks noGrp="1"/>
          </p:cNvSpPr>
          <p:nvPr/>
        </p:nvSpPr>
        <p:spPr>
          <a:xfrm>
            <a:off x="4743450" y="4791075"/>
            <a:ext cx="5657850" cy="133350"/>
          </a:xfrm>
          <a:prstGeom prst="roundRect">
            <a:avLst>
              <a:gd name="adj" fmla="val 50000"/>
            </a:avLst>
          </a:prstGeom>
          <a:solidFill>
            <a:srgbClr val="78AD35"/>
          </a:solidFill>
          <a:ln w="0">
            <a:noFill/>
            <a:prstDash val="solid"/>
          </a:ln>
        </p:spPr>
        <p:txBody>
          <a:bodyPr/>
          <a:lstStyle/>
          <a:p>
            <a:endParaRPr lang="en-US" sz="900">
              <a:latin typeface="Aptos" panose="020B0004020202020204" pitchFamily="34" charset="0"/>
            </a:endParaRPr>
          </a:p>
        </p:txBody>
      </p:sp>
      <p:sp>
        <p:nvSpPr>
          <p:cNvPr id="170" name="Rectangle 169">
            <a:extLst>
              <a:ext uri="{FF2B5EF4-FFF2-40B4-BE49-F238E27FC236}">
                <a16:creationId xmlns:a16="http://schemas.microsoft.com/office/drawing/2014/main" id="{2F4EAB81-FB6C-45C4-910F-61B2109FD6BD}"/>
              </a:ext>
            </a:extLst>
          </p:cNvPr>
          <p:cNvSpPr>
            <a:spLocks noGrp="1"/>
          </p:cNvSpPr>
          <p:nvPr/>
        </p:nvSpPr>
        <p:spPr>
          <a:xfrm>
            <a:off x="4781550" y="4781550"/>
            <a:ext cx="5581650" cy="152400"/>
          </a:xfrm>
          <a:prstGeom prst="rect">
            <a:avLst/>
          </a:prstGeom>
          <a:noFill/>
          <a:ln w="0">
            <a:noFill/>
            <a:prstDash val="solid"/>
          </a:ln>
        </p:spPr>
        <p:txBody>
          <a:bodyPr anchor="ctr"/>
          <a:lstStyle/>
          <a:p>
            <a:pPr algn="ctr">
              <a:defRPr sz="600" b="1">
                <a:solidFill>
                  <a:srgbClr val="FFFFFF"/>
                </a:solidFill>
              </a:defRPr>
            </a:pPr>
            <a:r>
              <a:rPr lang="en-US" sz="900" b="1">
                <a:solidFill>
                  <a:srgbClr val="FFFFFF"/>
                </a:solidFill>
                <a:latin typeface="Aptos" panose="020B0004020202020204" pitchFamily="34" charset="0"/>
              </a:rPr>
              <a:t>Diagnose </a:t>
            </a:r>
            <a:r>
              <a:rPr sz="900" b="1">
                <a:solidFill>
                  <a:srgbClr val="FFFFFF"/>
                </a:solidFill>
                <a:latin typeface="Aptos" panose="020B0004020202020204" pitchFamily="34" charset="0"/>
              </a:rPr>
              <a:t>  →</a:t>
            </a:r>
          </a:p>
        </p:txBody>
      </p:sp>
      <p:sp>
        <p:nvSpPr>
          <p:cNvPr id="171" name="bar-6-2">
            <a:extLst>
              <a:ext uri="{FF2B5EF4-FFF2-40B4-BE49-F238E27FC236}">
                <a16:creationId xmlns:a16="http://schemas.microsoft.com/office/drawing/2014/main" id="{5B2FABF4-8E59-46DB-98D0-D4227D9E20EF}"/>
              </a:ext>
            </a:extLst>
          </p:cNvPr>
          <p:cNvSpPr>
            <a:spLocks noGrp="1"/>
          </p:cNvSpPr>
          <p:nvPr/>
        </p:nvSpPr>
        <p:spPr>
          <a:xfrm>
            <a:off x="5695950" y="5000625"/>
            <a:ext cx="4705350" cy="133350"/>
          </a:xfrm>
          <a:prstGeom prst="roundRect">
            <a:avLst>
              <a:gd name="adj" fmla="val 50000"/>
            </a:avLst>
          </a:prstGeom>
          <a:solidFill>
            <a:srgbClr val="78AD35"/>
          </a:solidFill>
          <a:ln w="0">
            <a:noFill/>
            <a:prstDash val="solid"/>
          </a:ln>
        </p:spPr>
        <p:txBody>
          <a:bodyPr/>
          <a:lstStyle/>
          <a:p>
            <a:endParaRPr lang="en-US" sz="900">
              <a:latin typeface="Aptos" panose="020B0004020202020204" pitchFamily="34" charset="0"/>
            </a:endParaRPr>
          </a:p>
        </p:txBody>
      </p:sp>
      <p:sp>
        <p:nvSpPr>
          <p:cNvPr id="172" name="Rectangle 171">
            <a:extLst>
              <a:ext uri="{FF2B5EF4-FFF2-40B4-BE49-F238E27FC236}">
                <a16:creationId xmlns:a16="http://schemas.microsoft.com/office/drawing/2014/main" id="{1366CFA0-3939-4535-A1AB-A2F4F0C27336}"/>
              </a:ext>
            </a:extLst>
          </p:cNvPr>
          <p:cNvSpPr>
            <a:spLocks noGrp="1"/>
          </p:cNvSpPr>
          <p:nvPr/>
        </p:nvSpPr>
        <p:spPr>
          <a:xfrm>
            <a:off x="5734050" y="4991100"/>
            <a:ext cx="4629150" cy="152400"/>
          </a:xfrm>
          <a:prstGeom prst="rect">
            <a:avLst/>
          </a:prstGeom>
          <a:noFill/>
          <a:ln w="0">
            <a:noFill/>
            <a:prstDash val="solid"/>
          </a:ln>
        </p:spPr>
        <p:txBody>
          <a:bodyPr anchor="ctr"/>
          <a:lstStyle/>
          <a:p>
            <a:pPr algn="ctr">
              <a:defRPr sz="600" b="1">
                <a:solidFill>
                  <a:srgbClr val="FFFFFF"/>
                </a:solidFill>
              </a:defRPr>
            </a:pPr>
            <a:r>
              <a:rPr sz="900" b="1">
                <a:solidFill>
                  <a:srgbClr val="FFFFFF"/>
                </a:solidFill>
                <a:latin typeface="Aptos" panose="020B0004020202020204" pitchFamily="34" charset="0"/>
              </a:rPr>
              <a:t>Design / develop  →</a:t>
            </a:r>
          </a:p>
        </p:txBody>
      </p:sp>
      <p:sp>
        <p:nvSpPr>
          <p:cNvPr id="173" name="bar-6-3">
            <a:extLst>
              <a:ext uri="{FF2B5EF4-FFF2-40B4-BE49-F238E27FC236}">
                <a16:creationId xmlns:a16="http://schemas.microsoft.com/office/drawing/2014/main" id="{7AB45179-3639-488A-96C1-238E837E7BDB}"/>
              </a:ext>
            </a:extLst>
          </p:cNvPr>
          <p:cNvSpPr>
            <a:spLocks noGrp="1"/>
          </p:cNvSpPr>
          <p:nvPr/>
        </p:nvSpPr>
        <p:spPr>
          <a:xfrm>
            <a:off x="5219700" y="5210175"/>
            <a:ext cx="5181600" cy="133350"/>
          </a:xfrm>
          <a:prstGeom prst="roundRect">
            <a:avLst>
              <a:gd name="adj" fmla="val 50000"/>
            </a:avLst>
          </a:prstGeom>
          <a:solidFill>
            <a:srgbClr val="78AD35"/>
          </a:solidFill>
          <a:ln w="0">
            <a:noFill/>
            <a:prstDash val="solid"/>
          </a:ln>
        </p:spPr>
        <p:txBody>
          <a:bodyPr/>
          <a:lstStyle/>
          <a:p>
            <a:endParaRPr lang="en-US" sz="900">
              <a:latin typeface="Aptos" panose="020B0004020202020204" pitchFamily="34" charset="0"/>
            </a:endParaRPr>
          </a:p>
        </p:txBody>
      </p:sp>
      <p:sp>
        <p:nvSpPr>
          <p:cNvPr id="174" name="Rectangle 173">
            <a:extLst>
              <a:ext uri="{FF2B5EF4-FFF2-40B4-BE49-F238E27FC236}">
                <a16:creationId xmlns:a16="http://schemas.microsoft.com/office/drawing/2014/main" id="{15C0E945-D199-4A26-97EE-70896FDD1E76}"/>
              </a:ext>
            </a:extLst>
          </p:cNvPr>
          <p:cNvSpPr>
            <a:spLocks noGrp="1"/>
          </p:cNvSpPr>
          <p:nvPr/>
        </p:nvSpPr>
        <p:spPr>
          <a:xfrm>
            <a:off x="5257800" y="5200650"/>
            <a:ext cx="5105400" cy="152400"/>
          </a:xfrm>
          <a:prstGeom prst="rect">
            <a:avLst/>
          </a:prstGeom>
          <a:noFill/>
          <a:ln w="0">
            <a:noFill/>
            <a:prstDash val="solid"/>
          </a:ln>
        </p:spPr>
        <p:txBody>
          <a:bodyPr anchor="ctr"/>
          <a:lstStyle/>
          <a:p>
            <a:pPr algn="ctr">
              <a:defRPr sz="600" b="1">
                <a:solidFill>
                  <a:srgbClr val="FFFFFF"/>
                </a:solidFill>
              </a:defRPr>
            </a:pPr>
            <a:r>
              <a:rPr sz="900" b="1">
                <a:solidFill>
                  <a:srgbClr val="FFFFFF"/>
                </a:solidFill>
                <a:latin typeface="Aptos" panose="020B0004020202020204" pitchFamily="34" charset="0"/>
              </a:rPr>
              <a:t>Support / monitor  →</a:t>
            </a:r>
          </a:p>
        </p:txBody>
      </p:sp>
      <p:sp>
        <p:nvSpPr>
          <p:cNvPr id="175" name="Rectangle 174">
            <a:extLst>
              <a:ext uri="{FF2B5EF4-FFF2-40B4-BE49-F238E27FC236}">
                <a16:creationId xmlns:a16="http://schemas.microsoft.com/office/drawing/2014/main" id="{A64FB779-2450-4806-AB5D-69927CE13C1F}"/>
              </a:ext>
            </a:extLst>
          </p:cNvPr>
          <p:cNvSpPr>
            <a:spLocks noGrp="1"/>
          </p:cNvSpPr>
          <p:nvPr/>
        </p:nvSpPr>
        <p:spPr>
          <a:xfrm>
            <a:off x="10429875" y="4705350"/>
            <a:ext cx="1476375" cy="714375"/>
          </a:xfrm>
          <a:prstGeom prst="rect">
            <a:avLst/>
          </a:prstGeom>
          <a:solidFill>
            <a:srgbClr val="FFFFFF"/>
          </a:solidFill>
          <a:ln w="6668">
            <a:solidFill>
              <a:srgbClr val="CDD8DC"/>
            </a:solidFill>
            <a:prstDash val="solid"/>
          </a:ln>
        </p:spPr>
        <p:txBody>
          <a:bodyPr/>
          <a:lstStyle/>
          <a:p>
            <a:endParaRPr lang="en-US" sz="900">
              <a:latin typeface="Aptos" panose="020B0004020202020204" pitchFamily="34" charset="0"/>
            </a:endParaRPr>
          </a:p>
        </p:txBody>
      </p:sp>
      <p:sp>
        <p:nvSpPr>
          <p:cNvPr id="176" name="Rectangle 175">
            <a:extLst>
              <a:ext uri="{FF2B5EF4-FFF2-40B4-BE49-F238E27FC236}">
                <a16:creationId xmlns:a16="http://schemas.microsoft.com/office/drawing/2014/main" id="{547CD20D-B630-4962-9484-1228BD06F707}"/>
              </a:ext>
            </a:extLst>
          </p:cNvPr>
          <p:cNvSpPr>
            <a:spLocks noGrp="1"/>
          </p:cNvSpPr>
          <p:nvPr/>
        </p:nvSpPr>
        <p:spPr>
          <a:xfrm>
            <a:off x="10506075" y="4752975"/>
            <a:ext cx="1323975" cy="619125"/>
          </a:xfrm>
          <a:prstGeom prst="rect">
            <a:avLst/>
          </a:prstGeom>
          <a:noFill/>
          <a:ln w="0">
            <a:noFill/>
            <a:prstDash val="solid"/>
          </a:ln>
        </p:spPr>
        <p:txBody>
          <a:bodyPr anchor="ctr"/>
          <a:lstStyle/>
          <a:p>
            <a:pPr algn="ctr">
              <a:defRPr sz="750" b="1">
                <a:solidFill>
                  <a:srgbClr val="213945"/>
                </a:solidFill>
              </a:defRPr>
            </a:pPr>
            <a:r>
              <a:rPr sz="900" b="1">
                <a:solidFill>
                  <a:srgbClr val="213945"/>
                </a:solidFill>
                <a:latin typeface="Aptos" panose="020B0004020202020204" pitchFamily="34" charset="0"/>
              </a:rPr>
              <a:t>Continuous support</a:t>
            </a:r>
          </a:p>
          <a:p>
            <a:pPr algn="ctr">
              <a:defRPr sz="750" b="1">
                <a:solidFill>
                  <a:srgbClr val="213945"/>
                </a:solidFill>
              </a:defRPr>
            </a:pPr>
            <a:r>
              <a:rPr sz="900" b="1">
                <a:solidFill>
                  <a:srgbClr val="213945"/>
                </a:solidFill>
                <a:latin typeface="Aptos" panose="020B0004020202020204" pitchFamily="34" charset="0"/>
              </a:rPr>
              <a:t>and handover</a:t>
            </a:r>
          </a:p>
          <a:p>
            <a:pPr algn="ctr">
              <a:defRPr sz="750" b="1">
                <a:solidFill>
                  <a:srgbClr val="213945"/>
                </a:solidFill>
              </a:defRPr>
            </a:pPr>
            <a:r>
              <a:rPr sz="900" b="1">
                <a:solidFill>
                  <a:srgbClr val="213945"/>
                </a:solidFill>
                <a:latin typeface="Aptos" panose="020B0004020202020204" pitchFamily="34" charset="0"/>
              </a:rPr>
              <a:t>T+48 weeks</a:t>
            </a:r>
          </a:p>
        </p:txBody>
      </p:sp>
      <p:sp>
        <p:nvSpPr>
          <p:cNvPr id="177" name="milestone-strip">
            <a:extLst>
              <a:ext uri="{FF2B5EF4-FFF2-40B4-BE49-F238E27FC236}">
                <a16:creationId xmlns:a16="http://schemas.microsoft.com/office/drawing/2014/main" id="{DD076080-C361-44CF-9FEF-A780082ED939}"/>
              </a:ext>
            </a:extLst>
          </p:cNvPr>
          <p:cNvSpPr>
            <a:spLocks noGrp="1"/>
          </p:cNvSpPr>
          <p:nvPr/>
        </p:nvSpPr>
        <p:spPr>
          <a:xfrm>
            <a:off x="285750" y="5514975"/>
            <a:ext cx="11620500" cy="866775"/>
          </a:xfrm>
          <a:prstGeom prst="roundRect">
            <a:avLst>
              <a:gd name="adj" fmla="val 8791"/>
            </a:avLst>
          </a:prstGeom>
          <a:solidFill>
            <a:srgbClr val="FFFFFF"/>
          </a:solidFill>
          <a:ln w="9525">
            <a:solidFill>
              <a:srgbClr val="CDD8DC"/>
            </a:solidFill>
            <a:prstDash val="solid"/>
          </a:ln>
        </p:spPr>
        <p:txBody>
          <a:bodyPr/>
          <a:lstStyle/>
          <a:p>
            <a:endParaRPr lang="en-US" sz="900">
              <a:latin typeface="Aptos" panose="020B0004020202020204" pitchFamily="34" charset="0"/>
            </a:endParaRPr>
          </a:p>
        </p:txBody>
      </p:sp>
      <p:sp>
        <p:nvSpPr>
          <p:cNvPr id="178" name="Rectangle 177">
            <a:extLst>
              <a:ext uri="{FF2B5EF4-FFF2-40B4-BE49-F238E27FC236}">
                <a16:creationId xmlns:a16="http://schemas.microsoft.com/office/drawing/2014/main" id="{14EE0BBC-2856-47DD-9B30-47742D335DAB}"/>
              </a:ext>
            </a:extLst>
          </p:cNvPr>
          <p:cNvSpPr>
            <a:spLocks noGrp="1"/>
          </p:cNvSpPr>
          <p:nvPr/>
        </p:nvSpPr>
        <p:spPr>
          <a:xfrm>
            <a:off x="285750" y="5514975"/>
            <a:ext cx="1714500" cy="866775"/>
          </a:xfrm>
          <a:prstGeom prst="rect">
            <a:avLst/>
          </a:prstGeom>
          <a:solidFill>
            <a:srgbClr val="1E3A49"/>
          </a:solidFill>
          <a:ln w="0">
            <a:noFill/>
            <a:prstDash val="solid"/>
          </a:ln>
        </p:spPr>
        <p:txBody>
          <a:bodyPr/>
          <a:lstStyle/>
          <a:p>
            <a:endParaRPr lang="en-US" sz="900">
              <a:latin typeface="Aptos" panose="020B0004020202020204" pitchFamily="34" charset="0"/>
            </a:endParaRPr>
          </a:p>
        </p:txBody>
      </p:sp>
      <p:sp>
        <p:nvSpPr>
          <p:cNvPr id="179" name="Rectangle 178">
            <a:extLst>
              <a:ext uri="{FF2B5EF4-FFF2-40B4-BE49-F238E27FC236}">
                <a16:creationId xmlns:a16="http://schemas.microsoft.com/office/drawing/2014/main" id="{EFC9ECF6-294F-41BF-BEDA-1DDDA5CE0ACA}"/>
              </a:ext>
            </a:extLst>
          </p:cNvPr>
          <p:cNvSpPr>
            <a:spLocks noGrp="1"/>
          </p:cNvSpPr>
          <p:nvPr/>
        </p:nvSpPr>
        <p:spPr>
          <a:xfrm>
            <a:off x="400050" y="5591175"/>
            <a:ext cx="1485900" cy="381000"/>
          </a:xfrm>
          <a:prstGeom prst="rect">
            <a:avLst/>
          </a:prstGeom>
          <a:noFill/>
          <a:ln w="0">
            <a:noFill/>
            <a:prstDash val="solid"/>
          </a:ln>
        </p:spPr>
        <p:txBody>
          <a:bodyPr anchor="ctr"/>
          <a:lstStyle/>
          <a:p>
            <a:pPr algn="l">
              <a:defRPr sz="975" b="1">
                <a:solidFill>
                  <a:srgbClr val="FFFFFF"/>
                </a:solidFill>
              </a:defRPr>
            </a:pPr>
            <a:r>
              <a:rPr sz="900" b="1">
                <a:solidFill>
                  <a:srgbClr val="FFFFFF"/>
                </a:solidFill>
                <a:latin typeface="Aptos" panose="020B0004020202020204" pitchFamily="34" charset="0"/>
              </a:rPr>
              <a:t>KEY ToR</a:t>
            </a:r>
          </a:p>
          <a:p>
            <a:pPr algn="l">
              <a:defRPr sz="975" b="1">
                <a:solidFill>
                  <a:srgbClr val="FFFFFF"/>
                </a:solidFill>
              </a:defRPr>
            </a:pPr>
            <a:r>
              <a:rPr sz="900" b="1">
                <a:solidFill>
                  <a:srgbClr val="FFFFFF"/>
                </a:solidFill>
                <a:latin typeface="Aptos" panose="020B0004020202020204" pitchFamily="34" charset="0"/>
              </a:rPr>
              <a:t>MILESTONES</a:t>
            </a:r>
          </a:p>
        </p:txBody>
      </p:sp>
      <p:sp>
        <p:nvSpPr>
          <p:cNvPr id="180" name="Rectangle 179">
            <a:extLst>
              <a:ext uri="{FF2B5EF4-FFF2-40B4-BE49-F238E27FC236}">
                <a16:creationId xmlns:a16="http://schemas.microsoft.com/office/drawing/2014/main" id="{48ADDE9F-E552-407D-AFF2-D0C272885390}"/>
              </a:ext>
            </a:extLst>
          </p:cNvPr>
          <p:cNvSpPr>
            <a:spLocks noGrp="1"/>
          </p:cNvSpPr>
          <p:nvPr/>
        </p:nvSpPr>
        <p:spPr>
          <a:xfrm>
            <a:off x="400050" y="6019800"/>
            <a:ext cx="1485900" cy="190500"/>
          </a:xfrm>
          <a:prstGeom prst="rect">
            <a:avLst/>
          </a:prstGeom>
          <a:noFill/>
          <a:ln w="0">
            <a:noFill/>
            <a:prstDash val="solid"/>
          </a:ln>
        </p:spPr>
        <p:txBody>
          <a:bodyPr anchor="ctr"/>
          <a:lstStyle/>
          <a:p>
            <a:pPr algn="l">
              <a:defRPr sz="675" b="0">
                <a:solidFill>
                  <a:srgbClr val="CFE0E6"/>
                </a:solidFill>
              </a:defRPr>
            </a:pPr>
            <a:r>
              <a:rPr sz="900" b="0">
                <a:solidFill>
                  <a:srgbClr val="CFE0E6"/>
                </a:solidFill>
                <a:latin typeface="Aptos" panose="020B0004020202020204" pitchFamily="34" charset="0"/>
              </a:rPr>
              <a:t>◆ Deliverable due point</a:t>
            </a:r>
          </a:p>
        </p:txBody>
      </p:sp>
      <p:sp>
        <p:nvSpPr>
          <p:cNvPr id="181" name="Rectangle 180">
            <a:extLst>
              <a:ext uri="{FF2B5EF4-FFF2-40B4-BE49-F238E27FC236}">
                <a16:creationId xmlns:a16="http://schemas.microsoft.com/office/drawing/2014/main" id="{097D483D-6E9F-4C63-856E-A23AD77E224D}"/>
              </a:ext>
            </a:extLst>
          </p:cNvPr>
          <p:cNvSpPr>
            <a:spLocks noGrp="1"/>
          </p:cNvSpPr>
          <p:nvPr/>
        </p:nvSpPr>
        <p:spPr>
          <a:xfrm>
            <a:off x="4714875" y="5934075"/>
            <a:ext cx="5715000" cy="19050"/>
          </a:xfrm>
          <a:prstGeom prst="rect">
            <a:avLst/>
          </a:prstGeom>
          <a:solidFill>
            <a:srgbClr val="CDD8DC"/>
          </a:solidFill>
          <a:ln w="0">
            <a:noFill/>
            <a:prstDash val="solid"/>
          </a:ln>
        </p:spPr>
        <p:txBody>
          <a:bodyPr/>
          <a:lstStyle/>
          <a:p>
            <a:endParaRPr lang="en-US" sz="900">
              <a:latin typeface="Aptos" panose="020B0004020202020204" pitchFamily="34" charset="0"/>
            </a:endParaRPr>
          </a:p>
        </p:txBody>
      </p:sp>
      <p:sp>
        <p:nvSpPr>
          <p:cNvPr id="182" name="Diamond 181">
            <a:extLst>
              <a:ext uri="{FF2B5EF4-FFF2-40B4-BE49-F238E27FC236}">
                <a16:creationId xmlns:a16="http://schemas.microsoft.com/office/drawing/2014/main" id="{0475D136-473B-4649-A03C-A89EF8C53289}"/>
              </a:ext>
            </a:extLst>
          </p:cNvPr>
          <p:cNvSpPr>
            <a:spLocks noGrp="1"/>
          </p:cNvSpPr>
          <p:nvPr/>
        </p:nvSpPr>
        <p:spPr>
          <a:xfrm>
            <a:off x="4886325" y="5876925"/>
            <a:ext cx="133350" cy="133350"/>
          </a:xfrm>
          <a:prstGeom prst="diamond">
            <a:avLst/>
          </a:prstGeom>
          <a:solidFill>
            <a:srgbClr val="78AD35"/>
          </a:solidFill>
          <a:ln w="0">
            <a:noFill/>
            <a:prstDash val="solid"/>
          </a:ln>
        </p:spPr>
        <p:txBody>
          <a:bodyPr/>
          <a:lstStyle/>
          <a:p>
            <a:endParaRPr lang="en-US" sz="900">
              <a:latin typeface="Aptos" panose="020B0004020202020204" pitchFamily="34" charset="0"/>
            </a:endParaRPr>
          </a:p>
        </p:txBody>
      </p:sp>
      <p:sp>
        <p:nvSpPr>
          <p:cNvPr id="183" name="Rectangle 182">
            <a:extLst>
              <a:ext uri="{FF2B5EF4-FFF2-40B4-BE49-F238E27FC236}">
                <a16:creationId xmlns:a16="http://schemas.microsoft.com/office/drawing/2014/main" id="{CFB00431-2C27-4652-8B59-9C47F2A23598}"/>
              </a:ext>
            </a:extLst>
          </p:cNvPr>
          <p:cNvSpPr>
            <a:spLocks noGrp="1"/>
          </p:cNvSpPr>
          <p:nvPr/>
        </p:nvSpPr>
        <p:spPr>
          <a:xfrm>
            <a:off x="4838700" y="5562600"/>
            <a:ext cx="723900" cy="161925"/>
          </a:xfrm>
          <a:prstGeom prst="rect">
            <a:avLst/>
          </a:prstGeom>
          <a:noFill/>
          <a:ln w="0">
            <a:noFill/>
            <a:prstDash val="solid"/>
          </a:ln>
        </p:spPr>
        <p:txBody>
          <a:bodyPr anchor="ctr"/>
          <a:lstStyle/>
          <a:p>
            <a:pPr algn="ctr">
              <a:defRPr sz="750" b="1">
                <a:solidFill>
                  <a:srgbClr val="1E3A49"/>
                </a:solidFill>
              </a:defRPr>
            </a:pPr>
            <a:r>
              <a:rPr sz="900" b="1">
                <a:solidFill>
                  <a:srgbClr val="1E3A49"/>
                </a:solidFill>
                <a:latin typeface="Aptos" panose="020B0004020202020204" pitchFamily="34" charset="0"/>
              </a:rPr>
              <a:t>T+2</a:t>
            </a:r>
          </a:p>
        </p:txBody>
      </p:sp>
      <p:sp>
        <p:nvSpPr>
          <p:cNvPr id="184" name="Rectangle 183">
            <a:extLst>
              <a:ext uri="{FF2B5EF4-FFF2-40B4-BE49-F238E27FC236}">
                <a16:creationId xmlns:a16="http://schemas.microsoft.com/office/drawing/2014/main" id="{E8829AC9-F62A-47B2-B256-5EC606BEDBDA}"/>
              </a:ext>
            </a:extLst>
          </p:cNvPr>
          <p:cNvSpPr>
            <a:spLocks noGrp="1"/>
          </p:cNvSpPr>
          <p:nvPr/>
        </p:nvSpPr>
        <p:spPr>
          <a:xfrm>
            <a:off x="4838700" y="5715000"/>
            <a:ext cx="723900" cy="171450"/>
          </a:xfrm>
          <a:prstGeom prst="rect">
            <a:avLst/>
          </a:prstGeom>
          <a:noFill/>
          <a:ln w="0">
            <a:noFill/>
            <a:prstDash val="solid"/>
          </a:ln>
        </p:spPr>
        <p:txBody>
          <a:bodyPr anchor="ctr"/>
          <a:lstStyle/>
          <a:p>
            <a:pPr algn="ctr">
              <a:defRPr sz="600" b="0">
                <a:solidFill>
                  <a:srgbClr val="5F737C"/>
                </a:solidFill>
              </a:defRPr>
            </a:pPr>
            <a:r>
              <a:rPr sz="900" b="0">
                <a:solidFill>
                  <a:srgbClr val="5F737C"/>
                </a:solidFill>
                <a:latin typeface="Aptos" panose="020B0004020202020204" pitchFamily="34" charset="0"/>
              </a:rPr>
              <a:t>Inception</a:t>
            </a:r>
          </a:p>
        </p:txBody>
      </p:sp>
      <p:sp>
        <p:nvSpPr>
          <p:cNvPr id="185" name="Diamond 184">
            <a:extLst>
              <a:ext uri="{FF2B5EF4-FFF2-40B4-BE49-F238E27FC236}">
                <a16:creationId xmlns:a16="http://schemas.microsoft.com/office/drawing/2014/main" id="{D2BC54C4-B098-4FFA-A9CF-7BAC50CC994A}"/>
              </a:ext>
            </a:extLst>
          </p:cNvPr>
          <p:cNvSpPr>
            <a:spLocks noGrp="1"/>
          </p:cNvSpPr>
          <p:nvPr/>
        </p:nvSpPr>
        <p:spPr>
          <a:xfrm>
            <a:off x="5362575" y="5876925"/>
            <a:ext cx="133350" cy="133350"/>
          </a:xfrm>
          <a:prstGeom prst="diamond">
            <a:avLst/>
          </a:prstGeom>
          <a:solidFill>
            <a:srgbClr val="78AD35"/>
          </a:solidFill>
          <a:ln w="0">
            <a:noFill/>
            <a:prstDash val="solid"/>
          </a:ln>
        </p:spPr>
        <p:txBody>
          <a:bodyPr/>
          <a:lstStyle/>
          <a:p>
            <a:endParaRPr lang="en-US" sz="900">
              <a:latin typeface="Aptos" panose="020B0004020202020204" pitchFamily="34" charset="0"/>
            </a:endParaRPr>
          </a:p>
        </p:txBody>
      </p:sp>
      <p:sp>
        <p:nvSpPr>
          <p:cNvPr id="186" name="Rectangle 185">
            <a:extLst>
              <a:ext uri="{FF2B5EF4-FFF2-40B4-BE49-F238E27FC236}">
                <a16:creationId xmlns:a16="http://schemas.microsoft.com/office/drawing/2014/main" id="{67889777-8B9D-4161-9D3A-95FE9940BFC1}"/>
              </a:ext>
            </a:extLst>
          </p:cNvPr>
          <p:cNvSpPr>
            <a:spLocks noGrp="1"/>
          </p:cNvSpPr>
          <p:nvPr/>
        </p:nvSpPr>
        <p:spPr>
          <a:xfrm>
            <a:off x="5105400" y="6000750"/>
            <a:ext cx="876300" cy="161925"/>
          </a:xfrm>
          <a:prstGeom prst="rect">
            <a:avLst/>
          </a:prstGeom>
          <a:noFill/>
          <a:ln w="0">
            <a:noFill/>
            <a:prstDash val="solid"/>
          </a:ln>
        </p:spPr>
        <p:txBody>
          <a:bodyPr anchor="ctr"/>
          <a:lstStyle/>
          <a:p>
            <a:pPr algn="ctr">
              <a:defRPr sz="750" b="1">
                <a:solidFill>
                  <a:srgbClr val="1E3A49"/>
                </a:solidFill>
              </a:defRPr>
            </a:pPr>
            <a:r>
              <a:rPr sz="900" b="1">
                <a:solidFill>
                  <a:srgbClr val="1E3A49"/>
                </a:solidFill>
                <a:latin typeface="Aptos" panose="020B0004020202020204" pitchFamily="34" charset="0"/>
              </a:rPr>
              <a:t>T+6 / T+8</a:t>
            </a:r>
          </a:p>
        </p:txBody>
      </p:sp>
      <p:sp>
        <p:nvSpPr>
          <p:cNvPr id="187" name="Rectangle 186">
            <a:extLst>
              <a:ext uri="{FF2B5EF4-FFF2-40B4-BE49-F238E27FC236}">
                <a16:creationId xmlns:a16="http://schemas.microsoft.com/office/drawing/2014/main" id="{38B33E7F-573B-4D36-B8EC-CBC4DED004CA}"/>
              </a:ext>
            </a:extLst>
          </p:cNvPr>
          <p:cNvSpPr>
            <a:spLocks noGrp="1"/>
          </p:cNvSpPr>
          <p:nvPr/>
        </p:nvSpPr>
        <p:spPr>
          <a:xfrm>
            <a:off x="5105400" y="6153150"/>
            <a:ext cx="876300" cy="171450"/>
          </a:xfrm>
          <a:prstGeom prst="rect">
            <a:avLst/>
          </a:prstGeom>
          <a:noFill/>
          <a:ln w="0">
            <a:noFill/>
            <a:prstDash val="solid"/>
          </a:ln>
        </p:spPr>
        <p:txBody>
          <a:bodyPr anchor="ctr"/>
          <a:lstStyle/>
          <a:p>
            <a:pPr algn="ctr">
              <a:defRPr sz="600" b="0">
                <a:solidFill>
                  <a:srgbClr val="5F737C"/>
                </a:solidFill>
              </a:defRPr>
            </a:pPr>
            <a:r>
              <a:rPr sz="900" b="0">
                <a:solidFill>
                  <a:srgbClr val="5F737C"/>
                </a:solidFill>
                <a:latin typeface="Aptos" panose="020B0004020202020204" pitchFamily="34" charset="0"/>
              </a:rPr>
              <a:t>Diagnostic &amp; As-Is</a:t>
            </a:r>
          </a:p>
        </p:txBody>
      </p:sp>
      <p:sp>
        <p:nvSpPr>
          <p:cNvPr id="188" name="Diamond 187">
            <a:extLst>
              <a:ext uri="{FF2B5EF4-FFF2-40B4-BE49-F238E27FC236}">
                <a16:creationId xmlns:a16="http://schemas.microsoft.com/office/drawing/2014/main" id="{E974CB26-DCB8-4AD4-85BB-083B337C4F26}"/>
              </a:ext>
            </a:extLst>
          </p:cNvPr>
          <p:cNvSpPr>
            <a:spLocks noGrp="1"/>
          </p:cNvSpPr>
          <p:nvPr/>
        </p:nvSpPr>
        <p:spPr>
          <a:xfrm>
            <a:off x="7189052" y="5886450"/>
            <a:ext cx="133350" cy="133350"/>
          </a:xfrm>
          <a:prstGeom prst="diamond">
            <a:avLst/>
          </a:prstGeom>
          <a:solidFill>
            <a:srgbClr val="78AD35"/>
          </a:solidFill>
          <a:ln w="0">
            <a:noFill/>
            <a:prstDash val="solid"/>
          </a:ln>
        </p:spPr>
        <p:txBody>
          <a:bodyPr/>
          <a:lstStyle/>
          <a:p>
            <a:endParaRPr lang="en-US" sz="900">
              <a:latin typeface="Aptos" panose="020B0004020202020204" pitchFamily="34" charset="0"/>
            </a:endParaRPr>
          </a:p>
        </p:txBody>
      </p:sp>
      <p:sp>
        <p:nvSpPr>
          <p:cNvPr id="189" name="Rectangle 188">
            <a:extLst>
              <a:ext uri="{FF2B5EF4-FFF2-40B4-BE49-F238E27FC236}">
                <a16:creationId xmlns:a16="http://schemas.microsoft.com/office/drawing/2014/main" id="{4993A190-A419-4FED-8792-F53AFB13BAEF}"/>
              </a:ext>
            </a:extLst>
          </p:cNvPr>
          <p:cNvSpPr>
            <a:spLocks noGrp="1"/>
          </p:cNvSpPr>
          <p:nvPr/>
        </p:nvSpPr>
        <p:spPr>
          <a:xfrm>
            <a:off x="6326478" y="5562600"/>
            <a:ext cx="1123950" cy="161925"/>
          </a:xfrm>
          <a:prstGeom prst="rect">
            <a:avLst/>
          </a:prstGeom>
          <a:noFill/>
          <a:ln w="0">
            <a:noFill/>
            <a:prstDash val="solid"/>
          </a:ln>
        </p:spPr>
        <p:txBody>
          <a:bodyPr anchor="ctr"/>
          <a:lstStyle/>
          <a:p>
            <a:pPr algn="ctr">
              <a:defRPr sz="750" b="1">
                <a:solidFill>
                  <a:srgbClr val="1E3A49"/>
                </a:solidFill>
              </a:defRPr>
            </a:pPr>
            <a:r>
              <a:rPr sz="900" b="1">
                <a:solidFill>
                  <a:srgbClr val="1E3A49"/>
                </a:solidFill>
                <a:latin typeface="Aptos" panose="020B0004020202020204" pitchFamily="34" charset="0"/>
              </a:rPr>
              <a:t>T+12 / T+14</a:t>
            </a:r>
          </a:p>
        </p:txBody>
      </p:sp>
      <p:sp>
        <p:nvSpPr>
          <p:cNvPr id="190" name="Rectangle 189">
            <a:extLst>
              <a:ext uri="{FF2B5EF4-FFF2-40B4-BE49-F238E27FC236}">
                <a16:creationId xmlns:a16="http://schemas.microsoft.com/office/drawing/2014/main" id="{6D03CE5E-4F1B-4C9B-8A43-0E838D109340}"/>
              </a:ext>
            </a:extLst>
          </p:cNvPr>
          <p:cNvSpPr>
            <a:spLocks noGrp="1"/>
          </p:cNvSpPr>
          <p:nvPr/>
        </p:nvSpPr>
        <p:spPr>
          <a:xfrm>
            <a:off x="6400800" y="5724525"/>
            <a:ext cx="1123950" cy="171450"/>
          </a:xfrm>
          <a:prstGeom prst="rect">
            <a:avLst/>
          </a:prstGeom>
          <a:noFill/>
          <a:ln w="0">
            <a:noFill/>
            <a:prstDash val="solid"/>
          </a:ln>
        </p:spPr>
        <p:txBody>
          <a:bodyPr anchor="ctr"/>
          <a:lstStyle/>
          <a:p>
            <a:pPr algn="ctr">
              <a:defRPr sz="600" b="0">
                <a:solidFill>
                  <a:srgbClr val="5F737C"/>
                </a:solidFill>
              </a:defRPr>
            </a:pPr>
            <a:r>
              <a:rPr sz="900" b="0">
                <a:solidFill>
                  <a:srgbClr val="5F737C"/>
                </a:solidFill>
                <a:latin typeface="Aptos" panose="020B0004020202020204" pitchFamily="34" charset="0"/>
              </a:rPr>
              <a:t>Dashboard, policy &amp; To-Be</a:t>
            </a:r>
          </a:p>
        </p:txBody>
      </p:sp>
      <p:sp>
        <p:nvSpPr>
          <p:cNvPr id="191" name="Diamond 190">
            <a:extLst>
              <a:ext uri="{FF2B5EF4-FFF2-40B4-BE49-F238E27FC236}">
                <a16:creationId xmlns:a16="http://schemas.microsoft.com/office/drawing/2014/main" id="{91AC8838-B719-4BE5-B8BC-85B28E408D56}"/>
              </a:ext>
            </a:extLst>
          </p:cNvPr>
          <p:cNvSpPr>
            <a:spLocks noGrp="1"/>
          </p:cNvSpPr>
          <p:nvPr/>
        </p:nvSpPr>
        <p:spPr>
          <a:xfrm>
            <a:off x="7743825" y="5886450"/>
            <a:ext cx="133350" cy="133350"/>
          </a:xfrm>
          <a:prstGeom prst="diamond">
            <a:avLst/>
          </a:prstGeom>
          <a:solidFill>
            <a:srgbClr val="78AD35"/>
          </a:solidFill>
          <a:ln w="0">
            <a:noFill/>
            <a:prstDash val="solid"/>
          </a:ln>
        </p:spPr>
        <p:txBody>
          <a:bodyPr/>
          <a:lstStyle/>
          <a:p>
            <a:endParaRPr lang="en-US" sz="900">
              <a:latin typeface="Aptos" panose="020B0004020202020204" pitchFamily="34" charset="0"/>
            </a:endParaRPr>
          </a:p>
        </p:txBody>
      </p:sp>
      <p:sp>
        <p:nvSpPr>
          <p:cNvPr id="192" name="Rectangle 191">
            <a:extLst>
              <a:ext uri="{FF2B5EF4-FFF2-40B4-BE49-F238E27FC236}">
                <a16:creationId xmlns:a16="http://schemas.microsoft.com/office/drawing/2014/main" id="{1DF788A7-B290-4ACF-A4F8-B912567026D4}"/>
              </a:ext>
            </a:extLst>
          </p:cNvPr>
          <p:cNvSpPr>
            <a:spLocks noGrp="1"/>
          </p:cNvSpPr>
          <p:nvPr/>
        </p:nvSpPr>
        <p:spPr>
          <a:xfrm>
            <a:off x="7105650" y="6000750"/>
            <a:ext cx="723900" cy="161925"/>
          </a:xfrm>
          <a:prstGeom prst="rect">
            <a:avLst/>
          </a:prstGeom>
          <a:noFill/>
          <a:ln w="0">
            <a:noFill/>
            <a:prstDash val="solid"/>
          </a:ln>
        </p:spPr>
        <p:txBody>
          <a:bodyPr anchor="ctr"/>
          <a:lstStyle/>
          <a:p>
            <a:pPr algn="ctr">
              <a:defRPr sz="750" b="1">
                <a:solidFill>
                  <a:srgbClr val="1E3A49"/>
                </a:solidFill>
              </a:defRPr>
            </a:pPr>
            <a:r>
              <a:rPr sz="900" b="1">
                <a:solidFill>
                  <a:srgbClr val="1E3A49"/>
                </a:solidFill>
                <a:latin typeface="Aptos" panose="020B0004020202020204" pitchFamily="34" charset="0"/>
              </a:rPr>
              <a:t>T+24</a:t>
            </a:r>
          </a:p>
        </p:txBody>
      </p:sp>
      <p:sp>
        <p:nvSpPr>
          <p:cNvPr id="193" name="Rectangle 192">
            <a:extLst>
              <a:ext uri="{FF2B5EF4-FFF2-40B4-BE49-F238E27FC236}">
                <a16:creationId xmlns:a16="http://schemas.microsoft.com/office/drawing/2014/main" id="{56C53197-B376-44D8-97E8-C455FBD012F8}"/>
              </a:ext>
            </a:extLst>
          </p:cNvPr>
          <p:cNvSpPr>
            <a:spLocks noGrp="1"/>
          </p:cNvSpPr>
          <p:nvPr/>
        </p:nvSpPr>
        <p:spPr>
          <a:xfrm>
            <a:off x="7105650" y="6153150"/>
            <a:ext cx="723900" cy="171450"/>
          </a:xfrm>
          <a:prstGeom prst="rect">
            <a:avLst/>
          </a:prstGeom>
          <a:noFill/>
          <a:ln w="0">
            <a:noFill/>
            <a:prstDash val="solid"/>
          </a:ln>
        </p:spPr>
        <p:txBody>
          <a:bodyPr anchor="ctr"/>
          <a:lstStyle/>
          <a:p>
            <a:pPr algn="ctr">
              <a:defRPr sz="600" b="0">
                <a:solidFill>
                  <a:srgbClr val="5F737C"/>
                </a:solidFill>
              </a:defRPr>
            </a:pPr>
            <a:r>
              <a:rPr sz="900" b="0">
                <a:solidFill>
                  <a:srgbClr val="5F737C"/>
                </a:solidFill>
                <a:latin typeface="Aptos" panose="020B0004020202020204" pitchFamily="34" charset="0"/>
              </a:rPr>
              <a:t>API framework</a:t>
            </a:r>
          </a:p>
        </p:txBody>
      </p:sp>
      <p:sp>
        <p:nvSpPr>
          <p:cNvPr id="194" name="Diamond 193">
            <a:extLst>
              <a:ext uri="{FF2B5EF4-FFF2-40B4-BE49-F238E27FC236}">
                <a16:creationId xmlns:a16="http://schemas.microsoft.com/office/drawing/2014/main" id="{6043020B-8FD8-4380-8FD3-6244FF9A35AD}"/>
              </a:ext>
            </a:extLst>
          </p:cNvPr>
          <p:cNvSpPr>
            <a:spLocks noGrp="1"/>
          </p:cNvSpPr>
          <p:nvPr/>
        </p:nvSpPr>
        <p:spPr>
          <a:xfrm>
            <a:off x="10125075" y="5876925"/>
            <a:ext cx="133350" cy="133350"/>
          </a:xfrm>
          <a:prstGeom prst="diamond">
            <a:avLst/>
          </a:prstGeom>
          <a:solidFill>
            <a:srgbClr val="D8A925"/>
          </a:solidFill>
          <a:ln w="0">
            <a:noFill/>
            <a:prstDash val="solid"/>
          </a:ln>
        </p:spPr>
        <p:txBody>
          <a:bodyPr/>
          <a:lstStyle/>
          <a:p>
            <a:endParaRPr lang="en-US" sz="900">
              <a:latin typeface="Aptos" panose="020B0004020202020204" pitchFamily="34" charset="0"/>
            </a:endParaRPr>
          </a:p>
        </p:txBody>
      </p:sp>
      <p:sp>
        <p:nvSpPr>
          <p:cNvPr id="195" name="Rectangle 194">
            <a:extLst>
              <a:ext uri="{FF2B5EF4-FFF2-40B4-BE49-F238E27FC236}">
                <a16:creationId xmlns:a16="http://schemas.microsoft.com/office/drawing/2014/main" id="{5F1CFD2B-E8B4-4B12-B9A2-5E9D6C5B27AE}"/>
              </a:ext>
            </a:extLst>
          </p:cNvPr>
          <p:cNvSpPr>
            <a:spLocks noGrp="1"/>
          </p:cNvSpPr>
          <p:nvPr/>
        </p:nvSpPr>
        <p:spPr>
          <a:xfrm>
            <a:off x="9639300" y="5562600"/>
            <a:ext cx="723900" cy="161925"/>
          </a:xfrm>
          <a:prstGeom prst="rect">
            <a:avLst/>
          </a:prstGeom>
          <a:noFill/>
          <a:ln w="0">
            <a:noFill/>
            <a:prstDash val="solid"/>
          </a:ln>
        </p:spPr>
        <p:txBody>
          <a:bodyPr anchor="ctr"/>
          <a:lstStyle/>
          <a:p>
            <a:pPr algn="ctr">
              <a:defRPr sz="750" b="1">
                <a:solidFill>
                  <a:srgbClr val="1E3A49"/>
                </a:solidFill>
              </a:defRPr>
            </a:pPr>
            <a:r>
              <a:rPr sz="900" b="1">
                <a:solidFill>
                  <a:srgbClr val="1E3A49"/>
                </a:solidFill>
                <a:latin typeface="Aptos" panose="020B0004020202020204" pitchFamily="34" charset="0"/>
              </a:rPr>
              <a:t>T+48</a:t>
            </a:r>
          </a:p>
        </p:txBody>
      </p:sp>
      <p:sp>
        <p:nvSpPr>
          <p:cNvPr id="196" name="Rectangle 195">
            <a:extLst>
              <a:ext uri="{FF2B5EF4-FFF2-40B4-BE49-F238E27FC236}">
                <a16:creationId xmlns:a16="http://schemas.microsoft.com/office/drawing/2014/main" id="{FB0813EA-F707-48F6-BD86-B96CF58CB444}"/>
              </a:ext>
            </a:extLst>
          </p:cNvPr>
          <p:cNvSpPr>
            <a:spLocks noGrp="1"/>
          </p:cNvSpPr>
          <p:nvPr/>
        </p:nvSpPr>
        <p:spPr>
          <a:xfrm>
            <a:off x="9639300" y="5715000"/>
            <a:ext cx="723900" cy="171450"/>
          </a:xfrm>
          <a:prstGeom prst="rect">
            <a:avLst/>
          </a:prstGeom>
          <a:noFill/>
          <a:ln w="0">
            <a:noFill/>
            <a:prstDash val="solid"/>
          </a:ln>
        </p:spPr>
        <p:txBody>
          <a:bodyPr anchor="ctr"/>
          <a:lstStyle/>
          <a:p>
            <a:pPr algn="ctr">
              <a:defRPr sz="600" b="0">
                <a:solidFill>
                  <a:srgbClr val="5F737C"/>
                </a:solidFill>
              </a:defRPr>
            </a:pPr>
            <a:r>
              <a:rPr sz="900" b="0">
                <a:solidFill>
                  <a:srgbClr val="5F737C"/>
                </a:solidFill>
                <a:latin typeface="Aptos" panose="020B0004020202020204" pitchFamily="34" charset="0"/>
              </a:rPr>
              <a:t>Handover</a:t>
            </a:r>
          </a:p>
        </p:txBody>
      </p:sp>
      <p:sp>
        <p:nvSpPr>
          <p:cNvPr id="197" name="Rectangle 196">
            <a:extLst>
              <a:ext uri="{FF2B5EF4-FFF2-40B4-BE49-F238E27FC236}">
                <a16:creationId xmlns:a16="http://schemas.microsoft.com/office/drawing/2014/main" id="{5F85078B-6496-411E-8837-F5B51D8B6CAB}"/>
              </a:ext>
            </a:extLst>
          </p:cNvPr>
          <p:cNvSpPr>
            <a:spLocks noGrp="1"/>
          </p:cNvSpPr>
          <p:nvPr/>
        </p:nvSpPr>
        <p:spPr>
          <a:xfrm>
            <a:off x="10429875" y="5514975"/>
            <a:ext cx="1476375" cy="866775"/>
          </a:xfrm>
          <a:prstGeom prst="rect">
            <a:avLst/>
          </a:prstGeom>
          <a:solidFill>
            <a:srgbClr val="EFF6E7"/>
          </a:solidFill>
          <a:ln w="9525">
            <a:solidFill>
              <a:srgbClr val="CDD8DC"/>
            </a:solidFill>
            <a:prstDash val="solid"/>
          </a:ln>
        </p:spPr>
        <p:txBody>
          <a:bodyPr/>
          <a:lstStyle/>
          <a:p>
            <a:endParaRPr lang="en-US" sz="900">
              <a:latin typeface="Aptos" panose="020B0004020202020204" pitchFamily="34" charset="0"/>
            </a:endParaRPr>
          </a:p>
        </p:txBody>
      </p:sp>
      <p:sp>
        <p:nvSpPr>
          <p:cNvPr id="198" name="Rectangle 197">
            <a:extLst>
              <a:ext uri="{FF2B5EF4-FFF2-40B4-BE49-F238E27FC236}">
                <a16:creationId xmlns:a16="http://schemas.microsoft.com/office/drawing/2014/main" id="{7C26C776-D5F5-4CBA-93D0-B82ED530AEFB}"/>
              </a:ext>
            </a:extLst>
          </p:cNvPr>
          <p:cNvSpPr>
            <a:spLocks noGrp="1"/>
          </p:cNvSpPr>
          <p:nvPr/>
        </p:nvSpPr>
        <p:spPr>
          <a:xfrm>
            <a:off x="10487025" y="5486400"/>
            <a:ext cx="1323975" cy="190500"/>
          </a:xfrm>
          <a:prstGeom prst="rect">
            <a:avLst/>
          </a:prstGeom>
          <a:noFill/>
          <a:ln w="0">
            <a:noFill/>
            <a:prstDash val="solid"/>
          </a:ln>
        </p:spPr>
        <p:txBody>
          <a:bodyPr anchor="ctr"/>
          <a:lstStyle/>
          <a:p>
            <a:pPr algn="ctr">
              <a:defRPr sz="750" b="1">
                <a:solidFill>
                  <a:srgbClr val="78AD35"/>
                </a:solidFill>
              </a:defRPr>
            </a:pPr>
            <a:r>
              <a:rPr sz="900" b="1">
                <a:solidFill>
                  <a:srgbClr val="78AD35"/>
                </a:solidFill>
                <a:latin typeface="Aptos" panose="020B0004020202020204" pitchFamily="34" charset="0"/>
              </a:rPr>
              <a:t>OVERALL OUTCOME</a:t>
            </a:r>
          </a:p>
        </p:txBody>
      </p:sp>
      <p:sp>
        <p:nvSpPr>
          <p:cNvPr id="199" name="Rectangle 198">
            <a:extLst>
              <a:ext uri="{FF2B5EF4-FFF2-40B4-BE49-F238E27FC236}">
                <a16:creationId xmlns:a16="http://schemas.microsoft.com/office/drawing/2014/main" id="{1EB77B50-3057-45D4-8A86-36431E71FC7A}"/>
              </a:ext>
            </a:extLst>
          </p:cNvPr>
          <p:cNvSpPr>
            <a:spLocks noGrp="1"/>
          </p:cNvSpPr>
          <p:nvPr/>
        </p:nvSpPr>
        <p:spPr>
          <a:xfrm>
            <a:off x="10368604" y="5724525"/>
            <a:ext cx="1598915" cy="476250"/>
          </a:xfrm>
          <a:prstGeom prst="rect">
            <a:avLst/>
          </a:prstGeom>
          <a:noFill/>
          <a:ln w="0">
            <a:noFill/>
            <a:prstDash val="solid"/>
          </a:ln>
        </p:spPr>
        <p:txBody>
          <a:bodyPr anchor="ctr"/>
          <a:lstStyle/>
          <a:p>
            <a:pPr algn="ctr">
              <a:defRPr sz="675" b="1">
                <a:solidFill>
                  <a:srgbClr val="213945"/>
                </a:solidFill>
              </a:defRPr>
            </a:pPr>
            <a:r>
              <a:rPr sz="900" b="1">
                <a:solidFill>
                  <a:srgbClr val="213945"/>
                </a:solidFill>
                <a:latin typeface="Aptos" panose="020B0004020202020204" pitchFamily="34" charset="0"/>
              </a:rPr>
              <a:t>Data-led revenue management, simplified services and integrated digital systems</a:t>
            </a:r>
          </a:p>
        </p:txBody>
      </p:sp>
      <p:sp>
        <p:nvSpPr>
          <p:cNvPr id="200" name="Title 1">
            <a:extLst>
              <a:ext uri="{FF2B5EF4-FFF2-40B4-BE49-F238E27FC236}">
                <a16:creationId xmlns:a16="http://schemas.microsoft.com/office/drawing/2014/main" id="{08563AE9-DF97-5753-0C57-89C2D32F207E}"/>
              </a:ext>
            </a:extLst>
          </p:cNvPr>
          <p:cNvSpPr txBox="1">
            <a:spLocks/>
          </p:cNvSpPr>
          <p:nvPr/>
        </p:nvSpPr>
        <p:spPr>
          <a:xfrm>
            <a:off x="501649" y="304800"/>
            <a:ext cx="11412000" cy="342900"/>
          </a:xfrm>
          <a:prstGeom prst="rect">
            <a:avLst/>
          </a:prstGeom>
        </p:spPr>
        <p:txBody>
          <a:bodyPr rIns="0"/>
          <a:lstStyle>
            <a:lvl1pPr algn="l" defTabSz="914400" rtl="0" eaLnBrk="1" latinLnBrk="0" hangingPunct="1">
              <a:lnSpc>
                <a:spcPct val="90000"/>
              </a:lnSpc>
              <a:spcBef>
                <a:spcPct val="0"/>
              </a:spcBef>
              <a:buNone/>
              <a:defRPr sz="4400" kern="1200">
                <a:solidFill>
                  <a:schemeClr val="tx1"/>
                </a:solidFill>
                <a:latin typeface="Aptos" panose="020B0004020202020204" pitchFamily="34" charset="0"/>
                <a:ea typeface="+mj-ea"/>
                <a:cs typeface="+mj-cs"/>
              </a:defRPr>
            </a:lvl1pPr>
          </a:lstStyle>
          <a:p>
            <a:r>
              <a:rPr lang="en-US" sz="2400"/>
              <a:t>Workplan</a:t>
            </a:r>
            <a:endParaRPr lang="en-IN" sz="2400"/>
          </a:p>
        </p:txBody>
      </p:sp>
    </p:spTree>
    <p:extLst>
      <p:ext uri="{BB962C8B-B14F-4D97-AF65-F5344CB8AC3E}">
        <p14:creationId xmlns:p14="http://schemas.microsoft.com/office/powerpoint/2010/main" val="660886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63956-2F58-754C-0900-4A5443F9126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D7C452E-6B71-CBAC-CA3A-9F00DEF36C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4" name="Rectangle 3">
            <a:extLst>
              <a:ext uri="{FF2B5EF4-FFF2-40B4-BE49-F238E27FC236}">
                <a16:creationId xmlns:a16="http://schemas.microsoft.com/office/drawing/2014/main" id="{53B9601C-8823-FDBA-B3AD-A70C763F2997}"/>
              </a:ext>
            </a:extLst>
          </p:cNvPr>
          <p:cNvSpPr/>
          <p:nvPr/>
        </p:nvSpPr>
        <p:spPr>
          <a:xfrm>
            <a:off x="496956" y="487017"/>
            <a:ext cx="3796747" cy="1977887"/>
          </a:xfrm>
          <a:prstGeom prst="rect">
            <a:avLst/>
          </a:prstGeom>
          <a:gradFill>
            <a:gsLst>
              <a:gs pos="0">
                <a:sysClr val="window" lastClr="FFFFFF"/>
              </a:gs>
              <a:gs pos="91000">
                <a:srgbClr val="ABC2DE"/>
              </a:gs>
              <a:gs pos="0">
                <a:srgbClr val="D8DCE0"/>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a:ln>
                  <a:noFill/>
                </a:ln>
                <a:solidFill>
                  <a:srgbClr val="002753"/>
                </a:solidFill>
                <a:effectLst/>
                <a:uLnTx/>
                <a:uFillTx/>
                <a:latin typeface="Aptos" panose="020B0004020202020204" pitchFamily="34" charset="0"/>
                <a:ea typeface="+mn-ea"/>
                <a:cs typeface="+mn-cs"/>
              </a:rPr>
              <a:t>4. Team Overview</a:t>
            </a:r>
            <a:endParaRPr kumimoji="0" lang="en-IN" sz="4200" b="1" i="0" u="none" strike="noStrike" kern="1200" cap="none" spc="0" normalizeH="0" baseline="0" noProof="0">
              <a:ln>
                <a:noFill/>
              </a:ln>
              <a:solidFill>
                <a:srgbClr val="002753"/>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821777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80DD0-04CD-1143-74F6-830EDA290811}"/>
            </a:ext>
          </a:extLst>
        </p:cNvPr>
        <p:cNvGrpSpPr/>
        <p:nvPr/>
      </p:nvGrpSpPr>
      <p:grpSpPr>
        <a:xfrm>
          <a:off x="0" y="0"/>
          <a:ext cx="0" cy="0"/>
          <a:chOff x="0" y="0"/>
          <a:chExt cx="0" cy="0"/>
        </a:xfrm>
      </p:grpSpPr>
      <p:grpSp>
        <p:nvGrpSpPr>
          <p:cNvPr id="193" name="Group 192">
            <a:extLst>
              <a:ext uri="{FF2B5EF4-FFF2-40B4-BE49-F238E27FC236}">
                <a16:creationId xmlns:a16="http://schemas.microsoft.com/office/drawing/2014/main" id="{87F35DE3-1B0A-11A7-90B0-C7B03EAF3F13}"/>
              </a:ext>
            </a:extLst>
          </p:cNvPr>
          <p:cNvGrpSpPr/>
          <p:nvPr/>
        </p:nvGrpSpPr>
        <p:grpSpPr>
          <a:xfrm>
            <a:off x="0" y="43535"/>
            <a:ext cx="12192000" cy="6541821"/>
            <a:chOff x="0" y="127696"/>
            <a:chExt cx="12192000" cy="6541821"/>
          </a:xfrm>
        </p:grpSpPr>
        <p:sp>
          <p:nvSpPr>
            <p:cNvPr id="194" name="Rectangle 5">
              <a:extLst>
                <a:ext uri="{FF2B5EF4-FFF2-40B4-BE49-F238E27FC236}">
                  <a16:creationId xmlns:a16="http://schemas.microsoft.com/office/drawing/2014/main" id="{6F5E644E-47BB-9FC8-3F4A-47EED3BD9BBF}"/>
                </a:ext>
              </a:extLst>
            </p:cNvPr>
            <p:cNvSpPr>
              <a:spLocks noChangeArrowheads="1"/>
            </p:cNvSpPr>
            <p:nvPr/>
          </p:nvSpPr>
          <p:spPr bwMode="auto">
            <a:xfrm>
              <a:off x="3206681" y="2213117"/>
              <a:ext cx="2700000" cy="901144"/>
            </a:xfrm>
            <a:prstGeom prst="rect">
              <a:avLst/>
            </a:prstGeom>
            <a:noFill/>
            <a:ln w="9525">
              <a:noFill/>
              <a:miter lim="800000"/>
              <a:headEnd/>
              <a:tailEnd/>
            </a:ln>
          </p:spPr>
          <p:txBody>
            <a:bodyPr wrap="square" lIns="0" tIns="0" rIns="0" bIns="0">
              <a:spAutoFit/>
            </a:bodyPr>
            <a:lstStyle/>
            <a:p>
              <a:pPr marL="0" lvl="1" defTabSz="764690" fontAlgn="base">
                <a:lnSpc>
                  <a:spcPct val="110000"/>
                </a:lnSpc>
                <a:spcBef>
                  <a:spcPct val="0"/>
                </a:spcBef>
                <a:spcAft>
                  <a:spcPct val="50000"/>
                </a:spcAft>
                <a:buClr>
                  <a:srgbClr val="FFD200"/>
                </a:buClr>
                <a:buSzPct val="75000"/>
                <a:tabLst>
                  <a:tab pos="2480668" algn="l"/>
                  <a:tab pos="3584406" algn="r"/>
                </a:tabLst>
                <a:defRPr/>
              </a:pPr>
              <a:endParaRPr lang="en-US" sz="1000">
                <a:solidFill>
                  <a:srgbClr val="080808"/>
                </a:solidFill>
                <a:latin typeface="Aptos" panose="020B0004020202020204" pitchFamily="34" charset="0"/>
              </a:endParaRPr>
            </a:p>
            <a:p>
              <a:pPr marL="0" lvl="1" defTabSz="764690" fontAlgn="base">
                <a:lnSpc>
                  <a:spcPct val="110000"/>
                </a:lnSpc>
                <a:spcBef>
                  <a:spcPct val="0"/>
                </a:spcBef>
                <a:spcAft>
                  <a:spcPct val="50000"/>
                </a:spcAft>
                <a:buClr>
                  <a:srgbClr val="FFD200"/>
                </a:buClr>
                <a:buSzPct val="75000"/>
                <a:tabLst>
                  <a:tab pos="2480668" algn="l"/>
                  <a:tab pos="3584406" algn="r"/>
                </a:tabLst>
                <a:defRPr/>
              </a:pPr>
              <a:endParaRPr lang="en-US" sz="1000">
                <a:solidFill>
                  <a:srgbClr val="080808"/>
                </a:solidFill>
                <a:latin typeface="Aptos" panose="020B0004020202020204" pitchFamily="34" charset="0"/>
              </a:endParaRPr>
            </a:p>
            <a:p>
              <a:pPr marL="0" lvl="1" defTabSz="764690" fontAlgn="base">
                <a:lnSpc>
                  <a:spcPct val="110000"/>
                </a:lnSpc>
                <a:spcBef>
                  <a:spcPct val="0"/>
                </a:spcBef>
                <a:spcAft>
                  <a:spcPct val="50000"/>
                </a:spcAft>
                <a:buClr>
                  <a:srgbClr val="FFD200"/>
                </a:buClr>
                <a:buSzPct val="75000"/>
                <a:tabLst>
                  <a:tab pos="2480668" algn="l"/>
                  <a:tab pos="3584406" algn="r"/>
                </a:tabLst>
                <a:defRPr/>
              </a:pPr>
              <a:endParaRPr lang="en-US" sz="1000">
                <a:solidFill>
                  <a:srgbClr val="080808"/>
                </a:solidFill>
                <a:latin typeface="Aptos" panose="020B0004020202020204" pitchFamily="34" charset="0"/>
              </a:endParaRPr>
            </a:p>
            <a:p>
              <a:pPr marL="171450" lvl="1" indent="-171450" defTabSz="764690" fontAlgn="base">
                <a:lnSpc>
                  <a:spcPct val="110000"/>
                </a:lnSpc>
                <a:spcBef>
                  <a:spcPct val="0"/>
                </a:spcBef>
                <a:spcAft>
                  <a:spcPct val="50000"/>
                </a:spcAft>
                <a:buClr>
                  <a:srgbClr val="FFD200"/>
                </a:buClr>
                <a:buSzPct val="75000"/>
                <a:buFont typeface="Wingdings" panose="05000000000000000000" pitchFamily="2" charset="2"/>
                <a:buChar char="Ø"/>
                <a:tabLst>
                  <a:tab pos="2480668" algn="l"/>
                  <a:tab pos="3584406" algn="r"/>
                </a:tabLst>
                <a:defRPr/>
              </a:pPr>
              <a:endParaRPr lang="en-US" sz="1000">
                <a:solidFill>
                  <a:srgbClr val="080808"/>
                </a:solidFill>
                <a:latin typeface="Aptos" panose="020B0004020202020204" pitchFamily="34" charset="0"/>
              </a:endParaRPr>
            </a:p>
          </p:txBody>
        </p:sp>
        <p:grpSp>
          <p:nvGrpSpPr>
            <p:cNvPr id="195" name="Group 194">
              <a:extLst>
                <a:ext uri="{FF2B5EF4-FFF2-40B4-BE49-F238E27FC236}">
                  <a16:creationId xmlns:a16="http://schemas.microsoft.com/office/drawing/2014/main" id="{20772B83-97C4-012A-6641-B7E73E4A8AC7}"/>
                </a:ext>
              </a:extLst>
            </p:cNvPr>
            <p:cNvGrpSpPr/>
            <p:nvPr/>
          </p:nvGrpSpPr>
          <p:grpSpPr>
            <a:xfrm>
              <a:off x="0" y="127696"/>
              <a:ext cx="12192000" cy="6541821"/>
              <a:chOff x="169537" y="-118729"/>
              <a:chExt cx="11917154" cy="6677398"/>
            </a:xfrm>
          </p:grpSpPr>
          <p:sp>
            <p:nvSpPr>
              <p:cNvPr id="196" name="Shape 0">
                <a:extLst>
                  <a:ext uri="{FF2B5EF4-FFF2-40B4-BE49-F238E27FC236}">
                    <a16:creationId xmlns:a16="http://schemas.microsoft.com/office/drawing/2014/main" id="{1562092A-E769-3712-907C-F65193AAE822}"/>
                  </a:ext>
                </a:extLst>
              </p:cNvPr>
              <p:cNvSpPr/>
              <p:nvPr/>
            </p:nvSpPr>
            <p:spPr>
              <a:xfrm>
                <a:off x="169537" y="266936"/>
                <a:ext cx="11917154" cy="6291733"/>
              </a:xfrm>
              <a:prstGeom prst="rect">
                <a:avLst/>
              </a:prstGeom>
              <a:solidFill>
                <a:srgbClr val="FFFFFF"/>
              </a:solidFill>
              <a:ln w="9525">
                <a:solidFill>
                  <a:srgbClr val="808080"/>
                </a:solidFill>
                <a:prstDash val="solid"/>
              </a:ln>
            </p:spPr>
            <p:txBody>
              <a:bodyPr/>
              <a:lstStyle/>
              <a:p>
                <a:endParaRPr lang="en-US">
                  <a:solidFill>
                    <a:prstClr val="black"/>
                  </a:solidFill>
                  <a:latin typeface="Aptos" panose="020B0004020202020204" pitchFamily="34" charset="0"/>
                </a:endParaRPr>
              </a:p>
            </p:txBody>
          </p:sp>
          <p:sp>
            <p:nvSpPr>
              <p:cNvPr id="197" name="Shape 1">
                <a:extLst>
                  <a:ext uri="{FF2B5EF4-FFF2-40B4-BE49-F238E27FC236}">
                    <a16:creationId xmlns:a16="http://schemas.microsoft.com/office/drawing/2014/main" id="{3AADB9CB-EF71-DDF7-5697-95198C313957}"/>
                  </a:ext>
                </a:extLst>
              </p:cNvPr>
              <p:cNvSpPr/>
              <p:nvPr/>
            </p:nvSpPr>
            <p:spPr>
              <a:xfrm>
                <a:off x="8674663" y="266935"/>
                <a:ext cx="7578" cy="5326736"/>
              </a:xfrm>
              <a:prstGeom prst="line">
                <a:avLst/>
              </a:prstGeom>
              <a:noFill/>
              <a:ln w="9525">
                <a:solidFill>
                  <a:srgbClr val="808080"/>
                </a:solidFill>
                <a:prstDash val="solid"/>
              </a:ln>
            </p:spPr>
            <p:txBody>
              <a:bodyPr/>
              <a:lstStyle/>
              <a:p>
                <a:endParaRPr lang="en-US">
                  <a:solidFill>
                    <a:prstClr val="black"/>
                  </a:solidFill>
                  <a:latin typeface="Aptos" panose="020B0004020202020204" pitchFamily="34" charset="0"/>
                </a:endParaRPr>
              </a:p>
            </p:txBody>
          </p:sp>
          <p:sp>
            <p:nvSpPr>
              <p:cNvPr id="198" name="Shape 2">
                <a:extLst>
                  <a:ext uri="{FF2B5EF4-FFF2-40B4-BE49-F238E27FC236}">
                    <a16:creationId xmlns:a16="http://schemas.microsoft.com/office/drawing/2014/main" id="{92D7D2F1-2413-977B-7862-6E296D11F6EF}"/>
                  </a:ext>
                </a:extLst>
              </p:cNvPr>
              <p:cNvSpPr/>
              <p:nvPr/>
            </p:nvSpPr>
            <p:spPr>
              <a:xfrm>
                <a:off x="475488" y="420624"/>
                <a:ext cx="1298448" cy="1481328"/>
              </a:xfrm>
              <a:prstGeom prst="rect">
                <a:avLst/>
              </a:prstGeom>
              <a:solidFill>
                <a:srgbClr val="EFEFEF"/>
              </a:solidFill>
              <a:ln w="12700">
                <a:solidFill>
                  <a:srgbClr val="6E6E6E"/>
                </a:solidFill>
                <a:prstDash val="solid"/>
              </a:ln>
            </p:spPr>
            <p:txBody>
              <a:bodyPr/>
              <a:lstStyle/>
              <a:p>
                <a:endParaRPr lang="en-US">
                  <a:solidFill>
                    <a:prstClr val="black"/>
                  </a:solidFill>
                  <a:latin typeface="Aptos" panose="020B0004020202020204" pitchFamily="34" charset="0"/>
                </a:endParaRPr>
              </a:p>
            </p:txBody>
          </p:sp>
          <p:sp>
            <p:nvSpPr>
              <p:cNvPr id="199" name="Text 3">
                <a:extLst>
                  <a:ext uri="{FF2B5EF4-FFF2-40B4-BE49-F238E27FC236}">
                    <a16:creationId xmlns:a16="http://schemas.microsoft.com/office/drawing/2014/main" id="{05C3E629-AC18-6143-73F0-73E7BEFB2558}"/>
                  </a:ext>
                </a:extLst>
              </p:cNvPr>
              <p:cNvSpPr txBox="1"/>
              <p:nvPr/>
            </p:nvSpPr>
            <p:spPr>
              <a:xfrm>
                <a:off x="475488" y="420624"/>
                <a:ext cx="1298448" cy="1481328"/>
              </a:xfrm>
              <a:prstGeom prst="rect">
                <a:avLst/>
              </a:prstGeom>
              <a:noFill/>
              <a:ln/>
            </p:spPr>
            <p:txBody>
              <a:bodyPr wrap="square" rtlCol="0" anchor="ctr"/>
              <a:lstStyle/>
              <a:p>
                <a:pPr algn="ctr"/>
                <a:r>
                  <a:rPr lang="en-US" sz="1000">
                    <a:solidFill>
                      <a:srgbClr val="8A8A8A"/>
                    </a:solidFill>
                    <a:latin typeface="Aptos" panose="020B0004020202020204" pitchFamily="34" charset="0"/>
                    <a:ea typeface="Calibri" pitchFamily="34" charset="-122"/>
                    <a:cs typeface="Calibri" pitchFamily="34" charset="-120"/>
                  </a:rPr>
                  <a:t>Insert</a:t>
                </a:r>
                <a:endParaRPr lang="en-US" sz="1000">
                  <a:solidFill>
                    <a:prstClr val="black"/>
                  </a:solidFill>
                  <a:latin typeface="Aptos" panose="020B0004020202020204" pitchFamily="34" charset="0"/>
                </a:endParaRPr>
              </a:p>
              <a:p>
                <a:pPr algn="ctr"/>
                <a:r>
                  <a:rPr lang="en-US" sz="1000">
                    <a:solidFill>
                      <a:srgbClr val="8A8A8A"/>
                    </a:solidFill>
                    <a:latin typeface="Aptos" panose="020B0004020202020204" pitchFamily="34" charset="0"/>
                    <a:ea typeface="Calibri" pitchFamily="34" charset="-122"/>
                    <a:cs typeface="Calibri" pitchFamily="34" charset="-120"/>
                  </a:rPr>
                  <a:t>Photo</a:t>
                </a:r>
                <a:endParaRPr lang="en-US" sz="1000">
                  <a:solidFill>
                    <a:prstClr val="black"/>
                  </a:solidFill>
                  <a:latin typeface="Aptos" panose="020B0004020202020204" pitchFamily="34" charset="0"/>
                </a:endParaRPr>
              </a:p>
            </p:txBody>
          </p:sp>
          <p:sp>
            <p:nvSpPr>
              <p:cNvPr id="200" name="Text 4">
                <a:extLst>
                  <a:ext uri="{FF2B5EF4-FFF2-40B4-BE49-F238E27FC236}">
                    <a16:creationId xmlns:a16="http://schemas.microsoft.com/office/drawing/2014/main" id="{740F86AB-1BB0-4D35-1668-B7659B16C603}"/>
                  </a:ext>
                </a:extLst>
              </p:cNvPr>
              <p:cNvSpPr txBox="1"/>
              <p:nvPr/>
            </p:nvSpPr>
            <p:spPr>
              <a:xfrm>
                <a:off x="2555747" y="-118729"/>
                <a:ext cx="6583680" cy="438912"/>
              </a:xfrm>
              <a:prstGeom prst="rect">
                <a:avLst/>
              </a:prstGeom>
              <a:noFill/>
              <a:ln/>
            </p:spPr>
            <p:txBody>
              <a:bodyPr wrap="square" lIns="0" tIns="0" rIns="0" bIns="0" rtlCol="0" anchor="ctr"/>
              <a:lstStyle/>
              <a:p>
                <a:pPr algn="ctr"/>
                <a:r>
                  <a:rPr lang="en-US" sz="2600" b="1">
                    <a:latin typeface="Aptos" panose="020B0004020202020204" pitchFamily="34" charset="0"/>
                    <a:ea typeface="Cambria" pitchFamily="34" charset="-122"/>
                    <a:cs typeface="Cambria" pitchFamily="34" charset="-120"/>
                  </a:rPr>
                  <a:t>ASHWIN TIWARI</a:t>
                </a:r>
                <a:endParaRPr lang="en-US" sz="2600">
                  <a:latin typeface="Aptos" panose="020B0004020202020204" pitchFamily="34" charset="0"/>
                </a:endParaRPr>
              </a:p>
            </p:txBody>
          </p:sp>
          <p:sp>
            <p:nvSpPr>
              <p:cNvPr id="201" name="Shape 5">
                <a:extLst>
                  <a:ext uri="{FF2B5EF4-FFF2-40B4-BE49-F238E27FC236}">
                    <a16:creationId xmlns:a16="http://schemas.microsoft.com/office/drawing/2014/main" id="{870A28C5-23C8-914D-873D-C522F14582D5}"/>
                  </a:ext>
                </a:extLst>
              </p:cNvPr>
              <p:cNvSpPr/>
              <p:nvPr/>
            </p:nvSpPr>
            <p:spPr>
              <a:xfrm>
                <a:off x="2212245" y="535161"/>
                <a:ext cx="6035040" cy="329184"/>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02" name="Shape 6">
                <a:extLst>
                  <a:ext uri="{FF2B5EF4-FFF2-40B4-BE49-F238E27FC236}">
                    <a16:creationId xmlns:a16="http://schemas.microsoft.com/office/drawing/2014/main" id="{D8C86714-8C87-74BB-FFF9-82240F10E890}"/>
                  </a:ext>
                </a:extLst>
              </p:cNvPr>
              <p:cNvSpPr/>
              <p:nvPr/>
            </p:nvSpPr>
            <p:spPr>
              <a:xfrm rot="10800000">
                <a:off x="2151230" y="535161"/>
                <a:ext cx="146304" cy="329184"/>
              </a:xfrm>
              <a:prstGeom prst="triangle">
                <a:avLst/>
              </a:prstGeom>
              <a:solidFill>
                <a:srgbClr val="0F4A29"/>
              </a:solidFill>
              <a:ln w="12700">
                <a:solidFill>
                  <a:srgbClr val="0F4A29"/>
                </a:solidFill>
                <a:prstDash val="solid"/>
              </a:ln>
            </p:spPr>
            <p:txBody>
              <a:bodyPr/>
              <a:lstStyle/>
              <a:p>
                <a:endParaRPr lang="en-US">
                  <a:solidFill>
                    <a:prstClr val="black"/>
                  </a:solidFill>
                  <a:latin typeface="Aptos" panose="020B0004020202020204" pitchFamily="34" charset="0"/>
                </a:endParaRPr>
              </a:p>
            </p:txBody>
          </p:sp>
          <p:sp>
            <p:nvSpPr>
              <p:cNvPr id="203" name="Text 7">
                <a:extLst>
                  <a:ext uri="{FF2B5EF4-FFF2-40B4-BE49-F238E27FC236}">
                    <a16:creationId xmlns:a16="http://schemas.microsoft.com/office/drawing/2014/main" id="{C398AA8B-4EDF-C626-4204-4FDFBFED5E8D}"/>
                  </a:ext>
                </a:extLst>
              </p:cNvPr>
              <p:cNvSpPr txBox="1"/>
              <p:nvPr/>
            </p:nvSpPr>
            <p:spPr>
              <a:xfrm>
                <a:off x="2367626" y="549700"/>
                <a:ext cx="5669280" cy="329184"/>
              </a:xfrm>
              <a:prstGeom prst="rect">
                <a:avLst/>
              </a:prstGeom>
              <a:noFill/>
              <a:ln/>
            </p:spPr>
            <p:txBody>
              <a:bodyPr wrap="square" lIns="0" tIns="0" rIns="0" bIns="0" rtlCol="0" anchor="ctr"/>
              <a:lstStyle/>
              <a:p>
                <a:r>
                  <a:rPr lang="en-US" sz="1400" b="1">
                    <a:solidFill>
                      <a:srgbClr val="FFFFFF"/>
                    </a:solidFill>
                    <a:latin typeface="Aptos" panose="020B0004020202020204" pitchFamily="34" charset="0"/>
                    <a:ea typeface="Cambria" pitchFamily="34" charset="-122"/>
                    <a:cs typeface="Cambria" pitchFamily="34" charset="-120"/>
                  </a:rPr>
                  <a:t>Team Lead</a:t>
                </a:r>
                <a:endParaRPr lang="en-US" sz="1400">
                  <a:solidFill>
                    <a:prstClr val="black"/>
                  </a:solidFill>
                  <a:latin typeface="Aptos" panose="020B0004020202020204" pitchFamily="34" charset="0"/>
                </a:endParaRPr>
              </a:p>
            </p:txBody>
          </p:sp>
          <p:sp>
            <p:nvSpPr>
              <p:cNvPr id="204" name="Text 8">
                <a:extLst>
                  <a:ext uri="{FF2B5EF4-FFF2-40B4-BE49-F238E27FC236}">
                    <a16:creationId xmlns:a16="http://schemas.microsoft.com/office/drawing/2014/main" id="{0A8FAC77-9663-EA02-C8B5-31B1373C9966}"/>
                  </a:ext>
                </a:extLst>
              </p:cNvPr>
              <p:cNvSpPr txBox="1"/>
              <p:nvPr/>
            </p:nvSpPr>
            <p:spPr>
              <a:xfrm>
                <a:off x="1920239" y="958351"/>
                <a:ext cx="6675120" cy="841248"/>
              </a:xfrm>
              <a:prstGeom prst="rect">
                <a:avLst/>
              </a:prstGeom>
              <a:noFill/>
              <a:ln/>
            </p:spPr>
            <p:txBody>
              <a:bodyPr wrap="square" lIns="0" tIns="0" rIns="0" bIns="0" rtlCol="0" anchor="t"/>
              <a:lstStyle/>
              <a:p>
                <a:pPr algn="just">
                  <a:lnSpc>
                    <a:spcPct val="92000"/>
                  </a:lnSpc>
                </a:pPr>
                <a:r>
                  <a:rPr lang="en-US" sz="1000">
                    <a:solidFill>
                      <a:prstClr val="black"/>
                    </a:solidFill>
                    <a:latin typeface="Aptos" panose="020B0004020202020204" pitchFamily="34" charset="0"/>
                    <a:ea typeface="Calibri" pitchFamily="34" charset="-122"/>
                    <a:cs typeface="Calibri" pitchFamily="34" charset="-120"/>
                  </a:rPr>
                  <a:t>Ashwin brings 18+ years of experience in building extremely large Data Warehouses, BI &amp; Analytics solutions for Telecom, Banking and Govt. Financial Services. With expertise in Analytics, Fraud Framework and Financial Crime Monitoring Analytics, he has been a pioneer in introducing the concept of tracking frauds happening and subsequent recovery of evasion amounts. He has worked in a Techno-Functional role and has extensively worked on implementation of Revenue Enhancement and Advanced Analytics solutions for multiple clients. He holds a B.E. degree in Computer Science from ACEIT, University of Rajasthan. An excellent leader and team player with a proactive personality and commitment to deliver quality work on schedule.</a:t>
                </a:r>
                <a:endParaRPr lang="en-US" sz="1000">
                  <a:solidFill>
                    <a:prstClr val="black"/>
                  </a:solidFill>
                  <a:latin typeface="Aptos" panose="020B0004020202020204" pitchFamily="34" charset="0"/>
                </a:endParaRPr>
              </a:p>
            </p:txBody>
          </p:sp>
          <p:sp>
            <p:nvSpPr>
              <p:cNvPr id="205" name="Shape 9">
                <a:extLst>
                  <a:ext uri="{FF2B5EF4-FFF2-40B4-BE49-F238E27FC236}">
                    <a16:creationId xmlns:a16="http://schemas.microsoft.com/office/drawing/2014/main" id="{4497AA19-16F0-59A4-F502-37CCBB48D6C2}"/>
                  </a:ext>
                </a:extLst>
              </p:cNvPr>
              <p:cNvSpPr/>
              <p:nvPr/>
            </p:nvSpPr>
            <p:spPr>
              <a:xfrm>
                <a:off x="475488" y="2029968"/>
                <a:ext cx="8138160" cy="0"/>
              </a:xfrm>
              <a:prstGeom prst="line">
                <a:avLst/>
              </a:prstGeom>
              <a:noFill/>
              <a:ln w="9525">
                <a:solidFill>
                  <a:srgbClr val="808080"/>
                </a:solidFill>
                <a:prstDash val="solid"/>
              </a:ln>
            </p:spPr>
            <p:txBody>
              <a:bodyPr/>
              <a:lstStyle/>
              <a:p>
                <a:endParaRPr lang="en-US">
                  <a:solidFill>
                    <a:prstClr val="black"/>
                  </a:solidFill>
                  <a:latin typeface="Aptos" panose="020B0004020202020204" pitchFamily="34" charset="0"/>
                </a:endParaRPr>
              </a:p>
            </p:txBody>
          </p:sp>
          <p:sp>
            <p:nvSpPr>
              <p:cNvPr id="206" name="Shape 10">
                <a:extLst>
                  <a:ext uri="{FF2B5EF4-FFF2-40B4-BE49-F238E27FC236}">
                    <a16:creationId xmlns:a16="http://schemas.microsoft.com/office/drawing/2014/main" id="{1FB1E174-A8C7-5F3B-6DD5-3C5C823A3CC8}"/>
                  </a:ext>
                </a:extLst>
              </p:cNvPr>
              <p:cNvSpPr/>
              <p:nvPr/>
            </p:nvSpPr>
            <p:spPr>
              <a:xfrm>
                <a:off x="475488" y="2121408"/>
                <a:ext cx="2788920" cy="259961"/>
              </a:xfrm>
              <a:prstGeom prst="rect">
                <a:avLst/>
              </a:prstGeom>
              <a:solidFill>
                <a:srgbClr val="1F7A45"/>
              </a:solidFill>
              <a:ln w="12700">
                <a:solidFill>
                  <a:srgbClr val="1F7A45"/>
                </a:solidFill>
                <a:prstDash val="solid"/>
              </a:ln>
            </p:spPr>
            <p:txBody>
              <a:bodyPr/>
              <a:lstStyle/>
              <a:p>
                <a:endParaRPr lang="en-US" sz="1400">
                  <a:solidFill>
                    <a:prstClr val="black"/>
                  </a:solidFill>
                  <a:latin typeface="Aptos" panose="020B0004020202020204" pitchFamily="34" charset="0"/>
                </a:endParaRPr>
              </a:p>
            </p:txBody>
          </p:sp>
          <p:sp>
            <p:nvSpPr>
              <p:cNvPr id="207" name="Text 11">
                <a:extLst>
                  <a:ext uri="{FF2B5EF4-FFF2-40B4-BE49-F238E27FC236}">
                    <a16:creationId xmlns:a16="http://schemas.microsoft.com/office/drawing/2014/main" id="{4D7CDF13-BBA1-9EC3-98E5-1E343A6DA2A1}"/>
                  </a:ext>
                </a:extLst>
              </p:cNvPr>
              <p:cNvSpPr txBox="1"/>
              <p:nvPr/>
            </p:nvSpPr>
            <p:spPr>
              <a:xfrm>
                <a:off x="640080" y="2121408"/>
                <a:ext cx="2606040" cy="310896"/>
              </a:xfrm>
              <a:prstGeom prst="rect">
                <a:avLst/>
              </a:prstGeom>
              <a:noFill/>
              <a:ln/>
            </p:spPr>
            <p:txBody>
              <a:bodyPr wrap="square" lIns="0" tIns="0" rIns="0" bIns="0" rtlCol="0" anchor="ctr"/>
              <a:lstStyle/>
              <a:p>
                <a:r>
                  <a:rPr lang="en-US" sz="1200" b="1">
                    <a:solidFill>
                      <a:srgbClr val="FFFFFF"/>
                    </a:solidFill>
                    <a:latin typeface="Aptos" panose="020B0004020202020204" pitchFamily="34" charset="0"/>
                    <a:ea typeface="Cambria" pitchFamily="34" charset="-122"/>
                    <a:cs typeface="Cambria" pitchFamily="34" charset="-120"/>
                  </a:rPr>
                  <a:t>Key Departments</a:t>
                </a:r>
                <a:endParaRPr lang="en-US" sz="1200">
                  <a:solidFill>
                    <a:prstClr val="black"/>
                  </a:solidFill>
                  <a:latin typeface="Aptos" panose="020B0004020202020204" pitchFamily="34" charset="0"/>
                </a:endParaRPr>
              </a:p>
            </p:txBody>
          </p:sp>
          <p:sp>
            <p:nvSpPr>
              <p:cNvPr id="208" name="Text 12">
                <a:extLst>
                  <a:ext uri="{FF2B5EF4-FFF2-40B4-BE49-F238E27FC236}">
                    <a16:creationId xmlns:a16="http://schemas.microsoft.com/office/drawing/2014/main" id="{4A5EC653-2308-DD75-BF57-2FFB5D3817B0}"/>
                  </a:ext>
                </a:extLst>
              </p:cNvPr>
              <p:cNvSpPr txBox="1"/>
              <p:nvPr/>
            </p:nvSpPr>
            <p:spPr>
              <a:xfrm>
                <a:off x="516544" y="2468103"/>
                <a:ext cx="8049794" cy="1005840"/>
              </a:xfrm>
              <a:prstGeom prst="rect">
                <a:avLst/>
              </a:prstGeom>
              <a:noFill/>
              <a:ln/>
            </p:spPr>
            <p:txBody>
              <a:bodyPr wrap="square" lIns="0" tIns="0" rIns="0" bIns="0" rtlCol="0" anchor="t"/>
              <a:lstStyle/>
              <a:p>
                <a:pPr marL="342900" indent="-342900" algn="just">
                  <a:spcAft>
                    <a:spcPts val="500"/>
                  </a:spcAft>
                  <a:buSzPct val="100000"/>
                  <a:buFontTx/>
                  <a:buChar char="▪"/>
                </a:pPr>
                <a:r>
                  <a:rPr lang="en-US" sz="1000">
                    <a:solidFill>
                      <a:prstClr val="black"/>
                    </a:solidFill>
                    <a:latin typeface="Aptos" panose="020B0004020202020204" pitchFamily="34" charset="0"/>
                    <a:ea typeface="Calibri" pitchFamily="34" charset="-122"/>
                    <a:cs typeface="Calibri" pitchFamily="34" charset="-120"/>
                  </a:rPr>
                  <a:t>Finance Department, Government of Rajasthan: </a:t>
                </a:r>
                <a:r>
                  <a:rPr lang="en-US" sz="1000" err="1">
                    <a:solidFill>
                      <a:prstClr val="black"/>
                    </a:solidFill>
                    <a:latin typeface="Aptos" panose="020B0004020202020204" pitchFamily="34" charset="0"/>
                    <a:ea typeface="Calibri" pitchFamily="34" charset="-122"/>
                    <a:cs typeface="Calibri" pitchFamily="34" charset="-120"/>
                  </a:rPr>
                  <a:t>CoERRA</a:t>
                </a:r>
                <a:r>
                  <a:rPr lang="en-US" sz="1000">
                    <a:solidFill>
                      <a:prstClr val="black"/>
                    </a:solidFill>
                    <a:latin typeface="Aptos" panose="020B0004020202020204" pitchFamily="34" charset="0"/>
                    <a:ea typeface="Calibri" pitchFamily="34" charset="-122"/>
                    <a:cs typeface="Calibri" pitchFamily="34" charset="-120"/>
                  </a:rPr>
                  <a:t>, Revenue-earning departments – Technical Support Unit, Analytics </a:t>
                </a:r>
                <a:r>
                  <a:rPr lang="en-US" sz="1000" err="1">
                    <a:solidFill>
                      <a:prstClr val="black"/>
                    </a:solidFill>
                    <a:latin typeface="Aptos" panose="020B0004020202020204" pitchFamily="34" charset="0"/>
                    <a:ea typeface="Calibri" pitchFamily="34" charset="-122"/>
                    <a:cs typeface="Calibri" pitchFamily="34" charset="-120"/>
                  </a:rPr>
                  <a:t>CoERRA</a:t>
                </a:r>
                <a:r>
                  <a:rPr lang="en-US" sz="1000">
                    <a:solidFill>
                      <a:prstClr val="black"/>
                    </a:solidFill>
                    <a:latin typeface="Aptos" panose="020B0004020202020204" pitchFamily="34" charset="0"/>
                    <a:ea typeface="Calibri" pitchFamily="34" charset="-122"/>
                    <a:cs typeface="Calibri" pitchFamily="34" charset="-120"/>
                  </a:rPr>
                  <a:t> ( Mining, Excise, Registration &amp; Stamps, Transport, Commercial Tax Department, SDRI and </a:t>
                </a:r>
                <a:r>
                  <a:rPr lang="en-US" sz="1000" err="1">
                    <a:solidFill>
                      <a:prstClr val="black"/>
                    </a:solidFill>
                    <a:latin typeface="Aptos" panose="020B0004020202020204" pitchFamily="34" charset="0"/>
                    <a:ea typeface="Calibri" pitchFamily="34" charset="-122"/>
                    <a:cs typeface="Calibri" pitchFamily="34" charset="-120"/>
                  </a:rPr>
                  <a:t>DoIT&amp;C</a:t>
                </a:r>
                <a:r>
                  <a:rPr lang="en-US" sz="1000">
                    <a:solidFill>
                      <a:prstClr val="black"/>
                    </a:solidFill>
                    <a:latin typeface="Aptos" panose="020B0004020202020204" pitchFamily="34" charset="0"/>
                    <a:ea typeface="Calibri" pitchFamily="34" charset="-122"/>
                    <a:cs typeface="Calibri" pitchFamily="34" charset="-120"/>
                  </a:rPr>
                  <a:t>)</a:t>
                </a:r>
              </a:p>
              <a:p>
                <a:pPr marL="342900" indent="-342900" algn="just">
                  <a:spcAft>
                    <a:spcPts val="500"/>
                  </a:spcAft>
                  <a:buSzPct val="100000"/>
                  <a:buFontTx/>
                  <a:buChar char="▪"/>
                </a:pPr>
                <a:r>
                  <a:rPr lang="en-US" sz="1000">
                    <a:solidFill>
                      <a:prstClr val="black"/>
                    </a:solidFill>
                    <a:latin typeface="Aptos" panose="020B0004020202020204" pitchFamily="34" charset="0"/>
                    <a:ea typeface="Calibri" pitchFamily="34" charset="-122"/>
                    <a:cs typeface="Calibri" pitchFamily="34" charset="-120"/>
                  </a:rPr>
                  <a:t>State Crime Records Bureau (SCRB), Rajasthan Police</a:t>
                </a:r>
                <a:endParaRPr lang="en-US" sz="1000">
                  <a:solidFill>
                    <a:prstClr val="black"/>
                  </a:solidFill>
                  <a:latin typeface="Aptos" panose="020B0004020202020204" pitchFamily="34" charset="0"/>
                </a:endParaRPr>
              </a:p>
              <a:p>
                <a:pPr marL="342900" indent="-342900" algn="just">
                  <a:spcAft>
                    <a:spcPts val="500"/>
                  </a:spcAft>
                  <a:buSzPct val="100000"/>
                  <a:buFontTx/>
                  <a:buChar char="▪"/>
                </a:pPr>
                <a:r>
                  <a:rPr lang="en-US" sz="1000">
                    <a:solidFill>
                      <a:prstClr val="black"/>
                    </a:solidFill>
                    <a:latin typeface="Aptos" panose="020B0004020202020204" pitchFamily="34" charset="0"/>
                    <a:ea typeface="Calibri" pitchFamily="34" charset="-122"/>
                    <a:cs typeface="Calibri" pitchFamily="34" charset="-120"/>
                  </a:rPr>
                  <a:t>Jammu &amp; Kashmir Bank – Automated Data Flow </a:t>
                </a:r>
                <a:endParaRPr lang="en-US" sz="1000">
                  <a:solidFill>
                    <a:prstClr val="black"/>
                  </a:solidFill>
                  <a:latin typeface="Aptos" panose="020B0004020202020204" pitchFamily="34" charset="0"/>
                </a:endParaRPr>
              </a:p>
            </p:txBody>
          </p:sp>
          <p:sp>
            <p:nvSpPr>
              <p:cNvPr id="209" name="Shape 14">
                <a:extLst>
                  <a:ext uri="{FF2B5EF4-FFF2-40B4-BE49-F238E27FC236}">
                    <a16:creationId xmlns:a16="http://schemas.microsoft.com/office/drawing/2014/main" id="{F970605A-9DF1-B956-5F02-663F0EF70502}"/>
                  </a:ext>
                </a:extLst>
              </p:cNvPr>
              <p:cNvSpPr/>
              <p:nvPr/>
            </p:nvSpPr>
            <p:spPr>
              <a:xfrm>
                <a:off x="512063" y="3313353"/>
                <a:ext cx="8138160" cy="0"/>
              </a:xfrm>
              <a:prstGeom prst="line">
                <a:avLst/>
              </a:prstGeom>
              <a:noFill/>
              <a:ln w="9525">
                <a:solidFill>
                  <a:srgbClr val="808080"/>
                </a:solidFill>
                <a:prstDash val="solid"/>
              </a:ln>
            </p:spPr>
            <p:txBody>
              <a:bodyPr/>
              <a:lstStyle/>
              <a:p>
                <a:endParaRPr lang="en-US">
                  <a:solidFill>
                    <a:prstClr val="black"/>
                  </a:solidFill>
                  <a:latin typeface="Aptos" panose="020B0004020202020204" pitchFamily="34" charset="0"/>
                </a:endParaRPr>
              </a:p>
            </p:txBody>
          </p:sp>
          <p:sp>
            <p:nvSpPr>
              <p:cNvPr id="210" name="Shape 15">
                <a:extLst>
                  <a:ext uri="{FF2B5EF4-FFF2-40B4-BE49-F238E27FC236}">
                    <a16:creationId xmlns:a16="http://schemas.microsoft.com/office/drawing/2014/main" id="{E74BBA8F-1595-BA82-BB85-CE229E064920}"/>
                  </a:ext>
                </a:extLst>
              </p:cNvPr>
              <p:cNvSpPr/>
              <p:nvPr/>
            </p:nvSpPr>
            <p:spPr>
              <a:xfrm>
                <a:off x="576071" y="3377006"/>
                <a:ext cx="1627632" cy="1024128"/>
              </a:xfrm>
              <a:prstGeom prst="homePlate">
                <a:avLst/>
              </a:prstGeom>
              <a:solidFill>
                <a:srgbClr val="D6E4F0"/>
              </a:solidFill>
              <a:ln w="12700">
                <a:solidFill>
                  <a:srgbClr val="D6E4F0"/>
                </a:solidFill>
                <a:prstDash val="solid"/>
              </a:ln>
            </p:spPr>
            <p:txBody>
              <a:bodyPr/>
              <a:lstStyle/>
              <a:p>
                <a:endParaRPr lang="en-US">
                  <a:solidFill>
                    <a:prstClr val="black"/>
                  </a:solidFill>
                  <a:latin typeface="Aptos" panose="020B0004020202020204" pitchFamily="34" charset="0"/>
                </a:endParaRPr>
              </a:p>
            </p:txBody>
          </p:sp>
          <p:sp>
            <p:nvSpPr>
              <p:cNvPr id="211" name="Text 16">
                <a:extLst>
                  <a:ext uri="{FF2B5EF4-FFF2-40B4-BE49-F238E27FC236}">
                    <a16:creationId xmlns:a16="http://schemas.microsoft.com/office/drawing/2014/main" id="{239B650B-798B-9614-81AB-AB2685F9902A}"/>
                  </a:ext>
                </a:extLst>
              </p:cNvPr>
              <p:cNvSpPr txBox="1"/>
              <p:nvPr/>
            </p:nvSpPr>
            <p:spPr>
              <a:xfrm>
                <a:off x="520124" y="3306904"/>
                <a:ext cx="1463040" cy="1024128"/>
              </a:xfrm>
              <a:prstGeom prst="rect">
                <a:avLst/>
              </a:prstGeom>
              <a:noFill/>
              <a:ln/>
            </p:spPr>
            <p:txBody>
              <a:bodyPr wrap="square" lIns="0" tIns="0" rIns="0" bIns="0" rtlCol="0" anchor="ctr"/>
              <a:lstStyle/>
              <a:p>
                <a:pPr algn="ctr"/>
                <a:r>
                  <a:rPr lang="en-US" sz="1200" b="1" i="1">
                    <a:solidFill>
                      <a:srgbClr val="1A1A1A"/>
                    </a:solidFill>
                    <a:latin typeface="Aptos" panose="020B0004020202020204" pitchFamily="34" charset="0"/>
                    <a:ea typeface="Cambria" pitchFamily="34" charset="-122"/>
                    <a:cs typeface="Cambria" pitchFamily="34" charset="-120"/>
                  </a:rPr>
                  <a:t>Area of</a:t>
                </a:r>
                <a:endParaRPr lang="en-US" sz="1200">
                  <a:solidFill>
                    <a:prstClr val="black"/>
                  </a:solidFill>
                  <a:latin typeface="Aptos" panose="020B0004020202020204" pitchFamily="34" charset="0"/>
                </a:endParaRPr>
              </a:p>
              <a:p>
                <a:pPr algn="ctr"/>
                <a:r>
                  <a:rPr lang="en-US" sz="1200" b="1" i="1">
                    <a:solidFill>
                      <a:srgbClr val="1A1A1A"/>
                    </a:solidFill>
                    <a:latin typeface="Aptos" panose="020B0004020202020204" pitchFamily="34" charset="0"/>
                    <a:ea typeface="Cambria" pitchFamily="34" charset="-122"/>
                    <a:cs typeface="Cambria" pitchFamily="34" charset="-120"/>
                  </a:rPr>
                  <a:t>professional</a:t>
                </a:r>
                <a:endParaRPr lang="en-US" sz="1200">
                  <a:solidFill>
                    <a:prstClr val="black"/>
                  </a:solidFill>
                  <a:latin typeface="Aptos" panose="020B0004020202020204" pitchFamily="34" charset="0"/>
                </a:endParaRPr>
              </a:p>
              <a:p>
                <a:pPr algn="ctr"/>
                <a:r>
                  <a:rPr lang="en-US" sz="1200" b="1" i="1">
                    <a:solidFill>
                      <a:srgbClr val="1A1A1A"/>
                    </a:solidFill>
                    <a:latin typeface="Aptos" panose="020B0004020202020204" pitchFamily="34" charset="0"/>
                    <a:ea typeface="Cambria" pitchFamily="34" charset="-122"/>
                    <a:cs typeface="Cambria" pitchFamily="34" charset="-120"/>
                  </a:rPr>
                  <a:t>experience</a:t>
                </a:r>
                <a:endParaRPr lang="en-US" sz="1200">
                  <a:solidFill>
                    <a:prstClr val="black"/>
                  </a:solidFill>
                  <a:latin typeface="Aptos" panose="020B0004020202020204" pitchFamily="34" charset="0"/>
                </a:endParaRPr>
              </a:p>
            </p:txBody>
          </p:sp>
          <p:sp>
            <p:nvSpPr>
              <p:cNvPr id="212" name="Text 17">
                <a:extLst>
                  <a:ext uri="{FF2B5EF4-FFF2-40B4-BE49-F238E27FC236}">
                    <a16:creationId xmlns:a16="http://schemas.microsoft.com/office/drawing/2014/main" id="{D5780E1B-47E3-CAB0-C262-3CBFF70225FC}"/>
                  </a:ext>
                </a:extLst>
              </p:cNvPr>
              <p:cNvSpPr txBox="1"/>
              <p:nvPr/>
            </p:nvSpPr>
            <p:spPr>
              <a:xfrm>
                <a:off x="2267712" y="3330929"/>
                <a:ext cx="6345936" cy="1060704"/>
              </a:xfrm>
              <a:prstGeom prst="rect">
                <a:avLst/>
              </a:prstGeom>
              <a:noFill/>
              <a:ln/>
            </p:spPr>
            <p:txBody>
              <a:bodyPr wrap="square" lIns="0" tIns="0" rIns="0" bIns="0" rtlCol="0" anchor="ctr"/>
              <a:lstStyle/>
              <a:p>
                <a:pPr marL="342900" indent="-342900">
                  <a:spcAft>
                    <a:spcPts val="300"/>
                  </a:spcAft>
                  <a:buSzPct val="100000"/>
                  <a:buFontTx/>
                  <a:buChar char="●"/>
                </a:pPr>
                <a:r>
                  <a:rPr lang="en-US" sz="900" b="1">
                    <a:solidFill>
                      <a:srgbClr val="262626"/>
                    </a:solidFill>
                    <a:latin typeface="Aptos" panose="020B0004020202020204" pitchFamily="34" charset="0"/>
                    <a:ea typeface="Calibri" pitchFamily="34" charset="-122"/>
                    <a:cs typeface="Calibri" pitchFamily="34" charset="-120"/>
                  </a:rPr>
                  <a:t>18+ years </a:t>
                </a:r>
                <a:r>
                  <a:rPr lang="en-US" sz="900">
                    <a:solidFill>
                      <a:srgbClr val="262626"/>
                    </a:solidFill>
                    <a:latin typeface="Aptos" panose="020B0004020202020204" pitchFamily="34" charset="0"/>
                    <a:ea typeface="Calibri" pitchFamily="34" charset="-122"/>
                    <a:cs typeface="Calibri" pitchFamily="34" charset="-120"/>
                  </a:rPr>
                  <a:t>of experience in large-scale Data Warehousing, BI &amp; Analytics for Telecom, Banking and Govt. Financial Services.</a:t>
                </a:r>
                <a:endParaRPr lang="en-US" sz="900">
                  <a:solidFill>
                    <a:prstClr val="black"/>
                  </a:solidFill>
                  <a:latin typeface="Aptos" panose="020B0004020202020204" pitchFamily="34" charset="0"/>
                </a:endParaRPr>
              </a:p>
              <a:p>
                <a:pPr marL="342900" indent="-342900">
                  <a:spcAft>
                    <a:spcPts val="300"/>
                  </a:spcAft>
                  <a:buSzPct val="100000"/>
                  <a:buFontTx/>
                  <a:buChar char="●"/>
                </a:pPr>
                <a:r>
                  <a:rPr lang="en-US" sz="900" b="1">
                    <a:solidFill>
                      <a:srgbClr val="262626"/>
                    </a:solidFill>
                    <a:latin typeface="Aptos" panose="020B0004020202020204" pitchFamily="34" charset="0"/>
                    <a:ea typeface="Calibri" pitchFamily="34" charset="-122"/>
                    <a:cs typeface="Calibri" pitchFamily="34" charset="-120"/>
                  </a:rPr>
                  <a:t>Fraud Framework &amp; Financial Crime Monitoring Analytics</a:t>
                </a:r>
                <a:r>
                  <a:rPr lang="en-US" sz="900">
                    <a:solidFill>
                      <a:srgbClr val="262626"/>
                    </a:solidFill>
                    <a:latin typeface="Aptos" panose="020B0004020202020204" pitchFamily="34" charset="0"/>
                    <a:ea typeface="Calibri" pitchFamily="34" charset="-122"/>
                    <a:cs typeface="Calibri" pitchFamily="34" charset="-120"/>
                  </a:rPr>
                  <a:t> – tracking frauds and subsequent recovery of evasion amounts.</a:t>
                </a:r>
                <a:endParaRPr lang="en-US" sz="900">
                  <a:solidFill>
                    <a:prstClr val="black"/>
                  </a:solidFill>
                  <a:latin typeface="Aptos" panose="020B0004020202020204" pitchFamily="34" charset="0"/>
                </a:endParaRPr>
              </a:p>
              <a:p>
                <a:pPr marL="342900" indent="-342900">
                  <a:spcAft>
                    <a:spcPts val="300"/>
                  </a:spcAft>
                  <a:buSzPct val="100000"/>
                  <a:buFontTx/>
                  <a:buChar char="●"/>
                </a:pPr>
                <a:r>
                  <a:rPr lang="en-US" sz="900" b="1">
                    <a:solidFill>
                      <a:srgbClr val="262626"/>
                    </a:solidFill>
                    <a:latin typeface="Aptos" panose="020B0004020202020204" pitchFamily="34" charset="0"/>
                    <a:ea typeface="Calibri" pitchFamily="34" charset="-122"/>
                    <a:cs typeface="Calibri" pitchFamily="34" charset="-120"/>
                  </a:rPr>
                  <a:t>Revenue Enhancement and Advanced Analytics</a:t>
                </a:r>
                <a:r>
                  <a:rPr lang="en-US" sz="900">
                    <a:solidFill>
                      <a:srgbClr val="262626"/>
                    </a:solidFill>
                    <a:latin typeface="Aptos" panose="020B0004020202020204" pitchFamily="34" charset="0"/>
                    <a:ea typeface="Calibri" pitchFamily="34" charset="-122"/>
                    <a:cs typeface="Calibri" pitchFamily="34" charset="-120"/>
                  </a:rPr>
                  <a:t> solution implementation in a Techno-Functional role for multiple clients.</a:t>
                </a:r>
                <a:endParaRPr lang="en-US" sz="900">
                  <a:solidFill>
                    <a:prstClr val="black"/>
                  </a:solidFill>
                  <a:latin typeface="Aptos" panose="020B0004020202020204" pitchFamily="34" charset="0"/>
                </a:endParaRPr>
              </a:p>
              <a:p>
                <a:pPr marL="342900" indent="-342900">
                  <a:spcAft>
                    <a:spcPts val="300"/>
                  </a:spcAft>
                  <a:buSzPct val="100000"/>
                  <a:buFontTx/>
                  <a:buChar char="●"/>
                </a:pPr>
                <a:r>
                  <a:rPr lang="en-US" sz="900" b="1">
                    <a:solidFill>
                      <a:srgbClr val="262626"/>
                    </a:solidFill>
                    <a:latin typeface="Aptos" panose="020B0004020202020204" pitchFamily="34" charset="0"/>
                    <a:ea typeface="Calibri" pitchFamily="34" charset="-122"/>
                    <a:cs typeface="Calibri" pitchFamily="34" charset="-120"/>
                  </a:rPr>
                  <a:t>Designed end-to-end data flow architecture from ETL to BI</a:t>
                </a:r>
                <a:r>
                  <a:rPr lang="en-US" sz="900">
                    <a:solidFill>
                      <a:srgbClr val="262626"/>
                    </a:solidFill>
                    <a:latin typeface="Aptos" panose="020B0004020202020204" pitchFamily="34" charset="0"/>
                    <a:ea typeface="Calibri" pitchFamily="34" charset="-122"/>
                    <a:cs typeface="Calibri" pitchFamily="34" charset="-120"/>
                  </a:rPr>
                  <a:t>; developed rules and ML models to predict potential fraudulent activities.</a:t>
                </a:r>
                <a:endParaRPr lang="en-US" sz="900">
                  <a:solidFill>
                    <a:prstClr val="black"/>
                  </a:solidFill>
                  <a:latin typeface="Aptos" panose="020B0004020202020204" pitchFamily="34" charset="0"/>
                </a:endParaRPr>
              </a:p>
              <a:p>
                <a:pPr marL="342900" indent="-342900">
                  <a:spcAft>
                    <a:spcPts val="300"/>
                  </a:spcAft>
                  <a:buSzPct val="100000"/>
                  <a:buFontTx/>
                  <a:buChar char="●"/>
                </a:pPr>
                <a:r>
                  <a:rPr lang="en-US" sz="900" b="1">
                    <a:solidFill>
                      <a:srgbClr val="262626"/>
                    </a:solidFill>
                    <a:latin typeface="Aptos" panose="020B0004020202020204" pitchFamily="34" charset="0"/>
                    <a:ea typeface="Calibri" pitchFamily="34" charset="-122"/>
                    <a:cs typeface="Calibri" pitchFamily="34" charset="-120"/>
                  </a:rPr>
                  <a:t>Work estimation, allocation, execution and delivery ownership</a:t>
                </a:r>
                <a:r>
                  <a:rPr lang="en-US" sz="900">
                    <a:solidFill>
                      <a:srgbClr val="262626"/>
                    </a:solidFill>
                    <a:latin typeface="Aptos" panose="020B0004020202020204" pitchFamily="34" charset="0"/>
                    <a:ea typeface="Calibri" pitchFamily="34" charset="-122"/>
                    <a:cs typeface="Calibri" pitchFamily="34" charset="-120"/>
                  </a:rPr>
                  <a:t> of analytical solutions with stakeholders.</a:t>
                </a:r>
                <a:endParaRPr lang="en-US" sz="900">
                  <a:solidFill>
                    <a:prstClr val="black"/>
                  </a:solidFill>
                  <a:latin typeface="Aptos" panose="020B0004020202020204" pitchFamily="34" charset="0"/>
                </a:endParaRPr>
              </a:p>
            </p:txBody>
          </p:sp>
          <p:sp>
            <p:nvSpPr>
              <p:cNvPr id="213" name="Shape 18">
                <a:extLst>
                  <a:ext uri="{FF2B5EF4-FFF2-40B4-BE49-F238E27FC236}">
                    <a16:creationId xmlns:a16="http://schemas.microsoft.com/office/drawing/2014/main" id="{C1C27B98-92C2-A1AF-BCC9-DDC84124A053}"/>
                  </a:ext>
                </a:extLst>
              </p:cNvPr>
              <p:cNvSpPr/>
              <p:nvPr/>
            </p:nvSpPr>
            <p:spPr>
              <a:xfrm>
                <a:off x="475488" y="4489260"/>
                <a:ext cx="8138160" cy="0"/>
              </a:xfrm>
              <a:prstGeom prst="line">
                <a:avLst/>
              </a:prstGeom>
              <a:noFill/>
              <a:ln w="9525">
                <a:solidFill>
                  <a:srgbClr val="808080"/>
                </a:solidFill>
                <a:prstDash val="solid"/>
              </a:ln>
            </p:spPr>
            <p:txBody>
              <a:bodyPr/>
              <a:lstStyle/>
              <a:p>
                <a:endParaRPr lang="en-US">
                  <a:solidFill>
                    <a:prstClr val="black"/>
                  </a:solidFill>
                  <a:latin typeface="Aptos" panose="020B0004020202020204" pitchFamily="34" charset="0"/>
                </a:endParaRPr>
              </a:p>
            </p:txBody>
          </p:sp>
          <p:sp>
            <p:nvSpPr>
              <p:cNvPr id="214" name="Shape 19">
                <a:extLst>
                  <a:ext uri="{FF2B5EF4-FFF2-40B4-BE49-F238E27FC236}">
                    <a16:creationId xmlns:a16="http://schemas.microsoft.com/office/drawing/2014/main" id="{9DB6DC2A-B5C0-D548-00F0-60587383FC86}"/>
                  </a:ext>
                </a:extLst>
              </p:cNvPr>
              <p:cNvSpPr/>
              <p:nvPr/>
            </p:nvSpPr>
            <p:spPr>
              <a:xfrm>
                <a:off x="576071" y="4575203"/>
                <a:ext cx="1627632" cy="929375"/>
              </a:xfrm>
              <a:prstGeom prst="homePlate">
                <a:avLst/>
              </a:prstGeom>
              <a:solidFill>
                <a:srgbClr val="D6E4F0"/>
              </a:solidFill>
              <a:ln w="12700">
                <a:solidFill>
                  <a:srgbClr val="D6E4F0"/>
                </a:solidFill>
                <a:prstDash val="solid"/>
              </a:ln>
            </p:spPr>
            <p:txBody>
              <a:bodyPr/>
              <a:lstStyle/>
              <a:p>
                <a:endParaRPr lang="en-US">
                  <a:solidFill>
                    <a:prstClr val="black"/>
                  </a:solidFill>
                  <a:latin typeface="Aptos" panose="020B0004020202020204" pitchFamily="34" charset="0"/>
                </a:endParaRPr>
              </a:p>
            </p:txBody>
          </p:sp>
          <p:sp>
            <p:nvSpPr>
              <p:cNvPr id="215" name="Text 20">
                <a:extLst>
                  <a:ext uri="{FF2B5EF4-FFF2-40B4-BE49-F238E27FC236}">
                    <a16:creationId xmlns:a16="http://schemas.microsoft.com/office/drawing/2014/main" id="{30B3EBA5-FA4F-E1BF-6EB6-7458E6D8062E}"/>
                  </a:ext>
                </a:extLst>
              </p:cNvPr>
              <p:cNvSpPr txBox="1"/>
              <p:nvPr/>
            </p:nvSpPr>
            <p:spPr>
              <a:xfrm>
                <a:off x="500985" y="4605488"/>
                <a:ext cx="1463040" cy="841248"/>
              </a:xfrm>
              <a:prstGeom prst="rect">
                <a:avLst/>
              </a:prstGeom>
              <a:noFill/>
              <a:ln/>
            </p:spPr>
            <p:txBody>
              <a:bodyPr wrap="square" lIns="0" tIns="0" rIns="0" bIns="0" rtlCol="0" anchor="ctr"/>
              <a:lstStyle/>
              <a:p>
                <a:pPr algn="ctr"/>
                <a:r>
                  <a:rPr lang="en-US" sz="1200" b="1" i="1">
                    <a:solidFill>
                      <a:srgbClr val="1A1A1A"/>
                    </a:solidFill>
                    <a:latin typeface="Aptos" panose="020B0004020202020204" pitchFamily="34" charset="0"/>
                    <a:ea typeface="Cambria" pitchFamily="34" charset="-122"/>
                    <a:cs typeface="Cambria" pitchFamily="34" charset="-120"/>
                  </a:rPr>
                  <a:t>Clients</a:t>
                </a:r>
                <a:endParaRPr lang="en-US" sz="1200">
                  <a:solidFill>
                    <a:prstClr val="black"/>
                  </a:solidFill>
                  <a:latin typeface="Aptos" panose="020B0004020202020204" pitchFamily="34" charset="0"/>
                </a:endParaRPr>
              </a:p>
              <a:p>
                <a:pPr algn="ctr"/>
                <a:r>
                  <a:rPr lang="en-US" sz="1200" b="1" i="1">
                    <a:solidFill>
                      <a:srgbClr val="1A1A1A"/>
                    </a:solidFill>
                    <a:latin typeface="Aptos" panose="020B0004020202020204" pitchFamily="34" charset="0"/>
                    <a:ea typeface="Cambria" pitchFamily="34" charset="-122"/>
                    <a:cs typeface="Cambria" pitchFamily="34" charset="-120"/>
                  </a:rPr>
                  <a:t>handled</a:t>
                </a:r>
                <a:endParaRPr lang="en-US" sz="1200">
                  <a:solidFill>
                    <a:prstClr val="black"/>
                  </a:solidFill>
                  <a:latin typeface="Aptos" panose="020B0004020202020204" pitchFamily="34" charset="0"/>
                </a:endParaRPr>
              </a:p>
            </p:txBody>
          </p:sp>
          <p:sp>
            <p:nvSpPr>
              <p:cNvPr id="216" name="Text 21">
                <a:extLst>
                  <a:ext uri="{FF2B5EF4-FFF2-40B4-BE49-F238E27FC236}">
                    <a16:creationId xmlns:a16="http://schemas.microsoft.com/office/drawing/2014/main" id="{9692F008-03C7-4AB7-2204-CC5FDF574115}"/>
                  </a:ext>
                </a:extLst>
              </p:cNvPr>
              <p:cNvSpPr txBox="1"/>
              <p:nvPr/>
            </p:nvSpPr>
            <p:spPr>
              <a:xfrm>
                <a:off x="2243883" y="4558441"/>
                <a:ext cx="3154680" cy="841248"/>
              </a:xfrm>
              <a:prstGeom prst="rect">
                <a:avLst/>
              </a:prstGeom>
              <a:noFill/>
              <a:ln/>
            </p:spPr>
            <p:txBody>
              <a:bodyPr wrap="square" lIns="0" tIns="0" rIns="0" bIns="0" rtlCol="0" anchor="ctr"/>
              <a:lstStyle/>
              <a:p>
                <a:pPr marL="342900" indent="-342900">
                  <a:spcAft>
                    <a:spcPts val="400"/>
                  </a:spcAft>
                  <a:buSzPct val="100000"/>
                  <a:buFontTx/>
                  <a:buChar char="▪"/>
                </a:pPr>
                <a:r>
                  <a:rPr lang="en-US" sz="1000" b="1">
                    <a:solidFill>
                      <a:srgbClr val="1A1A1A"/>
                    </a:solidFill>
                    <a:latin typeface="Aptos" panose="020B0004020202020204" pitchFamily="34" charset="0"/>
                    <a:ea typeface="Cambria" pitchFamily="34" charset="-122"/>
                    <a:cs typeface="Cambria" pitchFamily="34" charset="-120"/>
                  </a:rPr>
                  <a:t>Commercial Taxes Department, Government of Rajasthan</a:t>
                </a:r>
                <a:endParaRPr lang="en-US" sz="1000">
                  <a:solidFill>
                    <a:prstClr val="black"/>
                  </a:solidFill>
                  <a:latin typeface="Aptos" panose="020B0004020202020204" pitchFamily="34" charset="0"/>
                </a:endParaRPr>
              </a:p>
              <a:p>
                <a:pPr marL="342900" indent="-342900">
                  <a:spcAft>
                    <a:spcPts val="400"/>
                  </a:spcAft>
                  <a:buSzPct val="100000"/>
                  <a:buFontTx/>
                  <a:buChar char="▪"/>
                </a:pPr>
                <a:r>
                  <a:rPr lang="en-US" sz="1000" b="1">
                    <a:solidFill>
                      <a:srgbClr val="1A1A1A"/>
                    </a:solidFill>
                    <a:latin typeface="Aptos" panose="020B0004020202020204" pitchFamily="34" charset="0"/>
                    <a:ea typeface="Cambria" pitchFamily="34" charset="-122"/>
                    <a:cs typeface="Cambria" pitchFamily="34" charset="-120"/>
                  </a:rPr>
                  <a:t>Technical Support Unit, Government of Rajasthan</a:t>
                </a:r>
                <a:endParaRPr lang="en-US" sz="1000">
                  <a:solidFill>
                    <a:prstClr val="black"/>
                  </a:solidFill>
                  <a:latin typeface="Aptos" panose="020B0004020202020204" pitchFamily="34" charset="0"/>
                </a:endParaRPr>
              </a:p>
              <a:p>
                <a:pPr marL="342900" indent="-342900">
                  <a:spcAft>
                    <a:spcPts val="400"/>
                  </a:spcAft>
                  <a:buSzPct val="100000"/>
                  <a:buFontTx/>
                  <a:buChar char="▪"/>
                </a:pPr>
                <a:r>
                  <a:rPr lang="en-US" sz="1000" b="1">
                    <a:solidFill>
                      <a:srgbClr val="1A1A1A"/>
                    </a:solidFill>
                    <a:latin typeface="Aptos" panose="020B0004020202020204" pitchFamily="34" charset="0"/>
                    <a:ea typeface="Cambria" pitchFamily="34" charset="-122"/>
                    <a:cs typeface="Cambria" pitchFamily="34" charset="-120"/>
                  </a:rPr>
                  <a:t>State Directorate of Revenue Intelligence, Rajasthan</a:t>
                </a:r>
                <a:endParaRPr lang="en-US" sz="1000">
                  <a:solidFill>
                    <a:prstClr val="black"/>
                  </a:solidFill>
                  <a:latin typeface="Aptos" panose="020B0004020202020204" pitchFamily="34" charset="0"/>
                </a:endParaRPr>
              </a:p>
            </p:txBody>
          </p:sp>
          <p:sp>
            <p:nvSpPr>
              <p:cNvPr id="217" name="Text 22">
                <a:extLst>
                  <a:ext uri="{FF2B5EF4-FFF2-40B4-BE49-F238E27FC236}">
                    <a16:creationId xmlns:a16="http://schemas.microsoft.com/office/drawing/2014/main" id="{6AD84B1B-BC77-F3B2-CAB8-4DC732648186}"/>
                  </a:ext>
                </a:extLst>
              </p:cNvPr>
              <p:cNvSpPr txBox="1"/>
              <p:nvPr/>
            </p:nvSpPr>
            <p:spPr>
              <a:xfrm>
                <a:off x="5486400" y="4468998"/>
                <a:ext cx="3108960" cy="841248"/>
              </a:xfrm>
              <a:prstGeom prst="rect">
                <a:avLst/>
              </a:prstGeom>
              <a:noFill/>
              <a:ln/>
            </p:spPr>
            <p:txBody>
              <a:bodyPr wrap="square" lIns="0" tIns="0" rIns="0" bIns="0" rtlCol="0" anchor="ctr"/>
              <a:lstStyle/>
              <a:p>
                <a:pPr marL="342900" indent="-342900">
                  <a:spcAft>
                    <a:spcPts val="400"/>
                  </a:spcAft>
                  <a:buSzPct val="100000"/>
                  <a:buFontTx/>
                  <a:buChar char="▪"/>
                </a:pPr>
                <a:r>
                  <a:rPr lang="en-US" sz="1000" b="1">
                    <a:solidFill>
                      <a:srgbClr val="1A1A1A"/>
                    </a:solidFill>
                    <a:latin typeface="Aptos" panose="020B0004020202020204" pitchFamily="34" charset="0"/>
                    <a:ea typeface="Cambria" pitchFamily="34" charset="-122"/>
                    <a:cs typeface="Cambria" pitchFamily="34" charset="-120"/>
                  </a:rPr>
                  <a:t>State Crime Records Bureau, Rajasthan Police</a:t>
                </a:r>
                <a:endParaRPr lang="en-US" sz="1000">
                  <a:solidFill>
                    <a:prstClr val="black"/>
                  </a:solidFill>
                  <a:latin typeface="Aptos" panose="020B0004020202020204" pitchFamily="34" charset="0"/>
                </a:endParaRPr>
              </a:p>
              <a:p>
                <a:pPr marL="342900" indent="-342900">
                  <a:spcAft>
                    <a:spcPts val="400"/>
                  </a:spcAft>
                  <a:buSzPct val="100000"/>
                  <a:buFontTx/>
                  <a:buChar char="▪"/>
                </a:pPr>
                <a:r>
                  <a:rPr lang="en-US" sz="1000" b="1">
                    <a:solidFill>
                      <a:srgbClr val="1A1A1A"/>
                    </a:solidFill>
                    <a:latin typeface="Aptos" panose="020B0004020202020204" pitchFamily="34" charset="0"/>
                    <a:ea typeface="Cambria" pitchFamily="34" charset="-122"/>
                    <a:cs typeface="Cambria" pitchFamily="34" charset="-120"/>
                  </a:rPr>
                  <a:t>Jammu &amp; Kashmir Bank</a:t>
                </a:r>
                <a:endParaRPr lang="en-US" sz="1000">
                  <a:solidFill>
                    <a:prstClr val="black"/>
                  </a:solidFill>
                  <a:latin typeface="Aptos" panose="020B0004020202020204" pitchFamily="34" charset="0"/>
                </a:endParaRPr>
              </a:p>
              <a:p>
                <a:pPr marL="342900" indent="-342900">
                  <a:spcAft>
                    <a:spcPts val="400"/>
                  </a:spcAft>
                  <a:buSzPct val="100000"/>
                  <a:buFontTx/>
                  <a:buChar char="▪"/>
                </a:pPr>
                <a:r>
                  <a:rPr lang="en-US" sz="1000" b="1">
                    <a:solidFill>
                      <a:srgbClr val="1A1A1A"/>
                    </a:solidFill>
                    <a:latin typeface="Aptos" panose="020B0004020202020204" pitchFamily="34" charset="0"/>
                    <a:ea typeface="Cambria" pitchFamily="34" charset="-122"/>
                    <a:cs typeface="Cambria" pitchFamily="34" charset="-120"/>
                  </a:rPr>
                  <a:t>Telecom, Banking and Govt. Financial Services clients</a:t>
                </a:r>
                <a:endParaRPr lang="en-US" sz="1000">
                  <a:solidFill>
                    <a:prstClr val="black"/>
                  </a:solidFill>
                  <a:latin typeface="Aptos" panose="020B0004020202020204" pitchFamily="34" charset="0"/>
                </a:endParaRPr>
              </a:p>
            </p:txBody>
          </p:sp>
          <p:sp>
            <p:nvSpPr>
              <p:cNvPr id="218" name="Shape 23">
                <a:extLst>
                  <a:ext uri="{FF2B5EF4-FFF2-40B4-BE49-F238E27FC236}">
                    <a16:creationId xmlns:a16="http://schemas.microsoft.com/office/drawing/2014/main" id="{7702C1B8-18B7-6F84-7519-2264F5D48CDA}"/>
                  </a:ext>
                </a:extLst>
              </p:cNvPr>
              <p:cNvSpPr/>
              <p:nvPr/>
            </p:nvSpPr>
            <p:spPr>
              <a:xfrm>
                <a:off x="463351" y="5593676"/>
                <a:ext cx="8211312" cy="0"/>
              </a:xfrm>
              <a:prstGeom prst="line">
                <a:avLst/>
              </a:prstGeom>
              <a:noFill/>
              <a:ln w="9525">
                <a:solidFill>
                  <a:srgbClr val="808080"/>
                </a:solidFill>
                <a:prstDash val="solid"/>
              </a:ln>
            </p:spPr>
            <p:txBody>
              <a:bodyPr/>
              <a:lstStyle/>
              <a:p>
                <a:endParaRPr lang="en-US">
                  <a:solidFill>
                    <a:prstClr val="black"/>
                  </a:solidFill>
                  <a:latin typeface="Aptos" panose="020B0004020202020204" pitchFamily="34" charset="0"/>
                </a:endParaRPr>
              </a:p>
            </p:txBody>
          </p:sp>
          <p:sp>
            <p:nvSpPr>
              <p:cNvPr id="219" name="Shape 24">
                <a:extLst>
                  <a:ext uri="{FF2B5EF4-FFF2-40B4-BE49-F238E27FC236}">
                    <a16:creationId xmlns:a16="http://schemas.microsoft.com/office/drawing/2014/main" id="{BEC1880E-D074-A594-702D-7014B11CEAFF}"/>
                  </a:ext>
                </a:extLst>
              </p:cNvPr>
              <p:cNvSpPr/>
              <p:nvPr/>
            </p:nvSpPr>
            <p:spPr>
              <a:xfrm>
                <a:off x="463351" y="5673879"/>
                <a:ext cx="3703320" cy="221073"/>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20" name="Text 25">
                <a:extLst>
                  <a:ext uri="{FF2B5EF4-FFF2-40B4-BE49-F238E27FC236}">
                    <a16:creationId xmlns:a16="http://schemas.microsoft.com/office/drawing/2014/main" id="{5EE72B89-4F07-10E2-950B-FDE7E9C74888}"/>
                  </a:ext>
                </a:extLst>
              </p:cNvPr>
              <p:cNvSpPr txBox="1"/>
              <p:nvPr/>
            </p:nvSpPr>
            <p:spPr>
              <a:xfrm>
                <a:off x="576071" y="5633265"/>
                <a:ext cx="3566160" cy="292608"/>
              </a:xfrm>
              <a:prstGeom prst="rect">
                <a:avLst/>
              </a:prstGeom>
              <a:noFill/>
              <a:ln/>
            </p:spPr>
            <p:txBody>
              <a:bodyPr wrap="square" lIns="0" tIns="0" rIns="0" bIns="0" rtlCol="0" anchor="ctr"/>
              <a:lstStyle/>
              <a:p>
                <a:r>
                  <a:rPr lang="en-US" sz="1200" b="1">
                    <a:solidFill>
                      <a:srgbClr val="FFFFFF"/>
                    </a:solidFill>
                    <a:latin typeface="Aptos" panose="020B0004020202020204" pitchFamily="34" charset="0"/>
                    <a:ea typeface="Cambria" pitchFamily="34" charset="-122"/>
                    <a:cs typeface="Cambria" pitchFamily="34" charset="-120"/>
                  </a:rPr>
                  <a:t>Key Responsibilities for this assignment</a:t>
                </a:r>
                <a:endParaRPr lang="en-US" sz="1200">
                  <a:solidFill>
                    <a:prstClr val="black"/>
                  </a:solidFill>
                  <a:latin typeface="Aptos" panose="020B0004020202020204" pitchFamily="34" charset="0"/>
                </a:endParaRPr>
              </a:p>
            </p:txBody>
          </p:sp>
          <p:sp>
            <p:nvSpPr>
              <p:cNvPr id="221" name="Text 26">
                <a:extLst>
                  <a:ext uri="{FF2B5EF4-FFF2-40B4-BE49-F238E27FC236}">
                    <a16:creationId xmlns:a16="http://schemas.microsoft.com/office/drawing/2014/main" id="{A92F181C-305A-D52F-F7A8-4CAF0E81A3C8}"/>
                  </a:ext>
                </a:extLst>
              </p:cNvPr>
              <p:cNvSpPr txBox="1"/>
              <p:nvPr/>
            </p:nvSpPr>
            <p:spPr>
              <a:xfrm>
                <a:off x="466344" y="5969505"/>
                <a:ext cx="8183880" cy="420624"/>
              </a:xfrm>
              <a:prstGeom prst="rect">
                <a:avLst/>
              </a:prstGeom>
              <a:noFill/>
              <a:ln/>
            </p:spPr>
            <p:txBody>
              <a:bodyPr wrap="square" lIns="0" tIns="0" rIns="0" bIns="0" rtlCol="0" anchor="t"/>
              <a:lstStyle/>
              <a:p>
                <a:pPr algn="just">
                  <a:lnSpc>
                    <a:spcPct val="92000"/>
                  </a:lnSpc>
                </a:pPr>
                <a:r>
                  <a:rPr lang="en-US" sz="1000">
                    <a:solidFill>
                      <a:srgbClr val="262626"/>
                    </a:solidFill>
                    <a:latin typeface="Aptos" panose="020B0004020202020204" pitchFamily="34" charset="0"/>
                    <a:ea typeface="Calibri" pitchFamily="34" charset="-122"/>
                    <a:cs typeface="Calibri" pitchFamily="34" charset="-120"/>
                  </a:rPr>
                  <a:t>Design the source integration strategy and approach, and implement the approach to integrate different systems. Interact with departmental stakeholders to </a:t>
                </a:r>
                <a:r>
                  <a:rPr lang="en-US" sz="1000" err="1">
                    <a:solidFill>
                      <a:srgbClr val="262626"/>
                    </a:solidFill>
                    <a:latin typeface="Aptos" panose="020B0004020202020204" pitchFamily="34" charset="0"/>
                    <a:ea typeface="Calibri" pitchFamily="34" charset="-122"/>
                    <a:cs typeface="Calibri" pitchFamily="34" charset="-120"/>
                  </a:rPr>
                  <a:t>finalise</a:t>
                </a:r>
                <a:r>
                  <a:rPr lang="en-US" sz="1000">
                    <a:solidFill>
                      <a:srgbClr val="262626"/>
                    </a:solidFill>
                    <a:latin typeface="Aptos" panose="020B0004020202020204" pitchFamily="34" charset="0"/>
                    <a:ea typeface="Calibri" pitchFamily="34" charset="-122"/>
                    <a:cs typeface="Calibri" pitchFamily="34" charset="-120"/>
                  </a:rPr>
                  <a:t> functional requirements; define, </a:t>
                </a:r>
                <a:r>
                  <a:rPr lang="en-US" sz="1000" err="1">
                    <a:solidFill>
                      <a:srgbClr val="262626"/>
                    </a:solidFill>
                    <a:latin typeface="Aptos" panose="020B0004020202020204" pitchFamily="34" charset="0"/>
                    <a:ea typeface="Calibri" pitchFamily="34" charset="-122"/>
                    <a:cs typeface="Calibri" pitchFamily="34" charset="-120"/>
                  </a:rPr>
                  <a:t>prioritise</a:t>
                </a:r>
                <a:r>
                  <a:rPr lang="en-US" sz="1000">
                    <a:solidFill>
                      <a:srgbClr val="262626"/>
                    </a:solidFill>
                    <a:latin typeface="Aptos" panose="020B0004020202020204" pitchFamily="34" charset="0"/>
                    <a:ea typeface="Calibri" pitchFamily="34" charset="-122"/>
                    <a:cs typeface="Calibri" pitchFamily="34" charset="-120"/>
                  </a:rPr>
                  <a:t> and delegate tasks with work estimation, allocation, execution and delivery ownership. Create and execute project work plans and revisions as appropriate to meet changing needs, review deliverables, and validate the developed analytical solution with presentation to concerned stakeholders.</a:t>
                </a:r>
                <a:endParaRPr lang="en-US" sz="1000">
                  <a:solidFill>
                    <a:prstClr val="black"/>
                  </a:solidFill>
                  <a:latin typeface="Aptos" panose="020B0004020202020204" pitchFamily="34" charset="0"/>
                </a:endParaRPr>
              </a:p>
            </p:txBody>
          </p:sp>
          <p:sp>
            <p:nvSpPr>
              <p:cNvPr id="222" name="Text 27">
                <a:extLst>
                  <a:ext uri="{FF2B5EF4-FFF2-40B4-BE49-F238E27FC236}">
                    <a16:creationId xmlns:a16="http://schemas.microsoft.com/office/drawing/2014/main" id="{2A9BC0BB-D6B0-A88B-2724-45320E6199E2}"/>
                  </a:ext>
                </a:extLst>
              </p:cNvPr>
              <p:cNvSpPr txBox="1"/>
              <p:nvPr/>
            </p:nvSpPr>
            <p:spPr>
              <a:xfrm>
                <a:off x="8862141" y="196834"/>
                <a:ext cx="1234440" cy="603504"/>
              </a:xfrm>
              <a:prstGeom prst="rect">
                <a:avLst/>
              </a:prstGeom>
              <a:noFill/>
              <a:ln/>
            </p:spPr>
            <p:txBody>
              <a:bodyPr wrap="square" lIns="0" tIns="0" rIns="0" bIns="0" rtlCol="0" anchor="ctr"/>
              <a:lstStyle/>
              <a:p>
                <a:pPr algn="r"/>
                <a:r>
                  <a:rPr lang="en-US" sz="4000" b="1">
                    <a:solidFill>
                      <a:srgbClr val="8DC63F"/>
                    </a:solidFill>
                    <a:latin typeface="Aptos" panose="020B0004020202020204" pitchFamily="34" charset="0"/>
                    <a:ea typeface="Cambria" pitchFamily="34" charset="-122"/>
                    <a:cs typeface="Cambria" pitchFamily="34" charset="-120"/>
                  </a:rPr>
                  <a:t>18+</a:t>
                </a:r>
                <a:endParaRPr lang="en-US" sz="4000">
                  <a:solidFill>
                    <a:prstClr val="black"/>
                  </a:solidFill>
                  <a:latin typeface="Aptos" panose="020B0004020202020204" pitchFamily="34" charset="0"/>
                </a:endParaRPr>
              </a:p>
            </p:txBody>
          </p:sp>
          <p:sp>
            <p:nvSpPr>
              <p:cNvPr id="223" name="Text 28">
                <a:extLst>
                  <a:ext uri="{FF2B5EF4-FFF2-40B4-BE49-F238E27FC236}">
                    <a16:creationId xmlns:a16="http://schemas.microsoft.com/office/drawing/2014/main" id="{CE6B6818-2435-171F-7CCD-AE56BF9E68B8}"/>
                  </a:ext>
                </a:extLst>
              </p:cNvPr>
              <p:cNvSpPr txBox="1"/>
              <p:nvPr/>
            </p:nvSpPr>
            <p:spPr>
              <a:xfrm>
                <a:off x="10241280" y="207774"/>
                <a:ext cx="1691640" cy="603504"/>
              </a:xfrm>
              <a:prstGeom prst="rect">
                <a:avLst/>
              </a:prstGeom>
              <a:noFill/>
              <a:ln/>
            </p:spPr>
            <p:txBody>
              <a:bodyPr wrap="square" lIns="0" tIns="0" rIns="0" bIns="0" rtlCol="0" anchor="ctr"/>
              <a:lstStyle/>
              <a:p>
                <a:pPr>
                  <a:lnSpc>
                    <a:spcPct val="90000"/>
                  </a:lnSpc>
                </a:pPr>
                <a:r>
                  <a:rPr lang="en-US" sz="1600" b="1">
                    <a:solidFill>
                      <a:srgbClr val="5A8F1E"/>
                    </a:solidFill>
                    <a:latin typeface="Aptos" panose="020B0004020202020204" pitchFamily="34" charset="0"/>
                    <a:ea typeface="Cambria" pitchFamily="34" charset="-122"/>
                    <a:cs typeface="Cambria" pitchFamily="34" charset="-120"/>
                  </a:rPr>
                  <a:t>YEARS</a:t>
                </a:r>
                <a:endParaRPr lang="en-US" sz="1600">
                  <a:solidFill>
                    <a:prstClr val="black"/>
                  </a:solidFill>
                  <a:latin typeface="Aptos" panose="020B0004020202020204" pitchFamily="34" charset="0"/>
                </a:endParaRPr>
              </a:p>
              <a:p>
                <a:pPr>
                  <a:lnSpc>
                    <a:spcPct val="90000"/>
                  </a:lnSpc>
                </a:pPr>
                <a:r>
                  <a:rPr lang="en-US" sz="1100" b="1">
                    <a:solidFill>
                      <a:srgbClr val="3D3D3D"/>
                    </a:solidFill>
                    <a:latin typeface="Aptos" panose="020B0004020202020204" pitchFamily="34" charset="0"/>
                    <a:ea typeface="Cambria" pitchFamily="34" charset="-122"/>
                    <a:cs typeface="Cambria" pitchFamily="34" charset="-120"/>
                  </a:rPr>
                  <a:t>OF EXPERIENCE</a:t>
                </a:r>
                <a:endParaRPr lang="en-US" sz="1600">
                  <a:solidFill>
                    <a:prstClr val="black"/>
                  </a:solidFill>
                  <a:latin typeface="Aptos" panose="020B0004020202020204" pitchFamily="34" charset="0"/>
                </a:endParaRPr>
              </a:p>
            </p:txBody>
          </p:sp>
          <p:sp>
            <p:nvSpPr>
              <p:cNvPr id="224" name="Shape 29">
                <a:extLst>
                  <a:ext uri="{FF2B5EF4-FFF2-40B4-BE49-F238E27FC236}">
                    <a16:creationId xmlns:a16="http://schemas.microsoft.com/office/drawing/2014/main" id="{63339C4A-940F-8AB4-ACF0-E00EEE197049}"/>
                  </a:ext>
                </a:extLst>
              </p:cNvPr>
              <p:cNvSpPr/>
              <p:nvPr/>
            </p:nvSpPr>
            <p:spPr>
              <a:xfrm>
                <a:off x="8823959" y="824387"/>
                <a:ext cx="2962656" cy="292608"/>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25" name="Text 30">
                <a:extLst>
                  <a:ext uri="{FF2B5EF4-FFF2-40B4-BE49-F238E27FC236}">
                    <a16:creationId xmlns:a16="http://schemas.microsoft.com/office/drawing/2014/main" id="{F8CC53FA-CC91-1F5A-E9F5-5DBEFF31FBCE}"/>
                  </a:ext>
                </a:extLst>
              </p:cNvPr>
              <p:cNvSpPr txBox="1"/>
              <p:nvPr/>
            </p:nvSpPr>
            <p:spPr>
              <a:xfrm>
                <a:off x="8851392" y="800336"/>
                <a:ext cx="2962656" cy="292608"/>
              </a:xfrm>
              <a:prstGeom prst="rect">
                <a:avLst/>
              </a:prstGeom>
              <a:noFill/>
              <a:ln/>
            </p:spPr>
            <p:txBody>
              <a:bodyPr wrap="square" lIns="0" tIns="0" rIns="0" bIns="0" rtlCol="0" anchor="ctr"/>
              <a:lstStyle/>
              <a:p>
                <a:pPr algn="ctr"/>
                <a:r>
                  <a:rPr lang="en-US" sz="1200" b="1">
                    <a:solidFill>
                      <a:srgbClr val="FFFFFF"/>
                    </a:solidFill>
                    <a:latin typeface="Aptos" panose="020B0004020202020204" pitchFamily="34" charset="0"/>
                    <a:ea typeface="Cambria" pitchFamily="34" charset="-122"/>
                    <a:cs typeface="Cambria" pitchFamily="34" charset="-120"/>
                  </a:rPr>
                  <a:t>Core Competencies</a:t>
                </a:r>
                <a:endParaRPr lang="en-US" sz="1200">
                  <a:solidFill>
                    <a:prstClr val="black"/>
                  </a:solidFill>
                  <a:latin typeface="Aptos" panose="020B0004020202020204" pitchFamily="34" charset="0"/>
                </a:endParaRPr>
              </a:p>
            </p:txBody>
          </p:sp>
          <p:sp>
            <p:nvSpPr>
              <p:cNvPr id="226" name="Shape 31">
                <a:extLst>
                  <a:ext uri="{FF2B5EF4-FFF2-40B4-BE49-F238E27FC236}">
                    <a16:creationId xmlns:a16="http://schemas.microsoft.com/office/drawing/2014/main" id="{9F144764-8A74-2CB1-59AB-CBB58E51E4AC}"/>
                  </a:ext>
                </a:extLst>
              </p:cNvPr>
              <p:cNvSpPr/>
              <p:nvPr/>
            </p:nvSpPr>
            <p:spPr>
              <a:xfrm>
                <a:off x="8860534" y="1212785"/>
                <a:ext cx="2889504" cy="384048"/>
              </a:xfrm>
              <a:prstGeom prst="roundRect">
                <a:avLst>
                  <a:gd name="adj" fmla="val 14286"/>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27" name="Text 32">
                <a:extLst>
                  <a:ext uri="{FF2B5EF4-FFF2-40B4-BE49-F238E27FC236}">
                    <a16:creationId xmlns:a16="http://schemas.microsoft.com/office/drawing/2014/main" id="{AAB83685-288B-719D-06AF-152971598617}"/>
                  </a:ext>
                </a:extLst>
              </p:cNvPr>
              <p:cNvSpPr txBox="1"/>
              <p:nvPr/>
            </p:nvSpPr>
            <p:spPr>
              <a:xfrm>
                <a:off x="8906257" y="1190877"/>
                <a:ext cx="2816352" cy="384048"/>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Fraud Analytics &amp; Financial Crime Monitoring</a:t>
                </a:r>
                <a:endParaRPr lang="en-US" sz="1000">
                  <a:solidFill>
                    <a:prstClr val="black"/>
                  </a:solidFill>
                  <a:latin typeface="Aptos" panose="020B0004020202020204" pitchFamily="34" charset="0"/>
                </a:endParaRPr>
              </a:p>
            </p:txBody>
          </p:sp>
          <p:sp>
            <p:nvSpPr>
              <p:cNvPr id="228" name="Shape 33">
                <a:extLst>
                  <a:ext uri="{FF2B5EF4-FFF2-40B4-BE49-F238E27FC236}">
                    <a16:creationId xmlns:a16="http://schemas.microsoft.com/office/drawing/2014/main" id="{9EE5B67E-64C1-43A0-9698-CA5478B7A26C}"/>
                  </a:ext>
                </a:extLst>
              </p:cNvPr>
              <p:cNvSpPr/>
              <p:nvPr/>
            </p:nvSpPr>
            <p:spPr>
              <a:xfrm>
                <a:off x="8869681" y="1669565"/>
                <a:ext cx="2889504" cy="384048"/>
              </a:xfrm>
              <a:prstGeom prst="roundRect">
                <a:avLst>
                  <a:gd name="adj" fmla="val 14286"/>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29" name="Text 34">
                <a:extLst>
                  <a:ext uri="{FF2B5EF4-FFF2-40B4-BE49-F238E27FC236}">
                    <a16:creationId xmlns:a16="http://schemas.microsoft.com/office/drawing/2014/main" id="{D8B10FBB-A490-73C9-EBC5-986BF34BDC2D}"/>
                  </a:ext>
                </a:extLst>
              </p:cNvPr>
              <p:cNvSpPr txBox="1"/>
              <p:nvPr/>
            </p:nvSpPr>
            <p:spPr>
              <a:xfrm>
                <a:off x="8906257" y="1648077"/>
                <a:ext cx="2816352" cy="384048"/>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Revenue Enhancement &amp; Tax Fraud Detection</a:t>
                </a:r>
                <a:endParaRPr lang="en-US" sz="1000">
                  <a:solidFill>
                    <a:prstClr val="black"/>
                  </a:solidFill>
                  <a:latin typeface="Aptos" panose="020B0004020202020204" pitchFamily="34" charset="0"/>
                </a:endParaRPr>
              </a:p>
            </p:txBody>
          </p:sp>
          <p:sp>
            <p:nvSpPr>
              <p:cNvPr id="230" name="Shape 35">
                <a:extLst>
                  <a:ext uri="{FF2B5EF4-FFF2-40B4-BE49-F238E27FC236}">
                    <a16:creationId xmlns:a16="http://schemas.microsoft.com/office/drawing/2014/main" id="{D949486A-FF20-569C-ECD5-A548A2D02137}"/>
                  </a:ext>
                </a:extLst>
              </p:cNvPr>
              <p:cNvSpPr/>
              <p:nvPr/>
            </p:nvSpPr>
            <p:spPr>
              <a:xfrm>
                <a:off x="8887968" y="2169807"/>
                <a:ext cx="2889504" cy="384048"/>
              </a:xfrm>
              <a:prstGeom prst="roundRect">
                <a:avLst>
                  <a:gd name="adj" fmla="val 14286"/>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31" name="Text 36">
                <a:extLst>
                  <a:ext uri="{FF2B5EF4-FFF2-40B4-BE49-F238E27FC236}">
                    <a16:creationId xmlns:a16="http://schemas.microsoft.com/office/drawing/2014/main" id="{978F4BC6-31FF-26AC-4F7D-9727C3784E4B}"/>
                  </a:ext>
                </a:extLst>
              </p:cNvPr>
              <p:cNvSpPr txBox="1"/>
              <p:nvPr/>
            </p:nvSpPr>
            <p:spPr>
              <a:xfrm>
                <a:off x="8918339" y="2140256"/>
                <a:ext cx="2816352" cy="384048"/>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Data Warehousing, ETL &amp; BI Architecture</a:t>
                </a:r>
                <a:endParaRPr lang="en-US" sz="1000">
                  <a:solidFill>
                    <a:prstClr val="black"/>
                  </a:solidFill>
                  <a:latin typeface="Aptos" panose="020B0004020202020204" pitchFamily="34" charset="0"/>
                </a:endParaRPr>
              </a:p>
            </p:txBody>
          </p:sp>
          <p:sp>
            <p:nvSpPr>
              <p:cNvPr id="232" name="Shape 37">
                <a:extLst>
                  <a:ext uri="{FF2B5EF4-FFF2-40B4-BE49-F238E27FC236}">
                    <a16:creationId xmlns:a16="http://schemas.microsoft.com/office/drawing/2014/main" id="{D51E2616-887A-83E7-4754-2D227EA6CB29}"/>
                  </a:ext>
                </a:extLst>
              </p:cNvPr>
              <p:cNvSpPr/>
              <p:nvPr/>
            </p:nvSpPr>
            <p:spPr>
              <a:xfrm>
                <a:off x="8897111" y="2653737"/>
                <a:ext cx="2889504" cy="384048"/>
              </a:xfrm>
              <a:prstGeom prst="roundRect">
                <a:avLst>
                  <a:gd name="adj" fmla="val 14286"/>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33" name="Text 38">
                <a:extLst>
                  <a:ext uri="{FF2B5EF4-FFF2-40B4-BE49-F238E27FC236}">
                    <a16:creationId xmlns:a16="http://schemas.microsoft.com/office/drawing/2014/main" id="{F1C7E44D-C724-B6C5-BB8D-8C4DE5865CBE}"/>
                  </a:ext>
                </a:extLst>
              </p:cNvPr>
              <p:cNvSpPr txBox="1"/>
              <p:nvPr/>
            </p:nvSpPr>
            <p:spPr>
              <a:xfrm>
                <a:off x="8924546" y="2649645"/>
                <a:ext cx="2816352" cy="384048"/>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Advanced Analytics &amp; Machine Learning Models</a:t>
                </a:r>
                <a:endParaRPr lang="en-US" sz="1000">
                  <a:solidFill>
                    <a:prstClr val="black"/>
                  </a:solidFill>
                  <a:latin typeface="Aptos" panose="020B0004020202020204" pitchFamily="34" charset="0"/>
                </a:endParaRPr>
              </a:p>
            </p:txBody>
          </p:sp>
          <p:sp>
            <p:nvSpPr>
              <p:cNvPr id="234" name="Shape 39">
                <a:extLst>
                  <a:ext uri="{FF2B5EF4-FFF2-40B4-BE49-F238E27FC236}">
                    <a16:creationId xmlns:a16="http://schemas.microsoft.com/office/drawing/2014/main" id="{331C16A8-3B9E-41F7-6423-D41C2E5B757C}"/>
                  </a:ext>
                </a:extLst>
              </p:cNvPr>
              <p:cNvSpPr/>
              <p:nvPr/>
            </p:nvSpPr>
            <p:spPr>
              <a:xfrm>
                <a:off x="8887968" y="3153633"/>
                <a:ext cx="2889504" cy="384048"/>
              </a:xfrm>
              <a:prstGeom prst="roundRect">
                <a:avLst>
                  <a:gd name="adj" fmla="val 14286"/>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35" name="Text 40">
                <a:extLst>
                  <a:ext uri="{FF2B5EF4-FFF2-40B4-BE49-F238E27FC236}">
                    <a16:creationId xmlns:a16="http://schemas.microsoft.com/office/drawing/2014/main" id="{534EF061-C277-2FAD-0967-9C17D7580D54}"/>
                  </a:ext>
                </a:extLst>
              </p:cNvPr>
              <p:cNvSpPr txBox="1"/>
              <p:nvPr/>
            </p:nvSpPr>
            <p:spPr>
              <a:xfrm>
                <a:off x="8897111" y="3121329"/>
                <a:ext cx="2816352" cy="384048"/>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Analytics </a:t>
                </a:r>
                <a:r>
                  <a:rPr lang="en-US" sz="1000" b="1" err="1">
                    <a:solidFill>
                      <a:srgbClr val="10384F"/>
                    </a:solidFill>
                    <a:latin typeface="Aptos" panose="020B0004020202020204" pitchFamily="34" charset="0"/>
                    <a:ea typeface="Calibri" pitchFamily="34" charset="-122"/>
                    <a:cs typeface="Calibri" pitchFamily="34" charset="-120"/>
                  </a:rPr>
                  <a:t>CoE</a:t>
                </a:r>
                <a:r>
                  <a:rPr lang="en-US" sz="1000" b="1">
                    <a:solidFill>
                      <a:srgbClr val="10384F"/>
                    </a:solidFill>
                    <a:latin typeface="Aptos" panose="020B0004020202020204" pitchFamily="34" charset="0"/>
                    <a:ea typeface="Calibri" pitchFamily="34" charset="-122"/>
                    <a:cs typeface="Calibri" pitchFamily="34" charset="-120"/>
                  </a:rPr>
                  <a:t> Design &amp; Team Leadership</a:t>
                </a:r>
                <a:endParaRPr lang="en-US" sz="1000">
                  <a:solidFill>
                    <a:prstClr val="black"/>
                  </a:solidFill>
                  <a:latin typeface="Aptos" panose="020B0004020202020204" pitchFamily="34" charset="0"/>
                </a:endParaRPr>
              </a:p>
            </p:txBody>
          </p:sp>
          <p:sp>
            <p:nvSpPr>
              <p:cNvPr id="236" name="Shape 41">
                <a:extLst>
                  <a:ext uri="{FF2B5EF4-FFF2-40B4-BE49-F238E27FC236}">
                    <a16:creationId xmlns:a16="http://schemas.microsoft.com/office/drawing/2014/main" id="{2D61B9C2-3664-D1AF-29C4-F0F58404500C}"/>
                  </a:ext>
                </a:extLst>
              </p:cNvPr>
              <p:cNvSpPr/>
              <p:nvPr/>
            </p:nvSpPr>
            <p:spPr>
              <a:xfrm>
                <a:off x="8851394" y="3622835"/>
                <a:ext cx="2962656" cy="292608"/>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37" name="Text 42">
                <a:extLst>
                  <a:ext uri="{FF2B5EF4-FFF2-40B4-BE49-F238E27FC236}">
                    <a16:creationId xmlns:a16="http://schemas.microsoft.com/office/drawing/2014/main" id="{E2ACC6B5-A6CE-0FDF-D49D-A4E9AC21C7E4}"/>
                  </a:ext>
                </a:extLst>
              </p:cNvPr>
              <p:cNvSpPr txBox="1"/>
              <p:nvPr/>
            </p:nvSpPr>
            <p:spPr>
              <a:xfrm>
                <a:off x="8860534" y="3622836"/>
                <a:ext cx="2962656" cy="292608"/>
              </a:xfrm>
              <a:prstGeom prst="rect">
                <a:avLst/>
              </a:prstGeom>
              <a:noFill/>
              <a:ln/>
            </p:spPr>
            <p:txBody>
              <a:bodyPr wrap="square" lIns="0" tIns="0" rIns="0" bIns="0" rtlCol="0" anchor="ctr"/>
              <a:lstStyle/>
              <a:p>
                <a:pPr algn="ctr"/>
                <a:r>
                  <a:rPr lang="en-US" sz="1200" b="1">
                    <a:solidFill>
                      <a:srgbClr val="FFFFFF"/>
                    </a:solidFill>
                    <a:latin typeface="Aptos" panose="020B0004020202020204" pitchFamily="34" charset="0"/>
                    <a:ea typeface="Cambria" pitchFamily="34" charset="-122"/>
                    <a:cs typeface="Cambria" pitchFamily="34" charset="-120"/>
                  </a:rPr>
                  <a:t>Technical Skills</a:t>
                </a:r>
                <a:endParaRPr lang="en-US" sz="1200">
                  <a:solidFill>
                    <a:prstClr val="black"/>
                  </a:solidFill>
                  <a:latin typeface="Aptos" panose="020B0004020202020204" pitchFamily="34" charset="0"/>
                </a:endParaRPr>
              </a:p>
            </p:txBody>
          </p:sp>
          <p:sp>
            <p:nvSpPr>
              <p:cNvPr id="238" name="Text 43">
                <a:extLst>
                  <a:ext uri="{FF2B5EF4-FFF2-40B4-BE49-F238E27FC236}">
                    <a16:creationId xmlns:a16="http://schemas.microsoft.com/office/drawing/2014/main" id="{AD4E90FA-AC37-4904-2A81-DE3C37F428E0}"/>
                  </a:ext>
                </a:extLst>
              </p:cNvPr>
              <p:cNvSpPr txBox="1"/>
              <p:nvPr/>
            </p:nvSpPr>
            <p:spPr>
              <a:xfrm>
                <a:off x="8887968" y="4009019"/>
                <a:ext cx="2969413" cy="1901881"/>
              </a:xfrm>
              <a:prstGeom prst="rect">
                <a:avLst/>
              </a:prstGeom>
              <a:noFill/>
              <a:ln/>
            </p:spPr>
            <p:txBody>
              <a:bodyPr wrap="square" lIns="0" tIns="0" rIns="0" bIns="0" rtlCol="0" anchor="t"/>
              <a:lstStyle/>
              <a:p>
                <a:pPr marL="342900" indent="-342900">
                  <a:spcAft>
                    <a:spcPts val="600"/>
                  </a:spcAft>
                  <a:buSzPct val="100000"/>
                  <a:buFontTx/>
                  <a:buChar char="❖"/>
                </a:pPr>
                <a:r>
                  <a:rPr lang="en-US" sz="1000" b="1">
                    <a:solidFill>
                      <a:srgbClr val="262626"/>
                    </a:solidFill>
                    <a:latin typeface="Aptos" panose="020B0004020202020204" pitchFamily="34" charset="0"/>
                    <a:ea typeface="Calibri" pitchFamily="34" charset="-122"/>
                    <a:cs typeface="Calibri" pitchFamily="34" charset="-120"/>
                  </a:rPr>
                  <a:t>RDBMS: </a:t>
                </a:r>
                <a:r>
                  <a:rPr lang="en-US" sz="1000">
                    <a:solidFill>
                      <a:srgbClr val="262626"/>
                    </a:solidFill>
                    <a:latin typeface="Aptos" panose="020B0004020202020204" pitchFamily="34" charset="0"/>
                    <a:ea typeface="Calibri" pitchFamily="34" charset="-122"/>
                    <a:cs typeface="Calibri" pitchFamily="34" charset="-120"/>
                  </a:rPr>
                  <a:t>Oracle 10g / 11g, DB2, Microsoft SQL Server</a:t>
                </a:r>
                <a:endParaRPr lang="en-US" sz="1000">
                  <a:solidFill>
                    <a:prstClr val="black"/>
                  </a:solidFill>
                  <a:latin typeface="Aptos" panose="020B0004020202020204" pitchFamily="34" charset="0"/>
                </a:endParaRPr>
              </a:p>
              <a:p>
                <a:pPr marL="342900" indent="-342900">
                  <a:spcAft>
                    <a:spcPts val="600"/>
                  </a:spcAft>
                  <a:buSzPct val="100000"/>
                  <a:buFontTx/>
                  <a:buChar char="❖"/>
                </a:pPr>
                <a:r>
                  <a:rPr lang="en-US" sz="1000" b="1">
                    <a:solidFill>
                      <a:srgbClr val="262626"/>
                    </a:solidFill>
                    <a:latin typeface="Aptos" panose="020B0004020202020204" pitchFamily="34" charset="0"/>
                    <a:ea typeface="Calibri" pitchFamily="34" charset="-122"/>
                    <a:cs typeface="Calibri" pitchFamily="34" charset="-120"/>
                  </a:rPr>
                  <a:t>Data Management &amp; Quality: </a:t>
                </a:r>
                <a:r>
                  <a:rPr lang="en-US" sz="1000">
                    <a:solidFill>
                      <a:srgbClr val="262626"/>
                    </a:solidFill>
                    <a:latin typeface="Aptos" panose="020B0004020202020204" pitchFamily="34" charset="0"/>
                    <a:ea typeface="Calibri" pitchFamily="34" charset="-122"/>
                    <a:cs typeface="Calibri" pitchFamily="34" charset="-120"/>
                  </a:rPr>
                  <a:t>SAS DI Studio, Data Management Studio, Enterprise Guide, SAS Management Console</a:t>
                </a:r>
                <a:endParaRPr lang="en-US" sz="1000">
                  <a:solidFill>
                    <a:prstClr val="black"/>
                  </a:solidFill>
                  <a:latin typeface="Aptos" panose="020B0004020202020204" pitchFamily="34" charset="0"/>
                </a:endParaRPr>
              </a:p>
              <a:p>
                <a:pPr marL="342900" indent="-342900">
                  <a:spcAft>
                    <a:spcPts val="600"/>
                  </a:spcAft>
                  <a:buSzPct val="100000"/>
                  <a:buFontTx/>
                  <a:buChar char="❖"/>
                </a:pPr>
                <a:r>
                  <a:rPr lang="en-US" sz="1000" b="1">
                    <a:solidFill>
                      <a:srgbClr val="262626"/>
                    </a:solidFill>
                    <a:latin typeface="Aptos" panose="020B0004020202020204" pitchFamily="34" charset="0"/>
                    <a:ea typeface="Calibri" pitchFamily="34" charset="-122"/>
                    <a:cs typeface="Calibri" pitchFamily="34" charset="-120"/>
                  </a:rPr>
                  <a:t>Visualization: </a:t>
                </a:r>
                <a:r>
                  <a:rPr lang="en-US" sz="1000">
                    <a:solidFill>
                      <a:srgbClr val="262626"/>
                    </a:solidFill>
                    <a:latin typeface="Aptos" panose="020B0004020202020204" pitchFamily="34" charset="0"/>
                    <a:ea typeface="Calibri" pitchFamily="34" charset="-122"/>
                    <a:cs typeface="Calibri" pitchFamily="34" charset="-120"/>
                  </a:rPr>
                  <a:t>SAS Visual Analytics, Web Report Studio, BI Dashboards, OLAP Cube Studio, Tableau</a:t>
                </a:r>
                <a:endParaRPr lang="en-US" sz="1000">
                  <a:solidFill>
                    <a:prstClr val="black"/>
                  </a:solidFill>
                  <a:latin typeface="Aptos" panose="020B0004020202020204" pitchFamily="34" charset="0"/>
                </a:endParaRPr>
              </a:p>
              <a:p>
                <a:pPr marL="342900" indent="-342900">
                  <a:spcAft>
                    <a:spcPts val="600"/>
                  </a:spcAft>
                  <a:buSzPct val="100000"/>
                  <a:buFontTx/>
                  <a:buChar char="❖"/>
                </a:pPr>
                <a:r>
                  <a:rPr lang="en-US" sz="1000" b="1">
                    <a:solidFill>
                      <a:srgbClr val="262626"/>
                    </a:solidFill>
                    <a:latin typeface="Aptos" panose="020B0004020202020204" pitchFamily="34" charset="0"/>
                    <a:ea typeface="Calibri" pitchFamily="34" charset="-122"/>
                    <a:cs typeface="Calibri" pitchFamily="34" charset="-120"/>
                  </a:rPr>
                  <a:t>Fraud &amp; Finance Suite: </a:t>
                </a:r>
                <a:r>
                  <a:rPr lang="en-US" sz="1000">
                    <a:solidFill>
                      <a:srgbClr val="262626"/>
                    </a:solidFill>
                    <a:latin typeface="Aptos" panose="020B0004020202020204" pitchFamily="34" charset="0"/>
                    <a:ea typeface="Calibri" pitchFamily="34" charset="-122"/>
                    <a:cs typeface="Calibri" pitchFamily="34" charset="-120"/>
                  </a:rPr>
                  <a:t>SAS Fraud Framework, SAS FCM, SAS ALM, SAS Financial Management</a:t>
                </a:r>
                <a:endParaRPr lang="en-US" sz="1000">
                  <a:solidFill>
                    <a:prstClr val="black"/>
                  </a:solidFill>
                  <a:latin typeface="Aptos" panose="020B0004020202020204" pitchFamily="34" charset="0"/>
                </a:endParaRPr>
              </a:p>
              <a:p>
                <a:pPr marL="342900" indent="-342900">
                  <a:spcAft>
                    <a:spcPts val="600"/>
                  </a:spcAft>
                  <a:buSzPct val="100000"/>
                  <a:buFontTx/>
                  <a:buChar char="❖"/>
                </a:pPr>
                <a:r>
                  <a:rPr lang="en-US" sz="1000" b="1">
                    <a:solidFill>
                      <a:srgbClr val="262626"/>
                    </a:solidFill>
                    <a:latin typeface="Aptos" panose="020B0004020202020204" pitchFamily="34" charset="0"/>
                    <a:ea typeface="Calibri" pitchFamily="34" charset="-122"/>
                    <a:cs typeface="Calibri" pitchFamily="34" charset="-120"/>
                  </a:rPr>
                  <a:t>Other: </a:t>
                </a:r>
                <a:r>
                  <a:rPr lang="en-US" sz="1000">
                    <a:solidFill>
                      <a:srgbClr val="262626"/>
                    </a:solidFill>
                    <a:latin typeface="Aptos" panose="020B0004020202020204" pitchFamily="34" charset="0"/>
                    <a:ea typeface="Calibri" pitchFamily="34" charset="-122"/>
                    <a:cs typeface="Calibri" pitchFamily="34" charset="-120"/>
                  </a:rPr>
                  <a:t>SAS Marketing Automation Tool</a:t>
                </a:r>
                <a:endParaRPr lang="en-US" sz="1000">
                  <a:solidFill>
                    <a:prstClr val="black"/>
                  </a:solidFill>
                  <a:latin typeface="Aptos" panose="020B0004020202020204" pitchFamily="34" charset="0"/>
                </a:endParaRPr>
              </a:p>
            </p:txBody>
          </p:sp>
          <p:pic>
            <p:nvPicPr>
              <p:cNvPr id="239" name="Picture 2" descr="C:\Ashwin\Ashwin_1.jpg">
                <a:extLst>
                  <a:ext uri="{FF2B5EF4-FFF2-40B4-BE49-F238E27FC236}">
                    <a16:creationId xmlns:a16="http://schemas.microsoft.com/office/drawing/2014/main" id="{55E69EC3-8BC7-3ACC-DEF0-B78769C665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1104" y="406052"/>
                <a:ext cx="1333762" cy="1526380"/>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40" name="Slide Number Placeholder 4">
            <a:extLst>
              <a:ext uri="{FF2B5EF4-FFF2-40B4-BE49-F238E27FC236}">
                <a16:creationId xmlns:a16="http://schemas.microsoft.com/office/drawing/2014/main" id="{524223B7-951D-AE74-7B41-366D2D4C2A58}"/>
              </a:ext>
            </a:extLst>
          </p:cNvPr>
          <p:cNvSpPr>
            <a:spLocks noGrp="1"/>
          </p:cNvSpPr>
          <p:nvPr>
            <p:ph type="sldNum" sz="quarter" idx="4"/>
          </p:nvPr>
        </p:nvSpPr>
        <p:spPr>
          <a:xfrm>
            <a:off x="4724400" y="6579370"/>
            <a:ext cx="2743200" cy="180000"/>
          </a:xfrm>
        </p:spPr>
        <p:txBody>
          <a:bodyPr/>
          <a:lstStyle/>
          <a:p>
            <a:fld id="{39E7427F-21AC-4FC2-AC74-F5AF5A475796}" type="slidenum">
              <a:rPr lang="en-IN" smtClean="0"/>
              <a:pPr/>
              <a:t>24</a:t>
            </a:fld>
            <a:endParaRPr lang="en-IN"/>
          </a:p>
        </p:txBody>
      </p:sp>
    </p:spTree>
    <p:extLst>
      <p:ext uri="{BB962C8B-B14F-4D97-AF65-F5344CB8AC3E}">
        <p14:creationId xmlns:p14="http://schemas.microsoft.com/office/powerpoint/2010/main" val="295975495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BDF3B-C517-8FE0-24EC-6FD1EBA35263}"/>
            </a:ext>
          </a:extLst>
        </p:cNvPr>
        <p:cNvGrpSpPr/>
        <p:nvPr/>
      </p:nvGrpSpPr>
      <p:grpSpPr>
        <a:xfrm>
          <a:off x="0" y="0"/>
          <a:ext cx="0" cy="0"/>
          <a:chOff x="0" y="0"/>
          <a:chExt cx="0" cy="0"/>
        </a:xfrm>
      </p:grpSpPr>
      <p:grpSp>
        <p:nvGrpSpPr>
          <p:cNvPr id="49" name="Group 48">
            <a:extLst>
              <a:ext uri="{FF2B5EF4-FFF2-40B4-BE49-F238E27FC236}">
                <a16:creationId xmlns:a16="http://schemas.microsoft.com/office/drawing/2014/main" id="{CE5F1044-D62B-3E4C-4488-E7996A8D9C39}"/>
              </a:ext>
            </a:extLst>
          </p:cNvPr>
          <p:cNvGrpSpPr/>
          <p:nvPr/>
        </p:nvGrpSpPr>
        <p:grpSpPr>
          <a:xfrm>
            <a:off x="-1" y="422788"/>
            <a:ext cx="12388646" cy="6205160"/>
            <a:chOff x="256032" y="182880"/>
            <a:chExt cx="11869572" cy="6382512"/>
          </a:xfrm>
        </p:grpSpPr>
        <p:sp>
          <p:nvSpPr>
            <p:cNvPr id="50" name="Shape 0">
              <a:extLst>
                <a:ext uri="{FF2B5EF4-FFF2-40B4-BE49-F238E27FC236}">
                  <a16:creationId xmlns:a16="http://schemas.microsoft.com/office/drawing/2014/main" id="{109AE88F-53FA-8E86-A7C4-4A4A794AB7A1}"/>
                </a:ext>
              </a:extLst>
            </p:cNvPr>
            <p:cNvSpPr/>
            <p:nvPr/>
          </p:nvSpPr>
          <p:spPr>
            <a:xfrm>
              <a:off x="256032" y="182880"/>
              <a:ext cx="11676888" cy="6382512"/>
            </a:xfrm>
            <a:prstGeom prst="rect">
              <a:avLst/>
            </a:prstGeom>
            <a:solidFill>
              <a:srgbClr val="FFFFFF"/>
            </a:solidFill>
            <a:ln w="9525">
              <a:solidFill>
                <a:srgbClr val="80808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1" name="Shape 1">
              <a:extLst>
                <a:ext uri="{FF2B5EF4-FFF2-40B4-BE49-F238E27FC236}">
                  <a16:creationId xmlns:a16="http://schemas.microsoft.com/office/drawing/2014/main" id="{F4C90EF2-E169-749D-BF43-89869E691387}"/>
                </a:ext>
              </a:extLst>
            </p:cNvPr>
            <p:cNvSpPr/>
            <p:nvPr/>
          </p:nvSpPr>
          <p:spPr>
            <a:xfrm>
              <a:off x="8759952" y="182880"/>
              <a:ext cx="0" cy="5541264"/>
            </a:xfrm>
            <a:prstGeom prst="line">
              <a:avLst/>
            </a:prstGeom>
            <a:noFill/>
            <a:ln w="9525">
              <a:solidFill>
                <a:srgbClr val="80808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2" name="Shape 2">
              <a:extLst>
                <a:ext uri="{FF2B5EF4-FFF2-40B4-BE49-F238E27FC236}">
                  <a16:creationId xmlns:a16="http://schemas.microsoft.com/office/drawing/2014/main" id="{85881BDB-69F7-4AC3-DEF1-B4D21C149468}"/>
                </a:ext>
              </a:extLst>
            </p:cNvPr>
            <p:cNvSpPr/>
            <p:nvPr/>
          </p:nvSpPr>
          <p:spPr>
            <a:xfrm>
              <a:off x="475488" y="420624"/>
              <a:ext cx="1298448" cy="1481328"/>
            </a:xfrm>
            <a:prstGeom prst="rect">
              <a:avLst/>
            </a:prstGeom>
            <a:solidFill>
              <a:srgbClr val="EFEFEF"/>
            </a:solidFill>
            <a:ln w="12700">
              <a:solidFill>
                <a:srgbClr val="6E6E6E"/>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3" name="Text 3">
              <a:extLst>
                <a:ext uri="{FF2B5EF4-FFF2-40B4-BE49-F238E27FC236}">
                  <a16:creationId xmlns:a16="http://schemas.microsoft.com/office/drawing/2014/main" id="{7A999204-8E11-906B-81D2-AA19FCB38A47}"/>
                </a:ext>
              </a:extLst>
            </p:cNvPr>
            <p:cNvSpPr txBox="1"/>
            <p:nvPr/>
          </p:nvSpPr>
          <p:spPr>
            <a:xfrm>
              <a:off x="475488" y="420624"/>
              <a:ext cx="1298448" cy="148132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8A8A8A"/>
                  </a:solidFill>
                  <a:effectLst/>
                  <a:uLnTx/>
                  <a:uFillTx/>
                  <a:latin typeface="Aptos" panose="020B0004020202020204" pitchFamily="34" charset="0"/>
                  <a:ea typeface="Calibri" pitchFamily="34" charset="-122"/>
                  <a:cs typeface="Calibri" pitchFamily="34" charset="-120"/>
                </a:rPr>
                <a:t>Insert</a:t>
              </a:r>
              <a:endParaRPr kumimoji="0" lang="en-US" sz="1000" b="0" i="0" u="none" strike="noStrike" kern="0" cap="none" spc="0" normalizeH="0" baseline="0" noProof="0">
                <a:ln>
                  <a:noFill/>
                </a:ln>
                <a:solidFill>
                  <a:prstClr val="black"/>
                </a:solidFill>
                <a:effectLst/>
                <a:uLnTx/>
                <a:uFillTx/>
                <a:latin typeface="Aptos" panose="020B00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8A8A8A"/>
                  </a:solidFill>
                  <a:effectLst/>
                  <a:uLnTx/>
                  <a:uFillTx/>
                  <a:latin typeface="Aptos" panose="020B0004020202020204" pitchFamily="34" charset="0"/>
                  <a:ea typeface="Calibri" pitchFamily="34" charset="-122"/>
                  <a:cs typeface="Calibri" pitchFamily="34" charset="-120"/>
                </a:rPr>
                <a:t>Photo</a:t>
              </a:r>
              <a:endParaRPr kumimoji="0" lang="en-US" sz="10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4" name="Shape 5">
              <a:extLst>
                <a:ext uri="{FF2B5EF4-FFF2-40B4-BE49-F238E27FC236}">
                  <a16:creationId xmlns:a16="http://schemas.microsoft.com/office/drawing/2014/main" id="{071145D6-AF52-0FC6-4298-9C16168D288B}"/>
                </a:ext>
              </a:extLst>
            </p:cNvPr>
            <p:cNvSpPr/>
            <p:nvPr/>
          </p:nvSpPr>
          <p:spPr>
            <a:xfrm>
              <a:off x="2212848" y="354080"/>
              <a:ext cx="6035040" cy="329184"/>
            </a:xfrm>
            <a:prstGeom prst="rect">
              <a:avLst/>
            </a:prstGeom>
            <a:solidFill>
              <a:srgbClr val="1F7A45"/>
            </a:solidFill>
            <a:ln w="12700">
              <a:solidFill>
                <a:srgbClr val="1F7A45"/>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5" name="Shape 6">
              <a:extLst>
                <a:ext uri="{FF2B5EF4-FFF2-40B4-BE49-F238E27FC236}">
                  <a16:creationId xmlns:a16="http://schemas.microsoft.com/office/drawing/2014/main" id="{F3EF837C-0E1F-7B96-A8D3-96EC61733ACE}"/>
                </a:ext>
              </a:extLst>
            </p:cNvPr>
            <p:cNvSpPr/>
            <p:nvPr/>
          </p:nvSpPr>
          <p:spPr>
            <a:xfrm rot="10800000">
              <a:off x="2137274" y="363744"/>
              <a:ext cx="146304" cy="329184"/>
            </a:xfrm>
            <a:prstGeom prst="triangle">
              <a:avLst/>
            </a:prstGeom>
            <a:solidFill>
              <a:srgbClr val="0F4A29"/>
            </a:solidFill>
            <a:ln w="12700">
              <a:solidFill>
                <a:srgbClr val="0F4A29"/>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6" name="Text 7">
              <a:extLst>
                <a:ext uri="{FF2B5EF4-FFF2-40B4-BE49-F238E27FC236}">
                  <a16:creationId xmlns:a16="http://schemas.microsoft.com/office/drawing/2014/main" id="{AC6951EB-8DB7-5ACD-DD15-BECDBF6DDA97}"/>
                </a:ext>
              </a:extLst>
            </p:cNvPr>
            <p:cNvSpPr txBox="1"/>
            <p:nvPr/>
          </p:nvSpPr>
          <p:spPr>
            <a:xfrm>
              <a:off x="2395728" y="336391"/>
              <a:ext cx="5669280" cy="329184"/>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FFFFFF"/>
                  </a:solidFill>
                  <a:effectLst/>
                  <a:uLnTx/>
                  <a:uFillTx/>
                  <a:latin typeface="Aptos" panose="020B0004020202020204" pitchFamily="34" charset="0"/>
                  <a:ea typeface="Cambria" pitchFamily="34" charset="-122"/>
                </a:rPr>
                <a:t>Policy Expert</a:t>
              </a:r>
              <a:endParaRPr kumimoji="0" lang="en-US" sz="16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7" name="Text 8">
              <a:extLst>
                <a:ext uri="{FF2B5EF4-FFF2-40B4-BE49-F238E27FC236}">
                  <a16:creationId xmlns:a16="http://schemas.microsoft.com/office/drawing/2014/main" id="{8F7B8B20-9FA9-6B5E-B5C5-09A7F04117A8}"/>
                </a:ext>
              </a:extLst>
            </p:cNvPr>
            <p:cNvSpPr txBox="1"/>
            <p:nvPr/>
          </p:nvSpPr>
          <p:spPr>
            <a:xfrm>
              <a:off x="1929384" y="836775"/>
              <a:ext cx="6675120" cy="841248"/>
            </a:xfrm>
            <a:prstGeom prst="rect">
              <a:avLst/>
            </a:prstGeom>
            <a:noFill/>
            <a:ln/>
          </p:spPr>
          <p:txBody>
            <a:bodyPr wrap="square" lIns="0" tIns="0" rIns="0" bIns="0" rtlCol="0" anchor="t"/>
            <a:lstStyle/>
            <a:p>
              <a:pPr marL="0" marR="0" lvl="0" indent="0" algn="just" defTabSz="914400" eaLnBrk="1" fontAlgn="auto" latinLnBrk="0" hangingPunct="1">
                <a:lnSpc>
                  <a:spcPct val="92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rPr>
                <a:t>Government Advisory and Public Sector Consulting professional with 11+ years of experience supporting State and Central Government institutions in policy implementation, governance and </a:t>
              </a:r>
              <a:r>
                <a:rPr kumimoji="0" lang="en-US" sz="1000" b="0" i="0" u="none" strike="noStrike" kern="0" cap="none" spc="0" normalizeH="0" baseline="0" noProof="0" err="1">
                  <a:ln>
                    <a:noFill/>
                  </a:ln>
                  <a:solidFill>
                    <a:prstClr val="black"/>
                  </a:solidFill>
                  <a:effectLst/>
                  <a:uLnTx/>
                  <a:uFillTx/>
                  <a:latin typeface="Aptos" panose="020B0004020202020204" pitchFamily="34" charset="0"/>
                </a:rPr>
                <a:t>programme</a:t>
              </a:r>
              <a:r>
                <a:rPr kumimoji="0" lang="en-US" sz="1000" b="0" i="0" u="none" strike="noStrike" kern="0" cap="none" spc="0" normalizeH="0" baseline="0" noProof="0">
                  <a:ln>
                    <a:noFill/>
                  </a:ln>
                  <a:solidFill>
                    <a:prstClr val="black"/>
                  </a:solidFill>
                  <a:effectLst/>
                  <a:uLnTx/>
                  <a:uFillTx/>
                  <a:latin typeface="Aptos" panose="020B0004020202020204" pitchFamily="34" charset="0"/>
                </a:rPr>
                <a:t> management. Experienced in reviewing Government guidelines, circulars, orders, notifications and scheme provisions, identifying gaps and suggesting improvements. Worked on skill development and employment-related policy initiatives, including policy research and implementation support. Experienced in benchmarking processes and developing SOPs, operational guidelines and implementation frameworks. Regularly worked with Government departments and senior officials on reviews, consultations and decision-support assignments.</a:t>
              </a:r>
              <a:endParaRPr kumimoji="0" lang="en-US" sz="1000" b="0" i="0" u="none" strike="noStrike" kern="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just" defTabSz="914400" eaLnBrk="1" fontAlgn="auto" latinLnBrk="0" hangingPunct="1">
                <a:lnSpc>
                  <a:spcPct val="92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8" name="Shape 9">
              <a:extLst>
                <a:ext uri="{FF2B5EF4-FFF2-40B4-BE49-F238E27FC236}">
                  <a16:creationId xmlns:a16="http://schemas.microsoft.com/office/drawing/2014/main" id="{C149AC21-D0FA-718D-854D-60619C6FC33F}"/>
                </a:ext>
              </a:extLst>
            </p:cNvPr>
            <p:cNvSpPr/>
            <p:nvPr/>
          </p:nvSpPr>
          <p:spPr>
            <a:xfrm>
              <a:off x="475488" y="2029968"/>
              <a:ext cx="8138160" cy="0"/>
            </a:xfrm>
            <a:prstGeom prst="line">
              <a:avLst/>
            </a:prstGeom>
            <a:noFill/>
            <a:ln w="9525">
              <a:solidFill>
                <a:srgbClr val="80808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9" name="Shape 10">
              <a:extLst>
                <a:ext uri="{FF2B5EF4-FFF2-40B4-BE49-F238E27FC236}">
                  <a16:creationId xmlns:a16="http://schemas.microsoft.com/office/drawing/2014/main" id="{7802DF68-2F9F-A0DD-66D9-C1DEDA84EAFA}"/>
                </a:ext>
              </a:extLst>
            </p:cNvPr>
            <p:cNvSpPr/>
            <p:nvPr/>
          </p:nvSpPr>
          <p:spPr>
            <a:xfrm>
              <a:off x="475488" y="2121408"/>
              <a:ext cx="2788920" cy="310896"/>
            </a:xfrm>
            <a:prstGeom prst="rect">
              <a:avLst/>
            </a:prstGeom>
            <a:solidFill>
              <a:srgbClr val="1F7A45"/>
            </a:solidFill>
            <a:ln w="12700">
              <a:solidFill>
                <a:srgbClr val="1F7A45"/>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60" name="Text 11">
              <a:extLst>
                <a:ext uri="{FF2B5EF4-FFF2-40B4-BE49-F238E27FC236}">
                  <a16:creationId xmlns:a16="http://schemas.microsoft.com/office/drawing/2014/main" id="{45FA8BC1-EF22-4573-2F65-97DFE0D2468F}"/>
                </a:ext>
              </a:extLst>
            </p:cNvPr>
            <p:cNvSpPr txBox="1"/>
            <p:nvPr/>
          </p:nvSpPr>
          <p:spPr>
            <a:xfrm>
              <a:off x="640080" y="2121408"/>
              <a:ext cx="2606040" cy="310896"/>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500" b="1" i="0" u="none" strike="noStrike" kern="0" cap="none" spc="0" normalizeH="0" baseline="0" noProof="0">
                  <a:ln>
                    <a:noFill/>
                  </a:ln>
                  <a:solidFill>
                    <a:srgbClr val="FFFFFF"/>
                  </a:solidFill>
                  <a:effectLst/>
                  <a:uLnTx/>
                  <a:uFillTx/>
                  <a:latin typeface="Aptos" panose="020B0004020202020204" pitchFamily="34" charset="0"/>
                  <a:ea typeface="Cambria" pitchFamily="34" charset="-122"/>
                  <a:cs typeface="Cambria" pitchFamily="34" charset="-120"/>
                </a:rPr>
                <a:t>Key Departments</a:t>
              </a:r>
              <a:endParaRPr kumimoji="0" lang="en-US" sz="15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61" name="Shape 14">
              <a:extLst>
                <a:ext uri="{FF2B5EF4-FFF2-40B4-BE49-F238E27FC236}">
                  <a16:creationId xmlns:a16="http://schemas.microsoft.com/office/drawing/2014/main" id="{315EDBD2-B3E6-75CE-0746-B9E7AA31D70B}"/>
                </a:ext>
              </a:extLst>
            </p:cNvPr>
            <p:cNvSpPr/>
            <p:nvPr/>
          </p:nvSpPr>
          <p:spPr>
            <a:xfrm>
              <a:off x="475488" y="3529584"/>
              <a:ext cx="8138160" cy="0"/>
            </a:xfrm>
            <a:prstGeom prst="line">
              <a:avLst/>
            </a:prstGeom>
            <a:noFill/>
            <a:ln w="9525">
              <a:solidFill>
                <a:srgbClr val="80808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62" name="Shape 15">
              <a:extLst>
                <a:ext uri="{FF2B5EF4-FFF2-40B4-BE49-F238E27FC236}">
                  <a16:creationId xmlns:a16="http://schemas.microsoft.com/office/drawing/2014/main" id="{B604F027-82DA-A666-7939-8C9D5EA93999}"/>
                </a:ext>
              </a:extLst>
            </p:cNvPr>
            <p:cNvSpPr/>
            <p:nvPr/>
          </p:nvSpPr>
          <p:spPr>
            <a:xfrm>
              <a:off x="512064" y="3656560"/>
              <a:ext cx="1627632" cy="932140"/>
            </a:xfrm>
            <a:prstGeom prst="homePlate">
              <a:avLst/>
            </a:prstGeom>
            <a:solidFill>
              <a:srgbClr val="D6E4F0"/>
            </a:solidFill>
            <a:ln w="12700">
              <a:solidFill>
                <a:srgbClr val="D6E4F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63" name="Text 16">
              <a:extLst>
                <a:ext uri="{FF2B5EF4-FFF2-40B4-BE49-F238E27FC236}">
                  <a16:creationId xmlns:a16="http://schemas.microsoft.com/office/drawing/2014/main" id="{251AA242-1B23-91C7-5749-011400FA0F4E}"/>
                </a:ext>
              </a:extLst>
            </p:cNvPr>
            <p:cNvSpPr txBox="1"/>
            <p:nvPr/>
          </p:nvSpPr>
          <p:spPr>
            <a:xfrm>
              <a:off x="512064" y="3675889"/>
              <a:ext cx="1463040" cy="725561"/>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a:ln>
                    <a:noFill/>
                  </a:ln>
                  <a:solidFill>
                    <a:srgbClr val="1A1A1A"/>
                  </a:solidFill>
                  <a:effectLst/>
                  <a:uLnTx/>
                  <a:uFillTx/>
                  <a:latin typeface="Aptos" panose="020B0004020202020204" pitchFamily="34" charset="0"/>
                  <a:ea typeface="Cambria" pitchFamily="34" charset="-122"/>
                  <a:cs typeface="Cambria" pitchFamily="34" charset="-120"/>
                </a:rPr>
                <a:t>Area of</a:t>
              </a:r>
              <a:endParaRPr kumimoji="0" lang="en-US" sz="1200" b="0" i="0" u="none" strike="noStrike" kern="0" cap="none" spc="0" normalizeH="0" baseline="0" noProof="0">
                <a:ln>
                  <a:noFill/>
                </a:ln>
                <a:solidFill>
                  <a:prstClr val="black"/>
                </a:solidFill>
                <a:effectLst/>
                <a:uLnTx/>
                <a:uFillTx/>
                <a:latin typeface="Aptos" panose="020B00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a:ln>
                    <a:noFill/>
                  </a:ln>
                  <a:solidFill>
                    <a:srgbClr val="1A1A1A"/>
                  </a:solidFill>
                  <a:effectLst/>
                  <a:uLnTx/>
                  <a:uFillTx/>
                  <a:latin typeface="Aptos" panose="020B0004020202020204" pitchFamily="34" charset="0"/>
                  <a:ea typeface="Cambria" pitchFamily="34" charset="-122"/>
                  <a:cs typeface="Cambria" pitchFamily="34" charset="-120"/>
                </a:rPr>
                <a:t>professional</a:t>
              </a:r>
              <a:endParaRPr kumimoji="0" lang="en-US" sz="1200" b="0" i="0" u="none" strike="noStrike" kern="0" cap="none" spc="0" normalizeH="0" baseline="0" noProof="0">
                <a:ln>
                  <a:noFill/>
                </a:ln>
                <a:solidFill>
                  <a:prstClr val="black"/>
                </a:solidFill>
                <a:effectLst/>
                <a:uLnTx/>
                <a:uFillTx/>
                <a:latin typeface="Aptos" panose="020B00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a:ln>
                    <a:noFill/>
                  </a:ln>
                  <a:solidFill>
                    <a:srgbClr val="1A1A1A"/>
                  </a:solidFill>
                  <a:effectLst/>
                  <a:uLnTx/>
                  <a:uFillTx/>
                  <a:latin typeface="Aptos" panose="020B0004020202020204" pitchFamily="34" charset="0"/>
                  <a:ea typeface="Cambria" pitchFamily="34" charset="-122"/>
                  <a:cs typeface="Cambria" pitchFamily="34" charset="-120"/>
                </a:rPr>
                <a:t>experience</a:t>
              </a:r>
              <a:endParaRPr kumimoji="0" lang="en-US" sz="12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192" name="Shape 18">
              <a:extLst>
                <a:ext uri="{FF2B5EF4-FFF2-40B4-BE49-F238E27FC236}">
                  <a16:creationId xmlns:a16="http://schemas.microsoft.com/office/drawing/2014/main" id="{7B3A46B1-211B-7119-02C6-C14957E3C939}"/>
                </a:ext>
              </a:extLst>
            </p:cNvPr>
            <p:cNvSpPr/>
            <p:nvPr/>
          </p:nvSpPr>
          <p:spPr>
            <a:xfrm>
              <a:off x="475488" y="4700016"/>
              <a:ext cx="8138160" cy="0"/>
            </a:xfrm>
            <a:prstGeom prst="line">
              <a:avLst/>
            </a:prstGeom>
            <a:noFill/>
            <a:ln w="9525">
              <a:solidFill>
                <a:srgbClr val="80808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40" name="Shape 19">
              <a:extLst>
                <a:ext uri="{FF2B5EF4-FFF2-40B4-BE49-F238E27FC236}">
                  <a16:creationId xmlns:a16="http://schemas.microsoft.com/office/drawing/2014/main" id="{67E4E216-0F25-E325-78DD-AD3D2A3ACE2E}"/>
                </a:ext>
              </a:extLst>
            </p:cNvPr>
            <p:cNvSpPr/>
            <p:nvPr/>
          </p:nvSpPr>
          <p:spPr>
            <a:xfrm>
              <a:off x="512064" y="4809744"/>
              <a:ext cx="1627632" cy="841248"/>
            </a:xfrm>
            <a:prstGeom prst="homePlate">
              <a:avLst/>
            </a:prstGeom>
            <a:solidFill>
              <a:srgbClr val="D6E4F0"/>
            </a:solidFill>
            <a:ln w="12700">
              <a:solidFill>
                <a:srgbClr val="D6E4F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41" name="Text 20">
              <a:extLst>
                <a:ext uri="{FF2B5EF4-FFF2-40B4-BE49-F238E27FC236}">
                  <a16:creationId xmlns:a16="http://schemas.microsoft.com/office/drawing/2014/main" id="{3CC9EF83-F82F-7708-51E9-E412A68CB23E}"/>
                </a:ext>
              </a:extLst>
            </p:cNvPr>
            <p:cNvSpPr txBox="1"/>
            <p:nvPr/>
          </p:nvSpPr>
          <p:spPr>
            <a:xfrm>
              <a:off x="512064" y="4809744"/>
              <a:ext cx="1463040" cy="84124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a:ln>
                    <a:noFill/>
                  </a:ln>
                  <a:solidFill>
                    <a:srgbClr val="1A1A1A"/>
                  </a:solidFill>
                  <a:effectLst/>
                  <a:uLnTx/>
                  <a:uFillTx/>
                  <a:latin typeface="Aptos" panose="020B0004020202020204" pitchFamily="34" charset="0"/>
                  <a:ea typeface="Cambria" pitchFamily="34" charset="-122"/>
                  <a:cs typeface="Cambria" pitchFamily="34" charset="-120"/>
                </a:rPr>
                <a:t>Clients</a:t>
              </a:r>
              <a:endParaRPr kumimoji="0" lang="en-US" sz="1200" b="0" i="0" u="none" strike="noStrike" kern="0" cap="none" spc="0" normalizeH="0" baseline="0" noProof="0">
                <a:ln>
                  <a:noFill/>
                </a:ln>
                <a:solidFill>
                  <a:prstClr val="black"/>
                </a:solidFill>
                <a:effectLst/>
                <a:uLnTx/>
                <a:uFillTx/>
                <a:latin typeface="Aptos" panose="020B00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a:ln>
                    <a:noFill/>
                  </a:ln>
                  <a:solidFill>
                    <a:srgbClr val="1A1A1A"/>
                  </a:solidFill>
                  <a:effectLst/>
                  <a:uLnTx/>
                  <a:uFillTx/>
                  <a:latin typeface="Aptos" panose="020B0004020202020204" pitchFamily="34" charset="0"/>
                  <a:ea typeface="Cambria" pitchFamily="34" charset="-122"/>
                  <a:cs typeface="Cambria" pitchFamily="34" charset="-120"/>
                </a:rPr>
                <a:t>handled</a:t>
              </a:r>
              <a:endParaRPr kumimoji="0" lang="en-US" sz="12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42" name="Shape 23">
              <a:extLst>
                <a:ext uri="{FF2B5EF4-FFF2-40B4-BE49-F238E27FC236}">
                  <a16:creationId xmlns:a16="http://schemas.microsoft.com/office/drawing/2014/main" id="{06DEFAB4-7A2C-F896-B44F-F5D27F50766E}"/>
                </a:ext>
              </a:extLst>
            </p:cNvPr>
            <p:cNvSpPr/>
            <p:nvPr/>
          </p:nvSpPr>
          <p:spPr>
            <a:xfrm>
              <a:off x="475488" y="5724144"/>
              <a:ext cx="8211312" cy="0"/>
            </a:xfrm>
            <a:prstGeom prst="line">
              <a:avLst/>
            </a:prstGeom>
            <a:noFill/>
            <a:ln w="9525">
              <a:solidFill>
                <a:srgbClr val="80808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43" name="Shape 24">
              <a:extLst>
                <a:ext uri="{FF2B5EF4-FFF2-40B4-BE49-F238E27FC236}">
                  <a16:creationId xmlns:a16="http://schemas.microsoft.com/office/drawing/2014/main" id="{61D3D566-6A54-FB49-1AF4-5777ED071F45}"/>
                </a:ext>
              </a:extLst>
            </p:cNvPr>
            <p:cNvSpPr/>
            <p:nvPr/>
          </p:nvSpPr>
          <p:spPr>
            <a:xfrm>
              <a:off x="475488" y="5815584"/>
              <a:ext cx="3703320" cy="292608"/>
            </a:xfrm>
            <a:prstGeom prst="rect">
              <a:avLst/>
            </a:prstGeom>
            <a:solidFill>
              <a:srgbClr val="1F7A45"/>
            </a:solidFill>
            <a:ln w="12700">
              <a:solidFill>
                <a:srgbClr val="1F7A45"/>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44" name="Text 25">
              <a:extLst>
                <a:ext uri="{FF2B5EF4-FFF2-40B4-BE49-F238E27FC236}">
                  <a16:creationId xmlns:a16="http://schemas.microsoft.com/office/drawing/2014/main" id="{20CB403E-49B6-7C89-F134-A81ED0ADF33E}"/>
                </a:ext>
              </a:extLst>
            </p:cNvPr>
            <p:cNvSpPr txBox="1"/>
            <p:nvPr/>
          </p:nvSpPr>
          <p:spPr>
            <a:xfrm>
              <a:off x="603504" y="5815584"/>
              <a:ext cx="356616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a:ln>
                    <a:noFill/>
                  </a:ln>
                  <a:solidFill>
                    <a:srgbClr val="FFFFFF"/>
                  </a:solidFill>
                  <a:effectLst/>
                  <a:uLnTx/>
                  <a:uFillTx/>
                  <a:latin typeface="Aptos" panose="020B0004020202020204" pitchFamily="34" charset="0"/>
                  <a:ea typeface="Cambria" pitchFamily="34" charset="-122"/>
                  <a:cs typeface="Cambria" pitchFamily="34" charset="-120"/>
                </a:rPr>
                <a:t>Key Responsibilities for this assignment</a:t>
              </a:r>
              <a:endParaRPr kumimoji="0" lang="en-US" sz="13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45" name="Text 27">
              <a:extLst>
                <a:ext uri="{FF2B5EF4-FFF2-40B4-BE49-F238E27FC236}">
                  <a16:creationId xmlns:a16="http://schemas.microsoft.com/office/drawing/2014/main" id="{03F4B759-66DC-C176-60F4-A4EAB9A357CB}"/>
                </a:ext>
              </a:extLst>
            </p:cNvPr>
            <p:cNvSpPr txBox="1"/>
            <p:nvPr/>
          </p:nvSpPr>
          <p:spPr>
            <a:xfrm>
              <a:off x="8833104" y="310896"/>
              <a:ext cx="1234440" cy="603504"/>
            </a:xfrm>
            <a:prstGeom prst="rect">
              <a:avLst/>
            </a:prstGeom>
            <a:noFill/>
            <a:ln/>
          </p:spPr>
          <p:txBody>
            <a:bodyPr wrap="square" lIns="0" tIns="0" rIns="0" bIns="0"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4000" b="1" i="0" u="none" strike="noStrike" kern="0" cap="none" spc="0" normalizeH="0" baseline="0" noProof="0">
                  <a:ln>
                    <a:noFill/>
                  </a:ln>
                  <a:solidFill>
                    <a:srgbClr val="8DC63F"/>
                  </a:solidFill>
                  <a:effectLst/>
                  <a:uLnTx/>
                  <a:uFillTx/>
                  <a:latin typeface="Aptos" panose="020B0004020202020204" pitchFamily="34" charset="0"/>
                  <a:ea typeface="Cambria" pitchFamily="34" charset="-122"/>
                  <a:cs typeface="Cambria" pitchFamily="34" charset="-120"/>
                </a:rPr>
                <a:t>11+</a:t>
              </a:r>
              <a:endParaRPr kumimoji="0" lang="en-US" sz="40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46" name="Text 28">
              <a:extLst>
                <a:ext uri="{FF2B5EF4-FFF2-40B4-BE49-F238E27FC236}">
                  <a16:creationId xmlns:a16="http://schemas.microsoft.com/office/drawing/2014/main" id="{815D7278-9805-6D96-29C4-13F028970260}"/>
                </a:ext>
              </a:extLst>
            </p:cNvPr>
            <p:cNvSpPr txBox="1"/>
            <p:nvPr/>
          </p:nvSpPr>
          <p:spPr>
            <a:xfrm>
              <a:off x="10113264" y="310896"/>
              <a:ext cx="1691640" cy="603504"/>
            </a:xfrm>
            <a:prstGeom prst="rect">
              <a:avLst/>
            </a:prstGeom>
            <a:noFill/>
            <a:ln/>
          </p:spPr>
          <p:txBody>
            <a:bodyPr wrap="square" lIns="0" tIns="0" rIns="0" bIns="0" rtlCol="0" anchor="ct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600" b="1" i="0" u="none" strike="noStrike" kern="0" cap="none" spc="0" normalizeH="0" baseline="0" noProof="0">
                  <a:ln>
                    <a:noFill/>
                  </a:ln>
                  <a:solidFill>
                    <a:srgbClr val="5A8F1E"/>
                  </a:solidFill>
                  <a:effectLst/>
                  <a:uLnTx/>
                  <a:uFillTx/>
                  <a:latin typeface="Aptos" panose="020B0004020202020204" pitchFamily="34" charset="0"/>
                  <a:ea typeface="Cambria" pitchFamily="34" charset="-122"/>
                  <a:cs typeface="Cambria" pitchFamily="34" charset="-120"/>
                </a:rPr>
                <a:t>YEARS</a:t>
              </a:r>
              <a:endParaRPr kumimoji="0" lang="en-US" sz="1600" b="0" i="0" u="none" strike="noStrike" kern="0" cap="none" spc="0" normalizeH="0" baseline="0" noProof="0">
                <a:ln>
                  <a:noFill/>
                </a:ln>
                <a:solidFill>
                  <a:prstClr val="black"/>
                </a:solidFill>
                <a:effectLst/>
                <a:uLnTx/>
                <a:uFillTx/>
                <a:latin typeface="Aptos" panose="020B0004020202020204" pitchFamily="34" charset="0"/>
              </a:endParaRPr>
            </a:p>
            <a:p>
              <a:pPr marL="0" marR="0" lvl="0" indent="0" defTabSz="914400" eaLnBrk="1" fontAlgn="auto" latinLnBrk="0" hangingPunct="1">
                <a:lnSpc>
                  <a:spcPct val="90000"/>
                </a:lnSpc>
                <a:spcBef>
                  <a:spcPts val="0"/>
                </a:spcBef>
                <a:spcAft>
                  <a:spcPts val="0"/>
                </a:spcAft>
                <a:buClrTx/>
                <a:buSzTx/>
                <a:buFontTx/>
                <a:buNone/>
                <a:tabLst/>
                <a:defRPr/>
              </a:pPr>
              <a:r>
                <a:rPr kumimoji="0" lang="en-US" sz="1100" b="1" i="0" u="none" strike="noStrike" kern="0" cap="none" spc="0" normalizeH="0" baseline="0" noProof="0">
                  <a:ln>
                    <a:noFill/>
                  </a:ln>
                  <a:solidFill>
                    <a:srgbClr val="3D3D3D"/>
                  </a:solidFill>
                  <a:effectLst/>
                  <a:uLnTx/>
                  <a:uFillTx/>
                  <a:latin typeface="Aptos" panose="020B0004020202020204" pitchFamily="34" charset="0"/>
                  <a:ea typeface="Cambria" pitchFamily="34" charset="-122"/>
                  <a:cs typeface="Cambria" pitchFamily="34" charset="-120"/>
                </a:rPr>
                <a:t>OF EXPERIENCE</a:t>
              </a:r>
              <a:endParaRPr kumimoji="0" lang="en-US" sz="16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47" name="Shape 29">
              <a:extLst>
                <a:ext uri="{FF2B5EF4-FFF2-40B4-BE49-F238E27FC236}">
                  <a16:creationId xmlns:a16="http://schemas.microsoft.com/office/drawing/2014/main" id="{5BE82634-54EA-D4EF-A1C4-6C605F1BF8E7}"/>
                </a:ext>
              </a:extLst>
            </p:cNvPr>
            <p:cNvSpPr/>
            <p:nvPr/>
          </p:nvSpPr>
          <p:spPr>
            <a:xfrm>
              <a:off x="8851392" y="1042416"/>
              <a:ext cx="2962656" cy="292608"/>
            </a:xfrm>
            <a:prstGeom prst="rect">
              <a:avLst/>
            </a:prstGeom>
            <a:solidFill>
              <a:srgbClr val="1F7A45"/>
            </a:solidFill>
            <a:ln w="12700">
              <a:solidFill>
                <a:srgbClr val="1F7A45"/>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48" name="Text 30">
              <a:extLst>
                <a:ext uri="{FF2B5EF4-FFF2-40B4-BE49-F238E27FC236}">
                  <a16:creationId xmlns:a16="http://schemas.microsoft.com/office/drawing/2014/main" id="{4FD58B8B-94F1-9F33-38A0-623D0B507291}"/>
                </a:ext>
              </a:extLst>
            </p:cNvPr>
            <p:cNvSpPr txBox="1"/>
            <p:nvPr/>
          </p:nvSpPr>
          <p:spPr>
            <a:xfrm>
              <a:off x="8851392" y="1042416"/>
              <a:ext cx="2962656" cy="29260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ptos" panose="020B0004020202020204" pitchFamily="34" charset="0"/>
                  <a:ea typeface="Cambria" pitchFamily="34" charset="-122"/>
                  <a:cs typeface="Cambria" pitchFamily="34" charset="-120"/>
                </a:rPr>
                <a:t>Core Competencies</a:t>
              </a: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49" name="Shape 31">
              <a:extLst>
                <a:ext uri="{FF2B5EF4-FFF2-40B4-BE49-F238E27FC236}">
                  <a16:creationId xmlns:a16="http://schemas.microsoft.com/office/drawing/2014/main" id="{EAF71423-6A75-3D04-73B1-E6BAEAA8FB42}"/>
                </a:ext>
              </a:extLst>
            </p:cNvPr>
            <p:cNvSpPr/>
            <p:nvPr/>
          </p:nvSpPr>
          <p:spPr>
            <a:xfrm>
              <a:off x="8887968" y="1463040"/>
              <a:ext cx="2889504" cy="384048"/>
            </a:xfrm>
            <a:prstGeom prst="roundRect">
              <a:avLst>
                <a:gd name="adj" fmla="val 14286"/>
              </a:avLst>
            </a:prstGeom>
            <a:solidFill>
              <a:srgbClr val="9BD3EF"/>
            </a:solidFill>
            <a:ln w="9525">
              <a:solidFill>
                <a:srgbClr val="6FB8DC"/>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50" name="Shape 33">
              <a:extLst>
                <a:ext uri="{FF2B5EF4-FFF2-40B4-BE49-F238E27FC236}">
                  <a16:creationId xmlns:a16="http://schemas.microsoft.com/office/drawing/2014/main" id="{04C8C422-3F62-68E1-B81E-7A922B787539}"/>
                </a:ext>
              </a:extLst>
            </p:cNvPr>
            <p:cNvSpPr/>
            <p:nvPr/>
          </p:nvSpPr>
          <p:spPr>
            <a:xfrm>
              <a:off x="8887968" y="1920240"/>
              <a:ext cx="2889504" cy="384048"/>
            </a:xfrm>
            <a:prstGeom prst="roundRect">
              <a:avLst>
                <a:gd name="adj" fmla="val 14286"/>
              </a:avLst>
            </a:prstGeom>
            <a:solidFill>
              <a:srgbClr val="9BD3EF"/>
            </a:solidFill>
            <a:ln w="9525">
              <a:solidFill>
                <a:srgbClr val="6FB8DC"/>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51" name="Shape 35">
              <a:extLst>
                <a:ext uri="{FF2B5EF4-FFF2-40B4-BE49-F238E27FC236}">
                  <a16:creationId xmlns:a16="http://schemas.microsoft.com/office/drawing/2014/main" id="{2C85E40B-CAAB-EF1E-DCD9-31EBB14EB8F7}"/>
                </a:ext>
              </a:extLst>
            </p:cNvPr>
            <p:cNvSpPr/>
            <p:nvPr/>
          </p:nvSpPr>
          <p:spPr>
            <a:xfrm>
              <a:off x="8887968" y="2377440"/>
              <a:ext cx="2889504" cy="384048"/>
            </a:xfrm>
            <a:prstGeom prst="roundRect">
              <a:avLst>
                <a:gd name="adj" fmla="val 14286"/>
              </a:avLst>
            </a:prstGeom>
            <a:solidFill>
              <a:srgbClr val="9BD3EF"/>
            </a:solidFill>
            <a:ln w="9525">
              <a:solidFill>
                <a:srgbClr val="6FB8DC"/>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52" name="Shape 37">
              <a:extLst>
                <a:ext uri="{FF2B5EF4-FFF2-40B4-BE49-F238E27FC236}">
                  <a16:creationId xmlns:a16="http://schemas.microsoft.com/office/drawing/2014/main" id="{55FE6082-3E74-EAFB-A90E-0EF15B9A94DF}"/>
                </a:ext>
              </a:extLst>
            </p:cNvPr>
            <p:cNvSpPr/>
            <p:nvPr/>
          </p:nvSpPr>
          <p:spPr>
            <a:xfrm>
              <a:off x="8887968" y="2834640"/>
              <a:ext cx="2889504" cy="384048"/>
            </a:xfrm>
            <a:prstGeom prst="roundRect">
              <a:avLst>
                <a:gd name="adj" fmla="val 14286"/>
              </a:avLst>
            </a:prstGeom>
            <a:solidFill>
              <a:srgbClr val="9BD3EF"/>
            </a:solidFill>
            <a:ln w="9525">
              <a:solidFill>
                <a:srgbClr val="6FB8DC"/>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53" name="Shape 41">
              <a:extLst>
                <a:ext uri="{FF2B5EF4-FFF2-40B4-BE49-F238E27FC236}">
                  <a16:creationId xmlns:a16="http://schemas.microsoft.com/office/drawing/2014/main" id="{4A7FABD4-6A28-01F3-D74A-27AAC8ABB8DF}"/>
                </a:ext>
              </a:extLst>
            </p:cNvPr>
            <p:cNvSpPr/>
            <p:nvPr/>
          </p:nvSpPr>
          <p:spPr>
            <a:xfrm>
              <a:off x="8842248" y="4286948"/>
              <a:ext cx="2962656" cy="292608"/>
            </a:xfrm>
            <a:prstGeom prst="rect">
              <a:avLst/>
            </a:prstGeom>
            <a:solidFill>
              <a:srgbClr val="1F7A45"/>
            </a:solidFill>
            <a:ln w="12700">
              <a:solidFill>
                <a:srgbClr val="1F7A45"/>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54" name="Text 42">
              <a:extLst>
                <a:ext uri="{FF2B5EF4-FFF2-40B4-BE49-F238E27FC236}">
                  <a16:creationId xmlns:a16="http://schemas.microsoft.com/office/drawing/2014/main" id="{5FA0EDA4-DED2-F28A-64FE-9150A957DC09}"/>
                </a:ext>
              </a:extLst>
            </p:cNvPr>
            <p:cNvSpPr txBox="1"/>
            <p:nvPr/>
          </p:nvSpPr>
          <p:spPr>
            <a:xfrm>
              <a:off x="8851392" y="4296092"/>
              <a:ext cx="2962656" cy="29260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ptos" panose="020B0004020202020204" pitchFamily="34" charset="0"/>
                  <a:ea typeface="Cambria" pitchFamily="34" charset="-122"/>
                  <a:cs typeface="Cambria" pitchFamily="34" charset="-120"/>
                </a:rPr>
                <a:t>Technical Skills</a:t>
              </a:r>
              <a:endParaRPr kumimoji="0" lang="en-US" sz="1400" b="0" i="0" u="none" strike="noStrike" kern="0" cap="none" spc="0" normalizeH="0" baseline="0" noProof="0">
                <a:ln>
                  <a:noFill/>
                </a:ln>
                <a:solidFill>
                  <a:prstClr val="black"/>
                </a:solidFill>
                <a:effectLst/>
                <a:uLnTx/>
                <a:uFillTx/>
                <a:latin typeface="Aptos" panose="020B0004020202020204" pitchFamily="34" charset="0"/>
              </a:endParaRPr>
            </a:p>
          </p:txBody>
        </p:sp>
        <p:pic>
          <p:nvPicPr>
            <p:cNvPr id="255" name="Picture 254">
              <a:extLst>
                <a:ext uri="{FF2B5EF4-FFF2-40B4-BE49-F238E27FC236}">
                  <a16:creationId xmlns:a16="http://schemas.microsoft.com/office/drawing/2014/main" id="{D5BF756F-910B-3EB8-846F-87D4B216C5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631" y="420624"/>
              <a:ext cx="1298448" cy="1481328"/>
            </a:xfrm>
            <a:prstGeom prst="rect">
              <a:avLst/>
            </a:prstGeom>
            <a:ln w="9525">
              <a:solidFill>
                <a:sysClr val="windowText" lastClr="000000"/>
              </a:solidFill>
            </a:ln>
          </p:spPr>
        </p:pic>
        <p:sp>
          <p:nvSpPr>
            <p:cNvPr id="256" name="TextBox 255">
              <a:extLst>
                <a:ext uri="{FF2B5EF4-FFF2-40B4-BE49-F238E27FC236}">
                  <a16:creationId xmlns:a16="http://schemas.microsoft.com/office/drawing/2014/main" id="{D33AB663-289A-D1D3-33E9-5336B0AB6FDE}"/>
                </a:ext>
              </a:extLst>
            </p:cNvPr>
            <p:cNvSpPr txBox="1"/>
            <p:nvPr/>
          </p:nvSpPr>
          <p:spPr>
            <a:xfrm>
              <a:off x="505135" y="2421588"/>
              <a:ext cx="8236528" cy="1107996"/>
            </a:xfrm>
            <a:prstGeom prst="rect">
              <a:avLst/>
            </a:prstGeom>
            <a:noFill/>
          </p:spPr>
          <p:txBody>
            <a:bodyPr wrap="square" rtlCol="0">
              <a:spAutoFit/>
            </a:bodyPr>
            <a:lstStyle/>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Aptos" panose="020B0004020202020204" pitchFamily="34" charset="0"/>
                </a:rPr>
                <a:t>Ministry of Skill Development &amp; Entrepreneurship (MSDE), Government of India.</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Aptos" panose="020B0004020202020204" pitchFamily="34" charset="0"/>
                </a:rPr>
                <a:t>Ministry of Rural Development (MoRD), Government of India</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Aptos" panose="020B0004020202020204" pitchFamily="34" charset="0"/>
                </a:rPr>
                <a:t>Planning Department, Government of Rajasthan.</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Aptos" panose="020B0004020202020204" pitchFamily="34" charset="0"/>
                </a:rPr>
                <a:t>Department of Skill, Employment &amp; Entrepreneurship, Government of Rajasthan.</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Aptos" panose="020B0004020202020204" pitchFamily="34" charset="0"/>
                </a:rPr>
                <a:t>National Council for Vocational Education and Training (NCVET), Government of India.</a:t>
              </a:r>
              <a:endParaRPr kumimoji="0" lang="en-US" sz="1100" b="0" i="0" u="none" strike="noStrike" kern="0" cap="none" spc="0" normalizeH="0" baseline="0" noProof="0">
                <a:ln>
                  <a:noFill/>
                </a:ln>
                <a:solidFill>
                  <a:prstClr val="black"/>
                </a:solidFill>
                <a:effectLst/>
                <a:uLnTx/>
                <a:uFillTx/>
                <a:latin typeface="Aptos" panose="020B0004020202020204" pitchFamily="34" charset="0"/>
                <a:cs typeface="Times New Roman" panose="02020603050405020304" pitchFamily="18" charset="0"/>
              </a:endParaRP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Aptos" panose="020B0004020202020204" pitchFamily="34" charset="0"/>
                </a:rPr>
                <a:t>National Skill Development Corporation (NSDC)</a:t>
              </a:r>
            </a:p>
          </p:txBody>
        </p:sp>
        <p:sp>
          <p:nvSpPr>
            <p:cNvPr id="257" name="TextBox 256">
              <a:extLst>
                <a:ext uri="{FF2B5EF4-FFF2-40B4-BE49-F238E27FC236}">
                  <a16:creationId xmlns:a16="http://schemas.microsoft.com/office/drawing/2014/main" id="{0D832E15-C5B5-92F7-11E0-2DBC4859DF7F}"/>
                </a:ext>
              </a:extLst>
            </p:cNvPr>
            <p:cNvSpPr txBox="1"/>
            <p:nvPr/>
          </p:nvSpPr>
          <p:spPr>
            <a:xfrm>
              <a:off x="2089621" y="3600005"/>
              <a:ext cx="6679475" cy="1052077"/>
            </a:xfrm>
            <a:prstGeom prst="rect">
              <a:avLst/>
            </a:prstGeom>
            <a:noFill/>
          </p:spPr>
          <p:txBody>
            <a:bodyPr wrap="square" rtlCol="0">
              <a:spAutoFit/>
            </a:bodyPr>
            <a:lstStyle/>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prstClr val="black"/>
                  </a:solidFill>
                  <a:effectLst/>
                  <a:uLnTx/>
                  <a:uFillTx/>
                  <a:latin typeface="Aptos" panose="020B0004020202020204" pitchFamily="34" charset="0"/>
                </a:rPr>
                <a:t>11+ years</a:t>
              </a:r>
              <a:r>
                <a:rPr kumimoji="0" lang="en-US" sz="1000" b="0" i="0" u="none" strike="noStrike" kern="0" cap="none" spc="0" normalizeH="0" baseline="0" noProof="0">
                  <a:ln>
                    <a:noFill/>
                  </a:ln>
                  <a:solidFill>
                    <a:prstClr val="black"/>
                  </a:solidFill>
                  <a:effectLst/>
                  <a:uLnTx/>
                  <a:uFillTx/>
                  <a:latin typeface="Aptos" panose="020B0004020202020204" pitchFamily="34" charset="0"/>
                </a:rPr>
                <a:t> of experience in Government advisory, policy implementation, </a:t>
              </a:r>
              <a:r>
                <a:rPr kumimoji="0" lang="en-US" sz="1000" b="0" i="0" u="none" strike="noStrike" kern="0" cap="none" spc="0" normalizeH="0" baseline="0" noProof="0" err="1">
                  <a:ln>
                    <a:noFill/>
                  </a:ln>
                  <a:solidFill>
                    <a:prstClr val="black"/>
                  </a:solidFill>
                  <a:effectLst/>
                  <a:uLnTx/>
                  <a:uFillTx/>
                  <a:latin typeface="Aptos" panose="020B0004020202020204" pitchFamily="34" charset="0"/>
                </a:rPr>
                <a:t>programme</a:t>
              </a:r>
              <a:r>
                <a:rPr kumimoji="0" lang="en-US" sz="1000" b="0" i="0" u="none" strike="noStrike" kern="0" cap="none" spc="0" normalizeH="0" baseline="0" noProof="0">
                  <a:ln>
                    <a:noFill/>
                  </a:ln>
                  <a:solidFill>
                    <a:prstClr val="black"/>
                  </a:solidFill>
                  <a:effectLst/>
                  <a:uLnTx/>
                  <a:uFillTx/>
                  <a:latin typeface="Aptos" panose="020B0004020202020204" pitchFamily="34" charset="0"/>
                </a:rPr>
                <a:t> management and governance.</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rPr>
                <a:t>Experience across </a:t>
              </a:r>
              <a:r>
                <a:rPr kumimoji="0" lang="en-US" sz="1000" b="1" i="0" u="none" strike="noStrike" kern="0" cap="none" spc="0" normalizeH="0" baseline="0" noProof="0">
                  <a:ln>
                    <a:noFill/>
                  </a:ln>
                  <a:solidFill>
                    <a:prstClr val="black"/>
                  </a:solidFill>
                  <a:effectLst/>
                  <a:uLnTx/>
                  <a:uFillTx/>
                  <a:latin typeface="Aptos" panose="020B0004020202020204" pitchFamily="34" charset="0"/>
                </a:rPr>
                <a:t>Skill Development, Employment, Social Inclusion, Livelihoods and Women Empowerment</a:t>
              </a:r>
              <a:r>
                <a:rPr kumimoji="0" lang="en-US" sz="1000" b="0" i="0" u="none" strike="noStrike" kern="0" cap="none" spc="0" normalizeH="0" baseline="0" noProof="0">
                  <a:ln>
                    <a:noFill/>
                  </a:ln>
                  <a:solidFill>
                    <a:prstClr val="black"/>
                  </a:solidFill>
                  <a:effectLst/>
                  <a:uLnTx/>
                  <a:uFillTx/>
                  <a:latin typeface="Aptos" panose="020B0004020202020204" pitchFamily="34" charset="0"/>
                </a:rPr>
                <a:t> </a:t>
              </a:r>
              <a:r>
                <a:rPr kumimoji="0" lang="en-US" sz="1000" b="0" i="0" u="none" strike="noStrike" kern="0" cap="none" spc="0" normalizeH="0" baseline="0" noProof="0" err="1">
                  <a:ln>
                    <a:noFill/>
                  </a:ln>
                  <a:solidFill>
                    <a:prstClr val="black"/>
                  </a:solidFill>
                  <a:effectLst/>
                  <a:uLnTx/>
                  <a:uFillTx/>
                  <a:latin typeface="Aptos" panose="020B0004020202020204" pitchFamily="34" charset="0"/>
                </a:rPr>
                <a:t>programmes</a:t>
              </a:r>
              <a:r>
                <a:rPr kumimoji="0" lang="en-US" sz="1000" b="0" i="0" u="none" strike="noStrike" kern="0" cap="none" spc="0" normalizeH="0" baseline="0" noProof="0">
                  <a:ln>
                    <a:noFill/>
                  </a:ln>
                  <a:solidFill>
                    <a:prstClr val="black"/>
                  </a:solidFill>
                  <a:effectLst/>
                  <a:uLnTx/>
                  <a:uFillTx/>
                  <a:latin typeface="Aptos" panose="020B0004020202020204" pitchFamily="34" charset="0"/>
                </a:rPr>
                <a:t>.</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rPr>
                <a:t>Reviewed Government provisions and supported development of </a:t>
              </a:r>
              <a:r>
                <a:rPr kumimoji="0" lang="en-US" sz="1000" b="1" i="0" u="none" strike="noStrike" kern="0" cap="none" spc="0" normalizeH="0" baseline="0" noProof="0">
                  <a:ln>
                    <a:noFill/>
                  </a:ln>
                  <a:solidFill>
                    <a:prstClr val="black"/>
                  </a:solidFill>
                  <a:effectLst/>
                  <a:uLnTx/>
                  <a:uFillTx/>
                  <a:latin typeface="Aptos" panose="020B0004020202020204" pitchFamily="34" charset="0"/>
                </a:rPr>
                <a:t>guidelines, SOPs, implementation frameworks and process improvements</a:t>
              </a:r>
              <a:r>
                <a:rPr kumimoji="0" lang="en-US" sz="1000" b="0" i="0" u="none" strike="noStrike" kern="0" cap="none" spc="0" normalizeH="0" baseline="0" noProof="0">
                  <a:ln>
                    <a:noFill/>
                  </a:ln>
                  <a:solidFill>
                    <a:prstClr val="black"/>
                  </a:solidFill>
                  <a:effectLst/>
                  <a:uLnTx/>
                  <a:uFillTx/>
                  <a:latin typeface="Aptos" panose="020B0004020202020204" pitchFamily="34" charset="0"/>
                </a:rPr>
                <a:t>.</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rPr>
                <a:t>Managed </a:t>
              </a:r>
              <a:r>
                <a:rPr kumimoji="0" lang="en-US" sz="1000" b="1" i="0" u="none" strike="noStrike" kern="0" cap="none" spc="0" normalizeH="0" baseline="0" noProof="0">
                  <a:ln>
                    <a:noFill/>
                  </a:ln>
                  <a:solidFill>
                    <a:prstClr val="black"/>
                  </a:solidFill>
                  <a:effectLst/>
                  <a:uLnTx/>
                  <a:uFillTx/>
                  <a:latin typeface="Aptos" panose="020B0004020202020204" pitchFamily="34" charset="0"/>
                </a:rPr>
                <a:t>8 major Government </a:t>
              </a:r>
              <a:r>
                <a:rPr kumimoji="0" lang="en-US" sz="1000" b="1" i="0" u="none" strike="noStrike" kern="0" cap="none" spc="0" normalizeH="0" baseline="0" noProof="0" err="1">
                  <a:ln>
                    <a:noFill/>
                  </a:ln>
                  <a:solidFill>
                    <a:prstClr val="black"/>
                  </a:solidFill>
                  <a:effectLst/>
                  <a:uLnTx/>
                  <a:uFillTx/>
                  <a:latin typeface="Aptos" panose="020B0004020202020204" pitchFamily="34" charset="0"/>
                </a:rPr>
                <a:t>programmes</a:t>
              </a:r>
              <a:r>
                <a:rPr kumimoji="0" lang="en-US" sz="1000" b="0" i="0" u="none" strike="noStrike" kern="0" cap="none" spc="0" normalizeH="0" baseline="0" noProof="0">
                  <a:ln>
                    <a:noFill/>
                  </a:ln>
                  <a:solidFill>
                    <a:prstClr val="black"/>
                  </a:solidFill>
                  <a:effectLst/>
                  <a:uLnTx/>
                  <a:uFillTx/>
                  <a:latin typeface="Aptos" panose="020B0004020202020204" pitchFamily="34" charset="0"/>
                </a:rPr>
                <a:t> with an annual portfolio exceeding </a:t>
              </a:r>
              <a:r>
                <a:rPr kumimoji="0" lang="en-US" sz="1000" b="1" i="0" u="none" strike="noStrike" kern="0" cap="none" spc="0" normalizeH="0" baseline="0" noProof="0">
                  <a:ln>
                    <a:noFill/>
                  </a:ln>
                  <a:solidFill>
                    <a:prstClr val="black"/>
                  </a:solidFill>
                  <a:effectLst/>
                  <a:uLnTx/>
                  <a:uFillTx/>
                  <a:latin typeface="Aptos" panose="020B0004020202020204" pitchFamily="34" charset="0"/>
                </a:rPr>
                <a:t>₹200 crore</a:t>
              </a:r>
              <a:r>
                <a:rPr kumimoji="0" lang="en-US" sz="1000" b="0" i="0" u="none" strike="noStrike" kern="0" cap="none" spc="0" normalizeH="0" baseline="0" noProof="0">
                  <a:ln>
                    <a:noFill/>
                  </a:ln>
                  <a:solidFill>
                    <a:prstClr val="black"/>
                  </a:solidFill>
                  <a:effectLst/>
                  <a:uLnTx/>
                  <a:uFillTx/>
                  <a:latin typeface="Aptos" panose="020B0004020202020204" pitchFamily="34" charset="0"/>
                </a:rPr>
                <a:t> across Rajasthan.</a:t>
              </a:r>
            </a:p>
          </p:txBody>
        </p:sp>
        <p:sp>
          <p:nvSpPr>
            <p:cNvPr id="258" name="TextBox 257">
              <a:extLst>
                <a:ext uri="{FF2B5EF4-FFF2-40B4-BE49-F238E27FC236}">
                  <a16:creationId xmlns:a16="http://schemas.microsoft.com/office/drawing/2014/main" id="{05398441-3C51-CFCB-D1C6-7E0EDA9ABE0E}"/>
                </a:ext>
              </a:extLst>
            </p:cNvPr>
            <p:cNvSpPr txBox="1"/>
            <p:nvPr/>
          </p:nvSpPr>
          <p:spPr>
            <a:xfrm>
              <a:off x="2157985" y="4735394"/>
              <a:ext cx="4821227" cy="861774"/>
            </a:xfrm>
            <a:prstGeom prst="rect">
              <a:avLst/>
            </a:prstGeom>
            <a:noFill/>
          </p:spPr>
          <p:txBody>
            <a:bodyPr wrap="square" rtlCol="0">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prstClr val="black"/>
                  </a:solidFill>
                  <a:effectLst/>
                  <a:uLnTx/>
                  <a:uFillTx/>
                  <a:latin typeface="Aptos" panose="020B0004020202020204" pitchFamily="34" charset="0"/>
                  <a:cs typeface="Times New Roman" panose="02020603050405020304" pitchFamily="18" charset="0"/>
                </a:rPr>
                <a:t>Rajasthan Skill &amp; Livelihoods Development Corporation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prstClr val="black"/>
                  </a:solidFill>
                  <a:effectLst/>
                  <a:uLnTx/>
                  <a:uFillTx/>
                  <a:latin typeface="Aptos" panose="020B0004020202020204" pitchFamily="34" charset="0"/>
                  <a:cs typeface="Times New Roman" panose="02020603050405020304" pitchFamily="18" charset="0"/>
                </a:rPr>
                <a:t>Directorate of Technical Education (it is)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prstClr val="black"/>
                  </a:solidFill>
                  <a:effectLst/>
                  <a:uLnTx/>
                  <a:uFillTx/>
                  <a:latin typeface="Aptos" panose="020B0004020202020204" pitchFamily="34" charset="0"/>
                  <a:cs typeface="Times New Roman" panose="02020603050405020304" pitchFamily="18" charset="0"/>
                </a:rPr>
                <a:t>Employment Dept.</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prstClr val="black"/>
                  </a:solidFill>
                  <a:effectLst/>
                  <a:uLnTx/>
                  <a:uFillTx/>
                  <a:latin typeface="Aptos" panose="020B0004020202020204" pitchFamily="34" charset="0"/>
                  <a:cs typeface="Times New Roman" panose="02020603050405020304" pitchFamily="18" charset="0"/>
                </a:rPr>
                <a:t>Rajasthan Council For Vocational Education &amp; Training.</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prstClr val="black"/>
                  </a:solidFill>
                  <a:effectLst/>
                  <a:uLnTx/>
                  <a:uFillTx/>
                  <a:latin typeface="Aptos" panose="020B0004020202020204" pitchFamily="34" charset="0"/>
                  <a:cs typeface="Times New Roman" panose="02020603050405020304" pitchFamily="18" charset="0"/>
                </a:rPr>
                <a:t>Vishwakarma Skill University </a:t>
              </a:r>
              <a:endParaRPr kumimoji="0" lang="fr-FR" sz="1000" b="1" i="0" u="none" strike="noStrike" kern="0" cap="none" spc="0" normalizeH="0" baseline="0" noProof="0">
                <a:ln>
                  <a:noFill/>
                </a:ln>
                <a:solidFill>
                  <a:prstClr val="black"/>
                </a:solidFill>
                <a:effectLst/>
                <a:uLnTx/>
                <a:uFillTx/>
                <a:latin typeface="Aptos" panose="020B0004020202020204" pitchFamily="34" charset="0"/>
                <a:cs typeface="Times New Roman" panose="02020603050405020304" pitchFamily="18" charset="0"/>
              </a:endParaRPr>
            </a:p>
          </p:txBody>
        </p:sp>
        <p:sp>
          <p:nvSpPr>
            <p:cNvPr id="259" name="TextBox 258">
              <a:extLst>
                <a:ext uri="{FF2B5EF4-FFF2-40B4-BE49-F238E27FC236}">
                  <a16:creationId xmlns:a16="http://schemas.microsoft.com/office/drawing/2014/main" id="{385649F7-D80E-CDBC-FF6D-D415E4D527CD}"/>
                </a:ext>
              </a:extLst>
            </p:cNvPr>
            <p:cNvSpPr txBox="1"/>
            <p:nvPr/>
          </p:nvSpPr>
          <p:spPr>
            <a:xfrm>
              <a:off x="359088" y="6102032"/>
              <a:ext cx="11766516" cy="41445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Aptos" panose="020B0004020202020204" pitchFamily="34" charset="0"/>
                </a:rPr>
                <a:t>Review and </a:t>
              </a:r>
              <a:r>
                <a:rPr kumimoji="0" lang="en-US" sz="1000" b="0" i="0" u="none" strike="noStrike" kern="0" cap="none" spc="0" normalizeH="0" baseline="0" noProof="0" err="1">
                  <a:ln>
                    <a:noFill/>
                  </a:ln>
                  <a:solidFill>
                    <a:prstClr val="black"/>
                  </a:solidFill>
                  <a:effectLst/>
                  <a:uLnTx/>
                  <a:uFillTx/>
                  <a:latin typeface="Aptos" panose="020B0004020202020204" pitchFamily="34" charset="0"/>
                </a:rPr>
                <a:t>analyse</a:t>
              </a:r>
              <a:r>
                <a:rPr kumimoji="0" lang="en-US" sz="1000" b="0" i="0" u="none" strike="noStrike" kern="0" cap="none" spc="0" normalizeH="0" baseline="0" noProof="0">
                  <a:ln>
                    <a:noFill/>
                  </a:ln>
                  <a:solidFill>
                    <a:prstClr val="black"/>
                  </a:solidFill>
                  <a:effectLst/>
                  <a:uLnTx/>
                  <a:uFillTx/>
                  <a:latin typeface="Aptos" panose="020B0004020202020204" pitchFamily="34" charset="0"/>
                </a:rPr>
                <a:t> Government Acts, Rules, policies, guidelines, circulars, orders and notifications with focus on implementation provisions .Support drafting and revision of amendments, notifications, Government Orders, guidelines, SOPs and related policy documents.  Undertake policy research and stakeholder consultations and translate findings into concise recommendations and decision-support notes. </a:t>
              </a:r>
            </a:p>
          </p:txBody>
        </p:sp>
        <p:sp>
          <p:nvSpPr>
            <p:cNvPr id="260" name="Rectangle: Rounded Corners 259">
              <a:extLst>
                <a:ext uri="{FF2B5EF4-FFF2-40B4-BE49-F238E27FC236}">
                  <a16:creationId xmlns:a16="http://schemas.microsoft.com/office/drawing/2014/main" id="{317A703B-5272-5122-F14E-717A74C0A065}"/>
                </a:ext>
              </a:extLst>
            </p:cNvPr>
            <p:cNvSpPr/>
            <p:nvPr/>
          </p:nvSpPr>
          <p:spPr>
            <a:xfrm>
              <a:off x="8871839" y="1520369"/>
              <a:ext cx="2833530" cy="260566"/>
            </a:xfrm>
            <a:prstGeom prst="roundRect">
              <a:avLst/>
            </a:prstGeom>
            <a:no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Aptos" panose="020B0004020202020204" pitchFamily="34" charset="0"/>
                  <a:ea typeface="+mn-ea"/>
                  <a:cs typeface="+mn-cs"/>
                </a:rPr>
                <a:t>Policy Research &amp; Benchmarking</a:t>
              </a:r>
              <a:endParaRPr kumimoji="0" lang="en-IN" sz="1000" b="1" i="0" u="none" strike="noStrike" kern="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61" name="Rectangle: Rounded Corners 260">
              <a:extLst>
                <a:ext uri="{FF2B5EF4-FFF2-40B4-BE49-F238E27FC236}">
                  <a16:creationId xmlns:a16="http://schemas.microsoft.com/office/drawing/2014/main" id="{980D413C-EA80-7545-0B4B-9DED1194A553}"/>
                </a:ext>
              </a:extLst>
            </p:cNvPr>
            <p:cNvSpPr/>
            <p:nvPr/>
          </p:nvSpPr>
          <p:spPr>
            <a:xfrm>
              <a:off x="8842803" y="1978247"/>
              <a:ext cx="2833530" cy="260566"/>
            </a:xfrm>
            <a:prstGeom prst="roundRect">
              <a:avLst/>
            </a:prstGeom>
            <a:no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Aptos" panose="020B0004020202020204" pitchFamily="34" charset="0"/>
                  <a:ea typeface="+mn-ea"/>
                  <a:cs typeface="+mn-cs"/>
                </a:rPr>
                <a:t>Compliance &amp; Governance</a:t>
              </a:r>
              <a:endParaRPr kumimoji="0" lang="en-IN" sz="1000" b="1" i="0" u="none" strike="noStrike" kern="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62" name="Rectangle: Rounded Corners 261">
              <a:extLst>
                <a:ext uri="{FF2B5EF4-FFF2-40B4-BE49-F238E27FC236}">
                  <a16:creationId xmlns:a16="http://schemas.microsoft.com/office/drawing/2014/main" id="{71551B93-C571-D608-D132-5B5390E1BC36}"/>
                </a:ext>
              </a:extLst>
            </p:cNvPr>
            <p:cNvSpPr/>
            <p:nvPr/>
          </p:nvSpPr>
          <p:spPr>
            <a:xfrm>
              <a:off x="8924545" y="2455202"/>
              <a:ext cx="2833530" cy="260566"/>
            </a:xfrm>
            <a:prstGeom prst="roundRect">
              <a:avLst/>
            </a:prstGeom>
            <a:no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Aptos" panose="020B0004020202020204" pitchFamily="34" charset="0"/>
                  <a:ea typeface="+mn-ea"/>
                  <a:cs typeface="+mn-cs"/>
                </a:rPr>
                <a:t>SOP &amp; Operational Guideline Development</a:t>
              </a:r>
              <a:endParaRPr kumimoji="0" lang="en-IN" sz="1000" b="1" i="0" u="none" strike="noStrike" kern="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63" name="Rectangle: Rounded Corners 262">
              <a:extLst>
                <a:ext uri="{FF2B5EF4-FFF2-40B4-BE49-F238E27FC236}">
                  <a16:creationId xmlns:a16="http://schemas.microsoft.com/office/drawing/2014/main" id="{67908743-57B7-87B9-BDD4-EFC4536E271D}"/>
                </a:ext>
              </a:extLst>
            </p:cNvPr>
            <p:cNvSpPr/>
            <p:nvPr/>
          </p:nvSpPr>
          <p:spPr>
            <a:xfrm>
              <a:off x="8869678" y="2894105"/>
              <a:ext cx="2833530" cy="260566"/>
            </a:xfrm>
            <a:prstGeom prst="roundRect">
              <a:avLst/>
            </a:prstGeom>
            <a:no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Aptos" panose="020B0004020202020204" pitchFamily="34" charset="0"/>
                  <a:ea typeface="+mn-ea"/>
                  <a:cs typeface="+mn-cs"/>
                </a:rPr>
                <a:t>Monitoring &amp; Analytical Reporting</a:t>
              </a:r>
              <a:endParaRPr kumimoji="0" lang="en-IN" sz="1000" b="1" i="0" u="none" strike="noStrike" kern="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264" name="Group 263">
              <a:extLst>
                <a:ext uri="{FF2B5EF4-FFF2-40B4-BE49-F238E27FC236}">
                  <a16:creationId xmlns:a16="http://schemas.microsoft.com/office/drawing/2014/main" id="{8BB34F80-F653-746A-FF10-88E3981C6865}"/>
                </a:ext>
              </a:extLst>
            </p:cNvPr>
            <p:cNvGrpSpPr/>
            <p:nvPr/>
          </p:nvGrpSpPr>
          <p:grpSpPr>
            <a:xfrm>
              <a:off x="8814815" y="3291840"/>
              <a:ext cx="2962657" cy="384048"/>
              <a:chOff x="8814815" y="3291840"/>
              <a:chExt cx="2962657" cy="384048"/>
            </a:xfrm>
          </p:grpSpPr>
          <p:sp>
            <p:nvSpPr>
              <p:cNvPr id="268" name="Shape 39">
                <a:extLst>
                  <a:ext uri="{FF2B5EF4-FFF2-40B4-BE49-F238E27FC236}">
                    <a16:creationId xmlns:a16="http://schemas.microsoft.com/office/drawing/2014/main" id="{48499B52-8C91-AE0C-A73A-AD0B74DBB2B8}"/>
                  </a:ext>
                </a:extLst>
              </p:cNvPr>
              <p:cNvSpPr/>
              <p:nvPr/>
            </p:nvSpPr>
            <p:spPr>
              <a:xfrm>
                <a:off x="8887968" y="3291840"/>
                <a:ext cx="2889504" cy="384048"/>
              </a:xfrm>
              <a:prstGeom prst="roundRect">
                <a:avLst>
                  <a:gd name="adj" fmla="val 14286"/>
                </a:avLst>
              </a:prstGeom>
              <a:solidFill>
                <a:srgbClr val="9BD3EF"/>
              </a:solidFill>
              <a:ln w="9525">
                <a:solidFill>
                  <a:srgbClr val="6FB8DC"/>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69" name="Rectangle: Rounded Corners 268">
                <a:extLst>
                  <a:ext uri="{FF2B5EF4-FFF2-40B4-BE49-F238E27FC236}">
                    <a16:creationId xmlns:a16="http://schemas.microsoft.com/office/drawing/2014/main" id="{432ADE90-F00B-6E7E-0E39-16D7C550B45E}"/>
                  </a:ext>
                </a:extLst>
              </p:cNvPr>
              <p:cNvSpPr/>
              <p:nvPr/>
            </p:nvSpPr>
            <p:spPr>
              <a:xfrm>
                <a:off x="8814815" y="3324561"/>
                <a:ext cx="2833530" cy="260566"/>
              </a:xfrm>
              <a:prstGeom prst="roundRect">
                <a:avLst/>
              </a:prstGeom>
              <a:no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Aptos" panose="020B0004020202020204" pitchFamily="34" charset="0"/>
                    <a:ea typeface="+mn-ea"/>
                    <a:cs typeface="+mn-cs"/>
                  </a:rPr>
                  <a:t>Compliance &amp; Governance</a:t>
                </a:r>
                <a:endParaRPr kumimoji="0" lang="en-IN" sz="1000" b="1" i="0" u="none" strike="noStrike" kern="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265" name="Shape 39">
              <a:extLst>
                <a:ext uri="{FF2B5EF4-FFF2-40B4-BE49-F238E27FC236}">
                  <a16:creationId xmlns:a16="http://schemas.microsoft.com/office/drawing/2014/main" id="{246B83C1-02D8-64DE-C89A-7BE72B427FCE}"/>
                </a:ext>
              </a:extLst>
            </p:cNvPr>
            <p:cNvSpPr/>
            <p:nvPr/>
          </p:nvSpPr>
          <p:spPr>
            <a:xfrm>
              <a:off x="8915956" y="3761168"/>
              <a:ext cx="2889504" cy="384048"/>
            </a:xfrm>
            <a:prstGeom prst="roundRect">
              <a:avLst>
                <a:gd name="adj" fmla="val 14286"/>
              </a:avLst>
            </a:prstGeom>
            <a:solidFill>
              <a:srgbClr val="9BD3EF"/>
            </a:solidFill>
            <a:ln w="9525">
              <a:solidFill>
                <a:srgbClr val="6FB8DC"/>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266" name="TextBox 265">
              <a:extLst>
                <a:ext uri="{FF2B5EF4-FFF2-40B4-BE49-F238E27FC236}">
                  <a16:creationId xmlns:a16="http://schemas.microsoft.com/office/drawing/2014/main" id="{6A789134-13D9-EC9C-ACB6-D0DCA4C97E87}"/>
                </a:ext>
              </a:extLst>
            </p:cNvPr>
            <p:cNvSpPr txBox="1"/>
            <p:nvPr/>
          </p:nvSpPr>
          <p:spPr>
            <a:xfrm>
              <a:off x="8903412" y="4804584"/>
              <a:ext cx="2858615" cy="1107996"/>
            </a:xfrm>
            <a:prstGeom prst="rect">
              <a:avLst/>
            </a:prstGeom>
            <a:noFill/>
          </p:spPr>
          <p:txBody>
            <a:bodyPr wrap="square" rtlCol="0">
              <a:spAutoFit/>
            </a:bodyPr>
            <a:lstStyle/>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100" b="1" i="0" u="none" strike="noStrike" kern="0" cap="none" spc="0" normalizeH="0" baseline="0" noProof="0">
                  <a:ln>
                    <a:noFill/>
                  </a:ln>
                  <a:solidFill>
                    <a:prstClr val="black"/>
                  </a:solidFill>
                  <a:effectLst/>
                  <a:uLnTx/>
                  <a:uFillTx/>
                  <a:latin typeface="Aptos" panose="020B0004020202020204" pitchFamily="34" charset="0"/>
                </a:rPr>
                <a:t>Project Monitoring &amp; Reporting .</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100" b="1" i="0" u="none" strike="noStrike" kern="0" cap="none" spc="0" normalizeH="0" baseline="0" noProof="0">
                  <a:ln>
                    <a:noFill/>
                  </a:ln>
                  <a:solidFill>
                    <a:prstClr val="black"/>
                  </a:solidFill>
                  <a:effectLst/>
                  <a:uLnTx/>
                  <a:uFillTx/>
                  <a:latin typeface="Aptos" panose="020B0004020202020204" pitchFamily="34" charset="0"/>
                </a:rPr>
                <a:t>Data Analysis &amp; Performance Monitoring.</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100" b="1" i="0" u="none" strike="noStrike" kern="0" cap="none" spc="0" normalizeH="0" baseline="0" noProof="0">
                  <a:ln>
                    <a:noFill/>
                  </a:ln>
                  <a:solidFill>
                    <a:prstClr val="black"/>
                  </a:solidFill>
                  <a:effectLst/>
                  <a:uLnTx/>
                  <a:uFillTx/>
                  <a:latin typeface="Aptos" panose="020B0004020202020204" pitchFamily="34" charset="0"/>
                </a:rPr>
                <a:t>MIS &amp; Dashboard Reporting.</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100" b="1" i="0" u="none" strike="noStrike" kern="0" cap="none" spc="0" normalizeH="0" baseline="0" noProof="0">
                  <a:ln>
                    <a:noFill/>
                  </a:ln>
                  <a:solidFill>
                    <a:prstClr val="black"/>
                  </a:solidFill>
                  <a:effectLst/>
                  <a:uLnTx/>
                  <a:uFillTx/>
                  <a:latin typeface="Aptos" panose="020B0004020202020204" pitchFamily="34" charset="0"/>
                </a:rPr>
                <a:t>AI-assisted Research &amp; Documentation</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100" b="1" i="0" u="none" strike="noStrike" kern="0" cap="none" spc="0" normalizeH="0" baseline="0" noProof="0">
                  <a:ln>
                    <a:noFill/>
                  </a:ln>
                  <a:solidFill>
                    <a:prstClr val="black"/>
                  </a:solidFill>
                  <a:effectLst/>
                  <a:uLnTx/>
                  <a:uFillTx/>
                  <a:latin typeface="Aptos" panose="020B0004020202020204" pitchFamily="34" charset="0"/>
                </a:rPr>
                <a:t>Microsoft Excel (Advanced) </a:t>
              </a:r>
              <a:endParaRPr kumimoji="0" lang="en-IN" sz="1100" b="1" i="1" u="none" strike="noStrike" kern="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67" name="Rectangle: Rounded Corners 266">
              <a:extLst>
                <a:ext uri="{FF2B5EF4-FFF2-40B4-BE49-F238E27FC236}">
                  <a16:creationId xmlns:a16="http://schemas.microsoft.com/office/drawing/2014/main" id="{DAA92CE7-869E-3D6F-DB92-56ED2647E3C5}"/>
                </a:ext>
              </a:extLst>
            </p:cNvPr>
            <p:cNvSpPr/>
            <p:nvPr/>
          </p:nvSpPr>
          <p:spPr>
            <a:xfrm>
              <a:off x="8954968" y="3835663"/>
              <a:ext cx="2833530" cy="260566"/>
            </a:xfrm>
            <a:prstGeom prst="roundRect">
              <a:avLst/>
            </a:prstGeom>
            <a:no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Aptos" panose="020B0004020202020204" pitchFamily="34" charset="0"/>
                  <a:ea typeface="+mn-ea"/>
                  <a:cs typeface="+mn-cs"/>
                </a:rPr>
                <a:t>Government </a:t>
              </a:r>
              <a:r>
                <a:rPr kumimoji="0" lang="en-US" sz="1000" b="1" i="0" u="none" strike="noStrike" kern="0" cap="none" spc="0" normalizeH="0" baseline="0" noProof="0" err="1">
                  <a:ln>
                    <a:noFill/>
                  </a:ln>
                  <a:solidFill>
                    <a:prstClr val="black"/>
                  </a:solidFill>
                  <a:effectLst/>
                  <a:uLnTx/>
                  <a:uFillTx/>
                  <a:latin typeface="Aptos" panose="020B0004020202020204" pitchFamily="34" charset="0"/>
                  <a:ea typeface="+mn-ea"/>
                  <a:cs typeface="+mn-cs"/>
                </a:rPr>
                <a:t>Programme</a:t>
              </a:r>
              <a:r>
                <a:rPr kumimoji="0" lang="en-US" sz="1000" b="1" i="0" u="none" strike="noStrike" kern="0" cap="none" spc="0" normalizeH="0" baseline="0" noProof="0">
                  <a:ln>
                    <a:noFill/>
                  </a:ln>
                  <a:solidFill>
                    <a:prstClr val="black"/>
                  </a:solidFill>
                  <a:effectLst/>
                  <a:uLnTx/>
                  <a:uFillTx/>
                  <a:latin typeface="Aptos" panose="020B0004020202020204" pitchFamily="34" charset="0"/>
                  <a:ea typeface="+mn-ea"/>
                  <a:cs typeface="+mn-cs"/>
                </a:rPr>
                <a:t> Management</a:t>
              </a:r>
              <a:endParaRPr kumimoji="0" lang="en-IN" sz="1000" b="1" i="0" u="none" strike="noStrike" kern="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270" name="Text 4">
            <a:extLst>
              <a:ext uri="{FF2B5EF4-FFF2-40B4-BE49-F238E27FC236}">
                <a16:creationId xmlns:a16="http://schemas.microsoft.com/office/drawing/2014/main" id="{37DB595F-012D-5FF4-51E8-3E0DF42894BA}"/>
              </a:ext>
            </a:extLst>
          </p:cNvPr>
          <p:cNvSpPr txBox="1"/>
          <p:nvPr/>
        </p:nvSpPr>
        <p:spPr>
          <a:xfrm>
            <a:off x="2441243" y="-21782"/>
            <a:ext cx="6735520" cy="430000"/>
          </a:xfrm>
          <a:prstGeom prst="rect">
            <a:avLst/>
          </a:prstGeom>
          <a:noFill/>
          <a:ln/>
        </p:spPr>
        <p:txBody>
          <a:bodyPr wrap="square" lIns="0" tIns="0" rIns="0" bIns="0" rtlCol="0" anchor="ctr"/>
          <a:lstStyle/>
          <a:p>
            <a:pPr algn="ctr"/>
            <a:r>
              <a:rPr lang="en-US" sz="2600" b="1">
                <a:latin typeface="Aptos" panose="020B0004020202020204" pitchFamily="34" charset="0"/>
                <a:ea typeface="Cambria" pitchFamily="34" charset="-122"/>
              </a:rPr>
              <a:t>Rahul </a:t>
            </a:r>
            <a:r>
              <a:rPr lang="en-US" sz="2600" b="1" err="1">
                <a:latin typeface="Aptos" panose="020B0004020202020204" pitchFamily="34" charset="0"/>
                <a:ea typeface="Cambria" pitchFamily="34" charset="-122"/>
              </a:rPr>
              <a:t>Galtwani</a:t>
            </a:r>
            <a:endParaRPr lang="en-US" sz="2600">
              <a:latin typeface="Aptos" panose="020B0004020202020204" pitchFamily="34" charset="0"/>
            </a:endParaRPr>
          </a:p>
        </p:txBody>
      </p:sp>
      <p:sp>
        <p:nvSpPr>
          <p:cNvPr id="271" name="Slide Number Placeholder 4">
            <a:extLst>
              <a:ext uri="{FF2B5EF4-FFF2-40B4-BE49-F238E27FC236}">
                <a16:creationId xmlns:a16="http://schemas.microsoft.com/office/drawing/2014/main" id="{2329B583-7AEF-59CC-A3D0-690AF7A55CA7}"/>
              </a:ext>
            </a:extLst>
          </p:cNvPr>
          <p:cNvSpPr>
            <a:spLocks noGrp="1"/>
          </p:cNvSpPr>
          <p:nvPr>
            <p:ph type="sldNum" sz="quarter" idx="4"/>
          </p:nvPr>
        </p:nvSpPr>
        <p:spPr>
          <a:xfrm>
            <a:off x="4724400" y="6579370"/>
            <a:ext cx="2743200" cy="180000"/>
          </a:xfrm>
        </p:spPr>
        <p:txBody>
          <a:bodyPr/>
          <a:lstStyle/>
          <a:p>
            <a:fld id="{39E7427F-21AC-4FC2-AC74-F5AF5A475796}" type="slidenum">
              <a:rPr lang="en-IN" smtClean="0"/>
              <a:pPr/>
              <a:t>25</a:t>
            </a:fld>
            <a:endParaRPr lang="en-IN"/>
          </a:p>
        </p:txBody>
      </p:sp>
    </p:spTree>
    <p:extLst>
      <p:ext uri="{BB962C8B-B14F-4D97-AF65-F5344CB8AC3E}">
        <p14:creationId xmlns:p14="http://schemas.microsoft.com/office/powerpoint/2010/main" val="3690126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E05EB-39AA-A54F-4FD8-7CAC5F6D2841}"/>
            </a:ext>
          </a:extLst>
        </p:cNvPr>
        <p:cNvGrpSpPr/>
        <p:nvPr/>
      </p:nvGrpSpPr>
      <p:grpSpPr>
        <a:xfrm>
          <a:off x="0" y="0"/>
          <a:ext cx="0" cy="0"/>
          <a:chOff x="0" y="0"/>
          <a:chExt cx="0" cy="0"/>
        </a:xfrm>
      </p:grpSpPr>
      <p:sp>
        <p:nvSpPr>
          <p:cNvPr id="209" name="Title 5">
            <a:extLst>
              <a:ext uri="{FF2B5EF4-FFF2-40B4-BE49-F238E27FC236}">
                <a16:creationId xmlns:a16="http://schemas.microsoft.com/office/drawing/2014/main" id="{836D72B2-D516-22FA-6D1A-44197732E1A9}"/>
              </a:ext>
            </a:extLst>
          </p:cNvPr>
          <p:cNvSpPr txBox="1">
            <a:spLocks/>
          </p:cNvSpPr>
          <p:nvPr/>
        </p:nvSpPr>
        <p:spPr bwMode="gray">
          <a:xfrm>
            <a:off x="501650" y="96119"/>
            <a:ext cx="5408262" cy="39476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a:noFill/>
                </a:ln>
                <a:effectLst/>
                <a:uLnTx/>
                <a:uFillTx/>
                <a:latin typeface="Aptos" panose="020B0004020202020204" pitchFamily="34" charset="0"/>
                <a:ea typeface="Aptos" pitchFamily="34" charset="-122"/>
                <a:cs typeface="Times New Roman" panose="02020603050405020304" pitchFamily="18" charset="0"/>
              </a:rPr>
              <a:t>Business Process Expert</a:t>
            </a:r>
            <a:br>
              <a:rPr kumimoji="0" lang="en-US" sz="2400" b="0" i="0" u="none" strike="noStrike" kern="1200" cap="none" spc="0" normalizeH="0" baseline="0" noProof="0">
                <a:ln>
                  <a:noFill/>
                </a:ln>
                <a:effectLst/>
                <a:uLnTx/>
                <a:uFillTx/>
                <a:latin typeface="Aptos" panose="020B0004020202020204" pitchFamily="34" charset="0"/>
                <a:ea typeface="+mj-ea"/>
                <a:cs typeface="Times New Roman" panose="02020603050405020304" pitchFamily="18" charset="0"/>
              </a:rPr>
            </a:br>
            <a:endParaRPr kumimoji="0" lang="en-US" sz="1200" b="0" i="0" u="none" strike="noStrike" kern="1200" cap="none" spc="0" normalizeH="0" baseline="0" noProof="0">
              <a:ln>
                <a:noFill/>
              </a:ln>
              <a:effectLst/>
              <a:highlight>
                <a:srgbClr val="FFFF00"/>
              </a:highlight>
              <a:uLnTx/>
              <a:uFillTx/>
              <a:latin typeface="Aptos" panose="020B0004020202020204" pitchFamily="34" charset="0"/>
              <a:ea typeface="+mj-ea"/>
              <a:cs typeface="Times New Roman" panose="02020603050405020304" pitchFamily="18" charset="0"/>
            </a:endParaRPr>
          </a:p>
        </p:txBody>
      </p:sp>
      <p:sp>
        <p:nvSpPr>
          <p:cNvPr id="210" name="Title 5">
            <a:extLst>
              <a:ext uri="{FF2B5EF4-FFF2-40B4-BE49-F238E27FC236}">
                <a16:creationId xmlns:a16="http://schemas.microsoft.com/office/drawing/2014/main" id="{8E802105-294F-52FF-E9DA-B11F73450C2F}"/>
              </a:ext>
            </a:extLst>
          </p:cNvPr>
          <p:cNvSpPr txBox="1">
            <a:spLocks/>
          </p:cNvSpPr>
          <p:nvPr/>
        </p:nvSpPr>
        <p:spPr bwMode="gray">
          <a:xfrm>
            <a:off x="6282088" y="64325"/>
            <a:ext cx="5408262" cy="39476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Abadi" panose="020B0604020104020204" pitchFamily="34" charset="0"/>
                <a:ea typeface="+mj-ea"/>
                <a:cs typeface="Calibri Light" panose="020F0302020204030204" pitchFamily="34" charset="0"/>
              </a:defRPr>
            </a:lvl1pPr>
          </a:lstStyle>
          <a:p>
            <a:r>
              <a:rPr lang="en-US" sz="2400" b="1">
                <a:latin typeface="Aptos" panose="020B0004020202020204" pitchFamily="34" charset="0"/>
                <a:ea typeface="Aptos" pitchFamily="34" charset="-122"/>
                <a:cs typeface="Times New Roman" panose="02020603050405020304" pitchFamily="18" charset="0"/>
              </a:rPr>
              <a:t>Research Analyst</a:t>
            </a:r>
            <a:endParaRPr lang="en-US" sz="2400">
              <a:latin typeface="Aptos" panose="020B0004020202020204" pitchFamily="34" charset="0"/>
              <a:cs typeface="Times New Roman" panose="02020603050405020304" pitchFamily="18" charset="0"/>
            </a:endParaRPr>
          </a:p>
        </p:txBody>
      </p:sp>
      <p:grpSp>
        <p:nvGrpSpPr>
          <p:cNvPr id="211" name="Group 210">
            <a:extLst>
              <a:ext uri="{FF2B5EF4-FFF2-40B4-BE49-F238E27FC236}">
                <a16:creationId xmlns:a16="http://schemas.microsoft.com/office/drawing/2014/main" id="{8A6D459A-6C6D-3083-8772-6A3D7F1DAF06}"/>
              </a:ext>
            </a:extLst>
          </p:cNvPr>
          <p:cNvGrpSpPr/>
          <p:nvPr/>
        </p:nvGrpSpPr>
        <p:grpSpPr>
          <a:xfrm>
            <a:off x="0" y="556691"/>
            <a:ext cx="12192000" cy="6087389"/>
            <a:chOff x="256032" y="201167"/>
            <a:chExt cx="11676888" cy="6426510"/>
          </a:xfrm>
        </p:grpSpPr>
        <p:sp>
          <p:nvSpPr>
            <p:cNvPr id="212" name="Shape 0">
              <a:extLst>
                <a:ext uri="{FF2B5EF4-FFF2-40B4-BE49-F238E27FC236}">
                  <a16:creationId xmlns:a16="http://schemas.microsoft.com/office/drawing/2014/main" id="{A80A2EA4-F234-528C-2597-E7033233C73C}"/>
                </a:ext>
              </a:extLst>
            </p:cNvPr>
            <p:cNvSpPr/>
            <p:nvPr/>
          </p:nvSpPr>
          <p:spPr>
            <a:xfrm>
              <a:off x="256032" y="201167"/>
              <a:ext cx="5724144" cy="6426510"/>
            </a:xfrm>
            <a:prstGeom prst="rect">
              <a:avLst/>
            </a:prstGeom>
            <a:solidFill>
              <a:srgbClr val="FFFFFF"/>
            </a:solidFill>
            <a:ln w="9525">
              <a:solidFill>
                <a:srgbClr val="808080"/>
              </a:solidFill>
              <a:prstDash val="solid"/>
            </a:ln>
          </p:spPr>
          <p:txBody>
            <a:bodyPr/>
            <a:lstStyle/>
            <a:p>
              <a:endParaRPr lang="en-US">
                <a:solidFill>
                  <a:prstClr val="black"/>
                </a:solidFill>
                <a:latin typeface="Aptos" panose="020B0004020202020204" pitchFamily="34" charset="0"/>
              </a:endParaRPr>
            </a:p>
          </p:txBody>
        </p:sp>
        <p:sp>
          <p:nvSpPr>
            <p:cNvPr id="213" name="Shape 1">
              <a:extLst>
                <a:ext uri="{FF2B5EF4-FFF2-40B4-BE49-F238E27FC236}">
                  <a16:creationId xmlns:a16="http://schemas.microsoft.com/office/drawing/2014/main" id="{65E270A4-0B3F-72C2-516A-818044E4D11B}"/>
                </a:ext>
              </a:extLst>
            </p:cNvPr>
            <p:cNvSpPr/>
            <p:nvPr/>
          </p:nvSpPr>
          <p:spPr>
            <a:xfrm>
              <a:off x="384048" y="329184"/>
              <a:ext cx="841248" cy="1042416"/>
            </a:xfrm>
            <a:prstGeom prst="rect">
              <a:avLst/>
            </a:prstGeom>
            <a:solidFill>
              <a:srgbClr val="EFEFEF"/>
            </a:solidFill>
            <a:ln w="12700">
              <a:solidFill>
                <a:srgbClr val="6E6E6E"/>
              </a:solidFill>
              <a:prstDash val="solid"/>
            </a:ln>
          </p:spPr>
          <p:txBody>
            <a:bodyPr/>
            <a:lstStyle/>
            <a:p>
              <a:endParaRPr lang="en-US">
                <a:solidFill>
                  <a:prstClr val="black"/>
                </a:solidFill>
                <a:latin typeface="Aptos" panose="020B0004020202020204" pitchFamily="34" charset="0"/>
              </a:endParaRPr>
            </a:p>
          </p:txBody>
        </p:sp>
        <p:sp>
          <p:nvSpPr>
            <p:cNvPr id="214" name="Text 2">
              <a:extLst>
                <a:ext uri="{FF2B5EF4-FFF2-40B4-BE49-F238E27FC236}">
                  <a16:creationId xmlns:a16="http://schemas.microsoft.com/office/drawing/2014/main" id="{17B117E4-29D7-7380-A4A8-F928A795F4A9}"/>
                </a:ext>
              </a:extLst>
            </p:cNvPr>
            <p:cNvSpPr txBox="1"/>
            <p:nvPr/>
          </p:nvSpPr>
          <p:spPr>
            <a:xfrm>
              <a:off x="384048" y="329184"/>
              <a:ext cx="841248" cy="1042416"/>
            </a:xfrm>
            <a:prstGeom prst="rect">
              <a:avLst/>
            </a:prstGeom>
            <a:noFill/>
            <a:ln/>
          </p:spPr>
          <p:txBody>
            <a:bodyPr wrap="square" rtlCol="0" anchor="ctr"/>
            <a:lstStyle/>
            <a:p>
              <a:pPr algn="ctr"/>
              <a:r>
                <a:rPr lang="en-US" sz="750">
                  <a:solidFill>
                    <a:srgbClr val="8A8A8A"/>
                  </a:solidFill>
                  <a:latin typeface="Aptos" panose="020B0004020202020204" pitchFamily="34" charset="0"/>
                  <a:ea typeface="Calibri" pitchFamily="34" charset="-122"/>
                  <a:cs typeface="Calibri" pitchFamily="34" charset="-120"/>
                </a:rPr>
                <a:t>Insert</a:t>
              </a:r>
              <a:endParaRPr lang="en-US" sz="750">
                <a:solidFill>
                  <a:prstClr val="black"/>
                </a:solidFill>
                <a:latin typeface="Aptos" panose="020B0004020202020204" pitchFamily="34" charset="0"/>
              </a:endParaRPr>
            </a:p>
            <a:p>
              <a:pPr algn="ctr"/>
              <a:r>
                <a:rPr lang="en-US" sz="750">
                  <a:solidFill>
                    <a:srgbClr val="8A8A8A"/>
                  </a:solidFill>
                  <a:latin typeface="Aptos" panose="020B0004020202020204" pitchFamily="34" charset="0"/>
                  <a:ea typeface="Calibri" pitchFamily="34" charset="-122"/>
                  <a:cs typeface="Calibri" pitchFamily="34" charset="-120"/>
                </a:rPr>
                <a:t>Photo</a:t>
              </a:r>
              <a:endParaRPr lang="en-US" sz="750">
                <a:solidFill>
                  <a:prstClr val="black"/>
                </a:solidFill>
                <a:latin typeface="Aptos" panose="020B0004020202020204" pitchFamily="34" charset="0"/>
              </a:endParaRPr>
            </a:p>
          </p:txBody>
        </p:sp>
        <p:sp>
          <p:nvSpPr>
            <p:cNvPr id="215" name="Text 3">
              <a:extLst>
                <a:ext uri="{FF2B5EF4-FFF2-40B4-BE49-F238E27FC236}">
                  <a16:creationId xmlns:a16="http://schemas.microsoft.com/office/drawing/2014/main" id="{599EB46D-0647-892C-0CF9-244AF606FC27}"/>
                </a:ext>
              </a:extLst>
            </p:cNvPr>
            <p:cNvSpPr txBox="1"/>
            <p:nvPr/>
          </p:nvSpPr>
          <p:spPr>
            <a:xfrm>
              <a:off x="1316736" y="329184"/>
              <a:ext cx="3346704" cy="256032"/>
            </a:xfrm>
            <a:prstGeom prst="rect">
              <a:avLst/>
            </a:prstGeom>
            <a:noFill/>
            <a:ln/>
          </p:spPr>
          <p:txBody>
            <a:bodyPr wrap="square" lIns="0" tIns="0" rIns="0" bIns="0" rtlCol="0" anchor="ctr"/>
            <a:lstStyle/>
            <a:p>
              <a:r>
                <a:rPr lang="en-US" sz="1600" b="1">
                  <a:solidFill>
                    <a:srgbClr val="1A1A1A"/>
                  </a:solidFill>
                  <a:latin typeface="Aptos" panose="020B0004020202020204" pitchFamily="34" charset="0"/>
                  <a:ea typeface="Cambria" pitchFamily="34" charset="-122"/>
                  <a:cs typeface="Cambria" pitchFamily="34" charset="-120"/>
                </a:rPr>
                <a:t>Parul Tiwari*</a:t>
              </a:r>
              <a:endParaRPr lang="en-US" sz="1600">
                <a:solidFill>
                  <a:prstClr val="black"/>
                </a:solidFill>
                <a:latin typeface="Aptos" panose="020B0004020202020204" pitchFamily="34" charset="0"/>
              </a:endParaRPr>
            </a:p>
          </p:txBody>
        </p:sp>
        <p:sp>
          <p:nvSpPr>
            <p:cNvPr id="216" name="Shape 4">
              <a:extLst>
                <a:ext uri="{FF2B5EF4-FFF2-40B4-BE49-F238E27FC236}">
                  <a16:creationId xmlns:a16="http://schemas.microsoft.com/office/drawing/2014/main" id="{72616F31-CDB1-869D-0E28-D58BAAF4669E}"/>
                </a:ext>
              </a:extLst>
            </p:cNvPr>
            <p:cNvSpPr/>
            <p:nvPr/>
          </p:nvSpPr>
          <p:spPr>
            <a:xfrm>
              <a:off x="1335025" y="782523"/>
              <a:ext cx="3346704" cy="256032"/>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17" name="Text 5">
              <a:extLst>
                <a:ext uri="{FF2B5EF4-FFF2-40B4-BE49-F238E27FC236}">
                  <a16:creationId xmlns:a16="http://schemas.microsoft.com/office/drawing/2014/main" id="{2A4BCC9B-5EC8-1532-C0C5-D408DE3C3615}"/>
                </a:ext>
              </a:extLst>
            </p:cNvPr>
            <p:cNvSpPr txBox="1"/>
            <p:nvPr/>
          </p:nvSpPr>
          <p:spPr>
            <a:xfrm>
              <a:off x="1399032" y="799178"/>
              <a:ext cx="3255264" cy="256032"/>
            </a:xfrm>
            <a:prstGeom prst="rect">
              <a:avLst/>
            </a:prstGeom>
            <a:noFill/>
            <a:ln/>
          </p:spPr>
          <p:txBody>
            <a:bodyPr wrap="square" lIns="0" tIns="0" rIns="0" bIns="0" rtlCol="0" anchor="ctr"/>
            <a:lstStyle/>
            <a:p>
              <a:r>
                <a:rPr lang="en-US" sz="1200" b="1">
                  <a:solidFill>
                    <a:srgbClr val="FFFFFF"/>
                  </a:solidFill>
                  <a:latin typeface="Aptos" panose="020B0004020202020204" pitchFamily="34" charset="0"/>
                  <a:ea typeface="Cambria" pitchFamily="34" charset="-122"/>
                  <a:cs typeface="Cambria" pitchFamily="34" charset="-120"/>
                </a:rPr>
                <a:t>Business Process Expert  |  Senior Consultant</a:t>
              </a:r>
              <a:endParaRPr lang="en-US" sz="1200">
                <a:solidFill>
                  <a:prstClr val="black"/>
                </a:solidFill>
                <a:latin typeface="Aptos" panose="020B0004020202020204" pitchFamily="34" charset="0"/>
              </a:endParaRPr>
            </a:p>
          </p:txBody>
        </p:sp>
        <p:sp>
          <p:nvSpPr>
            <p:cNvPr id="218" name="Shape 7">
              <a:extLst>
                <a:ext uri="{FF2B5EF4-FFF2-40B4-BE49-F238E27FC236}">
                  <a16:creationId xmlns:a16="http://schemas.microsoft.com/office/drawing/2014/main" id="{5C213A47-8ECA-F6A6-43DA-B3CC6F69473F}"/>
                </a:ext>
              </a:extLst>
            </p:cNvPr>
            <p:cNvSpPr/>
            <p:nvPr/>
          </p:nvSpPr>
          <p:spPr>
            <a:xfrm>
              <a:off x="4754880" y="493525"/>
              <a:ext cx="1097280" cy="566928"/>
            </a:xfrm>
            <a:prstGeom prst="roundRect">
              <a:avLst>
                <a:gd name="adj" fmla="val 12903"/>
              </a:avLst>
            </a:prstGeom>
            <a:solidFill>
              <a:srgbClr val="F1F8E6"/>
            </a:solidFill>
            <a:ln w="15875">
              <a:solidFill>
                <a:srgbClr val="8DC63F"/>
              </a:solidFill>
              <a:prstDash val="solid"/>
            </a:ln>
          </p:spPr>
          <p:txBody>
            <a:bodyPr/>
            <a:lstStyle/>
            <a:p>
              <a:endParaRPr lang="en-US">
                <a:solidFill>
                  <a:prstClr val="black"/>
                </a:solidFill>
                <a:latin typeface="Aptos" panose="020B0004020202020204" pitchFamily="34" charset="0"/>
              </a:endParaRPr>
            </a:p>
          </p:txBody>
        </p:sp>
        <p:sp>
          <p:nvSpPr>
            <p:cNvPr id="219" name="Text 8">
              <a:extLst>
                <a:ext uri="{FF2B5EF4-FFF2-40B4-BE49-F238E27FC236}">
                  <a16:creationId xmlns:a16="http://schemas.microsoft.com/office/drawing/2014/main" id="{E552BB76-F3FE-5D51-4582-14BD2553C914}"/>
                </a:ext>
              </a:extLst>
            </p:cNvPr>
            <p:cNvSpPr txBox="1"/>
            <p:nvPr/>
          </p:nvSpPr>
          <p:spPr>
            <a:xfrm>
              <a:off x="4736591" y="520135"/>
              <a:ext cx="1097280" cy="566928"/>
            </a:xfrm>
            <a:prstGeom prst="rect">
              <a:avLst/>
            </a:prstGeom>
            <a:noFill/>
            <a:ln/>
          </p:spPr>
          <p:txBody>
            <a:bodyPr wrap="square" lIns="0" tIns="0" rIns="0" bIns="0" rtlCol="0" anchor="ctr"/>
            <a:lstStyle/>
            <a:p>
              <a:pPr algn="ctr">
                <a:lnSpc>
                  <a:spcPct val="82000"/>
                </a:lnSpc>
              </a:pPr>
              <a:r>
                <a:rPr lang="en-US" sz="2800" b="1">
                  <a:solidFill>
                    <a:srgbClr val="5A8F1E"/>
                  </a:solidFill>
                  <a:latin typeface="Aptos" panose="020B0004020202020204" pitchFamily="34" charset="0"/>
                  <a:ea typeface="Cambria" pitchFamily="34" charset="-122"/>
                  <a:cs typeface="Cambria" pitchFamily="34" charset="-120"/>
                </a:rPr>
                <a:t>7+</a:t>
              </a:r>
              <a:endParaRPr lang="en-US" sz="2800">
                <a:solidFill>
                  <a:prstClr val="black"/>
                </a:solidFill>
                <a:latin typeface="Aptos" panose="020B0004020202020204" pitchFamily="34" charset="0"/>
              </a:endParaRPr>
            </a:p>
            <a:p>
              <a:pPr algn="ctr">
                <a:lnSpc>
                  <a:spcPct val="82000"/>
                </a:lnSpc>
              </a:pPr>
              <a:r>
                <a:rPr lang="en-US" sz="900" b="1">
                  <a:solidFill>
                    <a:srgbClr val="3D3D3D"/>
                  </a:solidFill>
                  <a:latin typeface="Aptos" panose="020B0004020202020204" pitchFamily="34" charset="0"/>
                  <a:ea typeface="Cambria" pitchFamily="34" charset="-122"/>
                  <a:cs typeface="Cambria" pitchFamily="34" charset="-120"/>
                </a:rPr>
                <a:t>YEARS OF EXP.</a:t>
              </a:r>
              <a:endParaRPr lang="en-US" sz="2800">
                <a:solidFill>
                  <a:prstClr val="black"/>
                </a:solidFill>
                <a:latin typeface="Aptos" panose="020B0004020202020204" pitchFamily="34" charset="0"/>
              </a:endParaRPr>
            </a:p>
          </p:txBody>
        </p:sp>
        <p:sp>
          <p:nvSpPr>
            <p:cNvPr id="220" name="Text 9">
              <a:extLst>
                <a:ext uri="{FF2B5EF4-FFF2-40B4-BE49-F238E27FC236}">
                  <a16:creationId xmlns:a16="http://schemas.microsoft.com/office/drawing/2014/main" id="{73521892-BCD9-88BE-F5EE-3F48AB29B429}"/>
                </a:ext>
              </a:extLst>
            </p:cNvPr>
            <p:cNvSpPr txBox="1"/>
            <p:nvPr/>
          </p:nvSpPr>
          <p:spPr>
            <a:xfrm>
              <a:off x="384048" y="1489399"/>
              <a:ext cx="5468112" cy="475488"/>
            </a:xfrm>
            <a:prstGeom prst="rect">
              <a:avLst/>
            </a:prstGeom>
            <a:noFill/>
            <a:ln/>
          </p:spPr>
          <p:txBody>
            <a:bodyPr wrap="square" lIns="0" tIns="0" rIns="0" bIns="0" rtlCol="0" anchor="t"/>
            <a:lstStyle/>
            <a:p>
              <a:pPr algn="just">
                <a:lnSpc>
                  <a:spcPct val="92000"/>
                </a:lnSpc>
              </a:pPr>
              <a:r>
                <a:rPr lang="en-US" sz="1000">
                  <a:solidFill>
                    <a:prstClr val="black"/>
                  </a:solidFill>
                  <a:latin typeface="Aptos" panose="020B0004020202020204" pitchFamily="34" charset="0"/>
                  <a:ea typeface="Calibri" pitchFamily="34" charset="-122"/>
                  <a:cs typeface="Calibri" pitchFamily="34" charset="-120"/>
                </a:rPr>
                <a:t>Parul has over 7 years of experience in Public Finance, Policy Advisory, Governance Reform and Development Consulting. She holds a Master of Commerce (Applied Economics) and a Bachelor of Commerce from University of Lucknow. Languages: Hindi, English.</a:t>
              </a:r>
              <a:endParaRPr lang="en-US" sz="1000">
                <a:solidFill>
                  <a:prstClr val="black"/>
                </a:solidFill>
                <a:latin typeface="Aptos" panose="020B0004020202020204" pitchFamily="34" charset="0"/>
              </a:endParaRPr>
            </a:p>
          </p:txBody>
        </p:sp>
        <p:sp>
          <p:nvSpPr>
            <p:cNvPr id="221" name="Shape 10">
              <a:extLst>
                <a:ext uri="{FF2B5EF4-FFF2-40B4-BE49-F238E27FC236}">
                  <a16:creationId xmlns:a16="http://schemas.microsoft.com/office/drawing/2014/main" id="{4F64815A-EAE5-FE0E-BE47-DAD2D3A15F76}"/>
                </a:ext>
              </a:extLst>
            </p:cNvPr>
            <p:cNvSpPr/>
            <p:nvPr/>
          </p:nvSpPr>
          <p:spPr>
            <a:xfrm>
              <a:off x="384048" y="2066544"/>
              <a:ext cx="5468112" cy="237744"/>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22" name="Text 11">
              <a:extLst>
                <a:ext uri="{FF2B5EF4-FFF2-40B4-BE49-F238E27FC236}">
                  <a16:creationId xmlns:a16="http://schemas.microsoft.com/office/drawing/2014/main" id="{AC4D81DA-A41B-887C-03AD-62A5526144DA}"/>
                </a:ext>
              </a:extLst>
            </p:cNvPr>
            <p:cNvSpPr txBox="1"/>
            <p:nvPr/>
          </p:nvSpPr>
          <p:spPr>
            <a:xfrm>
              <a:off x="475488" y="2066544"/>
              <a:ext cx="5340096" cy="237744"/>
            </a:xfrm>
            <a:prstGeom prst="rect">
              <a:avLst/>
            </a:prstGeom>
            <a:noFill/>
            <a:ln/>
          </p:spPr>
          <p:txBody>
            <a:bodyPr wrap="square" lIns="0" tIns="0" rIns="0" bIns="0" rtlCol="0" anchor="ctr"/>
            <a:lstStyle/>
            <a:p>
              <a:r>
                <a:rPr lang="en-US" sz="1100" b="1">
                  <a:solidFill>
                    <a:srgbClr val="FFFFFF"/>
                  </a:solidFill>
                  <a:latin typeface="Aptos" panose="020B0004020202020204" pitchFamily="34" charset="0"/>
                  <a:ea typeface="Cambria" pitchFamily="34" charset="-122"/>
                  <a:cs typeface="Cambria" pitchFamily="34" charset="-120"/>
                </a:rPr>
                <a:t>Core Competencies</a:t>
              </a:r>
              <a:endParaRPr lang="en-US" sz="1100">
                <a:solidFill>
                  <a:prstClr val="black"/>
                </a:solidFill>
                <a:latin typeface="Aptos" panose="020B0004020202020204" pitchFamily="34" charset="0"/>
              </a:endParaRPr>
            </a:p>
          </p:txBody>
        </p:sp>
        <p:sp>
          <p:nvSpPr>
            <p:cNvPr id="223" name="Shape 12">
              <a:extLst>
                <a:ext uri="{FF2B5EF4-FFF2-40B4-BE49-F238E27FC236}">
                  <a16:creationId xmlns:a16="http://schemas.microsoft.com/office/drawing/2014/main" id="{38FAD5C5-BA8D-8411-AE31-336F6D4C9DEB}"/>
                </a:ext>
              </a:extLst>
            </p:cNvPr>
            <p:cNvSpPr/>
            <p:nvPr/>
          </p:nvSpPr>
          <p:spPr>
            <a:xfrm>
              <a:off x="384048" y="2340864"/>
              <a:ext cx="2688336" cy="310896"/>
            </a:xfrm>
            <a:prstGeom prst="roundRect">
              <a:avLst>
                <a:gd name="adj" fmla="val 17647"/>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24" name="Text 13">
              <a:extLst>
                <a:ext uri="{FF2B5EF4-FFF2-40B4-BE49-F238E27FC236}">
                  <a16:creationId xmlns:a16="http://schemas.microsoft.com/office/drawing/2014/main" id="{AE8659AE-F055-BCC2-6ABD-7E2B56F7FCD5}"/>
                </a:ext>
              </a:extLst>
            </p:cNvPr>
            <p:cNvSpPr txBox="1"/>
            <p:nvPr/>
          </p:nvSpPr>
          <p:spPr>
            <a:xfrm>
              <a:off x="411480" y="2340864"/>
              <a:ext cx="2633472" cy="310896"/>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Public Finance &amp; Macro-Fiscal Modelling</a:t>
              </a:r>
              <a:endParaRPr lang="en-US" sz="1000">
                <a:solidFill>
                  <a:prstClr val="black"/>
                </a:solidFill>
                <a:latin typeface="Aptos" panose="020B0004020202020204" pitchFamily="34" charset="0"/>
              </a:endParaRPr>
            </a:p>
          </p:txBody>
        </p:sp>
        <p:sp>
          <p:nvSpPr>
            <p:cNvPr id="225" name="Shape 14">
              <a:extLst>
                <a:ext uri="{FF2B5EF4-FFF2-40B4-BE49-F238E27FC236}">
                  <a16:creationId xmlns:a16="http://schemas.microsoft.com/office/drawing/2014/main" id="{DE204B9A-7965-C5C3-06CB-DB187322D0F5}"/>
                </a:ext>
              </a:extLst>
            </p:cNvPr>
            <p:cNvSpPr/>
            <p:nvPr/>
          </p:nvSpPr>
          <p:spPr>
            <a:xfrm>
              <a:off x="3163824" y="2340864"/>
              <a:ext cx="2688336" cy="310896"/>
            </a:xfrm>
            <a:prstGeom prst="roundRect">
              <a:avLst>
                <a:gd name="adj" fmla="val 17647"/>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26" name="Text 15">
              <a:extLst>
                <a:ext uri="{FF2B5EF4-FFF2-40B4-BE49-F238E27FC236}">
                  <a16:creationId xmlns:a16="http://schemas.microsoft.com/office/drawing/2014/main" id="{D12D6265-2564-058D-E8B1-AF1DA2886767}"/>
                </a:ext>
              </a:extLst>
            </p:cNvPr>
            <p:cNvSpPr txBox="1"/>
            <p:nvPr/>
          </p:nvSpPr>
          <p:spPr>
            <a:xfrm>
              <a:off x="3191256" y="2340864"/>
              <a:ext cx="2633472" cy="310896"/>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Process Innovation &amp; Re-engineering</a:t>
              </a:r>
              <a:endParaRPr lang="en-US" sz="1000">
                <a:solidFill>
                  <a:prstClr val="black"/>
                </a:solidFill>
                <a:latin typeface="Aptos" panose="020B0004020202020204" pitchFamily="34" charset="0"/>
              </a:endParaRPr>
            </a:p>
          </p:txBody>
        </p:sp>
        <p:sp>
          <p:nvSpPr>
            <p:cNvPr id="227" name="Shape 16">
              <a:extLst>
                <a:ext uri="{FF2B5EF4-FFF2-40B4-BE49-F238E27FC236}">
                  <a16:creationId xmlns:a16="http://schemas.microsoft.com/office/drawing/2014/main" id="{7CE024A4-39CE-1106-44CC-83CBEA0BD171}"/>
                </a:ext>
              </a:extLst>
            </p:cNvPr>
            <p:cNvSpPr/>
            <p:nvPr/>
          </p:nvSpPr>
          <p:spPr>
            <a:xfrm>
              <a:off x="384048" y="2706624"/>
              <a:ext cx="2688336" cy="310896"/>
            </a:xfrm>
            <a:prstGeom prst="roundRect">
              <a:avLst>
                <a:gd name="adj" fmla="val 17647"/>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28" name="Text 17">
              <a:extLst>
                <a:ext uri="{FF2B5EF4-FFF2-40B4-BE49-F238E27FC236}">
                  <a16:creationId xmlns:a16="http://schemas.microsoft.com/office/drawing/2014/main" id="{05CF7446-6E5D-18DF-8A64-858AFC8ACD5C}"/>
                </a:ext>
              </a:extLst>
            </p:cNvPr>
            <p:cNvSpPr txBox="1"/>
            <p:nvPr/>
          </p:nvSpPr>
          <p:spPr>
            <a:xfrm>
              <a:off x="411480" y="2706624"/>
              <a:ext cx="2633472" cy="310896"/>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Analytics, BI &amp; Impact Assessment</a:t>
              </a:r>
              <a:endParaRPr lang="en-US" sz="1000">
                <a:solidFill>
                  <a:prstClr val="black"/>
                </a:solidFill>
                <a:latin typeface="Aptos" panose="020B0004020202020204" pitchFamily="34" charset="0"/>
              </a:endParaRPr>
            </a:p>
          </p:txBody>
        </p:sp>
        <p:sp>
          <p:nvSpPr>
            <p:cNvPr id="229" name="Shape 18">
              <a:extLst>
                <a:ext uri="{FF2B5EF4-FFF2-40B4-BE49-F238E27FC236}">
                  <a16:creationId xmlns:a16="http://schemas.microsoft.com/office/drawing/2014/main" id="{7C1C06E5-D8F5-4B27-B052-CB2D6848E346}"/>
                </a:ext>
              </a:extLst>
            </p:cNvPr>
            <p:cNvSpPr/>
            <p:nvPr/>
          </p:nvSpPr>
          <p:spPr>
            <a:xfrm>
              <a:off x="3163824" y="2706624"/>
              <a:ext cx="2688336" cy="310896"/>
            </a:xfrm>
            <a:prstGeom prst="roundRect">
              <a:avLst>
                <a:gd name="adj" fmla="val 17647"/>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30" name="Text 19">
              <a:extLst>
                <a:ext uri="{FF2B5EF4-FFF2-40B4-BE49-F238E27FC236}">
                  <a16:creationId xmlns:a16="http://schemas.microsoft.com/office/drawing/2014/main" id="{29856271-2133-C30B-8C69-F90B0C227632}"/>
                </a:ext>
              </a:extLst>
            </p:cNvPr>
            <p:cNvSpPr txBox="1"/>
            <p:nvPr/>
          </p:nvSpPr>
          <p:spPr>
            <a:xfrm>
              <a:off x="3191256" y="2706624"/>
              <a:ext cx="2633472" cy="310896"/>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Stakeholder &amp; Program Management</a:t>
              </a:r>
              <a:endParaRPr lang="en-US" sz="1000">
                <a:solidFill>
                  <a:prstClr val="black"/>
                </a:solidFill>
                <a:latin typeface="Aptos" panose="020B0004020202020204" pitchFamily="34" charset="0"/>
              </a:endParaRPr>
            </a:p>
          </p:txBody>
        </p:sp>
        <p:sp>
          <p:nvSpPr>
            <p:cNvPr id="231" name="Shape 20">
              <a:extLst>
                <a:ext uri="{FF2B5EF4-FFF2-40B4-BE49-F238E27FC236}">
                  <a16:creationId xmlns:a16="http://schemas.microsoft.com/office/drawing/2014/main" id="{F5078DC6-2943-CE52-7D9C-D56CAE119CDF}"/>
                </a:ext>
              </a:extLst>
            </p:cNvPr>
            <p:cNvSpPr/>
            <p:nvPr/>
          </p:nvSpPr>
          <p:spPr>
            <a:xfrm>
              <a:off x="384048" y="3108960"/>
              <a:ext cx="5468112" cy="237744"/>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32" name="Text 21">
              <a:extLst>
                <a:ext uri="{FF2B5EF4-FFF2-40B4-BE49-F238E27FC236}">
                  <a16:creationId xmlns:a16="http://schemas.microsoft.com/office/drawing/2014/main" id="{37CA5659-6CB9-FBF7-F547-EC5DF5527DBF}"/>
                </a:ext>
              </a:extLst>
            </p:cNvPr>
            <p:cNvSpPr txBox="1"/>
            <p:nvPr/>
          </p:nvSpPr>
          <p:spPr>
            <a:xfrm>
              <a:off x="475488" y="3108960"/>
              <a:ext cx="5340096" cy="237744"/>
            </a:xfrm>
            <a:prstGeom prst="rect">
              <a:avLst/>
            </a:prstGeom>
            <a:noFill/>
            <a:ln/>
          </p:spPr>
          <p:txBody>
            <a:bodyPr wrap="square" lIns="0" tIns="0" rIns="0" bIns="0" rtlCol="0" anchor="ctr"/>
            <a:lstStyle/>
            <a:p>
              <a:r>
                <a:rPr lang="en-US" sz="1100" b="1">
                  <a:solidFill>
                    <a:srgbClr val="FFFFFF"/>
                  </a:solidFill>
                  <a:latin typeface="Aptos" panose="020B0004020202020204" pitchFamily="34" charset="0"/>
                  <a:ea typeface="Cambria" pitchFamily="34" charset="-122"/>
                  <a:cs typeface="Cambria" pitchFamily="34" charset="-120"/>
                </a:rPr>
                <a:t>Skills &amp; Technologies</a:t>
              </a:r>
              <a:endParaRPr lang="en-US" sz="1100">
                <a:solidFill>
                  <a:prstClr val="black"/>
                </a:solidFill>
                <a:latin typeface="Aptos" panose="020B0004020202020204" pitchFamily="34" charset="0"/>
              </a:endParaRPr>
            </a:p>
          </p:txBody>
        </p:sp>
        <p:sp>
          <p:nvSpPr>
            <p:cNvPr id="233" name="Text 22">
              <a:extLst>
                <a:ext uri="{FF2B5EF4-FFF2-40B4-BE49-F238E27FC236}">
                  <a16:creationId xmlns:a16="http://schemas.microsoft.com/office/drawing/2014/main" id="{15AF8D19-4288-4BCE-D8AE-E9E733228CEE}"/>
                </a:ext>
              </a:extLst>
            </p:cNvPr>
            <p:cNvSpPr txBox="1"/>
            <p:nvPr/>
          </p:nvSpPr>
          <p:spPr>
            <a:xfrm>
              <a:off x="402336" y="3383280"/>
              <a:ext cx="5449824" cy="786384"/>
            </a:xfrm>
            <a:prstGeom prst="rect">
              <a:avLst/>
            </a:prstGeom>
            <a:noFill/>
            <a:ln/>
          </p:spPr>
          <p:txBody>
            <a:bodyPr wrap="square" lIns="0" tIns="0" rIns="0" bIns="0" rtlCol="0" anchor="t"/>
            <a:lstStyle/>
            <a:p>
              <a:pPr marL="342900" indent="-342900">
                <a:spcAft>
                  <a:spcPts val="200"/>
                </a:spcAft>
                <a:buSzPct val="100000"/>
                <a:buFontTx/>
                <a:buChar char="▪"/>
              </a:pPr>
              <a:r>
                <a:rPr lang="en-US" sz="800" b="1">
                  <a:solidFill>
                    <a:prstClr val="black"/>
                  </a:solidFill>
                  <a:latin typeface="Aptos" panose="020B0004020202020204" pitchFamily="34" charset="0"/>
                  <a:ea typeface="Calibri" pitchFamily="34" charset="-122"/>
                  <a:cs typeface="Calibri" pitchFamily="34" charset="-120"/>
                </a:rPr>
                <a:t>Public Finance: </a:t>
              </a:r>
              <a:r>
                <a:rPr lang="en-US" sz="800">
                  <a:solidFill>
                    <a:prstClr val="black"/>
                  </a:solidFill>
                  <a:latin typeface="Aptos" panose="020B0004020202020204" pitchFamily="34" charset="0"/>
                  <a:ea typeface="Calibri" pitchFamily="34" charset="-122"/>
                  <a:cs typeface="Calibri" pitchFamily="34" charset="-120"/>
                </a:rPr>
                <a:t>Revenue Forecasting, Macro-Fiscal Modelling, Debt Sustainability Analysis, Outcome-Based Budgeting, Policy Analysis, Monitoring &amp; Evaluation, Results Framework Design, Impact Assessment</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b="1">
                  <a:solidFill>
                    <a:prstClr val="black"/>
                  </a:solidFill>
                  <a:latin typeface="Aptos" panose="020B0004020202020204" pitchFamily="34" charset="0"/>
                  <a:ea typeface="Calibri" pitchFamily="34" charset="-122"/>
                  <a:cs typeface="Calibri" pitchFamily="34" charset="-120"/>
                </a:rPr>
                <a:t>Process Innovation: </a:t>
              </a:r>
              <a:r>
                <a:rPr lang="en-US" sz="800">
                  <a:solidFill>
                    <a:prstClr val="black"/>
                  </a:solidFill>
                  <a:latin typeface="Aptos" panose="020B0004020202020204" pitchFamily="34" charset="0"/>
                  <a:ea typeface="Calibri" pitchFamily="34" charset="-122"/>
                  <a:cs typeface="Calibri" pitchFamily="34" charset="-120"/>
                </a:rPr>
                <a:t>Lean Six Sigma (DMAIC), Business Process Re-engineering, Digital Transformation</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b="1">
                  <a:solidFill>
                    <a:prstClr val="black"/>
                  </a:solidFill>
                  <a:latin typeface="Aptos" panose="020B0004020202020204" pitchFamily="34" charset="0"/>
                  <a:ea typeface="Calibri" pitchFamily="34" charset="-122"/>
                  <a:cs typeface="Calibri" pitchFamily="34" charset="-120"/>
                </a:rPr>
                <a:t>Analytics &amp; Tools: </a:t>
              </a:r>
              <a:r>
                <a:rPr lang="en-US" sz="800">
                  <a:solidFill>
                    <a:prstClr val="black"/>
                  </a:solidFill>
                  <a:latin typeface="Aptos" panose="020B0004020202020204" pitchFamily="34" charset="0"/>
                  <a:ea typeface="Calibri" pitchFamily="34" charset="-122"/>
                  <a:cs typeface="Calibri" pitchFamily="34" charset="-120"/>
                </a:rPr>
                <a:t>Power BI, SQL, Advanced Excel, SPSS, STATA, EViews, Alteryx</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b="1">
                  <a:solidFill>
                    <a:prstClr val="black"/>
                  </a:solidFill>
                  <a:latin typeface="Aptos" panose="020B0004020202020204" pitchFamily="34" charset="0"/>
                  <a:ea typeface="Calibri" pitchFamily="34" charset="-122"/>
                  <a:cs typeface="Calibri" pitchFamily="34" charset="-120"/>
                </a:rPr>
                <a:t>Stakeholder Management: </a:t>
              </a:r>
              <a:r>
                <a:rPr lang="en-US" sz="800">
                  <a:solidFill>
                    <a:prstClr val="black"/>
                  </a:solidFill>
                  <a:latin typeface="Aptos" panose="020B0004020202020204" pitchFamily="34" charset="0"/>
                  <a:ea typeface="Calibri" pitchFamily="34" charset="-122"/>
                  <a:cs typeface="Calibri" pitchFamily="34" charset="-120"/>
                </a:rPr>
                <a:t>Government Advisory, Multilateral Engagement, Capacity Building, Program Management</a:t>
              </a:r>
              <a:endParaRPr lang="en-US" sz="800">
                <a:solidFill>
                  <a:prstClr val="black"/>
                </a:solidFill>
                <a:latin typeface="Aptos" panose="020B0004020202020204" pitchFamily="34" charset="0"/>
              </a:endParaRPr>
            </a:p>
          </p:txBody>
        </p:sp>
        <p:sp>
          <p:nvSpPr>
            <p:cNvPr id="234" name="Shape 23">
              <a:extLst>
                <a:ext uri="{FF2B5EF4-FFF2-40B4-BE49-F238E27FC236}">
                  <a16:creationId xmlns:a16="http://schemas.microsoft.com/office/drawing/2014/main" id="{0B0114B8-46F2-53C6-D5E9-127F6E820784}"/>
                </a:ext>
              </a:extLst>
            </p:cNvPr>
            <p:cNvSpPr/>
            <p:nvPr/>
          </p:nvSpPr>
          <p:spPr>
            <a:xfrm>
              <a:off x="384048" y="4242816"/>
              <a:ext cx="5468112" cy="237744"/>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35" name="Text 24">
              <a:extLst>
                <a:ext uri="{FF2B5EF4-FFF2-40B4-BE49-F238E27FC236}">
                  <a16:creationId xmlns:a16="http://schemas.microsoft.com/office/drawing/2014/main" id="{04FD8935-58EA-A444-7816-8626F9294A7B}"/>
                </a:ext>
              </a:extLst>
            </p:cNvPr>
            <p:cNvSpPr txBox="1"/>
            <p:nvPr/>
          </p:nvSpPr>
          <p:spPr>
            <a:xfrm>
              <a:off x="475488" y="4242816"/>
              <a:ext cx="5340096" cy="237744"/>
            </a:xfrm>
            <a:prstGeom prst="rect">
              <a:avLst/>
            </a:prstGeom>
            <a:noFill/>
            <a:ln/>
          </p:spPr>
          <p:txBody>
            <a:bodyPr wrap="square" lIns="0" tIns="0" rIns="0" bIns="0" rtlCol="0" anchor="ctr"/>
            <a:lstStyle/>
            <a:p>
              <a:r>
                <a:rPr lang="en-US" sz="1100" b="1">
                  <a:solidFill>
                    <a:srgbClr val="FFFFFF"/>
                  </a:solidFill>
                  <a:latin typeface="Aptos" panose="020B0004020202020204" pitchFamily="34" charset="0"/>
                  <a:ea typeface="Cambria" pitchFamily="34" charset="-122"/>
                  <a:cs typeface="Cambria" pitchFamily="34" charset="-120"/>
                </a:rPr>
                <a:t>Key Departments</a:t>
              </a:r>
              <a:endParaRPr lang="en-US" sz="1100">
                <a:solidFill>
                  <a:prstClr val="black"/>
                </a:solidFill>
                <a:latin typeface="Aptos" panose="020B0004020202020204" pitchFamily="34" charset="0"/>
              </a:endParaRPr>
            </a:p>
          </p:txBody>
        </p:sp>
        <p:sp>
          <p:nvSpPr>
            <p:cNvPr id="236" name="Text 25">
              <a:extLst>
                <a:ext uri="{FF2B5EF4-FFF2-40B4-BE49-F238E27FC236}">
                  <a16:creationId xmlns:a16="http://schemas.microsoft.com/office/drawing/2014/main" id="{22CDFCC2-B7DD-116D-7684-AF9BD38237CD}"/>
                </a:ext>
              </a:extLst>
            </p:cNvPr>
            <p:cNvSpPr txBox="1"/>
            <p:nvPr/>
          </p:nvSpPr>
          <p:spPr>
            <a:xfrm>
              <a:off x="402336" y="4517136"/>
              <a:ext cx="2670048" cy="384048"/>
            </a:xfrm>
            <a:prstGeom prst="rect">
              <a:avLst/>
            </a:prstGeom>
            <a:noFill/>
            <a:ln/>
          </p:spPr>
          <p:txBody>
            <a:bodyPr wrap="square" lIns="0" tIns="0" rIns="0" bIns="0" rtlCol="0" anchor="t"/>
            <a:lstStyle/>
            <a:p>
              <a:pPr marL="342900" indent="-342900">
                <a:spcAft>
                  <a:spcPts val="200"/>
                </a:spcAft>
                <a:buSzPct val="100000"/>
                <a:buFontTx/>
                <a:buChar char="▪"/>
              </a:pPr>
              <a:r>
                <a:rPr lang="en-US" sz="800">
                  <a:solidFill>
                    <a:prstClr val="black"/>
                  </a:solidFill>
                  <a:latin typeface="Aptos" panose="020B0004020202020204" pitchFamily="34" charset="0"/>
                  <a:ea typeface="Calibri" pitchFamily="34" charset="-122"/>
                  <a:cs typeface="Calibri" pitchFamily="34" charset="-120"/>
                </a:rPr>
                <a:t>Sectorial Group of Secretaries (</a:t>
              </a:r>
              <a:r>
                <a:rPr lang="en-US" sz="800" err="1">
                  <a:solidFill>
                    <a:prstClr val="black"/>
                  </a:solidFill>
                  <a:latin typeface="Aptos" panose="020B0004020202020204" pitchFamily="34" charset="0"/>
                  <a:ea typeface="Calibri" pitchFamily="34" charset="-122"/>
                  <a:cs typeface="Calibri" pitchFamily="34" charset="-120"/>
                </a:rPr>
                <a:t>SGoS</a:t>
              </a:r>
              <a:r>
                <a:rPr lang="en-US" sz="800">
                  <a:solidFill>
                    <a:prstClr val="black"/>
                  </a:solidFill>
                  <a:latin typeface="Aptos" panose="020B0004020202020204" pitchFamily="34" charset="0"/>
                  <a:ea typeface="Calibri" pitchFamily="34" charset="-122"/>
                  <a:cs typeface="Calibri" pitchFamily="34" charset="-120"/>
                </a:rPr>
                <a:t>) &amp; Finance PMU</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a:solidFill>
                    <a:prstClr val="black"/>
                  </a:solidFill>
                  <a:latin typeface="Aptos" panose="020B0004020202020204" pitchFamily="34" charset="0"/>
                  <a:ea typeface="Calibri" pitchFamily="34" charset="-122"/>
                  <a:cs typeface="Calibri" pitchFamily="34" charset="-120"/>
                </a:rPr>
                <a:t>Mines &amp; Petroleum Department, Government of Rajasthan</a:t>
              </a:r>
              <a:endParaRPr lang="en-US" sz="800">
                <a:solidFill>
                  <a:prstClr val="black"/>
                </a:solidFill>
                <a:latin typeface="Aptos" panose="020B0004020202020204" pitchFamily="34" charset="0"/>
              </a:endParaRPr>
            </a:p>
          </p:txBody>
        </p:sp>
        <p:sp>
          <p:nvSpPr>
            <p:cNvPr id="237" name="Text 26">
              <a:extLst>
                <a:ext uri="{FF2B5EF4-FFF2-40B4-BE49-F238E27FC236}">
                  <a16:creationId xmlns:a16="http://schemas.microsoft.com/office/drawing/2014/main" id="{2677DF4F-F3E4-F3F2-E9BE-A453C89F687F}"/>
                </a:ext>
              </a:extLst>
            </p:cNvPr>
            <p:cNvSpPr txBox="1"/>
            <p:nvPr/>
          </p:nvSpPr>
          <p:spPr>
            <a:xfrm>
              <a:off x="3182112" y="4517136"/>
              <a:ext cx="2670048" cy="384048"/>
            </a:xfrm>
            <a:prstGeom prst="rect">
              <a:avLst/>
            </a:prstGeom>
            <a:noFill/>
            <a:ln/>
          </p:spPr>
          <p:txBody>
            <a:bodyPr wrap="square" lIns="0" tIns="0" rIns="0" bIns="0" rtlCol="0" anchor="t"/>
            <a:lstStyle/>
            <a:p>
              <a:pPr marL="342900" indent="-342900">
                <a:spcAft>
                  <a:spcPts val="200"/>
                </a:spcAft>
                <a:buSzPct val="100000"/>
                <a:buFontTx/>
                <a:buChar char="▪"/>
              </a:pPr>
              <a:r>
                <a:rPr lang="en-US" sz="800">
                  <a:solidFill>
                    <a:prstClr val="black"/>
                  </a:solidFill>
                  <a:latin typeface="Aptos" panose="020B0004020202020204" pitchFamily="34" charset="0"/>
                  <a:ea typeface="Calibri" pitchFamily="34" charset="-122"/>
                  <a:cs typeface="Calibri" pitchFamily="34" charset="-120"/>
                </a:rPr>
                <a:t>Project Management Unit, Government of Rajasthan</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a:solidFill>
                    <a:prstClr val="black"/>
                  </a:solidFill>
                  <a:latin typeface="Aptos" panose="020B0004020202020204" pitchFamily="34" charset="0"/>
                  <a:ea typeface="Calibri" pitchFamily="34" charset="-122"/>
                  <a:cs typeface="Calibri" pitchFamily="34" charset="-120"/>
                </a:rPr>
                <a:t>Government of Uttar Pradesh</a:t>
              </a:r>
              <a:endParaRPr lang="en-US" sz="800">
                <a:solidFill>
                  <a:prstClr val="black"/>
                </a:solidFill>
                <a:latin typeface="Aptos" panose="020B0004020202020204" pitchFamily="34" charset="0"/>
              </a:endParaRPr>
            </a:p>
          </p:txBody>
        </p:sp>
        <p:sp>
          <p:nvSpPr>
            <p:cNvPr id="238" name="Shape 27">
              <a:extLst>
                <a:ext uri="{FF2B5EF4-FFF2-40B4-BE49-F238E27FC236}">
                  <a16:creationId xmlns:a16="http://schemas.microsoft.com/office/drawing/2014/main" id="{49C058E8-BD63-F14A-08BD-E09D62FBA85A}"/>
                </a:ext>
              </a:extLst>
            </p:cNvPr>
            <p:cNvSpPr/>
            <p:nvPr/>
          </p:nvSpPr>
          <p:spPr>
            <a:xfrm>
              <a:off x="384047" y="4930459"/>
              <a:ext cx="5468112" cy="237743"/>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39" name="Text 28">
              <a:extLst>
                <a:ext uri="{FF2B5EF4-FFF2-40B4-BE49-F238E27FC236}">
                  <a16:creationId xmlns:a16="http://schemas.microsoft.com/office/drawing/2014/main" id="{E8A75C47-B0B0-BB8E-EA88-FA10F34CA71A}"/>
                </a:ext>
              </a:extLst>
            </p:cNvPr>
            <p:cNvSpPr txBox="1"/>
            <p:nvPr/>
          </p:nvSpPr>
          <p:spPr>
            <a:xfrm>
              <a:off x="475488" y="4930459"/>
              <a:ext cx="5340096" cy="237743"/>
            </a:xfrm>
            <a:prstGeom prst="rect">
              <a:avLst/>
            </a:prstGeom>
            <a:noFill/>
            <a:ln/>
          </p:spPr>
          <p:txBody>
            <a:bodyPr wrap="square" lIns="0" tIns="0" rIns="0" bIns="0" rtlCol="0" anchor="ctr"/>
            <a:lstStyle/>
            <a:p>
              <a:r>
                <a:rPr lang="en-US" sz="1100" b="1">
                  <a:solidFill>
                    <a:srgbClr val="FFFFFF"/>
                  </a:solidFill>
                  <a:latin typeface="Aptos" panose="020B0004020202020204" pitchFamily="34" charset="0"/>
                  <a:ea typeface="Cambria" pitchFamily="34" charset="-122"/>
                  <a:cs typeface="Cambria" pitchFamily="34" charset="-120"/>
                </a:rPr>
                <a:t>Professional Experience</a:t>
              </a:r>
              <a:endParaRPr lang="en-US" sz="1100">
                <a:solidFill>
                  <a:prstClr val="black"/>
                </a:solidFill>
                <a:latin typeface="Aptos" panose="020B0004020202020204" pitchFamily="34" charset="0"/>
              </a:endParaRPr>
            </a:p>
          </p:txBody>
        </p:sp>
        <p:sp>
          <p:nvSpPr>
            <p:cNvPr id="271" name="Text 29">
              <a:extLst>
                <a:ext uri="{FF2B5EF4-FFF2-40B4-BE49-F238E27FC236}">
                  <a16:creationId xmlns:a16="http://schemas.microsoft.com/office/drawing/2014/main" id="{C975B531-5CCC-355A-7688-036DB3A1D955}"/>
                </a:ext>
              </a:extLst>
            </p:cNvPr>
            <p:cNvSpPr txBox="1"/>
            <p:nvPr/>
          </p:nvSpPr>
          <p:spPr>
            <a:xfrm>
              <a:off x="384047" y="5197477"/>
              <a:ext cx="5449824" cy="1261872"/>
            </a:xfrm>
            <a:prstGeom prst="rect">
              <a:avLst/>
            </a:prstGeom>
            <a:noFill/>
            <a:ln/>
          </p:spPr>
          <p:txBody>
            <a:bodyPr wrap="square" lIns="0" tIns="0" rIns="0" bIns="0" rtlCol="0" anchor="t"/>
            <a:lstStyle/>
            <a:p>
              <a:pPr marL="342900" indent="-342900">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Sectorial Group of Secretaries (</a:t>
              </a:r>
              <a:r>
                <a:rPr lang="en-US" sz="800" b="1" err="1">
                  <a:solidFill>
                    <a:srgbClr val="262626"/>
                  </a:solidFill>
                  <a:latin typeface="Aptos" panose="020B0004020202020204" pitchFamily="34" charset="0"/>
                  <a:ea typeface="Calibri" pitchFamily="34" charset="-122"/>
                  <a:cs typeface="Calibri" pitchFamily="34" charset="-120"/>
                </a:rPr>
                <a:t>SGoS</a:t>
              </a:r>
              <a:r>
                <a:rPr lang="en-US" sz="800" b="1">
                  <a:solidFill>
                    <a:srgbClr val="262626"/>
                  </a:solidFill>
                  <a:latin typeface="Aptos" panose="020B0004020202020204" pitchFamily="34" charset="0"/>
                  <a:ea typeface="Calibri" pitchFamily="34" charset="-122"/>
                  <a:cs typeface="Calibri" pitchFamily="34" charset="-120"/>
                </a:rPr>
                <a:t>) &amp; Finance PMU: </a:t>
              </a:r>
              <a:r>
                <a:rPr lang="en-US" sz="800">
                  <a:solidFill>
                    <a:srgbClr val="262626"/>
                  </a:solidFill>
                  <a:latin typeface="Aptos" panose="020B0004020202020204" pitchFamily="34" charset="0"/>
                  <a:ea typeface="Calibri" pitchFamily="34" charset="-122"/>
                  <a:cs typeface="Calibri" pitchFamily="34" charset="-120"/>
                </a:rPr>
                <a:t>Led Finance &amp; Mines workstreams; developed MTFF fiscal and revenue projections.</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Viksit Rajasthan @2047 – Mines &amp; Petroleum: </a:t>
              </a:r>
              <a:r>
                <a:rPr lang="en-US" sz="800">
                  <a:solidFill>
                    <a:srgbClr val="262626"/>
                  </a:solidFill>
                  <a:latin typeface="Aptos" panose="020B0004020202020204" pitchFamily="34" charset="0"/>
                  <a:ea typeface="Calibri" pitchFamily="34" charset="-122"/>
                  <a:cs typeface="Calibri" pitchFamily="34" charset="-120"/>
                </a:rPr>
                <a:t>Supported sector roadmap and DMFT governance &amp; utilization reforms.</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Project Management Unit, Government of Rajasthan: </a:t>
              </a:r>
              <a:r>
                <a:rPr lang="en-US" sz="800">
                  <a:solidFill>
                    <a:srgbClr val="262626"/>
                  </a:solidFill>
                  <a:latin typeface="Aptos" panose="020B0004020202020204" pitchFamily="34" charset="0"/>
                  <a:ea typeface="Calibri" pitchFamily="34" charset="-122"/>
                  <a:cs typeface="Calibri" pitchFamily="34" charset="-120"/>
                </a:rPr>
                <a:t>Led 16th FC submissions, fiscal analysis, OOB reforms and PFMTI evaluations.</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Uttar Pradesh – One Trillion Dollar GSDP Vision: </a:t>
              </a:r>
              <a:r>
                <a:rPr lang="en-US" sz="800">
                  <a:solidFill>
                    <a:srgbClr val="262626"/>
                  </a:solidFill>
                  <a:latin typeface="Aptos" panose="020B0004020202020204" pitchFamily="34" charset="0"/>
                  <a:ea typeface="Calibri" pitchFamily="34" charset="-122"/>
                  <a:cs typeface="Calibri" pitchFamily="34" charset="-120"/>
                </a:rPr>
                <a:t>Conducted revenue augmentation and inter-state benchmarking for excise reforms.</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Rajasthan Transparency in Public Procurement Act &amp; Rules: </a:t>
              </a:r>
              <a:r>
                <a:rPr lang="en-US" sz="800">
                  <a:solidFill>
                    <a:srgbClr val="262626"/>
                  </a:solidFill>
                  <a:latin typeface="Aptos" panose="020B0004020202020204" pitchFamily="34" charset="0"/>
                  <a:ea typeface="Calibri" pitchFamily="34" charset="-122"/>
                  <a:cs typeface="Calibri" pitchFamily="34" charset="-120"/>
                </a:rPr>
                <a:t>Developed training modules and capacity-building programs for government procurement.</a:t>
              </a:r>
            </a:p>
            <a:p>
              <a:pPr>
                <a:spcAft>
                  <a:spcPts val="200"/>
                </a:spcAft>
                <a:buSzPct val="100000"/>
              </a:pPr>
              <a:r>
                <a:rPr lang="en-US" sz="800">
                  <a:solidFill>
                    <a:srgbClr val="262626"/>
                  </a:solidFill>
                  <a:latin typeface="Aptos" panose="020B0004020202020204" pitchFamily="34" charset="0"/>
                  <a:ea typeface="Calibri" pitchFamily="34" charset="-122"/>
                  <a:cs typeface="Calibri" pitchFamily="34" charset="-120"/>
                </a:rPr>
                <a:t>* Currently engaged in another project will be transferred upon relevant approvals. </a:t>
              </a:r>
              <a:endParaRPr lang="en-US" sz="800">
                <a:solidFill>
                  <a:prstClr val="black"/>
                </a:solidFill>
                <a:latin typeface="Aptos" panose="020B0004020202020204" pitchFamily="34" charset="0"/>
              </a:endParaRPr>
            </a:p>
          </p:txBody>
        </p:sp>
        <p:sp>
          <p:nvSpPr>
            <p:cNvPr id="272" name="Shape 30">
              <a:extLst>
                <a:ext uri="{FF2B5EF4-FFF2-40B4-BE49-F238E27FC236}">
                  <a16:creationId xmlns:a16="http://schemas.microsoft.com/office/drawing/2014/main" id="{AB8408E8-A640-E38A-3860-8E7BA6262AEC}"/>
                </a:ext>
              </a:extLst>
            </p:cNvPr>
            <p:cNvSpPr/>
            <p:nvPr/>
          </p:nvSpPr>
          <p:spPr>
            <a:xfrm>
              <a:off x="6208776" y="201168"/>
              <a:ext cx="5724144" cy="6364224"/>
            </a:xfrm>
            <a:prstGeom prst="rect">
              <a:avLst/>
            </a:prstGeom>
            <a:solidFill>
              <a:srgbClr val="FFFFFF"/>
            </a:solidFill>
            <a:ln w="9525">
              <a:solidFill>
                <a:srgbClr val="808080"/>
              </a:solidFill>
              <a:prstDash val="solid"/>
            </a:ln>
          </p:spPr>
          <p:txBody>
            <a:bodyPr/>
            <a:lstStyle/>
            <a:p>
              <a:endParaRPr lang="en-US">
                <a:solidFill>
                  <a:prstClr val="black"/>
                </a:solidFill>
                <a:latin typeface="Aptos" panose="020B0004020202020204" pitchFamily="34" charset="0"/>
              </a:endParaRPr>
            </a:p>
          </p:txBody>
        </p:sp>
        <p:sp>
          <p:nvSpPr>
            <p:cNvPr id="273" name="Shape 31">
              <a:extLst>
                <a:ext uri="{FF2B5EF4-FFF2-40B4-BE49-F238E27FC236}">
                  <a16:creationId xmlns:a16="http://schemas.microsoft.com/office/drawing/2014/main" id="{DB906C1B-13B1-0ACD-A376-98EE1DD957A5}"/>
                </a:ext>
              </a:extLst>
            </p:cNvPr>
            <p:cNvSpPr/>
            <p:nvPr/>
          </p:nvSpPr>
          <p:spPr>
            <a:xfrm>
              <a:off x="6336792" y="329184"/>
              <a:ext cx="841248" cy="1042416"/>
            </a:xfrm>
            <a:prstGeom prst="rect">
              <a:avLst/>
            </a:prstGeom>
            <a:solidFill>
              <a:srgbClr val="EFEFEF"/>
            </a:solidFill>
            <a:ln w="12700">
              <a:solidFill>
                <a:srgbClr val="6E6E6E"/>
              </a:solidFill>
              <a:prstDash val="solid"/>
            </a:ln>
          </p:spPr>
          <p:txBody>
            <a:bodyPr/>
            <a:lstStyle/>
            <a:p>
              <a:endParaRPr lang="en-US">
                <a:solidFill>
                  <a:prstClr val="black"/>
                </a:solidFill>
                <a:latin typeface="Aptos" panose="020B0004020202020204" pitchFamily="34" charset="0"/>
              </a:endParaRPr>
            </a:p>
          </p:txBody>
        </p:sp>
        <p:sp>
          <p:nvSpPr>
            <p:cNvPr id="274" name="Text 32">
              <a:extLst>
                <a:ext uri="{FF2B5EF4-FFF2-40B4-BE49-F238E27FC236}">
                  <a16:creationId xmlns:a16="http://schemas.microsoft.com/office/drawing/2014/main" id="{3EF39030-81DC-BB33-0CFF-AFDE881847EB}"/>
                </a:ext>
              </a:extLst>
            </p:cNvPr>
            <p:cNvSpPr txBox="1"/>
            <p:nvPr/>
          </p:nvSpPr>
          <p:spPr>
            <a:xfrm>
              <a:off x="6336792" y="329184"/>
              <a:ext cx="841248" cy="1042416"/>
            </a:xfrm>
            <a:prstGeom prst="rect">
              <a:avLst/>
            </a:prstGeom>
            <a:noFill/>
            <a:ln/>
          </p:spPr>
          <p:txBody>
            <a:bodyPr wrap="square" rtlCol="0" anchor="ctr"/>
            <a:lstStyle/>
            <a:p>
              <a:pPr algn="ctr"/>
              <a:r>
                <a:rPr lang="en-US" sz="750">
                  <a:solidFill>
                    <a:srgbClr val="8A8A8A"/>
                  </a:solidFill>
                  <a:latin typeface="Aptos" panose="020B0004020202020204" pitchFamily="34" charset="0"/>
                  <a:ea typeface="Calibri" pitchFamily="34" charset="-122"/>
                  <a:cs typeface="Calibri" pitchFamily="34" charset="-120"/>
                </a:rPr>
                <a:t>Insert</a:t>
              </a:r>
              <a:endParaRPr lang="en-US" sz="750">
                <a:solidFill>
                  <a:prstClr val="black"/>
                </a:solidFill>
                <a:latin typeface="Aptos" panose="020B0004020202020204" pitchFamily="34" charset="0"/>
              </a:endParaRPr>
            </a:p>
            <a:p>
              <a:pPr algn="ctr"/>
              <a:r>
                <a:rPr lang="en-US" sz="750">
                  <a:solidFill>
                    <a:srgbClr val="8A8A8A"/>
                  </a:solidFill>
                  <a:latin typeface="Aptos" panose="020B0004020202020204" pitchFamily="34" charset="0"/>
                  <a:ea typeface="Calibri" pitchFamily="34" charset="-122"/>
                  <a:cs typeface="Calibri" pitchFamily="34" charset="-120"/>
                </a:rPr>
                <a:t>Photo</a:t>
              </a:r>
              <a:endParaRPr lang="en-US" sz="750">
                <a:solidFill>
                  <a:prstClr val="black"/>
                </a:solidFill>
                <a:latin typeface="Aptos" panose="020B0004020202020204" pitchFamily="34" charset="0"/>
              </a:endParaRPr>
            </a:p>
          </p:txBody>
        </p:sp>
        <p:sp>
          <p:nvSpPr>
            <p:cNvPr id="275" name="Text 33">
              <a:extLst>
                <a:ext uri="{FF2B5EF4-FFF2-40B4-BE49-F238E27FC236}">
                  <a16:creationId xmlns:a16="http://schemas.microsoft.com/office/drawing/2014/main" id="{0573A1DE-9058-FA8C-FAA5-C9BDFB8E7AD8}"/>
                </a:ext>
              </a:extLst>
            </p:cNvPr>
            <p:cNvSpPr txBox="1"/>
            <p:nvPr/>
          </p:nvSpPr>
          <p:spPr>
            <a:xfrm>
              <a:off x="7269480" y="329184"/>
              <a:ext cx="3346704" cy="256032"/>
            </a:xfrm>
            <a:prstGeom prst="rect">
              <a:avLst/>
            </a:prstGeom>
            <a:noFill/>
            <a:ln/>
          </p:spPr>
          <p:txBody>
            <a:bodyPr wrap="square" lIns="0" tIns="0" rIns="0" bIns="0" rtlCol="0" anchor="ctr"/>
            <a:lstStyle/>
            <a:p>
              <a:r>
                <a:rPr lang="en-US" sz="1600" b="1">
                  <a:solidFill>
                    <a:srgbClr val="1A1A1A"/>
                  </a:solidFill>
                  <a:latin typeface="Aptos" panose="020B0004020202020204" pitchFamily="34" charset="0"/>
                  <a:ea typeface="Cambria" pitchFamily="34" charset="-122"/>
                  <a:cs typeface="Cambria" pitchFamily="34" charset="-120"/>
                </a:rPr>
                <a:t>Prerna Singh</a:t>
              </a:r>
              <a:endParaRPr lang="en-US" sz="1600">
                <a:solidFill>
                  <a:prstClr val="black"/>
                </a:solidFill>
                <a:latin typeface="Aptos" panose="020B0004020202020204" pitchFamily="34" charset="0"/>
              </a:endParaRPr>
            </a:p>
          </p:txBody>
        </p:sp>
        <p:sp>
          <p:nvSpPr>
            <p:cNvPr id="276" name="Shape 34">
              <a:extLst>
                <a:ext uri="{FF2B5EF4-FFF2-40B4-BE49-F238E27FC236}">
                  <a16:creationId xmlns:a16="http://schemas.microsoft.com/office/drawing/2014/main" id="{3710401C-884F-04E6-F088-D4F6C111076E}"/>
                </a:ext>
              </a:extLst>
            </p:cNvPr>
            <p:cNvSpPr/>
            <p:nvPr/>
          </p:nvSpPr>
          <p:spPr>
            <a:xfrm>
              <a:off x="7278624" y="749808"/>
              <a:ext cx="3346704" cy="256032"/>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77" name="Text 35">
              <a:extLst>
                <a:ext uri="{FF2B5EF4-FFF2-40B4-BE49-F238E27FC236}">
                  <a16:creationId xmlns:a16="http://schemas.microsoft.com/office/drawing/2014/main" id="{E61B28B1-49C3-A4AB-D3D0-25AFB0BD80C3}"/>
                </a:ext>
              </a:extLst>
            </p:cNvPr>
            <p:cNvSpPr txBox="1"/>
            <p:nvPr/>
          </p:nvSpPr>
          <p:spPr>
            <a:xfrm>
              <a:off x="7324344" y="749808"/>
              <a:ext cx="3255264" cy="256032"/>
            </a:xfrm>
            <a:prstGeom prst="rect">
              <a:avLst/>
            </a:prstGeom>
            <a:noFill/>
            <a:ln/>
          </p:spPr>
          <p:txBody>
            <a:bodyPr wrap="square" lIns="0" tIns="0" rIns="0" bIns="0" rtlCol="0" anchor="ctr"/>
            <a:lstStyle/>
            <a:p>
              <a:r>
                <a:rPr lang="en-US" sz="1200" b="1">
                  <a:solidFill>
                    <a:srgbClr val="FFFFFF"/>
                  </a:solidFill>
                  <a:latin typeface="Aptos" panose="020B0004020202020204" pitchFamily="34" charset="0"/>
                  <a:ea typeface="Cambria" pitchFamily="34" charset="-122"/>
                  <a:cs typeface="Cambria" pitchFamily="34" charset="-120"/>
                </a:rPr>
                <a:t>Research Analyst  |  Consultant</a:t>
              </a:r>
              <a:endParaRPr lang="en-US" sz="1200">
                <a:solidFill>
                  <a:prstClr val="black"/>
                </a:solidFill>
                <a:latin typeface="Aptos" panose="020B0004020202020204" pitchFamily="34" charset="0"/>
              </a:endParaRPr>
            </a:p>
          </p:txBody>
        </p:sp>
        <p:sp>
          <p:nvSpPr>
            <p:cNvPr id="278" name="Shape 37">
              <a:extLst>
                <a:ext uri="{FF2B5EF4-FFF2-40B4-BE49-F238E27FC236}">
                  <a16:creationId xmlns:a16="http://schemas.microsoft.com/office/drawing/2014/main" id="{D76F9B49-127F-27AC-1FA2-8E4442CDDDE2}"/>
                </a:ext>
              </a:extLst>
            </p:cNvPr>
            <p:cNvSpPr/>
            <p:nvPr/>
          </p:nvSpPr>
          <p:spPr>
            <a:xfrm>
              <a:off x="10670032" y="493525"/>
              <a:ext cx="1097280" cy="566928"/>
            </a:xfrm>
            <a:prstGeom prst="roundRect">
              <a:avLst>
                <a:gd name="adj" fmla="val 12903"/>
              </a:avLst>
            </a:prstGeom>
            <a:solidFill>
              <a:srgbClr val="F1F8E6"/>
            </a:solidFill>
            <a:ln w="15875">
              <a:solidFill>
                <a:srgbClr val="8DC63F"/>
              </a:solidFill>
              <a:prstDash val="solid"/>
            </a:ln>
          </p:spPr>
          <p:txBody>
            <a:bodyPr/>
            <a:lstStyle/>
            <a:p>
              <a:endParaRPr lang="en-US">
                <a:solidFill>
                  <a:prstClr val="black"/>
                </a:solidFill>
                <a:latin typeface="Aptos" panose="020B0004020202020204" pitchFamily="34" charset="0"/>
              </a:endParaRPr>
            </a:p>
          </p:txBody>
        </p:sp>
        <p:sp>
          <p:nvSpPr>
            <p:cNvPr id="279" name="Text 38">
              <a:extLst>
                <a:ext uri="{FF2B5EF4-FFF2-40B4-BE49-F238E27FC236}">
                  <a16:creationId xmlns:a16="http://schemas.microsoft.com/office/drawing/2014/main" id="{366E3EB8-8FC7-0EFC-2F69-70BB650303DC}"/>
                </a:ext>
              </a:extLst>
            </p:cNvPr>
            <p:cNvSpPr txBox="1"/>
            <p:nvPr/>
          </p:nvSpPr>
          <p:spPr>
            <a:xfrm>
              <a:off x="10660888" y="506323"/>
              <a:ext cx="1097280" cy="566928"/>
            </a:xfrm>
            <a:prstGeom prst="rect">
              <a:avLst/>
            </a:prstGeom>
            <a:noFill/>
            <a:ln/>
          </p:spPr>
          <p:txBody>
            <a:bodyPr wrap="square" lIns="0" tIns="0" rIns="0" bIns="0" rtlCol="0" anchor="ctr"/>
            <a:lstStyle/>
            <a:p>
              <a:pPr algn="ctr">
                <a:lnSpc>
                  <a:spcPct val="82000"/>
                </a:lnSpc>
              </a:pPr>
              <a:r>
                <a:rPr lang="en-US" sz="2800" b="1">
                  <a:solidFill>
                    <a:srgbClr val="5A8F1E"/>
                  </a:solidFill>
                  <a:latin typeface="Aptos" panose="020B0004020202020204" pitchFamily="34" charset="0"/>
                  <a:ea typeface="Cambria" pitchFamily="34" charset="-122"/>
                </a:rPr>
                <a:t>3</a:t>
              </a:r>
              <a:endParaRPr lang="en-US" sz="2800">
                <a:solidFill>
                  <a:prstClr val="black"/>
                </a:solidFill>
                <a:latin typeface="Aptos" panose="020B0004020202020204" pitchFamily="34" charset="0"/>
              </a:endParaRPr>
            </a:p>
            <a:p>
              <a:pPr algn="ctr">
                <a:lnSpc>
                  <a:spcPct val="82000"/>
                </a:lnSpc>
              </a:pPr>
              <a:r>
                <a:rPr lang="en-US" sz="900" b="1">
                  <a:solidFill>
                    <a:srgbClr val="3D3D3D"/>
                  </a:solidFill>
                  <a:latin typeface="Aptos" panose="020B0004020202020204" pitchFamily="34" charset="0"/>
                  <a:ea typeface="Cambria" pitchFamily="34" charset="-122"/>
                  <a:cs typeface="Cambria" pitchFamily="34" charset="-120"/>
                </a:rPr>
                <a:t>YEARS OF EXP.</a:t>
              </a:r>
              <a:endParaRPr lang="en-US" sz="2800">
                <a:solidFill>
                  <a:prstClr val="black"/>
                </a:solidFill>
                <a:latin typeface="Aptos" panose="020B0004020202020204" pitchFamily="34" charset="0"/>
              </a:endParaRPr>
            </a:p>
          </p:txBody>
        </p:sp>
        <p:sp>
          <p:nvSpPr>
            <p:cNvPr id="280" name="Text 39">
              <a:extLst>
                <a:ext uri="{FF2B5EF4-FFF2-40B4-BE49-F238E27FC236}">
                  <a16:creationId xmlns:a16="http://schemas.microsoft.com/office/drawing/2014/main" id="{F922AA66-EA30-BAF0-9BE1-00833866EEFA}"/>
                </a:ext>
              </a:extLst>
            </p:cNvPr>
            <p:cNvSpPr txBox="1"/>
            <p:nvPr/>
          </p:nvSpPr>
          <p:spPr>
            <a:xfrm>
              <a:off x="6336792" y="1424691"/>
              <a:ext cx="5468112" cy="475488"/>
            </a:xfrm>
            <a:prstGeom prst="rect">
              <a:avLst/>
            </a:prstGeom>
            <a:noFill/>
            <a:ln/>
          </p:spPr>
          <p:txBody>
            <a:bodyPr wrap="square" lIns="0" tIns="0" rIns="0" bIns="0" rtlCol="0" anchor="t"/>
            <a:lstStyle/>
            <a:p>
              <a:pPr algn="just">
                <a:lnSpc>
                  <a:spcPct val="92000"/>
                </a:lnSpc>
              </a:pPr>
              <a:r>
                <a:rPr lang="en-US" sz="1000">
                  <a:solidFill>
                    <a:srgbClr val="262626"/>
                  </a:solidFill>
                  <a:latin typeface="Aptos" panose="020B0004020202020204" pitchFamily="34" charset="0"/>
                  <a:ea typeface="Calibri" pitchFamily="34" charset="-122"/>
                  <a:cs typeface="Calibri" pitchFamily="34" charset="-120"/>
                </a:rPr>
                <a:t>Prerna has 3 years of experience in Public Finance Consulting, research analysis, data analysis, framework development and client coordination. She holds a Master's Degree (MA) in Economics from the Delhi School of Economics and a Bachelor's Degree (BA Hons.) in Economics IPCW from the University of Delhi.</a:t>
              </a:r>
              <a:endParaRPr lang="en-US" sz="1000">
                <a:solidFill>
                  <a:prstClr val="black"/>
                </a:solidFill>
                <a:latin typeface="Aptos" panose="020B0004020202020204" pitchFamily="34" charset="0"/>
              </a:endParaRPr>
            </a:p>
          </p:txBody>
        </p:sp>
        <p:sp>
          <p:nvSpPr>
            <p:cNvPr id="281" name="Shape 40">
              <a:extLst>
                <a:ext uri="{FF2B5EF4-FFF2-40B4-BE49-F238E27FC236}">
                  <a16:creationId xmlns:a16="http://schemas.microsoft.com/office/drawing/2014/main" id="{F12E18B0-6FFD-F6EF-F690-D40C45F56528}"/>
                </a:ext>
              </a:extLst>
            </p:cNvPr>
            <p:cNvSpPr/>
            <p:nvPr/>
          </p:nvSpPr>
          <p:spPr>
            <a:xfrm>
              <a:off x="6336792" y="2066544"/>
              <a:ext cx="5468112" cy="237744"/>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82" name="Text 41">
              <a:extLst>
                <a:ext uri="{FF2B5EF4-FFF2-40B4-BE49-F238E27FC236}">
                  <a16:creationId xmlns:a16="http://schemas.microsoft.com/office/drawing/2014/main" id="{4951C810-306E-BBF2-C4E7-ED40999564CA}"/>
                </a:ext>
              </a:extLst>
            </p:cNvPr>
            <p:cNvSpPr txBox="1"/>
            <p:nvPr/>
          </p:nvSpPr>
          <p:spPr>
            <a:xfrm>
              <a:off x="6428232" y="2066544"/>
              <a:ext cx="5340096" cy="237744"/>
            </a:xfrm>
            <a:prstGeom prst="rect">
              <a:avLst/>
            </a:prstGeom>
            <a:noFill/>
            <a:ln/>
          </p:spPr>
          <p:txBody>
            <a:bodyPr wrap="square" lIns="0" tIns="0" rIns="0" bIns="0" rtlCol="0" anchor="ctr"/>
            <a:lstStyle/>
            <a:p>
              <a:r>
                <a:rPr lang="en-US" sz="1100" b="1">
                  <a:solidFill>
                    <a:srgbClr val="FFFFFF"/>
                  </a:solidFill>
                  <a:latin typeface="Aptos" panose="020B0004020202020204" pitchFamily="34" charset="0"/>
                  <a:ea typeface="Cambria" pitchFamily="34" charset="-122"/>
                  <a:cs typeface="Cambria" pitchFamily="34" charset="-120"/>
                </a:rPr>
                <a:t>Core Competencies</a:t>
              </a:r>
              <a:endParaRPr lang="en-US" sz="1100">
                <a:solidFill>
                  <a:prstClr val="black"/>
                </a:solidFill>
                <a:latin typeface="Aptos" panose="020B0004020202020204" pitchFamily="34" charset="0"/>
              </a:endParaRPr>
            </a:p>
          </p:txBody>
        </p:sp>
        <p:sp>
          <p:nvSpPr>
            <p:cNvPr id="283" name="Shape 42">
              <a:extLst>
                <a:ext uri="{FF2B5EF4-FFF2-40B4-BE49-F238E27FC236}">
                  <a16:creationId xmlns:a16="http://schemas.microsoft.com/office/drawing/2014/main" id="{6067AEBC-12D7-3E73-EA2C-3CF683408329}"/>
                </a:ext>
              </a:extLst>
            </p:cNvPr>
            <p:cNvSpPr/>
            <p:nvPr/>
          </p:nvSpPr>
          <p:spPr>
            <a:xfrm>
              <a:off x="6336792" y="2340864"/>
              <a:ext cx="2688336" cy="310896"/>
            </a:xfrm>
            <a:prstGeom prst="roundRect">
              <a:avLst>
                <a:gd name="adj" fmla="val 17647"/>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84" name="Text 43">
              <a:extLst>
                <a:ext uri="{FF2B5EF4-FFF2-40B4-BE49-F238E27FC236}">
                  <a16:creationId xmlns:a16="http://schemas.microsoft.com/office/drawing/2014/main" id="{213FA195-2007-A6D2-B444-A2B84460241D}"/>
                </a:ext>
              </a:extLst>
            </p:cNvPr>
            <p:cNvSpPr txBox="1"/>
            <p:nvPr/>
          </p:nvSpPr>
          <p:spPr>
            <a:xfrm>
              <a:off x="6364224" y="2340864"/>
              <a:ext cx="2633472" cy="310896"/>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Revenue Enhancement &amp; Data Analytics</a:t>
              </a:r>
              <a:endParaRPr lang="en-US" sz="1000">
                <a:solidFill>
                  <a:prstClr val="black"/>
                </a:solidFill>
                <a:latin typeface="Aptos" panose="020B0004020202020204" pitchFamily="34" charset="0"/>
              </a:endParaRPr>
            </a:p>
          </p:txBody>
        </p:sp>
        <p:sp>
          <p:nvSpPr>
            <p:cNvPr id="285" name="Shape 44">
              <a:extLst>
                <a:ext uri="{FF2B5EF4-FFF2-40B4-BE49-F238E27FC236}">
                  <a16:creationId xmlns:a16="http://schemas.microsoft.com/office/drawing/2014/main" id="{85E63A8C-30DF-428E-EC7B-B9C0D99F5C53}"/>
                </a:ext>
              </a:extLst>
            </p:cNvPr>
            <p:cNvSpPr/>
            <p:nvPr/>
          </p:nvSpPr>
          <p:spPr>
            <a:xfrm>
              <a:off x="9116568" y="2340864"/>
              <a:ext cx="2688336" cy="310896"/>
            </a:xfrm>
            <a:prstGeom prst="roundRect">
              <a:avLst>
                <a:gd name="adj" fmla="val 17647"/>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86" name="Text 45">
              <a:extLst>
                <a:ext uri="{FF2B5EF4-FFF2-40B4-BE49-F238E27FC236}">
                  <a16:creationId xmlns:a16="http://schemas.microsoft.com/office/drawing/2014/main" id="{4B645256-83EA-4057-46AC-561E2882EB86}"/>
                </a:ext>
              </a:extLst>
            </p:cNvPr>
            <p:cNvSpPr txBox="1"/>
            <p:nvPr/>
          </p:nvSpPr>
          <p:spPr>
            <a:xfrm>
              <a:off x="9144000" y="2340864"/>
              <a:ext cx="2633472" cy="310896"/>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Tax Compliance &amp; Revenue Intelligence</a:t>
              </a:r>
              <a:endParaRPr lang="en-US" sz="1000">
                <a:solidFill>
                  <a:prstClr val="black"/>
                </a:solidFill>
                <a:latin typeface="Aptos" panose="020B0004020202020204" pitchFamily="34" charset="0"/>
              </a:endParaRPr>
            </a:p>
          </p:txBody>
        </p:sp>
        <p:sp>
          <p:nvSpPr>
            <p:cNvPr id="287" name="Shape 46">
              <a:extLst>
                <a:ext uri="{FF2B5EF4-FFF2-40B4-BE49-F238E27FC236}">
                  <a16:creationId xmlns:a16="http://schemas.microsoft.com/office/drawing/2014/main" id="{DE13E686-99DB-0719-8AE9-20644B58EB6E}"/>
                </a:ext>
              </a:extLst>
            </p:cNvPr>
            <p:cNvSpPr/>
            <p:nvPr/>
          </p:nvSpPr>
          <p:spPr>
            <a:xfrm>
              <a:off x="6336792" y="2706624"/>
              <a:ext cx="2688336" cy="310896"/>
            </a:xfrm>
            <a:prstGeom prst="roundRect">
              <a:avLst>
                <a:gd name="adj" fmla="val 17647"/>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88" name="Text 47">
              <a:extLst>
                <a:ext uri="{FF2B5EF4-FFF2-40B4-BE49-F238E27FC236}">
                  <a16:creationId xmlns:a16="http://schemas.microsoft.com/office/drawing/2014/main" id="{27AFE108-332D-0266-FDD9-6C6EB3301A88}"/>
                </a:ext>
              </a:extLst>
            </p:cNvPr>
            <p:cNvSpPr txBox="1"/>
            <p:nvPr/>
          </p:nvSpPr>
          <p:spPr>
            <a:xfrm>
              <a:off x="6364224" y="2706624"/>
              <a:ext cx="2633472" cy="310896"/>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Fiscal Policy &amp; Economic Analysis</a:t>
              </a:r>
              <a:endParaRPr lang="en-US" sz="1000">
                <a:solidFill>
                  <a:prstClr val="black"/>
                </a:solidFill>
                <a:latin typeface="Aptos" panose="020B0004020202020204" pitchFamily="34" charset="0"/>
              </a:endParaRPr>
            </a:p>
          </p:txBody>
        </p:sp>
        <p:sp>
          <p:nvSpPr>
            <p:cNvPr id="289" name="Shape 48">
              <a:extLst>
                <a:ext uri="{FF2B5EF4-FFF2-40B4-BE49-F238E27FC236}">
                  <a16:creationId xmlns:a16="http://schemas.microsoft.com/office/drawing/2014/main" id="{E68CFB5D-8E21-B5CD-0D21-BB864B16221E}"/>
                </a:ext>
              </a:extLst>
            </p:cNvPr>
            <p:cNvSpPr/>
            <p:nvPr/>
          </p:nvSpPr>
          <p:spPr>
            <a:xfrm>
              <a:off x="9116568" y="2706624"/>
              <a:ext cx="2688336" cy="310896"/>
            </a:xfrm>
            <a:prstGeom prst="roundRect">
              <a:avLst>
                <a:gd name="adj" fmla="val 17647"/>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90" name="Text 49">
              <a:extLst>
                <a:ext uri="{FF2B5EF4-FFF2-40B4-BE49-F238E27FC236}">
                  <a16:creationId xmlns:a16="http://schemas.microsoft.com/office/drawing/2014/main" id="{C0051468-0687-BD3E-3A70-DD903185E9A1}"/>
                </a:ext>
              </a:extLst>
            </p:cNvPr>
            <p:cNvSpPr txBox="1"/>
            <p:nvPr/>
          </p:nvSpPr>
          <p:spPr>
            <a:xfrm>
              <a:off x="9144000" y="2706624"/>
              <a:ext cx="2633472" cy="310896"/>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Governance &amp; Institutional Strengthening</a:t>
              </a:r>
              <a:endParaRPr lang="en-US" sz="1000">
                <a:solidFill>
                  <a:prstClr val="black"/>
                </a:solidFill>
                <a:latin typeface="Aptos" panose="020B0004020202020204" pitchFamily="34" charset="0"/>
              </a:endParaRPr>
            </a:p>
          </p:txBody>
        </p:sp>
        <p:sp>
          <p:nvSpPr>
            <p:cNvPr id="291" name="Shape 50">
              <a:extLst>
                <a:ext uri="{FF2B5EF4-FFF2-40B4-BE49-F238E27FC236}">
                  <a16:creationId xmlns:a16="http://schemas.microsoft.com/office/drawing/2014/main" id="{7CCAB844-A38C-FE54-428B-CDA1E51F1AAB}"/>
                </a:ext>
              </a:extLst>
            </p:cNvPr>
            <p:cNvSpPr/>
            <p:nvPr/>
          </p:nvSpPr>
          <p:spPr>
            <a:xfrm>
              <a:off x="6336792" y="3108960"/>
              <a:ext cx="5468112" cy="237744"/>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92" name="Text 51">
              <a:extLst>
                <a:ext uri="{FF2B5EF4-FFF2-40B4-BE49-F238E27FC236}">
                  <a16:creationId xmlns:a16="http://schemas.microsoft.com/office/drawing/2014/main" id="{1FCFE6B5-F69C-0754-F638-5AE2CED99533}"/>
                </a:ext>
              </a:extLst>
            </p:cNvPr>
            <p:cNvSpPr txBox="1"/>
            <p:nvPr/>
          </p:nvSpPr>
          <p:spPr>
            <a:xfrm>
              <a:off x="6428232" y="3108960"/>
              <a:ext cx="5340096" cy="237744"/>
            </a:xfrm>
            <a:prstGeom prst="rect">
              <a:avLst/>
            </a:prstGeom>
            <a:noFill/>
            <a:ln/>
          </p:spPr>
          <p:txBody>
            <a:bodyPr wrap="square" lIns="0" tIns="0" rIns="0" bIns="0" rtlCol="0" anchor="ctr"/>
            <a:lstStyle/>
            <a:p>
              <a:r>
                <a:rPr lang="en-US" sz="1100" b="1">
                  <a:solidFill>
                    <a:srgbClr val="FFFFFF"/>
                  </a:solidFill>
                  <a:latin typeface="Aptos" panose="020B0004020202020204" pitchFamily="34" charset="0"/>
                  <a:ea typeface="Cambria" pitchFamily="34" charset="-122"/>
                  <a:cs typeface="Cambria" pitchFamily="34" charset="-120"/>
                </a:rPr>
                <a:t>Skills &amp; Technologies</a:t>
              </a:r>
              <a:endParaRPr lang="en-US" sz="1100">
                <a:solidFill>
                  <a:prstClr val="black"/>
                </a:solidFill>
                <a:latin typeface="Aptos" panose="020B0004020202020204" pitchFamily="34" charset="0"/>
              </a:endParaRPr>
            </a:p>
          </p:txBody>
        </p:sp>
        <p:sp>
          <p:nvSpPr>
            <p:cNvPr id="293" name="Text 52">
              <a:extLst>
                <a:ext uri="{FF2B5EF4-FFF2-40B4-BE49-F238E27FC236}">
                  <a16:creationId xmlns:a16="http://schemas.microsoft.com/office/drawing/2014/main" id="{7F87F6D7-898D-F1A2-C56C-6480B7ACB90C}"/>
                </a:ext>
              </a:extLst>
            </p:cNvPr>
            <p:cNvSpPr txBox="1"/>
            <p:nvPr/>
          </p:nvSpPr>
          <p:spPr>
            <a:xfrm>
              <a:off x="6355080" y="3383280"/>
              <a:ext cx="5449824" cy="786384"/>
            </a:xfrm>
            <a:prstGeom prst="rect">
              <a:avLst/>
            </a:prstGeom>
            <a:noFill/>
            <a:ln/>
          </p:spPr>
          <p:txBody>
            <a:bodyPr wrap="square" lIns="0" tIns="0" rIns="0" bIns="0" rtlCol="0" anchor="t"/>
            <a:lstStyle/>
            <a:p>
              <a:pPr marL="342900" indent="-342900">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Domain Expertise: </a:t>
              </a:r>
              <a:r>
                <a:rPr lang="en-US" sz="800">
                  <a:solidFill>
                    <a:srgbClr val="262626"/>
                  </a:solidFill>
                  <a:latin typeface="Aptos" panose="020B0004020202020204" pitchFamily="34" charset="0"/>
                  <a:ea typeface="Calibri" pitchFamily="34" charset="-122"/>
                  <a:cs typeface="Calibri" pitchFamily="34" charset="-120"/>
                </a:rPr>
                <a:t>Revenue Enhancement and Data Analytics, Tax Compliance and Revenue Intelligence, Fiscal Policy and Economic Analysis, Regulatory and Policy Reforms, Governance and Institutional Strengthening, Citizen Service Delivery Improvement, Monitoring &amp; Performance Management Frameworks, Business Process Re-engineering, Digital Transformation</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Technical Skills: </a:t>
              </a:r>
              <a:r>
                <a:rPr lang="en-US" sz="800">
                  <a:solidFill>
                    <a:srgbClr val="262626"/>
                  </a:solidFill>
                  <a:latin typeface="Aptos" panose="020B0004020202020204" pitchFamily="34" charset="0"/>
                  <a:ea typeface="Calibri" pitchFamily="34" charset="-122"/>
                  <a:cs typeface="Calibri" pitchFamily="34" charset="-120"/>
                </a:rPr>
                <a:t>RStudio, SQL, MS Excel, PPT, Word, GenAI, Data Analytics &amp; Dashboarding, Power BI, Policy Research, Financial and Economic Modelling</a:t>
              </a:r>
              <a:endParaRPr lang="en-US" sz="800">
                <a:solidFill>
                  <a:prstClr val="black"/>
                </a:solidFill>
                <a:latin typeface="Aptos" panose="020B0004020202020204" pitchFamily="34" charset="0"/>
              </a:endParaRPr>
            </a:p>
          </p:txBody>
        </p:sp>
        <p:sp>
          <p:nvSpPr>
            <p:cNvPr id="294" name="Shape 53">
              <a:extLst>
                <a:ext uri="{FF2B5EF4-FFF2-40B4-BE49-F238E27FC236}">
                  <a16:creationId xmlns:a16="http://schemas.microsoft.com/office/drawing/2014/main" id="{8F8BC81D-EDC6-5D96-A37C-1B1B5F8553A3}"/>
                </a:ext>
              </a:extLst>
            </p:cNvPr>
            <p:cNvSpPr/>
            <p:nvPr/>
          </p:nvSpPr>
          <p:spPr>
            <a:xfrm>
              <a:off x="6327647" y="4226387"/>
              <a:ext cx="5468112" cy="237743"/>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95" name="Text 54">
              <a:extLst>
                <a:ext uri="{FF2B5EF4-FFF2-40B4-BE49-F238E27FC236}">
                  <a16:creationId xmlns:a16="http://schemas.microsoft.com/office/drawing/2014/main" id="{CFE24351-0905-5706-8360-D7E906F1F8B6}"/>
                </a:ext>
              </a:extLst>
            </p:cNvPr>
            <p:cNvSpPr txBox="1"/>
            <p:nvPr/>
          </p:nvSpPr>
          <p:spPr>
            <a:xfrm>
              <a:off x="6409944" y="4212673"/>
              <a:ext cx="5340096" cy="237743"/>
            </a:xfrm>
            <a:prstGeom prst="rect">
              <a:avLst/>
            </a:prstGeom>
            <a:noFill/>
            <a:ln/>
          </p:spPr>
          <p:txBody>
            <a:bodyPr wrap="square" lIns="0" tIns="0" rIns="0" bIns="0" rtlCol="0" anchor="ctr"/>
            <a:lstStyle/>
            <a:p>
              <a:r>
                <a:rPr lang="en-US" sz="1100" b="1">
                  <a:solidFill>
                    <a:srgbClr val="FFFFFF"/>
                  </a:solidFill>
                  <a:latin typeface="Aptos" panose="020B0004020202020204" pitchFamily="34" charset="0"/>
                  <a:ea typeface="Cambria" pitchFamily="34" charset="-122"/>
                  <a:cs typeface="Cambria" pitchFamily="34" charset="-120"/>
                </a:rPr>
                <a:t>Key Departments</a:t>
              </a:r>
              <a:endParaRPr lang="en-US" sz="1100">
                <a:solidFill>
                  <a:prstClr val="black"/>
                </a:solidFill>
                <a:latin typeface="Aptos" panose="020B0004020202020204" pitchFamily="34" charset="0"/>
              </a:endParaRPr>
            </a:p>
          </p:txBody>
        </p:sp>
        <p:sp>
          <p:nvSpPr>
            <p:cNvPr id="296" name="Text 55">
              <a:extLst>
                <a:ext uri="{FF2B5EF4-FFF2-40B4-BE49-F238E27FC236}">
                  <a16:creationId xmlns:a16="http://schemas.microsoft.com/office/drawing/2014/main" id="{5D1FD1CB-A16E-2880-4DFC-56E6A272CC9B}"/>
                </a:ext>
              </a:extLst>
            </p:cNvPr>
            <p:cNvSpPr txBox="1"/>
            <p:nvPr/>
          </p:nvSpPr>
          <p:spPr>
            <a:xfrm>
              <a:off x="6355080" y="4517136"/>
              <a:ext cx="2670048" cy="384048"/>
            </a:xfrm>
            <a:prstGeom prst="rect">
              <a:avLst/>
            </a:prstGeom>
            <a:noFill/>
            <a:ln/>
          </p:spPr>
          <p:txBody>
            <a:bodyPr wrap="square" lIns="0" tIns="0" rIns="0" bIns="0" rtlCol="0" anchor="t"/>
            <a:lstStyle/>
            <a:p>
              <a:pPr marL="342900" indent="-342900">
                <a:spcAft>
                  <a:spcPts val="200"/>
                </a:spcAft>
                <a:buSzPct val="100000"/>
                <a:buFontTx/>
                <a:buChar char="▪"/>
              </a:pPr>
              <a:r>
                <a:rPr lang="en-US" sz="800">
                  <a:solidFill>
                    <a:srgbClr val="262626"/>
                  </a:solidFill>
                  <a:latin typeface="Aptos" panose="020B0004020202020204" pitchFamily="34" charset="0"/>
                  <a:ea typeface="Calibri" pitchFamily="34" charset="-122"/>
                  <a:cs typeface="Calibri" pitchFamily="34" charset="-120"/>
                </a:rPr>
                <a:t>Technical Support Unit, </a:t>
              </a:r>
              <a:r>
                <a:rPr lang="en-US" sz="800" err="1">
                  <a:solidFill>
                    <a:srgbClr val="262626"/>
                  </a:solidFill>
                  <a:latin typeface="Aptos" panose="020B0004020202020204" pitchFamily="34" charset="0"/>
                  <a:ea typeface="Calibri" pitchFamily="34" charset="-122"/>
                  <a:cs typeface="Calibri" pitchFamily="34" charset="-120"/>
                </a:rPr>
                <a:t>DoRI&amp;EO</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a:solidFill>
                    <a:srgbClr val="262626"/>
                  </a:solidFill>
                  <a:latin typeface="Aptos" panose="020B0004020202020204" pitchFamily="34" charset="0"/>
                  <a:ea typeface="Calibri" pitchFamily="34" charset="-122"/>
                  <a:cs typeface="Calibri" pitchFamily="34" charset="-120"/>
                </a:rPr>
                <a:t>COERRA – SDRI, Government of Rajasthan</a:t>
              </a:r>
              <a:endParaRPr lang="en-US" sz="800">
                <a:solidFill>
                  <a:prstClr val="black"/>
                </a:solidFill>
                <a:latin typeface="Aptos" panose="020B0004020202020204" pitchFamily="34" charset="0"/>
              </a:endParaRPr>
            </a:p>
          </p:txBody>
        </p:sp>
        <p:sp>
          <p:nvSpPr>
            <p:cNvPr id="297" name="Text 56">
              <a:extLst>
                <a:ext uri="{FF2B5EF4-FFF2-40B4-BE49-F238E27FC236}">
                  <a16:creationId xmlns:a16="http://schemas.microsoft.com/office/drawing/2014/main" id="{124C3A53-74D9-2BB3-9BD8-2F0D7FF186CA}"/>
                </a:ext>
              </a:extLst>
            </p:cNvPr>
            <p:cNvSpPr txBox="1"/>
            <p:nvPr/>
          </p:nvSpPr>
          <p:spPr>
            <a:xfrm>
              <a:off x="9134856" y="4517136"/>
              <a:ext cx="2670048" cy="384048"/>
            </a:xfrm>
            <a:prstGeom prst="rect">
              <a:avLst/>
            </a:prstGeom>
            <a:noFill/>
            <a:ln/>
          </p:spPr>
          <p:txBody>
            <a:bodyPr wrap="square" lIns="0" tIns="0" rIns="0" bIns="0" rtlCol="0" anchor="t"/>
            <a:lstStyle/>
            <a:p>
              <a:pPr marL="342900" indent="-342900">
                <a:spcAft>
                  <a:spcPts val="200"/>
                </a:spcAft>
                <a:buSzPct val="100000"/>
                <a:buFontTx/>
                <a:buChar char="▪"/>
              </a:pPr>
              <a:r>
                <a:rPr lang="en-US" sz="800">
                  <a:solidFill>
                    <a:srgbClr val="262626"/>
                  </a:solidFill>
                  <a:latin typeface="Aptos" panose="020B0004020202020204" pitchFamily="34" charset="0"/>
                  <a:ea typeface="Calibri" pitchFamily="34" charset="-122"/>
                  <a:cs typeface="Calibri" pitchFamily="34" charset="-120"/>
                </a:rPr>
                <a:t>Chief Minister's Office, Rajasthan</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a:solidFill>
                    <a:srgbClr val="262626"/>
                  </a:solidFill>
                  <a:latin typeface="Aptos" panose="020B0004020202020204" pitchFamily="34" charset="0"/>
                  <a:ea typeface="Calibri" pitchFamily="34" charset="-122"/>
                  <a:cs typeface="Calibri" pitchFamily="34" charset="-120"/>
                </a:rPr>
                <a:t>Project Management Unit, Government of Rajasthan</a:t>
              </a:r>
              <a:endParaRPr lang="en-US" sz="800">
                <a:solidFill>
                  <a:prstClr val="black"/>
                </a:solidFill>
                <a:latin typeface="Aptos" panose="020B0004020202020204" pitchFamily="34" charset="0"/>
              </a:endParaRPr>
            </a:p>
          </p:txBody>
        </p:sp>
        <p:sp>
          <p:nvSpPr>
            <p:cNvPr id="298" name="Shape 57">
              <a:extLst>
                <a:ext uri="{FF2B5EF4-FFF2-40B4-BE49-F238E27FC236}">
                  <a16:creationId xmlns:a16="http://schemas.microsoft.com/office/drawing/2014/main" id="{D3F3C9A0-3502-551E-9CED-0DF21DBE0DA8}"/>
                </a:ext>
              </a:extLst>
            </p:cNvPr>
            <p:cNvSpPr/>
            <p:nvPr/>
          </p:nvSpPr>
          <p:spPr>
            <a:xfrm>
              <a:off x="6336792" y="4849032"/>
              <a:ext cx="5468112" cy="237743"/>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99" name="Text 58">
              <a:extLst>
                <a:ext uri="{FF2B5EF4-FFF2-40B4-BE49-F238E27FC236}">
                  <a16:creationId xmlns:a16="http://schemas.microsoft.com/office/drawing/2014/main" id="{060897B6-7651-F319-5B50-D14E4D0EED20}"/>
                </a:ext>
              </a:extLst>
            </p:cNvPr>
            <p:cNvSpPr txBox="1"/>
            <p:nvPr/>
          </p:nvSpPr>
          <p:spPr>
            <a:xfrm>
              <a:off x="6373368" y="4860258"/>
              <a:ext cx="5340096" cy="237743"/>
            </a:xfrm>
            <a:prstGeom prst="rect">
              <a:avLst/>
            </a:prstGeom>
            <a:noFill/>
            <a:ln/>
          </p:spPr>
          <p:txBody>
            <a:bodyPr wrap="square" lIns="0" tIns="0" rIns="0" bIns="0" rtlCol="0" anchor="ctr"/>
            <a:lstStyle/>
            <a:p>
              <a:r>
                <a:rPr lang="en-US" sz="1100" b="1">
                  <a:solidFill>
                    <a:srgbClr val="FFFFFF"/>
                  </a:solidFill>
                  <a:latin typeface="Aptos" panose="020B0004020202020204" pitchFamily="34" charset="0"/>
                  <a:ea typeface="Cambria" pitchFamily="34" charset="-122"/>
                  <a:cs typeface="Cambria" pitchFamily="34" charset="-120"/>
                </a:rPr>
                <a:t>Professional Experience</a:t>
              </a:r>
              <a:endParaRPr lang="en-US" sz="1100">
                <a:solidFill>
                  <a:prstClr val="black"/>
                </a:solidFill>
                <a:latin typeface="Aptos" panose="020B0004020202020204" pitchFamily="34" charset="0"/>
              </a:endParaRPr>
            </a:p>
          </p:txBody>
        </p:sp>
        <p:sp>
          <p:nvSpPr>
            <p:cNvPr id="300" name="Text 59">
              <a:extLst>
                <a:ext uri="{FF2B5EF4-FFF2-40B4-BE49-F238E27FC236}">
                  <a16:creationId xmlns:a16="http://schemas.microsoft.com/office/drawing/2014/main" id="{A647EFC9-4EA5-81CD-8492-72E3B7180397}"/>
                </a:ext>
              </a:extLst>
            </p:cNvPr>
            <p:cNvSpPr txBox="1"/>
            <p:nvPr/>
          </p:nvSpPr>
          <p:spPr>
            <a:xfrm>
              <a:off x="6345935" y="5138930"/>
              <a:ext cx="5449824" cy="1261872"/>
            </a:xfrm>
            <a:prstGeom prst="rect">
              <a:avLst/>
            </a:prstGeom>
            <a:noFill/>
            <a:ln/>
          </p:spPr>
          <p:txBody>
            <a:bodyPr wrap="square" lIns="0" tIns="0" rIns="0" bIns="0" rtlCol="0" anchor="t"/>
            <a:lstStyle/>
            <a:p>
              <a:pPr marL="342900" indent="-342900" algn="just">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Technical Support Unit, </a:t>
              </a:r>
              <a:r>
                <a:rPr lang="en-US" sz="800" b="1" err="1">
                  <a:solidFill>
                    <a:srgbClr val="262626"/>
                  </a:solidFill>
                  <a:latin typeface="Aptos" panose="020B0004020202020204" pitchFamily="34" charset="0"/>
                  <a:ea typeface="Calibri" pitchFamily="34" charset="-122"/>
                  <a:cs typeface="Calibri" pitchFamily="34" charset="-120"/>
                </a:rPr>
                <a:t>DoRI&amp;EO</a:t>
              </a:r>
              <a:r>
                <a:rPr lang="en-US" sz="800" b="1">
                  <a:solidFill>
                    <a:srgbClr val="262626"/>
                  </a:solidFill>
                  <a:latin typeface="Aptos" panose="020B0004020202020204" pitchFamily="34" charset="0"/>
                  <a:ea typeface="Calibri" pitchFamily="34" charset="-122"/>
                  <a:cs typeface="Calibri" pitchFamily="34" charset="-120"/>
                </a:rPr>
                <a:t>: </a:t>
              </a:r>
              <a:r>
                <a:rPr lang="en-US" sz="800">
                  <a:solidFill>
                    <a:srgbClr val="262626"/>
                  </a:solidFill>
                  <a:latin typeface="Aptos" panose="020B0004020202020204" pitchFamily="34" charset="0"/>
                  <a:ea typeface="Calibri" pitchFamily="34" charset="-122"/>
                  <a:cs typeface="Calibri" pitchFamily="34" charset="-120"/>
                </a:rPr>
                <a:t>Led revenue analytics and leakage detection across GST, Mining, Transport, Excise and Registration.</a:t>
              </a:r>
              <a:endParaRPr lang="en-US" sz="800">
                <a:solidFill>
                  <a:prstClr val="black"/>
                </a:solidFill>
                <a:latin typeface="Aptos" panose="020B0004020202020204" pitchFamily="34" charset="0"/>
              </a:endParaRPr>
            </a:p>
            <a:p>
              <a:pPr marL="342900" indent="-342900" algn="just">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COERRA–SDRI – Departmental Support: </a:t>
              </a:r>
              <a:r>
                <a:rPr lang="en-US" sz="800">
                  <a:solidFill>
                    <a:srgbClr val="262626"/>
                  </a:solidFill>
                  <a:latin typeface="Aptos" panose="020B0004020202020204" pitchFamily="34" charset="0"/>
                  <a:ea typeface="Calibri" pitchFamily="34" charset="-122"/>
                  <a:cs typeface="Calibri" pitchFamily="34" charset="-120"/>
                </a:rPr>
                <a:t>Analyzed Excise, GST &amp; NDPS regulations and developed RSBCL's monthly reporting framework.</a:t>
              </a:r>
              <a:endParaRPr lang="en-US" sz="800">
                <a:solidFill>
                  <a:prstClr val="black"/>
                </a:solidFill>
                <a:latin typeface="Aptos" panose="020B0004020202020204" pitchFamily="34" charset="0"/>
              </a:endParaRPr>
            </a:p>
            <a:p>
              <a:pPr marL="342900" indent="-342900" algn="just">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Chief Minister's Office: </a:t>
              </a:r>
              <a:r>
                <a:rPr lang="en-US" sz="800">
                  <a:solidFill>
                    <a:srgbClr val="262626"/>
                  </a:solidFill>
                  <a:latin typeface="Aptos" panose="020B0004020202020204" pitchFamily="34" charset="0"/>
                  <a:ea typeface="Calibri" pitchFamily="34" charset="-122"/>
                  <a:cs typeface="Calibri" pitchFamily="34" charset="-120"/>
                </a:rPr>
                <a:t>Conducted scheme performance and AS-IS assessments to improve outcomes.</a:t>
              </a:r>
              <a:endParaRPr lang="en-US" sz="800">
                <a:solidFill>
                  <a:prstClr val="black"/>
                </a:solidFill>
                <a:latin typeface="Aptos" panose="020B0004020202020204" pitchFamily="34" charset="0"/>
              </a:endParaRPr>
            </a:p>
            <a:p>
              <a:pPr marL="342900" indent="-342900" algn="just">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Green Credits Initiative: </a:t>
              </a:r>
              <a:r>
                <a:rPr lang="en-US" sz="800">
                  <a:solidFill>
                    <a:srgbClr val="262626"/>
                  </a:solidFill>
                  <a:latin typeface="Aptos" panose="020B0004020202020204" pitchFamily="34" charset="0"/>
                  <a:ea typeface="Calibri" pitchFamily="34" charset="-122"/>
                  <a:cs typeface="Calibri" pitchFamily="34" charset="-120"/>
                </a:rPr>
                <a:t>Designed Rajasthan's Green Credit framework and end-to-end credit lifecycle.</a:t>
              </a:r>
              <a:endParaRPr lang="en-US" sz="800">
                <a:solidFill>
                  <a:prstClr val="black"/>
                </a:solidFill>
                <a:latin typeface="Aptos" panose="020B0004020202020204" pitchFamily="34" charset="0"/>
              </a:endParaRPr>
            </a:p>
            <a:p>
              <a:pPr marL="342900" indent="-342900" algn="just">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Redrafting of Rajasthan Excise Rules: </a:t>
              </a:r>
              <a:r>
                <a:rPr lang="en-US" sz="800">
                  <a:solidFill>
                    <a:srgbClr val="262626"/>
                  </a:solidFill>
                  <a:latin typeface="Aptos" panose="020B0004020202020204" pitchFamily="34" charset="0"/>
                  <a:ea typeface="Calibri" pitchFamily="34" charset="-122"/>
                  <a:cs typeface="Calibri" pitchFamily="34" charset="-120"/>
                </a:rPr>
                <a:t>Rationalized the Excise Act and 23 Rules and benchmarked inter-state regulatory practices.</a:t>
              </a:r>
              <a:endParaRPr lang="en-US" sz="800">
                <a:solidFill>
                  <a:prstClr val="black"/>
                </a:solidFill>
                <a:latin typeface="Aptos" panose="020B0004020202020204" pitchFamily="34" charset="0"/>
              </a:endParaRPr>
            </a:p>
            <a:p>
              <a:pPr marL="342900" indent="-342900" algn="just">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Project Management Unit, Government of Rajasthan: </a:t>
              </a:r>
              <a:r>
                <a:rPr lang="en-US" sz="800">
                  <a:solidFill>
                    <a:srgbClr val="262626"/>
                  </a:solidFill>
                  <a:latin typeface="Aptos" panose="020B0004020202020204" pitchFamily="34" charset="0"/>
                  <a:ea typeface="Calibri" pitchFamily="34" charset="-122"/>
                  <a:cs typeface="Calibri" pitchFamily="34" charset="-120"/>
                </a:rPr>
                <a:t>Supported 16th Finance Commission submissions, including fiscal analysis, projections and State Memorandum.</a:t>
              </a:r>
              <a:endParaRPr lang="en-US" sz="800">
                <a:solidFill>
                  <a:prstClr val="black"/>
                </a:solidFill>
                <a:latin typeface="Aptos" panose="020B0004020202020204" pitchFamily="34" charset="0"/>
              </a:endParaRPr>
            </a:p>
          </p:txBody>
        </p:sp>
        <p:pic>
          <p:nvPicPr>
            <p:cNvPr id="301" name="Picture 300">
              <a:extLst>
                <a:ext uri="{FF2B5EF4-FFF2-40B4-BE49-F238E27FC236}">
                  <a16:creationId xmlns:a16="http://schemas.microsoft.com/office/drawing/2014/main" id="{1A320320-7394-184E-2C49-8040A5D8D6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049" y="347472"/>
              <a:ext cx="841248" cy="1042416"/>
            </a:xfrm>
            <a:prstGeom prst="rect">
              <a:avLst/>
            </a:prstGeom>
          </p:spPr>
        </p:pic>
      </p:grpSp>
      <p:sp>
        <p:nvSpPr>
          <p:cNvPr id="303" name="Slide Number Placeholder 4">
            <a:extLst>
              <a:ext uri="{FF2B5EF4-FFF2-40B4-BE49-F238E27FC236}">
                <a16:creationId xmlns:a16="http://schemas.microsoft.com/office/drawing/2014/main" id="{63ECBFA8-2C4D-2262-F68B-DA658A23B4F1}"/>
              </a:ext>
            </a:extLst>
          </p:cNvPr>
          <p:cNvSpPr>
            <a:spLocks noGrp="1"/>
          </p:cNvSpPr>
          <p:nvPr>
            <p:ph type="sldNum" sz="quarter" idx="4"/>
          </p:nvPr>
        </p:nvSpPr>
        <p:spPr>
          <a:xfrm>
            <a:off x="4724400" y="6579370"/>
            <a:ext cx="2743200" cy="180000"/>
          </a:xfrm>
        </p:spPr>
        <p:txBody>
          <a:bodyPr/>
          <a:lstStyle/>
          <a:p>
            <a:fld id="{39E7427F-21AC-4FC2-AC74-F5AF5A475796}" type="slidenum">
              <a:rPr lang="en-IN" smtClean="0"/>
              <a:pPr/>
              <a:t>26</a:t>
            </a:fld>
            <a:endParaRPr lang="en-IN"/>
          </a:p>
        </p:txBody>
      </p:sp>
      <p:pic>
        <p:nvPicPr>
          <p:cNvPr id="3" name="Picture 2">
            <a:extLst>
              <a:ext uri="{FF2B5EF4-FFF2-40B4-BE49-F238E27FC236}">
                <a16:creationId xmlns:a16="http://schemas.microsoft.com/office/drawing/2014/main" id="{BA0B70FD-0725-4290-6EA6-FA46FB2853E9}"/>
              </a:ext>
            </a:extLst>
          </p:cNvPr>
          <p:cNvPicPr>
            <a:picLocks noChangeAspect="1"/>
          </p:cNvPicPr>
          <p:nvPr/>
        </p:nvPicPr>
        <p:blipFill>
          <a:blip r:embed="rId4">
            <a:extLst>
              <a:ext uri="{28A0092B-C50C-407E-A947-70E740481C1C}">
                <a14:useLocalDpi xmlns:a14="http://schemas.microsoft.com/office/drawing/2010/main" val="0"/>
              </a:ext>
            </a:extLst>
          </a:blip>
          <a:srcRect l="23165" t="9405" r="19663" b="55052"/>
          <a:stretch>
            <a:fillRect/>
          </a:stretch>
        </p:blipFill>
        <p:spPr>
          <a:xfrm>
            <a:off x="6323479" y="671370"/>
            <a:ext cx="943135" cy="1002140"/>
          </a:xfrm>
          <a:prstGeom prst="rect">
            <a:avLst/>
          </a:prstGeom>
        </p:spPr>
      </p:pic>
    </p:spTree>
    <p:extLst>
      <p:ext uri="{BB962C8B-B14F-4D97-AF65-F5344CB8AC3E}">
        <p14:creationId xmlns:p14="http://schemas.microsoft.com/office/powerpoint/2010/main" val="146181514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F8EFD-0A36-5760-4570-5A34BC3174D3}"/>
            </a:ext>
          </a:extLst>
        </p:cNvPr>
        <p:cNvGrpSpPr/>
        <p:nvPr/>
      </p:nvGrpSpPr>
      <p:grpSpPr>
        <a:xfrm>
          <a:off x="0" y="0"/>
          <a:ext cx="0" cy="0"/>
          <a:chOff x="0" y="0"/>
          <a:chExt cx="0" cy="0"/>
        </a:xfrm>
      </p:grpSpPr>
      <p:sp>
        <p:nvSpPr>
          <p:cNvPr id="193" name="Title 5">
            <a:extLst>
              <a:ext uri="{FF2B5EF4-FFF2-40B4-BE49-F238E27FC236}">
                <a16:creationId xmlns:a16="http://schemas.microsoft.com/office/drawing/2014/main" id="{B6A9BB7E-F4ED-BE5E-6EF6-AA7506CF368A}"/>
              </a:ext>
            </a:extLst>
          </p:cNvPr>
          <p:cNvSpPr txBox="1">
            <a:spLocks/>
          </p:cNvSpPr>
          <p:nvPr/>
        </p:nvSpPr>
        <p:spPr bwMode="gray">
          <a:xfrm>
            <a:off x="1107496" y="41255"/>
            <a:ext cx="5408262" cy="39476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a:noFill/>
                </a:ln>
                <a:effectLst/>
                <a:uLnTx/>
                <a:uFillTx/>
                <a:latin typeface="Aptos" panose="020B0004020202020204" pitchFamily="34" charset="0"/>
                <a:ea typeface="Aptos" pitchFamily="34" charset="-122"/>
                <a:cs typeface="Aptos" pitchFamily="34" charset="-120"/>
              </a:rPr>
              <a:t>Data Analytics Expert - 1</a:t>
            </a:r>
            <a:br>
              <a:rPr kumimoji="0" lang="en-US" sz="2400" b="0" i="0" u="none" strike="noStrike" kern="1200" cap="none" spc="0" normalizeH="0" baseline="0" noProof="0">
                <a:ln>
                  <a:noFill/>
                </a:ln>
                <a:effectLst/>
                <a:uLnTx/>
                <a:uFillTx/>
                <a:latin typeface="Aptos" panose="020B0004020202020204" pitchFamily="34" charset="0"/>
                <a:ea typeface="+mj-ea"/>
                <a:cs typeface="Calibri Light" panose="020F0302020204030204" pitchFamily="34" charset="0"/>
              </a:rPr>
            </a:br>
            <a:r>
              <a:rPr kumimoji="0" lang="en-US" sz="1200" b="0" i="0" u="none" strike="noStrike" kern="1200" cap="none" spc="0" normalizeH="0" baseline="0" noProof="0">
                <a:ln>
                  <a:noFill/>
                </a:ln>
                <a:effectLst/>
                <a:highlight>
                  <a:srgbClr val="FFFF00"/>
                </a:highlight>
                <a:uLnTx/>
                <a:uFillTx/>
                <a:latin typeface="Aptos" panose="020B0004020202020204" pitchFamily="34" charset="0"/>
                <a:ea typeface="+mj-ea"/>
                <a:cs typeface="Calibri Light" panose="020F0302020204030204" pitchFamily="34" charset="0"/>
              </a:rPr>
              <a:t> </a:t>
            </a:r>
          </a:p>
        </p:txBody>
      </p:sp>
      <p:sp>
        <p:nvSpPr>
          <p:cNvPr id="194" name="Title 5">
            <a:extLst>
              <a:ext uri="{FF2B5EF4-FFF2-40B4-BE49-F238E27FC236}">
                <a16:creationId xmlns:a16="http://schemas.microsoft.com/office/drawing/2014/main" id="{031BCF5E-BA1A-BB6F-15EB-3E2CDB9284CA}"/>
              </a:ext>
            </a:extLst>
          </p:cNvPr>
          <p:cNvSpPr txBox="1">
            <a:spLocks/>
          </p:cNvSpPr>
          <p:nvPr/>
        </p:nvSpPr>
        <p:spPr bwMode="gray">
          <a:xfrm>
            <a:off x="7260496" y="35450"/>
            <a:ext cx="4788292" cy="381336"/>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Abadi" panose="020B0604020104020204" pitchFamily="34" charset="0"/>
                <a:ea typeface="+mj-ea"/>
                <a:cs typeface="Calibri Light" panose="020F0302020204030204" pitchFamily="34" charset="0"/>
              </a:defRPr>
            </a:lvl1pPr>
          </a:lstStyle>
          <a:p>
            <a:pPr lvl="0">
              <a:defRPr/>
            </a:pPr>
            <a:r>
              <a:rPr lang="en-US" sz="2400" b="1">
                <a:latin typeface="Aptos" panose="020B0004020202020204" pitchFamily="34" charset="0"/>
                <a:ea typeface="Aptos" pitchFamily="34" charset="-122"/>
                <a:cs typeface="Aptos" pitchFamily="34" charset="-120"/>
              </a:rPr>
              <a:t>Data Analytics Expert - 2</a:t>
            </a:r>
            <a:endParaRPr lang="en-US" sz="1200">
              <a:highlight>
                <a:srgbClr val="FFFF00"/>
              </a:highlight>
              <a:latin typeface="Aptos" panose="020B0004020202020204" pitchFamily="34" charset="0"/>
            </a:endParaRPr>
          </a:p>
        </p:txBody>
      </p:sp>
      <p:sp>
        <p:nvSpPr>
          <p:cNvPr id="256" name="Shape 29">
            <a:extLst>
              <a:ext uri="{FF2B5EF4-FFF2-40B4-BE49-F238E27FC236}">
                <a16:creationId xmlns:a16="http://schemas.microsoft.com/office/drawing/2014/main" id="{AE081466-765A-1596-3ED0-8294AE1C4D79}"/>
              </a:ext>
            </a:extLst>
          </p:cNvPr>
          <p:cNvSpPr/>
          <p:nvPr/>
        </p:nvSpPr>
        <p:spPr>
          <a:xfrm>
            <a:off x="6215342" y="448055"/>
            <a:ext cx="5976658" cy="6151527"/>
          </a:xfrm>
          <a:prstGeom prst="rect">
            <a:avLst/>
          </a:prstGeom>
          <a:solidFill>
            <a:srgbClr val="FFFFFF"/>
          </a:solidFill>
          <a:ln w="9525">
            <a:solidFill>
              <a:srgbClr val="808080"/>
            </a:solidFill>
            <a:prstDash val="solid"/>
          </a:ln>
        </p:spPr>
        <p:txBody>
          <a:bodyPr/>
          <a:lstStyle/>
          <a:p>
            <a:endParaRPr lang="en-US">
              <a:solidFill>
                <a:prstClr val="black"/>
              </a:solidFill>
              <a:latin typeface="Aptos" panose="020B0004020202020204" pitchFamily="34" charset="0"/>
            </a:endParaRPr>
          </a:p>
        </p:txBody>
      </p:sp>
      <p:sp>
        <p:nvSpPr>
          <p:cNvPr id="257" name="Shape 30">
            <a:extLst>
              <a:ext uri="{FF2B5EF4-FFF2-40B4-BE49-F238E27FC236}">
                <a16:creationId xmlns:a16="http://schemas.microsoft.com/office/drawing/2014/main" id="{3DB9BABD-BBF0-B6AE-A099-CF722BCB2C72}"/>
              </a:ext>
            </a:extLst>
          </p:cNvPr>
          <p:cNvSpPr/>
          <p:nvPr/>
        </p:nvSpPr>
        <p:spPr>
          <a:xfrm>
            <a:off x="6349005" y="504664"/>
            <a:ext cx="878359" cy="886877"/>
          </a:xfrm>
          <a:prstGeom prst="rect">
            <a:avLst/>
          </a:prstGeom>
          <a:solidFill>
            <a:srgbClr val="EFEFEF"/>
          </a:solidFill>
          <a:ln w="12700">
            <a:solidFill>
              <a:srgbClr val="6E6E6E"/>
            </a:solidFill>
            <a:prstDash val="solid"/>
          </a:ln>
        </p:spPr>
        <p:txBody>
          <a:bodyPr/>
          <a:lstStyle/>
          <a:p>
            <a:endParaRPr lang="en-US">
              <a:solidFill>
                <a:prstClr val="black"/>
              </a:solidFill>
              <a:latin typeface="Aptos" panose="020B0004020202020204" pitchFamily="34" charset="0"/>
            </a:endParaRPr>
          </a:p>
        </p:txBody>
      </p:sp>
      <p:sp>
        <p:nvSpPr>
          <p:cNvPr id="258" name="Text 31">
            <a:extLst>
              <a:ext uri="{FF2B5EF4-FFF2-40B4-BE49-F238E27FC236}">
                <a16:creationId xmlns:a16="http://schemas.microsoft.com/office/drawing/2014/main" id="{999A63BB-ECB2-BC04-8934-5F38F1E1651F}"/>
              </a:ext>
            </a:extLst>
          </p:cNvPr>
          <p:cNvSpPr txBox="1"/>
          <p:nvPr/>
        </p:nvSpPr>
        <p:spPr>
          <a:xfrm>
            <a:off x="6349005" y="504664"/>
            <a:ext cx="878359" cy="886877"/>
          </a:xfrm>
          <a:prstGeom prst="rect">
            <a:avLst/>
          </a:prstGeom>
          <a:noFill/>
          <a:ln/>
        </p:spPr>
        <p:txBody>
          <a:bodyPr wrap="square" rtlCol="0" anchor="ctr"/>
          <a:lstStyle/>
          <a:p>
            <a:pPr algn="ctr"/>
            <a:r>
              <a:rPr lang="en-US" sz="750">
                <a:solidFill>
                  <a:srgbClr val="8A8A8A"/>
                </a:solidFill>
                <a:latin typeface="Aptos" panose="020B0004020202020204" pitchFamily="34" charset="0"/>
                <a:ea typeface="Calibri" pitchFamily="34" charset="-122"/>
                <a:cs typeface="Calibri" pitchFamily="34" charset="-120"/>
              </a:rPr>
              <a:t>Insert</a:t>
            </a:r>
            <a:endParaRPr lang="en-US" sz="750">
              <a:solidFill>
                <a:prstClr val="black"/>
              </a:solidFill>
              <a:latin typeface="Aptos" panose="020B0004020202020204" pitchFamily="34" charset="0"/>
            </a:endParaRPr>
          </a:p>
          <a:p>
            <a:pPr algn="ctr"/>
            <a:r>
              <a:rPr lang="en-US" sz="750">
                <a:solidFill>
                  <a:srgbClr val="8A8A8A"/>
                </a:solidFill>
                <a:latin typeface="Aptos" panose="020B0004020202020204" pitchFamily="34" charset="0"/>
                <a:ea typeface="Calibri" pitchFamily="34" charset="-122"/>
                <a:cs typeface="Calibri" pitchFamily="34" charset="-120"/>
              </a:rPr>
              <a:t>Photo</a:t>
            </a:r>
            <a:endParaRPr lang="en-US" sz="750">
              <a:solidFill>
                <a:prstClr val="black"/>
              </a:solidFill>
              <a:latin typeface="Aptos" panose="020B0004020202020204" pitchFamily="34" charset="0"/>
            </a:endParaRPr>
          </a:p>
        </p:txBody>
      </p:sp>
      <p:sp>
        <p:nvSpPr>
          <p:cNvPr id="259" name="Text 32">
            <a:extLst>
              <a:ext uri="{FF2B5EF4-FFF2-40B4-BE49-F238E27FC236}">
                <a16:creationId xmlns:a16="http://schemas.microsoft.com/office/drawing/2014/main" id="{F8347A13-70B9-8ECE-BD96-55AE40AF32DA}"/>
              </a:ext>
            </a:extLst>
          </p:cNvPr>
          <p:cNvSpPr txBox="1"/>
          <p:nvPr/>
        </p:nvSpPr>
        <p:spPr>
          <a:xfrm>
            <a:off x="7322838" y="504664"/>
            <a:ext cx="3494340" cy="264176"/>
          </a:xfrm>
          <a:prstGeom prst="rect">
            <a:avLst/>
          </a:prstGeom>
          <a:noFill/>
          <a:ln/>
        </p:spPr>
        <p:txBody>
          <a:bodyPr wrap="square" lIns="0" tIns="0" rIns="0" bIns="0" rtlCol="0" anchor="ctr"/>
          <a:lstStyle/>
          <a:p>
            <a:r>
              <a:rPr lang="en-US" sz="1500" b="1">
                <a:solidFill>
                  <a:srgbClr val="1A1A1A"/>
                </a:solidFill>
                <a:latin typeface="Aptos" panose="020B0004020202020204" pitchFamily="34" charset="0"/>
                <a:ea typeface="Cambria" pitchFamily="34" charset="-122"/>
                <a:cs typeface="Cambria" pitchFamily="34" charset="-120"/>
              </a:rPr>
              <a:t>Ajay Singh Nathawat</a:t>
            </a:r>
            <a:endParaRPr lang="en-US" sz="1500">
              <a:solidFill>
                <a:prstClr val="black"/>
              </a:solidFill>
              <a:latin typeface="Aptos" panose="020B0004020202020204" pitchFamily="34" charset="0"/>
            </a:endParaRPr>
          </a:p>
        </p:txBody>
      </p:sp>
      <p:sp>
        <p:nvSpPr>
          <p:cNvPr id="260" name="Shape 33">
            <a:extLst>
              <a:ext uri="{FF2B5EF4-FFF2-40B4-BE49-F238E27FC236}">
                <a16:creationId xmlns:a16="http://schemas.microsoft.com/office/drawing/2014/main" id="{F767D2C4-A7AC-3824-927F-AB6DD5B69A68}"/>
              </a:ext>
            </a:extLst>
          </p:cNvPr>
          <p:cNvSpPr/>
          <p:nvPr/>
        </p:nvSpPr>
        <p:spPr>
          <a:xfrm>
            <a:off x="7318064" y="883567"/>
            <a:ext cx="3494340" cy="264176"/>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61" name="Text 34">
            <a:extLst>
              <a:ext uri="{FF2B5EF4-FFF2-40B4-BE49-F238E27FC236}">
                <a16:creationId xmlns:a16="http://schemas.microsoft.com/office/drawing/2014/main" id="{E6CD011B-A0B1-0BAD-F37C-EFDBEDEB987A}"/>
              </a:ext>
            </a:extLst>
          </p:cNvPr>
          <p:cNvSpPr txBox="1"/>
          <p:nvPr/>
        </p:nvSpPr>
        <p:spPr>
          <a:xfrm>
            <a:off x="7394444" y="907332"/>
            <a:ext cx="3398866" cy="264176"/>
          </a:xfrm>
          <a:prstGeom prst="rect">
            <a:avLst/>
          </a:prstGeom>
          <a:noFill/>
          <a:ln/>
        </p:spPr>
        <p:txBody>
          <a:bodyPr wrap="square" lIns="0" tIns="0" rIns="0" bIns="0" rtlCol="0" anchor="ctr"/>
          <a:lstStyle/>
          <a:p>
            <a:r>
              <a:rPr lang="en-US" sz="1200" b="1">
                <a:solidFill>
                  <a:srgbClr val="FFFFFF"/>
                </a:solidFill>
                <a:latin typeface="Aptos" panose="020B0004020202020204" pitchFamily="34" charset="0"/>
                <a:ea typeface="Cambria" pitchFamily="34" charset="-122"/>
                <a:cs typeface="Cambria" pitchFamily="34" charset="-120"/>
              </a:rPr>
              <a:t>Data Analytics Expert</a:t>
            </a:r>
            <a:endParaRPr lang="en-US" sz="1200">
              <a:solidFill>
                <a:prstClr val="black"/>
              </a:solidFill>
              <a:latin typeface="Aptos" panose="020B0004020202020204" pitchFamily="34" charset="0"/>
            </a:endParaRPr>
          </a:p>
        </p:txBody>
      </p:sp>
      <p:sp>
        <p:nvSpPr>
          <p:cNvPr id="262" name="Shape 35">
            <a:extLst>
              <a:ext uri="{FF2B5EF4-FFF2-40B4-BE49-F238E27FC236}">
                <a16:creationId xmlns:a16="http://schemas.microsoft.com/office/drawing/2014/main" id="{2BB9C1E8-9C3A-05DD-D976-89BC83A75880}"/>
              </a:ext>
            </a:extLst>
          </p:cNvPr>
          <p:cNvSpPr/>
          <p:nvPr/>
        </p:nvSpPr>
        <p:spPr>
          <a:xfrm>
            <a:off x="10931746" y="623563"/>
            <a:ext cx="1145685" cy="584961"/>
          </a:xfrm>
          <a:prstGeom prst="roundRect">
            <a:avLst>
              <a:gd name="adj" fmla="val 12903"/>
            </a:avLst>
          </a:prstGeom>
          <a:solidFill>
            <a:srgbClr val="F1F8E6"/>
          </a:solidFill>
          <a:ln w="15875">
            <a:solidFill>
              <a:srgbClr val="8DC63F"/>
            </a:solidFill>
            <a:prstDash val="solid"/>
          </a:ln>
        </p:spPr>
        <p:txBody>
          <a:bodyPr/>
          <a:lstStyle/>
          <a:p>
            <a:endParaRPr lang="en-US">
              <a:solidFill>
                <a:prstClr val="black"/>
              </a:solidFill>
              <a:latin typeface="Aptos" panose="020B0004020202020204" pitchFamily="34" charset="0"/>
            </a:endParaRPr>
          </a:p>
        </p:txBody>
      </p:sp>
      <p:sp>
        <p:nvSpPr>
          <p:cNvPr id="263" name="Text 36">
            <a:extLst>
              <a:ext uri="{FF2B5EF4-FFF2-40B4-BE49-F238E27FC236}">
                <a16:creationId xmlns:a16="http://schemas.microsoft.com/office/drawing/2014/main" id="{E542628D-9CFE-223B-6C1F-43E75B0A0CA3}"/>
              </a:ext>
            </a:extLst>
          </p:cNvPr>
          <p:cNvSpPr txBox="1"/>
          <p:nvPr/>
        </p:nvSpPr>
        <p:spPr>
          <a:xfrm>
            <a:off x="10912652" y="683926"/>
            <a:ext cx="1145685" cy="584961"/>
          </a:xfrm>
          <a:prstGeom prst="rect">
            <a:avLst/>
          </a:prstGeom>
          <a:noFill/>
          <a:ln/>
        </p:spPr>
        <p:txBody>
          <a:bodyPr wrap="square" lIns="0" tIns="0" rIns="0" bIns="0" rtlCol="0" anchor="ctr"/>
          <a:lstStyle/>
          <a:p>
            <a:pPr algn="ctr">
              <a:lnSpc>
                <a:spcPct val="82000"/>
              </a:lnSpc>
            </a:pPr>
            <a:r>
              <a:rPr lang="en-US" sz="2400" b="1">
                <a:solidFill>
                  <a:srgbClr val="5A8F1E"/>
                </a:solidFill>
                <a:latin typeface="Aptos" panose="020B0004020202020204" pitchFamily="34" charset="0"/>
                <a:ea typeface="Cambria" pitchFamily="34" charset="-122"/>
                <a:cs typeface="Cambria" pitchFamily="34" charset="-120"/>
              </a:rPr>
              <a:t>5+</a:t>
            </a:r>
            <a:endParaRPr lang="en-US" sz="2400">
              <a:solidFill>
                <a:prstClr val="black"/>
              </a:solidFill>
              <a:latin typeface="Aptos" panose="020B0004020202020204" pitchFamily="34" charset="0"/>
            </a:endParaRPr>
          </a:p>
          <a:p>
            <a:pPr algn="ctr">
              <a:lnSpc>
                <a:spcPct val="82000"/>
              </a:lnSpc>
            </a:pPr>
            <a:r>
              <a:rPr lang="en-US" sz="800" b="1">
                <a:solidFill>
                  <a:srgbClr val="3D3D3D"/>
                </a:solidFill>
                <a:latin typeface="Aptos" panose="020B0004020202020204" pitchFamily="34" charset="0"/>
                <a:ea typeface="Cambria" pitchFamily="34" charset="-122"/>
                <a:cs typeface="Cambria" pitchFamily="34" charset="-120"/>
              </a:rPr>
              <a:t>YEARS OF EXP.</a:t>
            </a:r>
            <a:endParaRPr lang="en-US" sz="2400">
              <a:solidFill>
                <a:prstClr val="black"/>
              </a:solidFill>
              <a:latin typeface="Aptos" panose="020B0004020202020204" pitchFamily="34" charset="0"/>
            </a:endParaRPr>
          </a:p>
        </p:txBody>
      </p:sp>
      <p:sp>
        <p:nvSpPr>
          <p:cNvPr id="264" name="Text 37">
            <a:extLst>
              <a:ext uri="{FF2B5EF4-FFF2-40B4-BE49-F238E27FC236}">
                <a16:creationId xmlns:a16="http://schemas.microsoft.com/office/drawing/2014/main" id="{D220B100-91B5-63B9-83F7-0988642AEE6E}"/>
              </a:ext>
            </a:extLst>
          </p:cNvPr>
          <p:cNvSpPr txBox="1"/>
          <p:nvPr/>
        </p:nvSpPr>
        <p:spPr>
          <a:xfrm>
            <a:off x="6358553" y="1453249"/>
            <a:ext cx="5709331" cy="471743"/>
          </a:xfrm>
          <a:prstGeom prst="rect">
            <a:avLst/>
          </a:prstGeom>
          <a:noFill/>
          <a:ln/>
        </p:spPr>
        <p:txBody>
          <a:bodyPr wrap="square" lIns="0" tIns="0" rIns="0" bIns="0" rtlCol="0" anchor="t"/>
          <a:lstStyle/>
          <a:p>
            <a:pPr algn="just">
              <a:lnSpc>
                <a:spcPct val="92000"/>
              </a:lnSpc>
            </a:pPr>
            <a:r>
              <a:rPr lang="en-US" sz="1000" err="1">
                <a:solidFill>
                  <a:prstClr val="black"/>
                </a:solidFill>
                <a:latin typeface="Aptos" panose="020B0004020202020204" pitchFamily="34" charset="0"/>
                <a:ea typeface="Calibri" pitchFamily="34" charset="-122"/>
                <a:cs typeface="Calibri" pitchFamily="34" charset="-120"/>
              </a:rPr>
              <a:t>B.Tech</a:t>
            </a:r>
            <a:r>
              <a:rPr lang="en-US" sz="1000">
                <a:solidFill>
                  <a:prstClr val="black"/>
                </a:solidFill>
                <a:latin typeface="Aptos" panose="020B0004020202020204" pitchFamily="34" charset="0"/>
                <a:ea typeface="Calibri" pitchFamily="34" charset="-122"/>
                <a:cs typeface="Calibri" pitchFamily="34" charset="-120"/>
              </a:rPr>
              <a:t>, Electronics &amp; Communication Engineering — Jaipur Engineering College and Research Centre, Jaipur (2014–2018). Certification: Advance Microsoft Excel. Skilled in using Excel, Power BI, Pivot Tables and Google Data Studio to </a:t>
            </a:r>
            <a:r>
              <a:rPr lang="en-US" sz="1000" err="1">
                <a:solidFill>
                  <a:prstClr val="black"/>
                </a:solidFill>
                <a:latin typeface="Aptos" panose="020B0004020202020204" pitchFamily="34" charset="0"/>
                <a:ea typeface="Calibri" pitchFamily="34" charset="-122"/>
                <a:cs typeface="Calibri" pitchFamily="34" charset="-120"/>
              </a:rPr>
              <a:t>analyse</a:t>
            </a:r>
            <a:r>
              <a:rPr lang="en-US" sz="1000">
                <a:solidFill>
                  <a:prstClr val="black"/>
                </a:solidFill>
                <a:latin typeface="Aptos" panose="020B0004020202020204" pitchFamily="34" charset="0"/>
                <a:ea typeface="Calibri" pitchFamily="34" charset="-122"/>
                <a:cs typeface="Calibri" pitchFamily="34" charset="-120"/>
              </a:rPr>
              <a:t> data and generate meaningful insights.</a:t>
            </a:r>
            <a:endParaRPr lang="en-US" sz="1000">
              <a:solidFill>
                <a:prstClr val="black"/>
              </a:solidFill>
              <a:latin typeface="Aptos" panose="020B0004020202020204" pitchFamily="34" charset="0"/>
            </a:endParaRPr>
          </a:p>
        </p:txBody>
      </p:sp>
      <p:grpSp>
        <p:nvGrpSpPr>
          <p:cNvPr id="28" name="Group 27">
            <a:extLst>
              <a:ext uri="{FF2B5EF4-FFF2-40B4-BE49-F238E27FC236}">
                <a16:creationId xmlns:a16="http://schemas.microsoft.com/office/drawing/2014/main" id="{58B28C6A-E468-ACB6-2E15-ACE9A4AAAD02}"/>
              </a:ext>
            </a:extLst>
          </p:cNvPr>
          <p:cNvGrpSpPr/>
          <p:nvPr/>
        </p:nvGrpSpPr>
        <p:grpSpPr>
          <a:xfrm>
            <a:off x="6310816" y="1976502"/>
            <a:ext cx="5709331" cy="247440"/>
            <a:chOff x="6310816" y="1976502"/>
            <a:chExt cx="5709331" cy="247440"/>
          </a:xfrm>
        </p:grpSpPr>
        <p:sp>
          <p:nvSpPr>
            <p:cNvPr id="265" name="Shape 38">
              <a:extLst>
                <a:ext uri="{FF2B5EF4-FFF2-40B4-BE49-F238E27FC236}">
                  <a16:creationId xmlns:a16="http://schemas.microsoft.com/office/drawing/2014/main" id="{25C5AD67-B514-9801-59D3-541AE4A12AC2}"/>
                </a:ext>
              </a:extLst>
            </p:cNvPr>
            <p:cNvSpPr/>
            <p:nvPr/>
          </p:nvSpPr>
          <p:spPr>
            <a:xfrm>
              <a:off x="6310816" y="1976502"/>
              <a:ext cx="5709331" cy="245306"/>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266" name="Text 39">
              <a:extLst>
                <a:ext uri="{FF2B5EF4-FFF2-40B4-BE49-F238E27FC236}">
                  <a16:creationId xmlns:a16="http://schemas.microsoft.com/office/drawing/2014/main" id="{3F586025-80F2-1079-A3CD-608696414C32}"/>
                </a:ext>
              </a:extLst>
            </p:cNvPr>
            <p:cNvSpPr txBox="1"/>
            <p:nvPr/>
          </p:nvSpPr>
          <p:spPr>
            <a:xfrm>
              <a:off x="6415836" y="1978636"/>
              <a:ext cx="5575668" cy="245306"/>
            </a:xfrm>
            <a:prstGeom prst="rect">
              <a:avLst/>
            </a:prstGeom>
            <a:noFill/>
            <a:ln/>
          </p:spPr>
          <p:txBody>
            <a:bodyPr wrap="square" lIns="0" tIns="0" rIns="0" bIns="0" rtlCol="0" anchor="ctr"/>
            <a:lstStyle/>
            <a:p>
              <a:r>
                <a:rPr lang="en-US" sz="1200" b="1">
                  <a:solidFill>
                    <a:srgbClr val="FFFFFF"/>
                  </a:solidFill>
                  <a:latin typeface="Aptos" panose="020B0004020202020204" pitchFamily="34" charset="0"/>
                  <a:ea typeface="Cambria" pitchFamily="34" charset="-122"/>
                  <a:cs typeface="Cambria" pitchFamily="34" charset="-120"/>
                </a:rPr>
                <a:t>Core Competencies</a:t>
              </a:r>
              <a:endParaRPr lang="en-US" sz="1200">
                <a:solidFill>
                  <a:prstClr val="black"/>
                </a:solidFill>
                <a:latin typeface="Aptos" panose="020B0004020202020204" pitchFamily="34" charset="0"/>
              </a:endParaRPr>
            </a:p>
          </p:txBody>
        </p:sp>
      </p:grpSp>
      <p:sp>
        <p:nvSpPr>
          <p:cNvPr id="267" name="Shape 40">
            <a:extLst>
              <a:ext uri="{FF2B5EF4-FFF2-40B4-BE49-F238E27FC236}">
                <a16:creationId xmlns:a16="http://schemas.microsoft.com/office/drawing/2014/main" id="{C73029AA-E2B6-BDC7-489B-784BDF4BF718}"/>
              </a:ext>
            </a:extLst>
          </p:cNvPr>
          <p:cNvSpPr/>
          <p:nvPr/>
        </p:nvSpPr>
        <p:spPr>
          <a:xfrm>
            <a:off x="6329911" y="2275937"/>
            <a:ext cx="2806929" cy="320785"/>
          </a:xfrm>
          <a:prstGeom prst="roundRect">
            <a:avLst>
              <a:gd name="adj" fmla="val 17647"/>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68" name="Text 41">
            <a:extLst>
              <a:ext uri="{FF2B5EF4-FFF2-40B4-BE49-F238E27FC236}">
                <a16:creationId xmlns:a16="http://schemas.microsoft.com/office/drawing/2014/main" id="{C125B8FF-5210-2CE2-AD21-29E1265082D4}"/>
              </a:ext>
            </a:extLst>
          </p:cNvPr>
          <p:cNvSpPr txBox="1"/>
          <p:nvPr/>
        </p:nvSpPr>
        <p:spPr>
          <a:xfrm>
            <a:off x="6349004" y="2261056"/>
            <a:ext cx="2749644" cy="320785"/>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Data Analysis &amp; Business Intelligence</a:t>
            </a:r>
            <a:endParaRPr lang="en-US" sz="1000">
              <a:solidFill>
                <a:prstClr val="black"/>
              </a:solidFill>
              <a:latin typeface="Aptos" panose="020B0004020202020204" pitchFamily="34" charset="0"/>
            </a:endParaRPr>
          </a:p>
        </p:txBody>
      </p:sp>
      <p:sp>
        <p:nvSpPr>
          <p:cNvPr id="269" name="Shape 42">
            <a:extLst>
              <a:ext uri="{FF2B5EF4-FFF2-40B4-BE49-F238E27FC236}">
                <a16:creationId xmlns:a16="http://schemas.microsoft.com/office/drawing/2014/main" id="{6B89DD85-C700-1D58-CBF3-5883168C3766}"/>
              </a:ext>
            </a:extLst>
          </p:cNvPr>
          <p:cNvSpPr/>
          <p:nvPr/>
        </p:nvSpPr>
        <p:spPr>
          <a:xfrm>
            <a:off x="9260955" y="2275936"/>
            <a:ext cx="2806929" cy="320785"/>
          </a:xfrm>
          <a:prstGeom prst="roundRect">
            <a:avLst>
              <a:gd name="adj" fmla="val 17647"/>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270" name="Text 43">
            <a:extLst>
              <a:ext uri="{FF2B5EF4-FFF2-40B4-BE49-F238E27FC236}">
                <a16:creationId xmlns:a16="http://schemas.microsoft.com/office/drawing/2014/main" id="{93CD0D4E-D489-65F1-F8E1-7B5E1788A717}"/>
              </a:ext>
            </a:extLst>
          </p:cNvPr>
          <p:cNvSpPr txBox="1"/>
          <p:nvPr/>
        </p:nvSpPr>
        <p:spPr>
          <a:xfrm>
            <a:off x="9251408" y="2274616"/>
            <a:ext cx="2749644" cy="320785"/>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UI/UX &amp; Product Design</a:t>
            </a:r>
            <a:endParaRPr lang="en-US" sz="1000">
              <a:solidFill>
                <a:prstClr val="black"/>
              </a:solidFill>
              <a:latin typeface="Aptos" panose="020B0004020202020204" pitchFamily="34" charset="0"/>
            </a:endParaRPr>
          </a:p>
        </p:txBody>
      </p:sp>
      <p:sp>
        <p:nvSpPr>
          <p:cNvPr id="303" name="Shape 44">
            <a:extLst>
              <a:ext uri="{FF2B5EF4-FFF2-40B4-BE49-F238E27FC236}">
                <a16:creationId xmlns:a16="http://schemas.microsoft.com/office/drawing/2014/main" id="{D865E9ED-B1BE-EAD4-ADF5-87F6F92D54B9}"/>
              </a:ext>
            </a:extLst>
          </p:cNvPr>
          <p:cNvSpPr/>
          <p:nvPr/>
        </p:nvSpPr>
        <p:spPr>
          <a:xfrm>
            <a:off x="6349005" y="2650851"/>
            <a:ext cx="2806929" cy="320785"/>
          </a:xfrm>
          <a:prstGeom prst="roundRect">
            <a:avLst>
              <a:gd name="adj" fmla="val 17647"/>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304" name="Text 45">
            <a:extLst>
              <a:ext uri="{FF2B5EF4-FFF2-40B4-BE49-F238E27FC236}">
                <a16:creationId xmlns:a16="http://schemas.microsoft.com/office/drawing/2014/main" id="{BD48ECFA-581F-45A6-84FA-45BB708161E0}"/>
              </a:ext>
            </a:extLst>
          </p:cNvPr>
          <p:cNvSpPr txBox="1"/>
          <p:nvPr/>
        </p:nvSpPr>
        <p:spPr>
          <a:xfrm>
            <a:off x="6358553" y="2619581"/>
            <a:ext cx="2749644" cy="320785"/>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Business &amp; Functional Analysis</a:t>
            </a:r>
            <a:endParaRPr lang="en-US" sz="1000">
              <a:solidFill>
                <a:prstClr val="black"/>
              </a:solidFill>
              <a:latin typeface="Aptos" panose="020B0004020202020204" pitchFamily="34" charset="0"/>
            </a:endParaRPr>
          </a:p>
        </p:txBody>
      </p:sp>
      <p:sp>
        <p:nvSpPr>
          <p:cNvPr id="305" name="Shape 46">
            <a:extLst>
              <a:ext uri="{FF2B5EF4-FFF2-40B4-BE49-F238E27FC236}">
                <a16:creationId xmlns:a16="http://schemas.microsoft.com/office/drawing/2014/main" id="{CE0CC6C1-16AE-BF47-A5BD-9063B7734222}"/>
              </a:ext>
            </a:extLst>
          </p:cNvPr>
          <p:cNvSpPr/>
          <p:nvPr/>
        </p:nvSpPr>
        <p:spPr>
          <a:xfrm>
            <a:off x="9270502" y="2649529"/>
            <a:ext cx="2806929" cy="320785"/>
          </a:xfrm>
          <a:prstGeom prst="roundRect">
            <a:avLst>
              <a:gd name="adj" fmla="val 17647"/>
            </a:avLst>
          </a:prstGeom>
          <a:solidFill>
            <a:srgbClr val="9BD3EF"/>
          </a:solidFill>
          <a:ln w="9525">
            <a:solidFill>
              <a:srgbClr val="6FB8DC"/>
            </a:solidFill>
            <a:prstDash val="solid"/>
          </a:ln>
        </p:spPr>
        <p:txBody>
          <a:bodyPr/>
          <a:lstStyle/>
          <a:p>
            <a:endParaRPr lang="en-US">
              <a:solidFill>
                <a:prstClr val="black"/>
              </a:solidFill>
              <a:latin typeface="Aptos" panose="020B0004020202020204" pitchFamily="34" charset="0"/>
            </a:endParaRPr>
          </a:p>
        </p:txBody>
      </p:sp>
      <p:sp>
        <p:nvSpPr>
          <p:cNvPr id="306" name="Text 47">
            <a:extLst>
              <a:ext uri="{FF2B5EF4-FFF2-40B4-BE49-F238E27FC236}">
                <a16:creationId xmlns:a16="http://schemas.microsoft.com/office/drawing/2014/main" id="{507A5352-CBF0-780F-75ED-DFFF8E5354BD}"/>
              </a:ext>
            </a:extLst>
          </p:cNvPr>
          <p:cNvSpPr txBox="1"/>
          <p:nvPr/>
        </p:nvSpPr>
        <p:spPr>
          <a:xfrm>
            <a:off x="9280051" y="2630036"/>
            <a:ext cx="2749644" cy="320785"/>
          </a:xfrm>
          <a:prstGeom prst="rect">
            <a:avLst/>
          </a:prstGeom>
          <a:noFill/>
          <a:ln/>
        </p:spPr>
        <p:txBody>
          <a:bodyPr wrap="square" lIns="0" tIns="0" rIns="0" bIns="0" rtlCol="0" anchor="ctr"/>
          <a:lstStyle/>
          <a:p>
            <a:pPr algn="ctr"/>
            <a:r>
              <a:rPr lang="en-US" sz="1000" b="1">
                <a:solidFill>
                  <a:srgbClr val="10384F"/>
                </a:solidFill>
                <a:latin typeface="Aptos" panose="020B0004020202020204" pitchFamily="34" charset="0"/>
                <a:ea typeface="Calibri" pitchFamily="34" charset="-122"/>
                <a:cs typeface="Calibri" pitchFamily="34" charset="-120"/>
              </a:rPr>
              <a:t>Project &amp; Stakeholder Management</a:t>
            </a:r>
            <a:endParaRPr lang="en-US" sz="1000">
              <a:solidFill>
                <a:prstClr val="black"/>
              </a:solidFill>
              <a:latin typeface="Aptos" panose="020B0004020202020204" pitchFamily="34" charset="0"/>
            </a:endParaRPr>
          </a:p>
        </p:txBody>
      </p:sp>
      <p:sp>
        <p:nvSpPr>
          <p:cNvPr id="307" name="Shape 48">
            <a:extLst>
              <a:ext uri="{FF2B5EF4-FFF2-40B4-BE49-F238E27FC236}">
                <a16:creationId xmlns:a16="http://schemas.microsoft.com/office/drawing/2014/main" id="{F6C6AC2F-A970-EA68-8D5F-909AA08EF4AA}"/>
              </a:ext>
            </a:extLst>
          </p:cNvPr>
          <p:cNvSpPr/>
          <p:nvPr/>
        </p:nvSpPr>
        <p:spPr>
          <a:xfrm>
            <a:off x="6341380" y="3025280"/>
            <a:ext cx="5709331" cy="245306"/>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308" name="Text 49">
            <a:extLst>
              <a:ext uri="{FF2B5EF4-FFF2-40B4-BE49-F238E27FC236}">
                <a16:creationId xmlns:a16="http://schemas.microsoft.com/office/drawing/2014/main" id="{0A77CFF6-5504-7D33-6D81-850A8678ED98}"/>
              </a:ext>
            </a:extLst>
          </p:cNvPr>
          <p:cNvSpPr txBox="1"/>
          <p:nvPr/>
        </p:nvSpPr>
        <p:spPr>
          <a:xfrm>
            <a:off x="6492216" y="3026396"/>
            <a:ext cx="5575668" cy="245306"/>
          </a:xfrm>
          <a:prstGeom prst="rect">
            <a:avLst/>
          </a:prstGeom>
          <a:noFill/>
          <a:ln/>
        </p:spPr>
        <p:txBody>
          <a:bodyPr wrap="square" lIns="0" tIns="0" rIns="0" bIns="0" rtlCol="0" anchor="ctr"/>
          <a:lstStyle/>
          <a:p>
            <a:r>
              <a:rPr lang="en-US" sz="1200" b="1">
                <a:solidFill>
                  <a:srgbClr val="FFFFFF"/>
                </a:solidFill>
                <a:latin typeface="Aptos" panose="020B0004020202020204" pitchFamily="34" charset="0"/>
                <a:ea typeface="Cambria" pitchFamily="34" charset="-122"/>
                <a:cs typeface="Cambria" pitchFamily="34" charset="-120"/>
              </a:rPr>
              <a:t>Skills &amp; Technologies</a:t>
            </a:r>
            <a:endParaRPr lang="en-US" sz="1200">
              <a:solidFill>
                <a:prstClr val="black"/>
              </a:solidFill>
              <a:latin typeface="Aptos" panose="020B0004020202020204" pitchFamily="34" charset="0"/>
            </a:endParaRPr>
          </a:p>
        </p:txBody>
      </p:sp>
      <p:sp>
        <p:nvSpPr>
          <p:cNvPr id="309" name="Text 50">
            <a:extLst>
              <a:ext uri="{FF2B5EF4-FFF2-40B4-BE49-F238E27FC236}">
                <a16:creationId xmlns:a16="http://schemas.microsoft.com/office/drawing/2014/main" id="{67AD3454-7A66-9159-B0BF-186726C303C0}"/>
              </a:ext>
            </a:extLst>
          </p:cNvPr>
          <p:cNvSpPr txBox="1"/>
          <p:nvPr/>
        </p:nvSpPr>
        <p:spPr>
          <a:xfrm>
            <a:off x="6320363" y="3308326"/>
            <a:ext cx="5690236" cy="905746"/>
          </a:xfrm>
          <a:prstGeom prst="rect">
            <a:avLst/>
          </a:prstGeom>
          <a:noFill/>
          <a:ln/>
        </p:spPr>
        <p:txBody>
          <a:bodyPr wrap="square" lIns="0" tIns="0" rIns="0" bIns="0" rtlCol="0" anchor="t"/>
          <a:lstStyle/>
          <a:p>
            <a:pPr marL="342900" indent="-342900" algn="just">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Data Analysis &amp; Analytics: </a:t>
            </a:r>
            <a:r>
              <a:rPr lang="en-US" sz="800">
                <a:solidFill>
                  <a:srgbClr val="262626"/>
                </a:solidFill>
                <a:latin typeface="Aptos" panose="020B0004020202020204" pitchFamily="34" charset="0"/>
                <a:ea typeface="Calibri" pitchFamily="34" charset="-122"/>
                <a:cs typeface="Calibri" pitchFamily="34" charset="-120"/>
              </a:rPr>
              <a:t>Data Analysis, Exploratory Data Analysis (EDA), Data Interpretation, Complex Data Analysis, Data-Driven Decision Making, Business Intelligence</a:t>
            </a:r>
            <a:endParaRPr lang="en-US" sz="800">
              <a:solidFill>
                <a:prstClr val="black"/>
              </a:solidFill>
              <a:latin typeface="Aptos" panose="020B0004020202020204" pitchFamily="34" charset="0"/>
            </a:endParaRPr>
          </a:p>
          <a:p>
            <a:pPr marL="342900" indent="-342900" algn="just">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UI/UX &amp; Product Design: </a:t>
            </a:r>
            <a:r>
              <a:rPr lang="en-US" sz="800">
                <a:solidFill>
                  <a:srgbClr val="262626"/>
                </a:solidFill>
                <a:latin typeface="Aptos" panose="020B0004020202020204" pitchFamily="34" charset="0"/>
                <a:ea typeface="Calibri" pitchFamily="34" charset="-122"/>
                <a:cs typeface="Calibri" pitchFamily="34" charset="-120"/>
              </a:rPr>
              <a:t>Wireframing, Mock-ups, User Journey Mapping, Information Architecture, Prototyping, Usability Analysis, User-Centric Design</a:t>
            </a:r>
            <a:endParaRPr lang="en-US" sz="800">
              <a:solidFill>
                <a:prstClr val="black"/>
              </a:solidFill>
              <a:latin typeface="Aptos" panose="020B0004020202020204" pitchFamily="34" charset="0"/>
            </a:endParaRPr>
          </a:p>
          <a:p>
            <a:pPr marL="342900" indent="-342900" algn="just">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Business &amp; Functional Analysis: </a:t>
            </a:r>
            <a:r>
              <a:rPr lang="en-US" sz="800">
                <a:solidFill>
                  <a:srgbClr val="262626"/>
                </a:solidFill>
                <a:latin typeface="Aptos" panose="020B0004020202020204" pitchFamily="34" charset="0"/>
                <a:ea typeface="Calibri" pitchFamily="34" charset="-122"/>
                <a:cs typeface="Calibri" pitchFamily="34" charset="-120"/>
              </a:rPr>
              <a:t>Requirement Gathering, Business Process Analysis, Functional Specifications, Use-Case Analysis, Policy Compliance, Solution Design</a:t>
            </a:r>
            <a:endParaRPr lang="en-US" sz="800">
              <a:solidFill>
                <a:prstClr val="black"/>
              </a:solidFill>
              <a:latin typeface="Aptos" panose="020B0004020202020204" pitchFamily="34" charset="0"/>
            </a:endParaRPr>
          </a:p>
          <a:p>
            <a:pPr marL="342900" indent="-342900" algn="just">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Project &amp; Stakeholder Management: </a:t>
            </a:r>
            <a:r>
              <a:rPr lang="en-US" sz="800">
                <a:solidFill>
                  <a:srgbClr val="262626"/>
                </a:solidFill>
                <a:latin typeface="Aptos" panose="020B0004020202020204" pitchFamily="34" charset="0"/>
                <a:ea typeface="Calibri" pitchFamily="34" charset="-122"/>
                <a:cs typeface="Calibri" pitchFamily="34" charset="-120"/>
              </a:rPr>
              <a:t>Agile Methodologies, Scrum, Project Scope Assessment, Stakeholder Management, Cross-Functional Collaboration, Government &amp; Private Sector Solutions</a:t>
            </a:r>
            <a:endParaRPr lang="en-US" sz="800">
              <a:solidFill>
                <a:prstClr val="black"/>
              </a:solidFill>
              <a:latin typeface="Aptos" panose="020B0004020202020204" pitchFamily="34" charset="0"/>
            </a:endParaRPr>
          </a:p>
        </p:txBody>
      </p:sp>
      <p:sp>
        <p:nvSpPr>
          <p:cNvPr id="310" name="Shape 51">
            <a:extLst>
              <a:ext uri="{FF2B5EF4-FFF2-40B4-BE49-F238E27FC236}">
                <a16:creationId xmlns:a16="http://schemas.microsoft.com/office/drawing/2014/main" id="{B29F02F5-56FD-E0B0-06BE-18A3E11FBDCD}"/>
              </a:ext>
            </a:extLst>
          </p:cNvPr>
          <p:cNvSpPr/>
          <p:nvPr/>
        </p:nvSpPr>
        <p:spPr>
          <a:xfrm>
            <a:off x="6349005" y="4360694"/>
            <a:ext cx="5709331" cy="245306"/>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311" name="Text 52">
            <a:extLst>
              <a:ext uri="{FF2B5EF4-FFF2-40B4-BE49-F238E27FC236}">
                <a16:creationId xmlns:a16="http://schemas.microsoft.com/office/drawing/2014/main" id="{33A19A43-8832-93AE-F1B5-D6A34323B9FB}"/>
              </a:ext>
            </a:extLst>
          </p:cNvPr>
          <p:cNvSpPr txBox="1"/>
          <p:nvPr/>
        </p:nvSpPr>
        <p:spPr>
          <a:xfrm>
            <a:off x="6434931" y="4355678"/>
            <a:ext cx="5575668" cy="245306"/>
          </a:xfrm>
          <a:prstGeom prst="rect">
            <a:avLst/>
          </a:prstGeom>
          <a:noFill/>
          <a:ln/>
        </p:spPr>
        <p:txBody>
          <a:bodyPr wrap="square" lIns="0" tIns="0" rIns="0" bIns="0" rtlCol="0" anchor="ctr"/>
          <a:lstStyle/>
          <a:p>
            <a:r>
              <a:rPr lang="en-US" sz="1200" b="1">
                <a:solidFill>
                  <a:srgbClr val="FFFFFF"/>
                </a:solidFill>
                <a:latin typeface="Aptos" panose="020B0004020202020204" pitchFamily="34" charset="0"/>
                <a:ea typeface="Cambria" pitchFamily="34" charset="-122"/>
                <a:cs typeface="Cambria" pitchFamily="34" charset="-120"/>
              </a:rPr>
              <a:t>Key Organisations</a:t>
            </a:r>
            <a:endParaRPr lang="en-US" sz="1200">
              <a:solidFill>
                <a:prstClr val="black"/>
              </a:solidFill>
              <a:latin typeface="Aptos" panose="020B0004020202020204" pitchFamily="34" charset="0"/>
            </a:endParaRPr>
          </a:p>
        </p:txBody>
      </p:sp>
      <p:sp>
        <p:nvSpPr>
          <p:cNvPr id="312" name="Text 53">
            <a:extLst>
              <a:ext uri="{FF2B5EF4-FFF2-40B4-BE49-F238E27FC236}">
                <a16:creationId xmlns:a16="http://schemas.microsoft.com/office/drawing/2014/main" id="{7CEE49C8-6628-2CF9-264C-934A8299E3DF}"/>
              </a:ext>
            </a:extLst>
          </p:cNvPr>
          <p:cNvSpPr txBox="1"/>
          <p:nvPr/>
        </p:nvSpPr>
        <p:spPr>
          <a:xfrm>
            <a:off x="6368100" y="4641428"/>
            <a:ext cx="2787834" cy="301915"/>
          </a:xfrm>
          <a:prstGeom prst="rect">
            <a:avLst/>
          </a:prstGeom>
          <a:noFill/>
          <a:ln/>
        </p:spPr>
        <p:txBody>
          <a:bodyPr wrap="square" lIns="0" tIns="0" rIns="0" bIns="0" rtlCol="0" anchor="t"/>
          <a:lstStyle/>
          <a:p>
            <a:pPr marL="342900" indent="-342900">
              <a:spcAft>
                <a:spcPts val="200"/>
              </a:spcAft>
              <a:buSzPct val="100000"/>
              <a:buFontTx/>
              <a:buChar char="▪"/>
            </a:pPr>
            <a:r>
              <a:rPr lang="en-US" sz="800">
                <a:solidFill>
                  <a:srgbClr val="262626"/>
                </a:solidFill>
                <a:latin typeface="Aptos" panose="020B0004020202020204" pitchFamily="34" charset="0"/>
                <a:ea typeface="Calibri" pitchFamily="34" charset="-122"/>
                <a:cs typeface="Calibri" pitchFamily="34" charset="-120"/>
              </a:rPr>
              <a:t>Ernst &amp; Young LLP, Jaipur</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a:solidFill>
                  <a:srgbClr val="262626"/>
                </a:solidFill>
                <a:latin typeface="Aptos" panose="020B0004020202020204" pitchFamily="34" charset="0"/>
                <a:ea typeface="Calibri" pitchFamily="34" charset="-122"/>
                <a:cs typeface="Calibri" pitchFamily="34" charset="-120"/>
              </a:rPr>
              <a:t>Government of Rajasthan initiatives</a:t>
            </a:r>
            <a:endParaRPr lang="en-US" sz="800">
              <a:solidFill>
                <a:prstClr val="black"/>
              </a:solidFill>
              <a:latin typeface="Aptos" panose="020B0004020202020204" pitchFamily="34" charset="0"/>
            </a:endParaRPr>
          </a:p>
        </p:txBody>
      </p:sp>
      <p:sp>
        <p:nvSpPr>
          <p:cNvPr id="313" name="Text 54">
            <a:extLst>
              <a:ext uri="{FF2B5EF4-FFF2-40B4-BE49-F238E27FC236}">
                <a16:creationId xmlns:a16="http://schemas.microsoft.com/office/drawing/2014/main" id="{7D5BDE0A-2854-67E8-BACC-E6100832F82B}"/>
              </a:ext>
            </a:extLst>
          </p:cNvPr>
          <p:cNvSpPr txBox="1"/>
          <p:nvPr/>
        </p:nvSpPr>
        <p:spPr>
          <a:xfrm>
            <a:off x="9251408" y="4643286"/>
            <a:ext cx="2787834" cy="301915"/>
          </a:xfrm>
          <a:prstGeom prst="rect">
            <a:avLst/>
          </a:prstGeom>
          <a:noFill/>
          <a:ln/>
        </p:spPr>
        <p:txBody>
          <a:bodyPr wrap="square" lIns="0" tIns="0" rIns="0" bIns="0" rtlCol="0" anchor="t"/>
          <a:lstStyle/>
          <a:p>
            <a:pPr marL="342900" indent="-342900">
              <a:spcAft>
                <a:spcPts val="200"/>
              </a:spcAft>
              <a:buSzPct val="100000"/>
              <a:buFontTx/>
              <a:buChar char="▪"/>
            </a:pPr>
            <a:r>
              <a:rPr lang="en-US" sz="800">
                <a:solidFill>
                  <a:srgbClr val="262626"/>
                </a:solidFill>
                <a:latin typeface="Aptos" panose="020B0004020202020204" pitchFamily="34" charset="0"/>
                <a:ea typeface="Calibri" pitchFamily="34" charset="-122"/>
                <a:cs typeface="Calibri" pitchFamily="34" charset="-120"/>
              </a:rPr>
              <a:t>Biz4Group LLC, Jaipur</a:t>
            </a:r>
            <a:endParaRPr lang="en-US" sz="800">
              <a:solidFill>
                <a:prstClr val="black"/>
              </a:solidFill>
              <a:latin typeface="Aptos" panose="020B0004020202020204" pitchFamily="34" charset="0"/>
            </a:endParaRPr>
          </a:p>
          <a:p>
            <a:pPr marL="342900" indent="-342900">
              <a:spcAft>
                <a:spcPts val="200"/>
              </a:spcAft>
              <a:buSzPct val="100000"/>
              <a:buFontTx/>
              <a:buChar char="▪"/>
            </a:pPr>
            <a:r>
              <a:rPr lang="en-US" sz="800">
                <a:solidFill>
                  <a:srgbClr val="262626"/>
                </a:solidFill>
                <a:latin typeface="Aptos" panose="020B0004020202020204" pitchFamily="34" charset="0"/>
                <a:ea typeface="Calibri" pitchFamily="34" charset="-122"/>
                <a:cs typeface="Calibri" pitchFamily="34" charset="-120"/>
              </a:rPr>
              <a:t>Finance Department, Government of Rajasthan</a:t>
            </a:r>
            <a:endParaRPr lang="en-US" sz="800">
              <a:solidFill>
                <a:prstClr val="black"/>
              </a:solidFill>
              <a:latin typeface="Aptos" panose="020B0004020202020204" pitchFamily="34" charset="0"/>
            </a:endParaRPr>
          </a:p>
        </p:txBody>
      </p:sp>
      <p:sp>
        <p:nvSpPr>
          <p:cNvPr id="314" name="Shape 55">
            <a:extLst>
              <a:ext uri="{FF2B5EF4-FFF2-40B4-BE49-F238E27FC236}">
                <a16:creationId xmlns:a16="http://schemas.microsoft.com/office/drawing/2014/main" id="{58788CE2-6508-D455-E93D-EA4642D9F2F0}"/>
              </a:ext>
            </a:extLst>
          </p:cNvPr>
          <p:cNvSpPr/>
          <p:nvPr/>
        </p:nvSpPr>
        <p:spPr>
          <a:xfrm>
            <a:off x="6339457" y="4928523"/>
            <a:ext cx="5709331" cy="245306"/>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315" name="Text 56">
            <a:extLst>
              <a:ext uri="{FF2B5EF4-FFF2-40B4-BE49-F238E27FC236}">
                <a16:creationId xmlns:a16="http://schemas.microsoft.com/office/drawing/2014/main" id="{F15BD7DA-F7C0-2162-BE28-9AA8E1A32292}"/>
              </a:ext>
            </a:extLst>
          </p:cNvPr>
          <p:cNvSpPr txBox="1"/>
          <p:nvPr/>
        </p:nvSpPr>
        <p:spPr>
          <a:xfrm>
            <a:off x="6425384" y="4916215"/>
            <a:ext cx="5575668" cy="245306"/>
          </a:xfrm>
          <a:prstGeom prst="rect">
            <a:avLst/>
          </a:prstGeom>
          <a:noFill/>
          <a:ln/>
        </p:spPr>
        <p:txBody>
          <a:bodyPr wrap="square" lIns="0" tIns="0" rIns="0" bIns="0" rtlCol="0" anchor="ctr"/>
          <a:lstStyle/>
          <a:p>
            <a:r>
              <a:rPr lang="en-US" sz="1200" b="1">
                <a:solidFill>
                  <a:srgbClr val="FFFFFF"/>
                </a:solidFill>
                <a:latin typeface="Aptos" panose="020B0004020202020204" pitchFamily="34" charset="0"/>
                <a:ea typeface="Cambria" pitchFamily="34" charset="-122"/>
                <a:cs typeface="Cambria" pitchFamily="34" charset="-120"/>
              </a:rPr>
              <a:t>Professional Experience</a:t>
            </a:r>
            <a:endParaRPr lang="en-US" sz="1200">
              <a:solidFill>
                <a:prstClr val="black"/>
              </a:solidFill>
              <a:latin typeface="Aptos" panose="020B0004020202020204" pitchFamily="34" charset="0"/>
            </a:endParaRPr>
          </a:p>
        </p:txBody>
      </p:sp>
      <p:sp>
        <p:nvSpPr>
          <p:cNvPr id="316" name="Text 57">
            <a:extLst>
              <a:ext uri="{FF2B5EF4-FFF2-40B4-BE49-F238E27FC236}">
                <a16:creationId xmlns:a16="http://schemas.microsoft.com/office/drawing/2014/main" id="{F8E439E2-F0AC-B089-8A8E-09805B73B654}"/>
              </a:ext>
            </a:extLst>
          </p:cNvPr>
          <p:cNvSpPr txBox="1"/>
          <p:nvPr/>
        </p:nvSpPr>
        <p:spPr>
          <a:xfrm>
            <a:off x="6349004" y="5209272"/>
            <a:ext cx="5690236" cy="1169922"/>
          </a:xfrm>
          <a:prstGeom prst="rect">
            <a:avLst/>
          </a:prstGeom>
          <a:noFill/>
          <a:ln/>
        </p:spPr>
        <p:txBody>
          <a:bodyPr wrap="square" lIns="0" tIns="0" rIns="0" bIns="0" rtlCol="0" anchor="t"/>
          <a:lstStyle/>
          <a:p>
            <a:pPr marL="342900" indent="-342900" algn="just">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Ernst &amp; Young LLP, Jaipur | Feb 2023–Present: </a:t>
            </a:r>
            <a:r>
              <a:rPr lang="en-US" sz="800">
                <a:solidFill>
                  <a:srgbClr val="262626"/>
                </a:solidFill>
                <a:latin typeface="Aptos" panose="020B0004020202020204" pitchFamily="34" charset="0"/>
                <a:ea typeface="Calibri" pitchFamily="34" charset="-122"/>
                <a:cs typeface="Calibri" pitchFamily="34" charset="-120"/>
              </a:rPr>
              <a:t>Progressed from Associate Consultant to Senior Consultant, delivering data analysis, business analysis, digital transformation and project management solutions for Government of Rajasthan initiatives. Key work includes MIS analysis and dashboards for policy and revenue decision-making, functional research and module design for the </a:t>
            </a:r>
            <a:r>
              <a:rPr lang="en-US" sz="800" err="1">
                <a:solidFill>
                  <a:srgbClr val="262626"/>
                </a:solidFill>
                <a:latin typeface="Aptos" panose="020B0004020202020204" pitchFamily="34" charset="0"/>
                <a:ea typeface="Calibri" pitchFamily="34" charset="-122"/>
                <a:cs typeface="Calibri" pitchFamily="34" charset="-120"/>
              </a:rPr>
              <a:t>Karmik</a:t>
            </a:r>
            <a:r>
              <a:rPr lang="en-US" sz="800">
                <a:solidFill>
                  <a:srgbClr val="262626"/>
                </a:solidFill>
                <a:latin typeface="Aptos" panose="020B0004020202020204" pitchFamily="34" charset="0"/>
                <a:ea typeface="Calibri" pitchFamily="34" charset="-122"/>
                <a:cs typeface="Calibri" pitchFamily="34" charset="-120"/>
              </a:rPr>
              <a:t> Integrated HR &amp; Office Management System (ISMS), VAT IT system assessment, workflow analysis and testing, and conceptualization of digital platforms including IRMS, </a:t>
            </a:r>
            <a:r>
              <a:rPr lang="en-US" sz="800" err="1">
                <a:solidFill>
                  <a:srgbClr val="262626"/>
                </a:solidFill>
                <a:latin typeface="Aptos" panose="020B0004020202020204" pitchFamily="34" charset="0"/>
                <a:ea typeface="Calibri" pitchFamily="34" charset="-122"/>
                <a:cs typeface="Calibri" pitchFamily="34" charset="-120"/>
              </a:rPr>
              <a:t>RajVyapaar</a:t>
            </a:r>
            <a:r>
              <a:rPr lang="en-US" sz="800">
                <a:solidFill>
                  <a:srgbClr val="262626"/>
                </a:solidFill>
                <a:latin typeface="Aptos" panose="020B0004020202020204" pitchFamily="34" charset="0"/>
                <a:ea typeface="Calibri" pitchFamily="34" charset="-122"/>
                <a:cs typeface="Calibri" pitchFamily="34" charset="-120"/>
              </a:rPr>
              <a:t>, Tax-Mitra, Faceless Tax Administration and GST initiatives.</a:t>
            </a:r>
            <a:endParaRPr lang="en-US" sz="800">
              <a:solidFill>
                <a:prstClr val="black"/>
              </a:solidFill>
              <a:latin typeface="Aptos" panose="020B0004020202020204" pitchFamily="34" charset="0"/>
            </a:endParaRPr>
          </a:p>
          <a:p>
            <a:pPr marL="342900" indent="-342900" algn="just">
              <a:spcAft>
                <a:spcPts val="200"/>
              </a:spcAft>
              <a:buSzPct val="100000"/>
              <a:buFontTx/>
              <a:buChar char="●"/>
            </a:pPr>
            <a:r>
              <a:rPr lang="en-US" sz="800" b="1">
                <a:solidFill>
                  <a:srgbClr val="262626"/>
                </a:solidFill>
                <a:latin typeface="Aptos" panose="020B0004020202020204" pitchFamily="34" charset="0"/>
                <a:ea typeface="Calibri" pitchFamily="34" charset="-122"/>
                <a:cs typeface="Calibri" pitchFamily="34" charset="-120"/>
              </a:rPr>
              <a:t>Biz4Group LLC, Jaipur | Aug 2021–Feb 2023: </a:t>
            </a:r>
            <a:r>
              <a:rPr lang="en-US" sz="800">
                <a:solidFill>
                  <a:srgbClr val="262626"/>
                </a:solidFill>
                <a:latin typeface="Aptos" panose="020B0004020202020204" pitchFamily="34" charset="0"/>
                <a:ea typeface="Calibri" pitchFamily="34" charset="-122"/>
                <a:cs typeface="Calibri" pitchFamily="34" charset="-120"/>
              </a:rPr>
              <a:t>Worked as Business Analyst and IT Business Analyst &amp; Project Coordinator, managing project planning, requirements gathering, SRS/FRS/SOW documentation, wireframes, flowcharts, project estimates and client communications. Coordinated cross-functional teams, tracked progress using Jira and Trello, managed risks and milestones and supported Agile delivery as a Scrum Master.</a:t>
            </a:r>
            <a:r>
              <a:rPr lang="en-US" sz="800">
                <a:solidFill>
                  <a:prstClr val="black"/>
                </a:solidFill>
                <a:latin typeface="Aptos" panose="020B0004020202020204" pitchFamily="34" charset="0"/>
              </a:rPr>
              <a:t> </a:t>
            </a:r>
            <a:r>
              <a:rPr lang="en-US" sz="800" b="1">
                <a:solidFill>
                  <a:prstClr val="black"/>
                </a:solidFill>
                <a:latin typeface="Aptos" panose="020B0004020202020204" pitchFamily="34" charset="0"/>
              </a:rPr>
              <a:t>Achievements:</a:t>
            </a:r>
            <a:r>
              <a:rPr lang="en-US" sz="800" b="1">
                <a:solidFill>
                  <a:srgbClr val="262626"/>
                </a:solidFill>
                <a:latin typeface="Aptos" panose="020B0004020202020204" pitchFamily="34" charset="0"/>
                <a:ea typeface="Calibri" pitchFamily="34" charset="-122"/>
                <a:cs typeface="Calibri" pitchFamily="34" charset="-120"/>
              </a:rPr>
              <a:t> </a:t>
            </a:r>
            <a:r>
              <a:rPr lang="en-US" sz="800">
                <a:solidFill>
                  <a:srgbClr val="262626"/>
                </a:solidFill>
                <a:latin typeface="Aptos" panose="020B0004020202020204" pitchFamily="34" charset="0"/>
                <a:ea typeface="Calibri" pitchFamily="34" charset="-122"/>
                <a:cs typeface="Calibri" pitchFamily="34" charset="-120"/>
              </a:rPr>
              <a:t>Received the Client Extraordinaire award for outstanding contribution to a successful Finance Department, Government of Rajasthan pursuit.</a:t>
            </a:r>
            <a:endParaRPr lang="en-US" sz="800">
              <a:solidFill>
                <a:prstClr val="black"/>
              </a:solidFill>
              <a:latin typeface="Aptos" panose="020B0004020202020204" pitchFamily="34" charset="0"/>
            </a:endParaRPr>
          </a:p>
        </p:txBody>
      </p:sp>
      <p:pic>
        <p:nvPicPr>
          <p:cNvPr id="318" name="Picture 317">
            <a:extLst>
              <a:ext uri="{FF2B5EF4-FFF2-40B4-BE49-F238E27FC236}">
                <a16:creationId xmlns:a16="http://schemas.microsoft.com/office/drawing/2014/main" id="{4C2F1578-DC0A-CC42-6D7D-EC73636C6C7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349004" y="489668"/>
            <a:ext cx="878359" cy="919709"/>
          </a:xfrm>
          <a:prstGeom prst="rect">
            <a:avLst/>
          </a:prstGeom>
        </p:spPr>
      </p:pic>
      <p:sp>
        <p:nvSpPr>
          <p:cNvPr id="319" name="Slide Number Placeholder 4">
            <a:extLst>
              <a:ext uri="{FF2B5EF4-FFF2-40B4-BE49-F238E27FC236}">
                <a16:creationId xmlns:a16="http://schemas.microsoft.com/office/drawing/2014/main" id="{0E1A8D0E-3166-A552-8614-20950C17F325}"/>
              </a:ext>
            </a:extLst>
          </p:cNvPr>
          <p:cNvSpPr>
            <a:spLocks noGrp="1"/>
          </p:cNvSpPr>
          <p:nvPr>
            <p:ph type="sldNum" sz="quarter" idx="4"/>
          </p:nvPr>
        </p:nvSpPr>
        <p:spPr>
          <a:xfrm>
            <a:off x="4724400" y="6579370"/>
            <a:ext cx="2743200" cy="180000"/>
          </a:xfrm>
        </p:spPr>
        <p:txBody>
          <a:bodyPr/>
          <a:lstStyle/>
          <a:p>
            <a:fld id="{39E7427F-21AC-4FC2-AC74-F5AF5A475796}" type="slidenum">
              <a:rPr lang="en-IN" smtClean="0"/>
              <a:pPr/>
              <a:t>27</a:t>
            </a:fld>
            <a:endParaRPr lang="en-IN"/>
          </a:p>
        </p:txBody>
      </p:sp>
      <p:grpSp>
        <p:nvGrpSpPr>
          <p:cNvPr id="2" name="Group 1">
            <a:extLst>
              <a:ext uri="{FF2B5EF4-FFF2-40B4-BE49-F238E27FC236}">
                <a16:creationId xmlns:a16="http://schemas.microsoft.com/office/drawing/2014/main" id="{D3F51B40-B49C-7AA3-BDD8-A288ECE806EB}"/>
              </a:ext>
            </a:extLst>
          </p:cNvPr>
          <p:cNvGrpSpPr/>
          <p:nvPr/>
        </p:nvGrpSpPr>
        <p:grpSpPr>
          <a:xfrm>
            <a:off x="-9744" y="448055"/>
            <a:ext cx="6100257" cy="6311315"/>
            <a:chOff x="5861304" y="201168"/>
            <a:chExt cx="6071616" cy="6492011"/>
          </a:xfrm>
        </p:grpSpPr>
        <p:sp>
          <p:nvSpPr>
            <p:cNvPr id="3" name="Shape 24">
              <a:extLst>
                <a:ext uri="{FF2B5EF4-FFF2-40B4-BE49-F238E27FC236}">
                  <a16:creationId xmlns:a16="http://schemas.microsoft.com/office/drawing/2014/main" id="{FDDEBBAA-F580-1A1B-5534-1E208D426B8C}"/>
                </a:ext>
              </a:extLst>
            </p:cNvPr>
            <p:cNvSpPr/>
            <p:nvPr/>
          </p:nvSpPr>
          <p:spPr>
            <a:xfrm>
              <a:off x="5861304" y="201168"/>
              <a:ext cx="6071616" cy="6327648"/>
            </a:xfrm>
            <a:prstGeom prst="rect">
              <a:avLst/>
            </a:prstGeom>
            <a:solidFill>
              <a:srgbClr val="FFFFFF"/>
            </a:solidFill>
            <a:ln w="9525">
              <a:solidFill>
                <a:srgbClr val="808080"/>
              </a:solidFill>
              <a:prstDash val="solid"/>
            </a:ln>
          </p:spPr>
          <p:txBody>
            <a:bodyPr/>
            <a:lstStyle/>
            <a:p>
              <a:endParaRPr lang="en-US">
                <a:latin typeface="Aptos" panose="020B0004020202020204" pitchFamily="34" charset="0"/>
              </a:endParaRPr>
            </a:p>
          </p:txBody>
        </p:sp>
        <p:sp>
          <p:nvSpPr>
            <p:cNvPr id="4" name="Shape 25">
              <a:extLst>
                <a:ext uri="{FF2B5EF4-FFF2-40B4-BE49-F238E27FC236}">
                  <a16:creationId xmlns:a16="http://schemas.microsoft.com/office/drawing/2014/main" id="{E1095B27-9B6C-CC39-E982-7087024AE26A}"/>
                </a:ext>
              </a:extLst>
            </p:cNvPr>
            <p:cNvSpPr/>
            <p:nvPr/>
          </p:nvSpPr>
          <p:spPr>
            <a:xfrm>
              <a:off x="5989320" y="237744"/>
              <a:ext cx="621792" cy="731520"/>
            </a:xfrm>
            <a:prstGeom prst="rect">
              <a:avLst/>
            </a:prstGeom>
            <a:solidFill>
              <a:srgbClr val="EFEFEF"/>
            </a:solidFill>
            <a:ln w="12700">
              <a:solidFill>
                <a:srgbClr val="6E6E6E"/>
              </a:solidFill>
              <a:prstDash val="solid"/>
            </a:ln>
          </p:spPr>
          <p:txBody>
            <a:bodyPr/>
            <a:lstStyle/>
            <a:p>
              <a:endParaRPr lang="en-US">
                <a:latin typeface="Aptos" panose="020B0004020202020204" pitchFamily="34" charset="0"/>
              </a:endParaRPr>
            </a:p>
          </p:txBody>
        </p:sp>
        <p:sp>
          <p:nvSpPr>
            <p:cNvPr id="5" name="Text 26">
              <a:extLst>
                <a:ext uri="{FF2B5EF4-FFF2-40B4-BE49-F238E27FC236}">
                  <a16:creationId xmlns:a16="http://schemas.microsoft.com/office/drawing/2014/main" id="{99278B7F-5318-2D9B-A211-72F5874D6F9A}"/>
                </a:ext>
              </a:extLst>
            </p:cNvPr>
            <p:cNvSpPr txBox="1"/>
            <p:nvPr/>
          </p:nvSpPr>
          <p:spPr>
            <a:xfrm>
              <a:off x="5989319" y="201168"/>
              <a:ext cx="621792" cy="731520"/>
            </a:xfrm>
            <a:prstGeom prst="rect">
              <a:avLst/>
            </a:prstGeom>
            <a:noFill/>
            <a:ln/>
          </p:spPr>
          <p:txBody>
            <a:bodyPr wrap="square" rtlCol="0" anchor="ctr"/>
            <a:lstStyle/>
            <a:p>
              <a:pPr marL="0" indent="0" algn="ctr">
                <a:buNone/>
              </a:pPr>
              <a:r>
                <a:rPr lang="en-US" sz="800">
                  <a:solidFill>
                    <a:srgbClr val="8A8A8A"/>
                  </a:solidFill>
                  <a:latin typeface="Aptos" panose="020B0004020202020204" pitchFamily="34" charset="0"/>
                  <a:ea typeface="Aptos" pitchFamily="34" charset="-122"/>
                  <a:cs typeface="Aptos" pitchFamily="34" charset="-120"/>
                </a:rPr>
                <a:t>Insert</a:t>
              </a:r>
              <a:endParaRPr lang="en-US" sz="800">
                <a:latin typeface="Aptos" panose="020B0004020202020204" pitchFamily="34" charset="0"/>
              </a:endParaRPr>
            </a:p>
            <a:p>
              <a:pPr marL="0" indent="0" algn="ctr">
                <a:buNone/>
              </a:pPr>
              <a:r>
                <a:rPr lang="en-US" sz="800">
                  <a:solidFill>
                    <a:srgbClr val="8A8A8A"/>
                  </a:solidFill>
                  <a:latin typeface="Aptos" panose="020B0004020202020204" pitchFamily="34" charset="0"/>
                  <a:ea typeface="Aptos" pitchFamily="34" charset="-122"/>
                  <a:cs typeface="Aptos" pitchFamily="34" charset="-120"/>
                </a:rPr>
                <a:t>Photo</a:t>
              </a:r>
              <a:endParaRPr lang="en-US" sz="800">
                <a:latin typeface="Aptos" panose="020B0004020202020204" pitchFamily="34" charset="0"/>
              </a:endParaRPr>
            </a:p>
          </p:txBody>
        </p:sp>
        <p:sp>
          <p:nvSpPr>
            <p:cNvPr id="6" name="Text 27">
              <a:extLst>
                <a:ext uri="{FF2B5EF4-FFF2-40B4-BE49-F238E27FC236}">
                  <a16:creationId xmlns:a16="http://schemas.microsoft.com/office/drawing/2014/main" id="{CE4E60D8-8132-DA37-474C-DD66A858DCA2}"/>
                </a:ext>
              </a:extLst>
            </p:cNvPr>
            <p:cNvSpPr txBox="1"/>
            <p:nvPr/>
          </p:nvSpPr>
          <p:spPr>
            <a:xfrm>
              <a:off x="6825994" y="269616"/>
              <a:ext cx="4041648" cy="256032"/>
            </a:xfrm>
            <a:prstGeom prst="rect">
              <a:avLst/>
            </a:prstGeom>
            <a:noFill/>
            <a:ln/>
          </p:spPr>
          <p:txBody>
            <a:bodyPr wrap="square" lIns="0" tIns="0" rIns="0" bIns="0" rtlCol="0" anchor="ctr"/>
            <a:lstStyle/>
            <a:p>
              <a:pPr marL="0" indent="0">
                <a:buNone/>
              </a:pPr>
              <a:r>
                <a:rPr lang="en-US" sz="1500" b="1">
                  <a:solidFill>
                    <a:srgbClr val="1A1A1A"/>
                  </a:solidFill>
                  <a:latin typeface="Aptos" panose="020B0004020202020204" pitchFamily="34" charset="0"/>
                  <a:ea typeface="Aptos" pitchFamily="34" charset="-122"/>
                  <a:cs typeface="Aptos" pitchFamily="34" charset="-120"/>
                </a:rPr>
                <a:t>Payal Sharma</a:t>
              </a:r>
              <a:endParaRPr lang="en-US" sz="1500">
                <a:latin typeface="Aptos" panose="020B0004020202020204" pitchFamily="34" charset="0"/>
              </a:endParaRPr>
            </a:p>
          </p:txBody>
        </p:sp>
        <p:sp>
          <p:nvSpPr>
            <p:cNvPr id="7" name="Shape 28">
              <a:extLst>
                <a:ext uri="{FF2B5EF4-FFF2-40B4-BE49-F238E27FC236}">
                  <a16:creationId xmlns:a16="http://schemas.microsoft.com/office/drawing/2014/main" id="{C952EEF6-5CC4-4CB4-B37B-41BE58F0F0D5}"/>
                </a:ext>
              </a:extLst>
            </p:cNvPr>
            <p:cNvSpPr/>
            <p:nvPr/>
          </p:nvSpPr>
          <p:spPr>
            <a:xfrm>
              <a:off x="6744145" y="622803"/>
              <a:ext cx="3959177" cy="246888"/>
            </a:xfrm>
            <a:prstGeom prst="rect">
              <a:avLst/>
            </a:prstGeom>
            <a:solidFill>
              <a:srgbClr val="1F7A45"/>
            </a:solidFill>
            <a:ln w="12700">
              <a:solidFill>
                <a:srgbClr val="1F7A45"/>
              </a:solidFill>
              <a:prstDash val="solid"/>
            </a:ln>
          </p:spPr>
          <p:txBody>
            <a:bodyPr/>
            <a:lstStyle/>
            <a:p>
              <a:endParaRPr lang="en-US">
                <a:latin typeface="Aptos" panose="020B0004020202020204" pitchFamily="34" charset="0"/>
              </a:endParaRPr>
            </a:p>
          </p:txBody>
        </p:sp>
        <p:sp>
          <p:nvSpPr>
            <p:cNvPr id="8" name="Text 29">
              <a:extLst>
                <a:ext uri="{FF2B5EF4-FFF2-40B4-BE49-F238E27FC236}">
                  <a16:creationId xmlns:a16="http://schemas.microsoft.com/office/drawing/2014/main" id="{8CFFC188-6E34-F935-AD5B-C9409C2BE3F2}"/>
                </a:ext>
              </a:extLst>
            </p:cNvPr>
            <p:cNvSpPr txBox="1"/>
            <p:nvPr/>
          </p:nvSpPr>
          <p:spPr>
            <a:xfrm>
              <a:off x="6829134" y="645813"/>
              <a:ext cx="3950208" cy="246888"/>
            </a:xfrm>
            <a:prstGeom prst="rect">
              <a:avLst/>
            </a:prstGeom>
            <a:noFill/>
            <a:ln/>
          </p:spPr>
          <p:txBody>
            <a:bodyPr wrap="square" lIns="0" tIns="0" rIns="0" bIns="0" rtlCol="0" anchor="ctr"/>
            <a:lstStyle/>
            <a:p>
              <a:pPr marL="0" indent="0">
                <a:buNone/>
              </a:pPr>
              <a:r>
                <a:rPr lang="en-US" sz="1200" b="1">
                  <a:solidFill>
                    <a:srgbClr val="FFFFFF"/>
                  </a:solidFill>
                  <a:latin typeface="Aptos" panose="020B0004020202020204" pitchFamily="34" charset="0"/>
                  <a:ea typeface="Aptos" pitchFamily="34" charset="-122"/>
                  <a:cs typeface="Aptos" pitchFamily="34" charset="-120"/>
                </a:rPr>
                <a:t>Senior SQL / Database Developer</a:t>
              </a:r>
              <a:endParaRPr lang="en-US" sz="1200">
                <a:latin typeface="Aptos" panose="020B0004020202020204" pitchFamily="34" charset="0"/>
              </a:endParaRPr>
            </a:p>
          </p:txBody>
        </p:sp>
        <p:sp>
          <p:nvSpPr>
            <p:cNvPr id="10" name="Shape 31">
              <a:extLst>
                <a:ext uri="{FF2B5EF4-FFF2-40B4-BE49-F238E27FC236}">
                  <a16:creationId xmlns:a16="http://schemas.microsoft.com/office/drawing/2014/main" id="{0194D9A6-BEE3-0A1E-9A5B-872F2EE6050B}"/>
                </a:ext>
              </a:extLst>
            </p:cNvPr>
            <p:cNvSpPr/>
            <p:nvPr/>
          </p:nvSpPr>
          <p:spPr>
            <a:xfrm>
              <a:off x="10779344" y="399827"/>
              <a:ext cx="987552" cy="512064"/>
            </a:xfrm>
            <a:prstGeom prst="roundRect">
              <a:avLst>
                <a:gd name="adj" fmla="val 14286"/>
              </a:avLst>
            </a:prstGeom>
            <a:solidFill>
              <a:srgbClr val="F1F8E6"/>
            </a:solidFill>
            <a:ln w="15875">
              <a:solidFill>
                <a:srgbClr val="8DC63F"/>
              </a:solidFill>
              <a:prstDash val="solid"/>
            </a:ln>
          </p:spPr>
          <p:txBody>
            <a:bodyPr/>
            <a:lstStyle/>
            <a:p>
              <a:endParaRPr lang="en-US">
                <a:latin typeface="Aptos" panose="020B0004020202020204" pitchFamily="34" charset="0"/>
              </a:endParaRPr>
            </a:p>
          </p:txBody>
        </p:sp>
        <p:sp>
          <p:nvSpPr>
            <p:cNvPr id="11" name="Text 32">
              <a:extLst>
                <a:ext uri="{FF2B5EF4-FFF2-40B4-BE49-F238E27FC236}">
                  <a16:creationId xmlns:a16="http://schemas.microsoft.com/office/drawing/2014/main" id="{9A5CCDF1-A575-272A-9847-9743E2CECA60}"/>
                </a:ext>
              </a:extLst>
            </p:cNvPr>
            <p:cNvSpPr txBox="1"/>
            <p:nvPr/>
          </p:nvSpPr>
          <p:spPr>
            <a:xfrm>
              <a:off x="10817352" y="408825"/>
              <a:ext cx="987552" cy="512064"/>
            </a:xfrm>
            <a:prstGeom prst="rect">
              <a:avLst/>
            </a:prstGeom>
            <a:noFill/>
            <a:ln/>
          </p:spPr>
          <p:txBody>
            <a:bodyPr wrap="square" lIns="0" tIns="0" rIns="0" bIns="0" rtlCol="0" anchor="ctr"/>
            <a:lstStyle/>
            <a:p>
              <a:pPr marL="0" indent="0" algn="ctr">
                <a:lnSpc>
                  <a:spcPct val="80000"/>
                </a:lnSpc>
                <a:buNone/>
              </a:pPr>
              <a:r>
                <a:rPr lang="en-US" sz="1900" b="1">
                  <a:solidFill>
                    <a:srgbClr val="5A8F1E"/>
                  </a:solidFill>
                  <a:latin typeface="Aptos" panose="020B0004020202020204" pitchFamily="34" charset="0"/>
                  <a:ea typeface="Aptos" pitchFamily="34" charset="-122"/>
                  <a:cs typeface="Aptos" pitchFamily="34" charset="-120"/>
                </a:rPr>
                <a:t>9+</a:t>
              </a:r>
              <a:endParaRPr lang="en-US" sz="1900">
                <a:latin typeface="Aptos" panose="020B0004020202020204" pitchFamily="34" charset="0"/>
              </a:endParaRPr>
            </a:p>
            <a:p>
              <a:pPr marL="0" indent="0" algn="ctr">
                <a:lnSpc>
                  <a:spcPct val="80000"/>
                </a:lnSpc>
                <a:buNone/>
              </a:pPr>
              <a:r>
                <a:rPr lang="en-US" sz="800" b="1">
                  <a:solidFill>
                    <a:srgbClr val="3D3D3D"/>
                  </a:solidFill>
                  <a:latin typeface="Aptos" panose="020B0004020202020204" pitchFamily="34" charset="0"/>
                  <a:ea typeface="Aptos" pitchFamily="34" charset="-122"/>
                  <a:cs typeface="Aptos" pitchFamily="34" charset="-120"/>
                </a:rPr>
                <a:t>YEARS OF EXP.</a:t>
              </a:r>
              <a:endParaRPr lang="en-US" sz="1900">
                <a:latin typeface="Aptos" panose="020B0004020202020204" pitchFamily="34" charset="0"/>
              </a:endParaRPr>
            </a:p>
          </p:txBody>
        </p:sp>
        <p:sp>
          <p:nvSpPr>
            <p:cNvPr id="12" name="Text 33">
              <a:extLst>
                <a:ext uri="{FF2B5EF4-FFF2-40B4-BE49-F238E27FC236}">
                  <a16:creationId xmlns:a16="http://schemas.microsoft.com/office/drawing/2014/main" id="{D721F22F-F13C-08CD-6B55-923E2B1FFA4C}"/>
                </a:ext>
              </a:extLst>
            </p:cNvPr>
            <p:cNvSpPr txBox="1"/>
            <p:nvPr/>
          </p:nvSpPr>
          <p:spPr>
            <a:xfrm>
              <a:off x="5998463" y="1071869"/>
              <a:ext cx="5815584" cy="438913"/>
            </a:xfrm>
            <a:prstGeom prst="rect">
              <a:avLst/>
            </a:prstGeom>
            <a:noFill/>
            <a:ln/>
          </p:spPr>
          <p:txBody>
            <a:bodyPr wrap="square" lIns="0" tIns="0" rIns="0" bIns="0" rtlCol="0" anchor="t"/>
            <a:lstStyle/>
            <a:p>
              <a:pPr algn="just">
                <a:lnSpc>
                  <a:spcPct val="88000"/>
                </a:lnSpc>
              </a:pPr>
              <a:r>
                <a:rPr lang="en-US" sz="1000" err="1">
                  <a:solidFill>
                    <a:srgbClr val="262626"/>
                  </a:solidFill>
                  <a:latin typeface="Aptos" panose="020B0004020202020204" pitchFamily="34" charset="0"/>
                  <a:ea typeface="Aptos" pitchFamily="34" charset="-122"/>
                  <a:cs typeface="Aptos" pitchFamily="34" charset="-120"/>
                </a:rPr>
                <a:t>B.Tech</a:t>
              </a:r>
              <a:r>
                <a:rPr lang="en-US" sz="1000">
                  <a:solidFill>
                    <a:srgbClr val="262626"/>
                  </a:solidFill>
                  <a:latin typeface="Aptos" panose="020B0004020202020204" pitchFamily="34" charset="0"/>
                  <a:ea typeface="Aptos" pitchFamily="34" charset="-122"/>
                  <a:cs typeface="Aptos" pitchFamily="34" charset="-120"/>
                </a:rPr>
                <a:t> in Computer Science from </a:t>
              </a:r>
              <a:r>
                <a:rPr lang="en-US" sz="1000"/>
                <a:t>Vivekananda Institute of Technology, Jaipur. </a:t>
              </a:r>
              <a:r>
                <a:rPr lang="en-US" sz="1000">
                  <a:solidFill>
                    <a:srgbClr val="262626"/>
                  </a:solidFill>
                  <a:latin typeface="Aptos" panose="020B0004020202020204" pitchFamily="34" charset="0"/>
                  <a:ea typeface="Aptos" pitchFamily="34" charset="-122"/>
                  <a:cs typeface="Aptos" pitchFamily="34" charset="-120"/>
                </a:rPr>
                <a:t> SQL Developer with 9+ years of progressive experience across database architecture, complex T-SQL/PL-SQL development, performance tuning and cross-database data migration, with a strong track record across enterprise and government-sector projects.</a:t>
              </a:r>
              <a:endParaRPr lang="en-US" sz="1000">
                <a:latin typeface="Aptos" panose="020B0004020202020204" pitchFamily="34" charset="0"/>
              </a:endParaRPr>
            </a:p>
          </p:txBody>
        </p:sp>
        <p:sp>
          <p:nvSpPr>
            <p:cNvPr id="14" name="Shape 35">
              <a:extLst>
                <a:ext uri="{FF2B5EF4-FFF2-40B4-BE49-F238E27FC236}">
                  <a16:creationId xmlns:a16="http://schemas.microsoft.com/office/drawing/2014/main" id="{55238C8A-4932-E4F3-D4B6-DEEC0B1EDA4B}"/>
                </a:ext>
              </a:extLst>
            </p:cNvPr>
            <p:cNvSpPr/>
            <p:nvPr/>
          </p:nvSpPr>
          <p:spPr>
            <a:xfrm>
              <a:off x="5989320" y="2029968"/>
              <a:ext cx="1405890" cy="274320"/>
            </a:xfrm>
            <a:prstGeom prst="roundRect">
              <a:avLst>
                <a:gd name="adj" fmla="val 20000"/>
              </a:avLst>
            </a:prstGeom>
            <a:solidFill>
              <a:srgbClr val="9BD3EF"/>
            </a:solidFill>
            <a:ln w="9525">
              <a:solidFill>
                <a:srgbClr val="6FB8DC"/>
              </a:solidFill>
              <a:prstDash val="solid"/>
            </a:ln>
          </p:spPr>
          <p:txBody>
            <a:bodyPr/>
            <a:lstStyle/>
            <a:p>
              <a:endParaRPr lang="en-US">
                <a:latin typeface="Aptos" panose="020B0004020202020204" pitchFamily="34" charset="0"/>
              </a:endParaRPr>
            </a:p>
          </p:txBody>
        </p:sp>
        <p:sp>
          <p:nvSpPr>
            <p:cNvPr id="15" name="Text 36">
              <a:extLst>
                <a:ext uri="{FF2B5EF4-FFF2-40B4-BE49-F238E27FC236}">
                  <a16:creationId xmlns:a16="http://schemas.microsoft.com/office/drawing/2014/main" id="{DBE8CFFF-1534-658C-E1B8-D6D4B1CD74AF}"/>
                </a:ext>
              </a:extLst>
            </p:cNvPr>
            <p:cNvSpPr txBox="1"/>
            <p:nvPr/>
          </p:nvSpPr>
          <p:spPr>
            <a:xfrm>
              <a:off x="6007608" y="2029968"/>
              <a:ext cx="1369314" cy="274320"/>
            </a:xfrm>
            <a:prstGeom prst="rect">
              <a:avLst/>
            </a:prstGeom>
            <a:noFill/>
            <a:ln/>
          </p:spPr>
          <p:txBody>
            <a:bodyPr wrap="square" lIns="0" tIns="0" rIns="0" bIns="0" rtlCol="0" anchor="ctr"/>
            <a:lstStyle/>
            <a:p>
              <a:pPr marL="0" indent="0" algn="ctr">
                <a:buNone/>
              </a:pPr>
              <a:r>
                <a:rPr lang="en-US" sz="1000" b="1">
                  <a:solidFill>
                    <a:srgbClr val="10384F"/>
                  </a:solidFill>
                  <a:latin typeface="Aptos" panose="020B0004020202020204" pitchFamily="34" charset="0"/>
                  <a:ea typeface="Aptos" pitchFamily="34" charset="-122"/>
                  <a:cs typeface="Aptos" pitchFamily="34" charset="-120"/>
                </a:rPr>
                <a:t>DB Architecture</a:t>
              </a:r>
              <a:endParaRPr lang="en-US" sz="1000">
                <a:latin typeface="Aptos" panose="020B0004020202020204" pitchFamily="34" charset="0"/>
              </a:endParaRPr>
            </a:p>
          </p:txBody>
        </p:sp>
        <p:sp>
          <p:nvSpPr>
            <p:cNvPr id="16" name="Shape 37">
              <a:extLst>
                <a:ext uri="{FF2B5EF4-FFF2-40B4-BE49-F238E27FC236}">
                  <a16:creationId xmlns:a16="http://schemas.microsoft.com/office/drawing/2014/main" id="{224C5720-65CD-91C3-10D0-5B6F802FE1B4}"/>
                </a:ext>
              </a:extLst>
            </p:cNvPr>
            <p:cNvSpPr/>
            <p:nvPr/>
          </p:nvSpPr>
          <p:spPr>
            <a:xfrm>
              <a:off x="7459218" y="2029968"/>
              <a:ext cx="1405890" cy="274320"/>
            </a:xfrm>
            <a:prstGeom prst="roundRect">
              <a:avLst>
                <a:gd name="adj" fmla="val 20000"/>
              </a:avLst>
            </a:prstGeom>
            <a:solidFill>
              <a:srgbClr val="9BD3EF"/>
            </a:solidFill>
            <a:ln w="9525">
              <a:solidFill>
                <a:srgbClr val="6FB8DC"/>
              </a:solidFill>
              <a:prstDash val="solid"/>
            </a:ln>
          </p:spPr>
          <p:txBody>
            <a:bodyPr/>
            <a:lstStyle/>
            <a:p>
              <a:endParaRPr lang="en-US">
                <a:latin typeface="Aptos" panose="020B0004020202020204" pitchFamily="34" charset="0"/>
              </a:endParaRPr>
            </a:p>
          </p:txBody>
        </p:sp>
        <p:sp>
          <p:nvSpPr>
            <p:cNvPr id="17" name="Text 38">
              <a:extLst>
                <a:ext uri="{FF2B5EF4-FFF2-40B4-BE49-F238E27FC236}">
                  <a16:creationId xmlns:a16="http://schemas.microsoft.com/office/drawing/2014/main" id="{E11A8176-9D88-93C4-9845-12989DBF1D76}"/>
                </a:ext>
              </a:extLst>
            </p:cNvPr>
            <p:cNvSpPr txBox="1"/>
            <p:nvPr/>
          </p:nvSpPr>
          <p:spPr>
            <a:xfrm>
              <a:off x="7477506" y="2029968"/>
              <a:ext cx="1369314" cy="274320"/>
            </a:xfrm>
            <a:prstGeom prst="rect">
              <a:avLst/>
            </a:prstGeom>
            <a:noFill/>
            <a:ln/>
          </p:spPr>
          <p:txBody>
            <a:bodyPr wrap="square" lIns="0" tIns="0" rIns="0" bIns="0" rtlCol="0" anchor="ctr"/>
            <a:lstStyle/>
            <a:p>
              <a:pPr marL="0" indent="0" algn="ctr">
                <a:buNone/>
              </a:pPr>
              <a:r>
                <a:rPr lang="en-US" sz="1000" b="1">
                  <a:solidFill>
                    <a:srgbClr val="10384F"/>
                  </a:solidFill>
                  <a:latin typeface="Aptos" panose="020B0004020202020204" pitchFamily="34" charset="0"/>
                  <a:ea typeface="Aptos" pitchFamily="34" charset="-122"/>
                  <a:cs typeface="Aptos" pitchFamily="34" charset="-120"/>
                </a:rPr>
                <a:t>T-SQL / PL-SQL</a:t>
              </a:r>
              <a:endParaRPr lang="en-US" sz="1000">
                <a:latin typeface="Aptos" panose="020B0004020202020204" pitchFamily="34" charset="0"/>
              </a:endParaRPr>
            </a:p>
          </p:txBody>
        </p:sp>
        <p:sp>
          <p:nvSpPr>
            <p:cNvPr id="18" name="Shape 39">
              <a:extLst>
                <a:ext uri="{FF2B5EF4-FFF2-40B4-BE49-F238E27FC236}">
                  <a16:creationId xmlns:a16="http://schemas.microsoft.com/office/drawing/2014/main" id="{4DC50EFF-BEBE-7DFC-E091-2EAE611A5AAB}"/>
                </a:ext>
              </a:extLst>
            </p:cNvPr>
            <p:cNvSpPr/>
            <p:nvPr/>
          </p:nvSpPr>
          <p:spPr>
            <a:xfrm>
              <a:off x="8929116" y="2029968"/>
              <a:ext cx="1405890" cy="274320"/>
            </a:xfrm>
            <a:prstGeom prst="roundRect">
              <a:avLst>
                <a:gd name="adj" fmla="val 20000"/>
              </a:avLst>
            </a:prstGeom>
            <a:solidFill>
              <a:srgbClr val="9BD3EF"/>
            </a:solidFill>
            <a:ln w="9525">
              <a:solidFill>
                <a:srgbClr val="6FB8DC"/>
              </a:solidFill>
              <a:prstDash val="solid"/>
            </a:ln>
          </p:spPr>
          <p:txBody>
            <a:bodyPr/>
            <a:lstStyle/>
            <a:p>
              <a:endParaRPr lang="en-US">
                <a:latin typeface="Aptos" panose="020B0004020202020204" pitchFamily="34" charset="0"/>
              </a:endParaRPr>
            </a:p>
          </p:txBody>
        </p:sp>
        <p:sp>
          <p:nvSpPr>
            <p:cNvPr id="19" name="Text 40">
              <a:extLst>
                <a:ext uri="{FF2B5EF4-FFF2-40B4-BE49-F238E27FC236}">
                  <a16:creationId xmlns:a16="http://schemas.microsoft.com/office/drawing/2014/main" id="{3CD59A06-1791-B324-3D22-8F33C22D4641}"/>
                </a:ext>
              </a:extLst>
            </p:cNvPr>
            <p:cNvSpPr txBox="1"/>
            <p:nvPr/>
          </p:nvSpPr>
          <p:spPr>
            <a:xfrm>
              <a:off x="8947404" y="2029968"/>
              <a:ext cx="1369314" cy="274320"/>
            </a:xfrm>
            <a:prstGeom prst="rect">
              <a:avLst/>
            </a:prstGeom>
            <a:noFill/>
            <a:ln/>
          </p:spPr>
          <p:txBody>
            <a:bodyPr wrap="square" lIns="0" tIns="0" rIns="0" bIns="0" rtlCol="0" anchor="ctr"/>
            <a:lstStyle/>
            <a:p>
              <a:pPr marL="0" indent="0" algn="ctr">
                <a:buNone/>
              </a:pPr>
              <a:r>
                <a:rPr lang="en-US" sz="1000" b="1">
                  <a:solidFill>
                    <a:srgbClr val="10384F"/>
                  </a:solidFill>
                  <a:latin typeface="Aptos" panose="020B0004020202020204" pitchFamily="34" charset="0"/>
                  <a:ea typeface="Aptos" pitchFamily="34" charset="-122"/>
                  <a:cs typeface="Aptos" pitchFamily="34" charset="-120"/>
                </a:rPr>
                <a:t>Performance Tuning</a:t>
              </a:r>
              <a:endParaRPr lang="en-US" sz="1000">
                <a:latin typeface="Aptos" panose="020B0004020202020204" pitchFamily="34" charset="0"/>
              </a:endParaRPr>
            </a:p>
          </p:txBody>
        </p:sp>
        <p:sp>
          <p:nvSpPr>
            <p:cNvPr id="20" name="Shape 41">
              <a:extLst>
                <a:ext uri="{FF2B5EF4-FFF2-40B4-BE49-F238E27FC236}">
                  <a16:creationId xmlns:a16="http://schemas.microsoft.com/office/drawing/2014/main" id="{E6932628-87BD-912D-A69F-BF1DA854EE06}"/>
                </a:ext>
              </a:extLst>
            </p:cNvPr>
            <p:cNvSpPr/>
            <p:nvPr/>
          </p:nvSpPr>
          <p:spPr>
            <a:xfrm>
              <a:off x="10399014" y="2029968"/>
              <a:ext cx="1405890" cy="274320"/>
            </a:xfrm>
            <a:prstGeom prst="roundRect">
              <a:avLst>
                <a:gd name="adj" fmla="val 20000"/>
              </a:avLst>
            </a:prstGeom>
            <a:solidFill>
              <a:srgbClr val="9BD3EF"/>
            </a:solidFill>
            <a:ln w="9525">
              <a:solidFill>
                <a:srgbClr val="6FB8DC"/>
              </a:solidFill>
              <a:prstDash val="solid"/>
            </a:ln>
          </p:spPr>
          <p:txBody>
            <a:bodyPr/>
            <a:lstStyle/>
            <a:p>
              <a:endParaRPr lang="en-US">
                <a:latin typeface="Aptos" panose="020B0004020202020204" pitchFamily="34" charset="0"/>
              </a:endParaRPr>
            </a:p>
          </p:txBody>
        </p:sp>
        <p:sp>
          <p:nvSpPr>
            <p:cNvPr id="21" name="Text 42">
              <a:extLst>
                <a:ext uri="{FF2B5EF4-FFF2-40B4-BE49-F238E27FC236}">
                  <a16:creationId xmlns:a16="http://schemas.microsoft.com/office/drawing/2014/main" id="{714E2FF6-319D-19C2-9F82-F549E86060F7}"/>
                </a:ext>
              </a:extLst>
            </p:cNvPr>
            <p:cNvSpPr txBox="1"/>
            <p:nvPr/>
          </p:nvSpPr>
          <p:spPr>
            <a:xfrm>
              <a:off x="10417302" y="2029968"/>
              <a:ext cx="1369314" cy="274320"/>
            </a:xfrm>
            <a:prstGeom prst="rect">
              <a:avLst/>
            </a:prstGeom>
            <a:noFill/>
            <a:ln/>
          </p:spPr>
          <p:txBody>
            <a:bodyPr wrap="square" lIns="0" tIns="0" rIns="0" bIns="0" rtlCol="0" anchor="ctr"/>
            <a:lstStyle/>
            <a:p>
              <a:pPr marL="0" indent="0" algn="ctr">
                <a:buNone/>
              </a:pPr>
              <a:r>
                <a:rPr lang="en-US" sz="1000" b="1">
                  <a:solidFill>
                    <a:srgbClr val="10384F"/>
                  </a:solidFill>
                  <a:latin typeface="Aptos" panose="020B0004020202020204" pitchFamily="34" charset="0"/>
                  <a:ea typeface="Aptos" pitchFamily="34" charset="-122"/>
                  <a:cs typeface="Aptos" pitchFamily="34" charset="-120"/>
                </a:rPr>
                <a:t>ETL &amp; Migration</a:t>
              </a:r>
              <a:endParaRPr lang="en-US" sz="1000">
                <a:latin typeface="Aptos" panose="020B0004020202020204" pitchFamily="34" charset="0"/>
              </a:endParaRPr>
            </a:p>
          </p:txBody>
        </p:sp>
        <p:sp>
          <p:nvSpPr>
            <p:cNvPr id="22" name="Shape 43">
              <a:extLst>
                <a:ext uri="{FF2B5EF4-FFF2-40B4-BE49-F238E27FC236}">
                  <a16:creationId xmlns:a16="http://schemas.microsoft.com/office/drawing/2014/main" id="{42D30847-385A-B060-DCF6-1A3E02ED6CDC}"/>
                </a:ext>
              </a:extLst>
            </p:cNvPr>
            <p:cNvSpPr/>
            <p:nvPr/>
          </p:nvSpPr>
          <p:spPr>
            <a:xfrm>
              <a:off x="5989320" y="2377440"/>
              <a:ext cx="5815584" cy="256032"/>
            </a:xfrm>
            <a:prstGeom prst="rect">
              <a:avLst/>
            </a:prstGeom>
            <a:solidFill>
              <a:srgbClr val="1F7A45"/>
            </a:solidFill>
            <a:ln w="12700">
              <a:solidFill>
                <a:srgbClr val="1F7A45"/>
              </a:solidFill>
              <a:prstDash val="solid"/>
            </a:ln>
          </p:spPr>
          <p:txBody>
            <a:bodyPr/>
            <a:lstStyle/>
            <a:p>
              <a:endParaRPr lang="en-US">
                <a:latin typeface="Aptos" panose="020B0004020202020204" pitchFamily="34" charset="0"/>
              </a:endParaRPr>
            </a:p>
          </p:txBody>
        </p:sp>
        <p:sp>
          <p:nvSpPr>
            <p:cNvPr id="23" name="Text 44">
              <a:extLst>
                <a:ext uri="{FF2B5EF4-FFF2-40B4-BE49-F238E27FC236}">
                  <a16:creationId xmlns:a16="http://schemas.microsoft.com/office/drawing/2014/main" id="{D5901501-399C-E955-8423-F6388657119A}"/>
                </a:ext>
              </a:extLst>
            </p:cNvPr>
            <p:cNvSpPr txBox="1"/>
            <p:nvPr/>
          </p:nvSpPr>
          <p:spPr>
            <a:xfrm>
              <a:off x="6080760" y="2377440"/>
              <a:ext cx="5687568" cy="256032"/>
            </a:xfrm>
            <a:prstGeom prst="rect">
              <a:avLst/>
            </a:prstGeom>
            <a:noFill/>
            <a:ln/>
          </p:spPr>
          <p:txBody>
            <a:bodyPr wrap="square" lIns="0" tIns="0" rIns="0" bIns="0" rtlCol="0" anchor="ctr"/>
            <a:lstStyle/>
            <a:p>
              <a:pPr marL="0" indent="0">
                <a:buNone/>
              </a:pPr>
              <a:r>
                <a:rPr lang="en-US" sz="1100" b="1">
                  <a:solidFill>
                    <a:srgbClr val="FFFFFF"/>
                  </a:solidFill>
                  <a:latin typeface="Aptos" panose="020B0004020202020204" pitchFamily="34" charset="0"/>
                  <a:ea typeface="Aptos" pitchFamily="34" charset="-122"/>
                  <a:cs typeface="Aptos" pitchFamily="34" charset="-120"/>
                </a:rPr>
                <a:t>Skills &amp; Technologies</a:t>
              </a:r>
              <a:endParaRPr lang="en-US" sz="1100">
                <a:latin typeface="Aptos" panose="020B0004020202020204" pitchFamily="34" charset="0"/>
              </a:endParaRPr>
            </a:p>
          </p:txBody>
        </p:sp>
        <p:sp>
          <p:nvSpPr>
            <p:cNvPr id="24" name="Text 45">
              <a:extLst>
                <a:ext uri="{FF2B5EF4-FFF2-40B4-BE49-F238E27FC236}">
                  <a16:creationId xmlns:a16="http://schemas.microsoft.com/office/drawing/2014/main" id="{69FA73CC-58C3-D369-4A6E-6942691B915A}"/>
                </a:ext>
              </a:extLst>
            </p:cNvPr>
            <p:cNvSpPr txBox="1"/>
            <p:nvPr/>
          </p:nvSpPr>
          <p:spPr>
            <a:xfrm>
              <a:off x="6007608" y="2670048"/>
              <a:ext cx="5797296" cy="914400"/>
            </a:xfrm>
            <a:prstGeom prst="rect">
              <a:avLst/>
            </a:prstGeom>
            <a:noFill/>
            <a:ln/>
          </p:spPr>
          <p:txBody>
            <a:bodyPr wrap="square" lIns="0" tIns="0" rIns="0" bIns="0" rtlCol="0" anchor="t"/>
            <a:lstStyle/>
            <a:p>
              <a:pPr marL="342900" indent="-342900">
                <a:lnSpc>
                  <a:spcPct val="88000"/>
                </a:lnSpc>
                <a:spcAft>
                  <a:spcPts val="200"/>
                </a:spcAft>
                <a:buSzPct val="100000"/>
                <a:buChar char="▪"/>
              </a:pPr>
              <a:r>
                <a:rPr lang="en-US" sz="1000" b="1">
                  <a:solidFill>
                    <a:srgbClr val="262626"/>
                  </a:solidFill>
                  <a:latin typeface="Aptos" panose="020B0004020202020204" pitchFamily="34" charset="0"/>
                  <a:ea typeface="Aptos" pitchFamily="34" charset="-122"/>
                  <a:cs typeface="Aptos" pitchFamily="34" charset="-120"/>
                </a:rPr>
                <a:t>Databases: </a:t>
              </a:r>
              <a:r>
                <a:rPr lang="en-US" sz="1000">
                  <a:solidFill>
                    <a:srgbClr val="262626"/>
                  </a:solidFill>
                  <a:latin typeface="Aptos" panose="020B0004020202020204" pitchFamily="34" charset="0"/>
                  <a:ea typeface="Aptos" pitchFamily="34" charset="-122"/>
                  <a:cs typeface="Aptos" pitchFamily="34" charset="-120"/>
                </a:rPr>
                <a:t>MS SQL Server, IBM DB2, PostgreSQL, MySQL, PL/SQL — database design, complex queries, optimization</a:t>
              </a:r>
              <a:endParaRPr lang="en-US" sz="1000">
                <a:latin typeface="Aptos" panose="020B0004020202020204" pitchFamily="34" charset="0"/>
              </a:endParaRPr>
            </a:p>
            <a:p>
              <a:pPr marL="342900" indent="-342900">
                <a:lnSpc>
                  <a:spcPct val="88000"/>
                </a:lnSpc>
                <a:spcAft>
                  <a:spcPts val="200"/>
                </a:spcAft>
                <a:buSzPct val="100000"/>
                <a:buChar char="▪"/>
              </a:pPr>
              <a:r>
                <a:rPr lang="en-US" sz="1000" b="1">
                  <a:solidFill>
                    <a:srgbClr val="262626"/>
                  </a:solidFill>
                  <a:latin typeface="Aptos" panose="020B0004020202020204" pitchFamily="34" charset="0"/>
                  <a:ea typeface="Aptos" pitchFamily="34" charset="-122"/>
                  <a:cs typeface="Aptos" pitchFamily="34" charset="-120"/>
                </a:rPr>
                <a:t>ETL &amp; Data Migration: </a:t>
              </a:r>
              <a:r>
                <a:rPr lang="en-US" sz="1000">
                  <a:solidFill>
                    <a:srgbClr val="262626"/>
                  </a:solidFill>
                  <a:latin typeface="Aptos" panose="020B0004020202020204" pitchFamily="34" charset="0"/>
                  <a:ea typeface="Aptos" pitchFamily="34" charset="-122"/>
                  <a:cs typeface="Aptos" pitchFamily="34" charset="-120"/>
                </a:rPr>
                <a:t>Data migration, data mirroring, automated data-population scripting, cross-database project migrations, data pipeline design</a:t>
              </a:r>
              <a:endParaRPr lang="en-US" sz="1000">
                <a:latin typeface="Aptos" panose="020B0004020202020204" pitchFamily="34" charset="0"/>
              </a:endParaRPr>
            </a:p>
            <a:p>
              <a:pPr marL="342900" indent="-342900">
                <a:lnSpc>
                  <a:spcPct val="88000"/>
                </a:lnSpc>
                <a:spcAft>
                  <a:spcPts val="200"/>
                </a:spcAft>
                <a:buSzPct val="100000"/>
                <a:buChar char="▪"/>
              </a:pPr>
              <a:r>
                <a:rPr lang="en-US" sz="1000" b="1">
                  <a:solidFill>
                    <a:srgbClr val="262626"/>
                  </a:solidFill>
                  <a:latin typeface="Aptos" panose="020B0004020202020204" pitchFamily="34" charset="0"/>
                  <a:ea typeface="Aptos" pitchFamily="34" charset="-122"/>
                  <a:cs typeface="Aptos" pitchFamily="34" charset="-120"/>
                </a:rPr>
                <a:t>Performance, Cloud &amp; Tools: </a:t>
              </a:r>
              <a:r>
                <a:rPr lang="en-US" sz="1000">
                  <a:solidFill>
                    <a:srgbClr val="262626"/>
                  </a:solidFill>
                  <a:latin typeface="Aptos" panose="020B0004020202020204" pitchFamily="34" charset="0"/>
                  <a:ea typeface="Aptos" pitchFamily="34" charset="-122"/>
                  <a:cs typeface="Aptos" pitchFamily="34" charset="-120"/>
                </a:rPr>
                <a:t>Performance tuning &amp; optimization, troubleshooting, backup &amp; recovery strategy, high-availability design; AWS (working knowledge); MSBI, SSIS, SSRS, SSAS (learning); Excel, Word, MS Access</a:t>
              </a:r>
              <a:endParaRPr lang="en-US" sz="1000">
                <a:latin typeface="Aptos" panose="020B0004020202020204" pitchFamily="34" charset="0"/>
              </a:endParaRPr>
            </a:p>
          </p:txBody>
        </p:sp>
        <p:sp>
          <p:nvSpPr>
            <p:cNvPr id="25" name="Shape 46">
              <a:extLst>
                <a:ext uri="{FF2B5EF4-FFF2-40B4-BE49-F238E27FC236}">
                  <a16:creationId xmlns:a16="http://schemas.microsoft.com/office/drawing/2014/main" id="{5CFF1B69-71F5-72F4-4A94-0839B56335B8}"/>
                </a:ext>
              </a:extLst>
            </p:cNvPr>
            <p:cNvSpPr/>
            <p:nvPr/>
          </p:nvSpPr>
          <p:spPr>
            <a:xfrm>
              <a:off x="5971031" y="3805943"/>
              <a:ext cx="5815584" cy="256032"/>
            </a:xfrm>
            <a:prstGeom prst="rect">
              <a:avLst/>
            </a:prstGeom>
            <a:solidFill>
              <a:srgbClr val="1F7A45"/>
            </a:solidFill>
            <a:ln w="12700">
              <a:solidFill>
                <a:srgbClr val="1F7A45"/>
              </a:solidFill>
              <a:prstDash val="solid"/>
            </a:ln>
          </p:spPr>
          <p:txBody>
            <a:bodyPr/>
            <a:lstStyle/>
            <a:p>
              <a:endParaRPr lang="en-US">
                <a:latin typeface="Aptos" panose="020B0004020202020204" pitchFamily="34" charset="0"/>
              </a:endParaRPr>
            </a:p>
          </p:txBody>
        </p:sp>
        <p:sp>
          <p:nvSpPr>
            <p:cNvPr id="26" name="Text 47">
              <a:extLst>
                <a:ext uri="{FF2B5EF4-FFF2-40B4-BE49-F238E27FC236}">
                  <a16:creationId xmlns:a16="http://schemas.microsoft.com/office/drawing/2014/main" id="{B69EAB99-FCD3-E876-F636-77A88B944029}"/>
                </a:ext>
              </a:extLst>
            </p:cNvPr>
            <p:cNvSpPr txBox="1"/>
            <p:nvPr/>
          </p:nvSpPr>
          <p:spPr>
            <a:xfrm>
              <a:off x="6080760" y="3802653"/>
              <a:ext cx="5687568" cy="256032"/>
            </a:xfrm>
            <a:prstGeom prst="rect">
              <a:avLst/>
            </a:prstGeom>
            <a:noFill/>
            <a:ln/>
          </p:spPr>
          <p:txBody>
            <a:bodyPr wrap="square" lIns="0" tIns="0" rIns="0" bIns="0" rtlCol="0" anchor="ctr"/>
            <a:lstStyle/>
            <a:p>
              <a:pPr marL="0" indent="0">
                <a:buNone/>
              </a:pPr>
              <a:r>
                <a:rPr lang="en-US" sz="1100" b="1">
                  <a:solidFill>
                    <a:srgbClr val="FFFFFF"/>
                  </a:solidFill>
                  <a:latin typeface="Aptos" panose="020B0004020202020204" pitchFamily="34" charset="0"/>
                  <a:ea typeface="Aptos" pitchFamily="34" charset="-122"/>
                  <a:cs typeface="Aptos" pitchFamily="34" charset="-120"/>
                </a:rPr>
                <a:t>Professional Experience</a:t>
              </a:r>
              <a:endParaRPr lang="en-US" sz="1100">
                <a:latin typeface="Aptos" panose="020B0004020202020204" pitchFamily="34" charset="0"/>
              </a:endParaRPr>
            </a:p>
          </p:txBody>
        </p:sp>
        <p:sp>
          <p:nvSpPr>
            <p:cNvPr id="27" name="Text 48">
              <a:extLst>
                <a:ext uri="{FF2B5EF4-FFF2-40B4-BE49-F238E27FC236}">
                  <a16:creationId xmlns:a16="http://schemas.microsoft.com/office/drawing/2014/main" id="{67EAFBEB-C9F8-19D0-365F-D65005CE8F3D}"/>
                </a:ext>
              </a:extLst>
            </p:cNvPr>
            <p:cNvSpPr txBox="1"/>
            <p:nvPr/>
          </p:nvSpPr>
          <p:spPr>
            <a:xfrm>
              <a:off x="5989319" y="4151147"/>
              <a:ext cx="5797296" cy="2542032"/>
            </a:xfrm>
            <a:prstGeom prst="rect">
              <a:avLst/>
            </a:prstGeom>
            <a:noFill/>
            <a:ln/>
          </p:spPr>
          <p:txBody>
            <a:bodyPr wrap="square" lIns="0" tIns="0" rIns="0" bIns="0" rtlCol="0" anchor="t"/>
            <a:lstStyle/>
            <a:p>
              <a:pPr marL="171450" indent="-171450">
                <a:lnSpc>
                  <a:spcPct val="82000"/>
                </a:lnSpc>
                <a:spcAft>
                  <a:spcPts val="100"/>
                </a:spcAft>
                <a:buSzPct val="100000"/>
                <a:buFont typeface="Arial" panose="020B0604020202020204" pitchFamily="34" charset="0"/>
                <a:buChar char="•"/>
              </a:pPr>
              <a:r>
                <a:rPr lang="en-US" sz="1000" b="1">
                  <a:solidFill>
                    <a:srgbClr val="262626"/>
                  </a:solidFill>
                  <a:latin typeface="Aptos" panose="020B0004020202020204" pitchFamily="34" charset="0"/>
                  <a:ea typeface="Aptos" pitchFamily="34" charset="-122"/>
                  <a:cs typeface="Aptos" pitchFamily="34" charset="-120"/>
                </a:rPr>
                <a:t>Associate Team Lead, Nagarro, Jaipur | May 2021–Current: </a:t>
              </a:r>
              <a:r>
                <a:rPr lang="en-US" sz="1000">
                  <a:solidFill>
                    <a:srgbClr val="262626"/>
                  </a:solidFill>
                  <a:latin typeface="Aptos" panose="020B0004020202020204" pitchFamily="34" charset="0"/>
                  <a:ea typeface="Aptos" pitchFamily="34" charset="-122"/>
                  <a:cs typeface="Aptos" pitchFamily="34" charset="-120"/>
                </a:rPr>
                <a:t>Own database architecture end-to-end; design optimized, scalable structures from client requirements. Build monitoring, tuning and backup/recovery procedures; optimize complex T-SQL queries, views and stored procedures across multi-database environments; manage large PostgreSQL and IBM DB2 datasets with automated ETL for weekly file population; deliver migrations, mirroring and cross-system transfers; resolve bottlenecks via table partitioning; author business reporting and documentation.</a:t>
              </a:r>
              <a:endParaRPr lang="en-US" sz="1000">
                <a:latin typeface="Aptos" panose="020B0004020202020204" pitchFamily="34" charset="0"/>
              </a:endParaRPr>
            </a:p>
            <a:p>
              <a:pPr marL="171450" indent="-171450">
                <a:lnSpc>
                  <a:spcPct val="82000"/>
                </a:lnSpc>
                <a:spcAft>
                  <a:spcPts val="100"/>
                </a:spcAft>
                <a:buSzPct val="100000"/>
                <a:buFont typeface="Arial" panose="020B0604020202020204" pitchFamily="34" charset="0"/>
                <a:buChar char="•"/>
              </a:pPr>
              <a:r>
                <a:rPr lang="en-US" sz="1000" b="1">
                  <a:solidFill>
                    <a:srgbClr val="262626"/>
                  </a:solidFill>
                  <a:latin typeface="Aptos" panose="020B0004020202020204" pitchFamily="34" charset="0"/>
                  <a:ea typeface="Aptos" pitchFamily="34" charset="-122"/>
                  <a:cs typeface="Aptos" pitchFamily="34" charset="-120"/>
                </a:rPr>
                <a:t>Senior Software Engineer, NIC (Velocis Pvt. Ltd.) | Apr 2020–May 2021: </a:t>
              </a:r>
              <a:r>
                <a:rPr lang="en-US" sz="1000">
                  <a:solidFill>
                    <a:srgbClr val="262626"/>
                  </a:solidFill>
                  <a:latin typeface="Aptos" panose="020B0004020202020204" pitchFamily="34" charset="0"/>
                  <a:ea typeface="Aptos" pitchFamily="34" charset="-122"/>
                  <a:cs typeface="Aptos" pitchFamily="34" charset="-120"/>
                </a:rPr>
                <a:t>Created system monitoring, recovery, backup and optimization procedures; maintained complex T-SQL queries, views and stored procedures in a multi-database environment; deployed and tuned applications and documented business reports.</a:t>
              </a:r>
              <a:endParaRPr lang="en-US" sz="1000">
                <a:latin typeface="Aptos" panose="020B0004020202020204" pitchFamily="34" charset="0"/>
              </a:endParaRPr>
            </a:p>
            <a:p>
              <a:pPr marL="171450" indent="-171450">
                <a:lnSpc>
                  <a:spcPct val="82000"/>
                </a:lnSpc>
                <a:spcAft>
                  <a:spcPts val="100"/>
                </a:spcAft>
                <a:buSzPct val="100000"/>
                <a:buFont typeface="Arial" panose="020B0604020202020204" pitchFamily="34" charset="0"/>
                <a:buChar char="•"/>
              </a:pPr>
              <a:r>
                <a:rPr lang="en-US" sz="1000" b="1">
                  <a:solidFill>
                    <a:srgbClr val="262626"/>
                  </a:solidFill>
                  <a:latin typeface="Aptos" panose="020B0004020202020204" pitchFamily="34" charset="0"/>
                  <a:ea typeface="Aptos" pitchFamily="34" charset="-122"/>
                  <a:cs typeface="Aptos" pitchFamily="34" charset="-120"/>
                </a:rPr>
                <a:t>Software Engineer, NIC (SISL Pvt. Ltd.) | May 2017–Mar 2020: </a:t>
              </a:r>
              <a:r>
                <a:rPr lang="en-US" sz="1000">
                  <a:solidFill>
                    <a:srgbClr val="262626"/>
                  </a:solidFill>
                  <a:latin typeface="Aptos" panose="020B0004020202020204" pitchFamily="34" charset="0"/>
                  <a:ea typeface="Aptos" pitchFamily="34" charset="-122"/>
                  <a:cs typeface="Aptos" pitchFamily="34" charset="-120"/>
                </a:rPr>
                <a:t>Finance-domain government projects — GST, e-GRAS and RBI e-Kuber. Designed stable databases, gathered requirements and built extraction processes using tables, triggers, stored procedures, views, indexes and joins; applied R for data prediction.</a:t>
              </a:r>
              <a:endParaRPr lang="en-US" sz="1000">
                <a:latin typeface="Aptos" panose="020B0004020202020204" pitchFamily="34" charset="0"/>
              </a:endParaRPr>
            </a:p>
            <a:p>
              <a:pPr marL="171450" indent="-171450">
                <a:lnSpc>
                  <a:spcPct val="82000"/>
                </a:lnSpc>
                <a:spcAft>
                  <a:spcPts val="100"/>
                </a:spcAft>
                <a:buSzPct val="100000"/>
                <a:buFont typeface="Arial" panose="020B0604020202020204" pitchFamily="34" charset="0"/>
                <a:buChar char="•"/>
              </a:pPr>
              <a:r>
                <a:rPr lang="en-US" sz="1000" b="1">
                  <a:solidFill>
                    <a:srgbClr val="262626"/>
                  </a:solidFill>
                  <a:latin typeface="Aptos" panose="020B0004020202020204" pitchFamily="34" charset="0"/>
                  <a:ea typeface="Aptos" pitchFamily="34" charset="-122"/>
                  <a:cs typeface="Aptos" pitchFamily="34" charset="-120"/>
                </a:rPr>
                <a:t>Junior Software Engineer, UMC Technologies (Celeste) | Aug 2016–May 2017: </a:t>
              </a:r>
              <a:r>
                <a:rPr lang="en-US" sz="1000">
                  <a:solidFill>
                    <a:srgbClr val="262626"/>
                  </a:solidFill>
                  <a:latin typeface="Aptos" panose="020B0004020202020204" pitchFamily="34" charset="0"/>
                  <a:ea typeface="Aptos" pitchFamily="34" charset="-122"/>
                  <a:cs typeface="Aptos" pitchFamily="34" charset="-120"/>
                </a:rPr>
                <a:t>Student-education data processing for RUHS Jaipur, ICAR and West Bengal Education Department; built an online form-filling application, rules engines for result processing and counseling, and complex stored procedures.</a:t>
              </a:r>
              <a:endParaRPr lang="en-US" sz="1000">
                <a:latin typeface="Aptos" panose="020B0004020202020204" pitchFamily="34" charset="0"/>
              </a:endParaRPr>
            </a:p>
          </p:txBody>
        </p:sp>
      </p:grpSp>
      <p:grpSp>
        <p:nvGrpSpPr>
          <p:cNvPr id="29" name="Group 28">
            <a:extLst>
              <a:ext uri="{FF2B5EF4-FFF2-40B4-BE49-F238E27FC236}">
                <a16:creationId xmlns:a16="http://schemas.microsoft.com/office/drawing/2014/main" id="{BB132456-4F97-32DF-D446-8462432F61AC}"/>
              </a:ext>
            </a:extLst>
          </p:cNvPr>
          <p:cNvGrpSpPr/>
          <p:nvPr/>
        </p:nvGrpSpPr>
        <p:grpSpPr>
          <a:xfrm>
            <a:off x="135189" y="1862938"/>
            <a:ext cx="5709331" cy="247440"/>
            <a:chOff x="6310816" y="1976502"/>
            <a:chExt cx="5709331" cy="247440"/>
          </a:xfrm>
        </p:grpSpPr>
        <p:sp>
          <p:nvSpPr>
            <p:cNvPr id="30" name="Shape 38">
              <a:extLst>
                <a:ext uri="{FF2B5EF4-FFF2-40B4-BE49-F238E27FC236}">
                  <a16:creationId xmlns:a16="http://schemas.microsoft.com/office/drawing/2014/main" id="{740D05F5-B8CE-BEBD-A6C6-93846BF49BD6}"/>
                </a:ext>
              </a:extLst>
            </p:cNvPr>
            <p:cNvSpPr/>
            <p:nvPr/>
          </p:nvSpPr>
          <p:spPr>
            <a:xfrm>
              <a:off x="6310816" y="1976502"/>
              <a:ext cx="5709331" cy="245306"/>
            </a:xfrm>
            <a:prstGeom prst="rect">
              <a:avLst/>
            </a:prstGeom>
            <a:solidFill>
              <a:srgbClr val="1F7A45"/>
            </a:solidFill>
            <a:ln w="12700">
              <a:solidFill>
                <a:srgbClr val="1F7A45"/>
              </a:solidFill>
              <a:prstDash val="solid"/>
            </a:ln>
          </p:spPr>
          <p:txBody>
            <a:bodyPr/>
            <a:lstStyle/>
            <a:p>
              <a:endParaRPr lang="en-US">
                <a:solidFill>
                  <a:prstClr val="black"/>
                </a:solidFill>
                <a:latin typeface="Aptos" panose="020B0004020202020204" pitchFamily="34" charset="0"/>
              </a:endParaRPr>
            </a:p>
          </p:txBody>
        </p:sp>
        <p:sp>
          <p:nvSpPr>
            <p:cNvPr id="31" name="Text 39">
              <a:extLst>
                <a:ext uri="{FF2B5EF4-FFF2-40B4-BE49-F238E27FC236}">
                  <a16:creationId xmlns:a16="http://schemas.microsoft.com/office/drawing/2014/main" id="{6675F0E6-231C-5D23-2E9D-27B3E987AEAB}"/>
                </a:ext>
              </a:extLst>
            </p:cNvPr>
            <p:cNvSpPr txBox="1"/>
            <p:nvPr/>
          </p:nvSpPr>
          <p:spPr>
            <a:xfrm>
              <a:off x="6415836" y="1978636"/>
              <a:ext cx="5575668" cy="245306"/>
            </a:xfrm>
            <a:prstGeom prst="rect">
              <a:avLst/>
            </a:prstGeom>
            <a:noFill/>
            <a:ln/>
          </p:spPr>
          <p:txBody>
            <a:bodyPr wrap="square" lIns="0" tIns="0" rIns="0" bIns="0" rtlCol="0" anchor="ctr"/>
            <a:lstStyle/>
            <a:p>
              <a:r>
                <a:rPr lang="en-US" sz="1200" b="1">
                  <a:solidFill>
                    <a:srgbClr val="FFFFFF"/>
                  </a:solidFill>
                  <a:latin typeface="Aptos" panose="020B0004020202020204" pitchFamily="34" charset="0"/>
                  <a:ea typeface="Cambria" pitchFamily="34" charset="-122"/>
                  <a:cs typeface="Cambria" pitchFamily="34" charset="-120"/>
                </a:rPr>
                <a:t>Core Competencies</a:t>
              </a:r>
              <a:endParaRPr lang="en-US" sz="1200">
                <a:solidFill>
                  <a:prstClr val="black"/>
                </a:solidFill>
                <a:latin typeface="Aptos" panose="020B0004020202020204" pitchFamily="34" charset="0"/>
              </a:endParaRPr>
            </a:p>
          </p:txBody>
        </p:sp>
      </p:grpSp>
      <p:pic>
        <p:nvPicPr>
          <p:cNvPr id="33" name="Picture 32">
            <a:extLst>
              <a:ext uri="{FF2B5EF4-FFF2-40B4-BE49-F238E27FC236}">
                <a16:creationId xmlns:a16="http://schemas.microsoft.com/office/drawing/2014/main" id="{E6A553F1-9DD3-AE10-B88C-24822E91E8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502" y="481933"/>
            <a:ext cx="741450" cy="741472"/>
          </a:xfrm>
          <a:prstGeom prst="rect">
            <a:avLst/>
          </a:prstGeom>
        </p:spPr>
      </p:pic>
    </p:spTree>
    <p:extLst>
      <p:ext uri="{BB962C8B-B14F-4D97-AF65-F5344CB8AC3E}">
        <p14:creationId xmlns:p14="http://schemas.microsoft.com/office/powerpoint/2010/main" val="126630074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BE65E-FCD6-A238-6B76-B22F9045928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7AB8077-CBC3-0711-16F1-5C0F77477D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4" name="Rectangle 3">
            <a:extLst>
              <a:ext uri="{FF2B5EF4-FFF2-40B4-BE49-F238E27FC236}">
                <a16:creationId xmlns:a16="http://schemas.microsoft.com/office/drawing/2014/main" id="{88249E9B-8201-F5A0-35B1-5F3F4ADDED9C}"/>
              </a:ext>
            </a:extLst>
          </p:cNvPr>
          <p:cNvSpPr/>
          <p:nvPr/>
        </p:nvSpPr>
        <p:spPr>
          <a:xfrm>
            <a:off x="496956" y="487017"/>
            <a:ext cx="3796747" cy="1977887"/>
          </a:xfrm>
          <a:prstGeom prst="rect">
            <a:avLst/>
          </a:prstGeom>
          <a:gradFill>
            <a:gsLst>
              <a:gs pos="0">
                <a:sysClr val="window" lastClr="FFFFFF"/>
              </a:gs>
              <a:gs pos="91000">
                <a:srgbClr val="ABC2DE"/>
              </a:gs>
              <a:gs pos="0">
                <a:srgbClr val="D8DCE0"/>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a:ln>
                  <a:noFill/>
                </a:ln>
                <a:solidFill>
                  <a:srgbClr val="002753"/>
                </a:solidFill>
                <a:effectLst/>
                <a:uLnTx/>
                <a:uFillTx/>
                <a:latin typeface="Aptos" panose="020B0004020202020204" pitchFamily="34" charset="0"/>
                <a:ea typeface="+mn-ea"/>
                <a:cs typeface="+mn-cs"/>
              </a:rPr>
              <a:t>5. Our Experience</a:t>
            </a:r>
            <a:endParaRPr kumimoji="0" lang="en-IN" sz="4200" b="1" i="0" u="none" strike="noStrike" kern="1200" cap="none" spc="0" normalizeH="0" baseline="0" noProof="0">
              <a:ln>
                <a:noFill/>
              </a:ln>
              <a:solidFill>
                <a:srgbClr val="002753"/>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157904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B0AE7-6D85-28C6-9AC5-74F9119828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718D5-2647-9CC4-61FE-67C831795D6D}"/>
              </a:ext>
            </a:extLst>
          </p:cNvPr>
          <p:cNvSpPr>
            <a:spLocks noGrp="1"/>
          </p:cNvSpPr>
          <p:nvPr>
            <p:ph type="title"/>
          </p:nvPr>
        </p:nvSpPr>
        <p:spPr>
          <a:xfrm>
            <a:off x="501649" y="304800"/>
            <a:ext cx="11412000" cy="342900"/>
          </a:xfrm>
        </p:spPr>
        <p:txBody>
          <a:bodyPr rIns="0"/>
          <a:lstStyle/>
          <a:p>
            <a:r>
              <a:rPr lang="en-US"/>
              <a:t>Our Experience</a:t>
            </a:r>
            <a:endParaRPr lang="en-IN"/>
          </a:p>
        </p:txBody>
      </p:sp>
      <p:sp>
        <p:nvSpPr>
          <p:cNvPr id="5" name="Slide Number Placeholder 4">
            <a:extLst>
              <a:ext uri="{FF2B5EF4-FFF2-40B4-BE49-F238E27FC236}">
                <a16:creationId xmlns:a16="http://schemas.microsoft.com/office/drawing/2014/main" id="{ADB25AFB-A76F-9604-1593-6DECD0836CF9}"/>
              </a:ext>
            </a:extLst>
          </p:cNvPr>
          <p:cNvSpPr>
            <a:spLocks noGrp="1"/>
          </p:cNvSpPr>
          <p:nvPr>
            <p:ph type="sldNum" sz="quarter" idx="4"/>
          </p:nvPr>
        </p:nvSpPr>
        <p:spPr/>
        <p:txBody>
          <a:bodyPr/>
          <a:lstStyle/>
          <a:p>
            <a:fld id="{39E7427F-21AC-4FC2-AC74-F5AF5A475796}" type="slidenum">
              <a:rPr lang="en-IN" smtClean="0"/>
              <a:pPr/>
              <a:t>29</a:t>
            </a:fld>
            <a:endParaRPr lang="en-IN"/>
          </a:p>
        </p:txBody>
      </p:sp>
      <p:graphicFrame>
        <p:nvGraphicFramePr>
          <p:cNvPr id="6" name="Table 5">
            <a:extLst>
              <a:ext uri="{FF2B5EF4-FFF2-40B4-BE49-F238E27FC236}">
                <a16:creationId xmlns:a16="http://schemas.microsoft.com/office/drawing/2014/main" id="{BB016869-567D-FFC6-F613-16F973D0E21C}"/>
              </a:ext>
            </a:extLst>
          </p:cNvPr>
          <p:cNvGraphicFramePr>
            <a:graphicFrameLocks noGrp="1"/>
          </p:cNvGraphicFramePr>
          <p:nvPr>
            <p:extLst>
              <p:ext uri="{D42A27DB-BD31-4B8C-83A1-F6EECF244321}">
                <p14:modId xmlns:p14="http://schemas.microsoft.com/office/powerpoint/2010/main" val="2345324595"/>
              </p:ext>
            </p:extLst>
          </p:nvPr>
        </p:nvGraphicFramePr>
        <p:xfrm>
          <a:off x="101600" y="647701"/>
          <a:ext cx="11988800" cy="6196584"/>
        </p:xfrm>
        <a:graphic>
          <a:graphicData uri="http://schemas.openxmlformats.org/drawingml/2006/table">
            <a:tbl>
              <a:tblPr firstRow="1" bandRow="1"/>
              <a:tblGrid>
                <a:gridCol w="356566">
                  <a:extLst>
                    <a:ext uri="{9D8B030D-6E8A-4147-A177-3AD203B41FA5}">
                      <a16:colId xmlns:a16="http://schemas.microsoft.com/office/drawing/2014/main" val="20000"/>
                    </a:ext>
                  </a:extLst>
                </a:gridCol>
                <a:gridCol w="2883748">
                  <a:extLst>
                    <a:ext uri="{9D8B030D-6E8A-4147-A177-3AD203B41FA5}">
                      <a16:colId xmlns:a16="http://schemas.microsoft.com/office/drawing/2014/main" val="20001"/>
                    </a:ext>
                  </a:extLst>
                </a:gridCol>
                <a:gridCol w="1503896">
                  <a:extLst>
                    <a:ext uri="{9D8B030D-6E8A-4147-A177-3AD203B41FA5}">
                      <a16:colId xmlns:a16="http://schemas.microsoft.com/office/drawing/2014/main" val="20002"/>
                    </a:ext>
                  </a:extLst>
                </a:gridCol>
                <a:gridCol w="798732">
                  <a:extLst>
                    <a:ext uri="{9D8B030D-6E8A-4147-A177-3AD203B41FA5}">
                      <a16:colId xmlns:a16="http://schemas.microsoft.com/office/drawing/2014/main" val="20003"/>
                    </a:ext>
                  </a:extLst>
                </a:gridCol>
                <a:gridCol w="682975">
                  <a:extLst>
                    <a:ext uri="{9D8B030D-6E8A-4147-A177-3AD203B41FA5}">
                      <a16:colId xmlns:a16="http://schemas.microsoft.com/office/drawing/2014/main" val="20005"/>
                    </a:ext>
                  </a:extLst>
                </a:gridCol>
                <a:gridCol w="706126">
                  <a:extLst>
                    <a:ext uri="{9D8B030D-6E8A-4147-A177-3AD203B41FA5}">
                      <a16:colId xmlns:a16="http://schemas.microsoft.com/office/drawing/2014/main" val="20006"/>
                    </a:ext>
                  </a:extLst>
                </a:gridCol>
                <a:gridCol w="845036">
                  <a:extLst>
                    <a:ext uri="{9D8B030D-6E8A-4147-A177-3AD203B41FA5}">
                      <a16:colId xmlns:a16="http://schemas.microsoft.com/office/drawing/2014/main" val="20007"/>
                    </a:ext>
                  </a:extLst>
                </a:gridCol>
                <a:gridCol w="845036">
                  <a:extLst>
                    <a:ext uri="{9D8B030D-6E8A-4147-A177-3AD203B41FA5}">
                      <a16:colId xmlns:a16="http://schemas.microsoft.com/office/drawing/2014/main" val="20008"/>
                    </a:ext>
                  </a:extLst>
                </a:gridCol>
                <a:gridCol w="784484">
                  <a:extLst>
                    <a:ext uri="{9D8B030D-6E8A-4147-A177-3AD203B41FA5}">
                      <a16:colId xmlns:a16="http://schemas.microsoft.com/office/drawing/2014/main" val="20009"/>
                    </a:ext>
                  </a:extLst>
                </a:gridCol>
                <a:gridCol w="829993">
                  <a:extLst>
                    <a:ext uri="{9D8B030D-6E8A-4147-A177-3AD203B41FA5}">
                      <a16:colId xmlns:a16="http://schemas.microsoft.com/office/drawing/2014/main" val="20010"/>
                    </a:ext>
                  </a:extLst>
                </a:gridCol>
                <a:gridCol w="945270">
                  <a:extLst>
                    <a:ext uri="{9D8B030D-6E8A-4147-A177-3AD203B41FA5}">
                      <a16:colId xmlns:a16="http://schemas.microsoft.com/office/drawing/2014/main" val="20011"/>
                    </a:ext>
                  </a:extLst>
                </a:gridCol>
                <a:gridCol w="806938">
                  <a:extLst>
                    <a:ext uri="{9D8B030D-6E8A-4147-A177-3AD203B41FA5}">
                      <a16:colId xmlns:a16="http://schemas.microsoft.com/office/drawing/2014/main" val="20012"/>
                    </a:ext>
                  </a:extLst>
                </a:gridCol>
              </a:tblGrid>
              <a:tr h="67847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100" b="1">
                          <a:solidFill>
                            <a:srgbClr val="FFFFFF"/>
                          </a:solidFill>
                          <a:latin typeface="Aptos" panose="020B0004020202020204" pitchFamily="34" charset="0"/>
                        </a:rPr>
                        <a:t>S. No.</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D839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100" b="1">
                          <a:solidFill>
                            <a:srgbClr val="FFFFFF"/>
                          </a:solidFill>
                          <a:latin typeface="Aptos" panose="020B0004020202020204" pitchFamily="34" charset="0"/>
                        </a:rPr>
                        <a:t>Project Name &amp; Client</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D839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100" b="1">
                          <a:solidFill>
                            <a:srgbClr val="FFFFFF"/>
                          </a:solidFill>
                          <a:latin typeface="Aptos" panose="020B0004020202020204" pitchFamily="34" charset="0"/>
                        </a:rPr>
                        <a:t>Sector / Department</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D839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100" b="1">
                          <a:solidFill>
                            <a:srgbClr val="FFFFFF"/>
                          </a:solidFill>
                          <a:latin typeface="Aptos" panose="020B0004020202020204" pitchFamily="34" charset="0"/>
                        </a:rPr>
                        <a:t>Project Duration</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D839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100" b="1">
                          <a:solidFill>
                            <a:srgbClr val="FFFFFF"/>
                          </a:solidFill>
                          <a:latin typeface="Aptos" panose="020B0004020202020204" pitchFamily="34" charset="0"/>
                        </a:rPr>
                        <a:t>Revenue Analysis &amp; Enhancement</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D839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100" b="1">
                          <a:solidFill>
                            <a:srgbClr val="FFFFFF"/>
                          </a:solidFill>
                          <a:latin typeface="Aptos" panose="020B0004020202020204" pitchFamily="34" charset="0"/>
                        </a:rPr>
                        <a:t>Policy / Regulatory Review</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D839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100" b="1">
                          <a:solidFill>
                            <a:srgbClr val="FFFFFF"/>
                          </a:solidFill>
                          <a:latin typeface="Aptos" panose="020B0004020202020204" pitchFamily="34" charset="0"/>
                        </a:rPr>
                        <a:t>Land Governance &amp; Revenue Administration</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D839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100" b="1">
                          <a:solidFill>
                            <a:srgbClr val="FFFFFF"/>
                          </a:solidFill>
                          <a:latin typeface="Aptos" panose="020B0004020202020204" pitchFamily="34" charset="0"/>
                        </a:rPr>
                        <a:t>Process Re-engineering &amp; SOP Development</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D839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100" b="1">
                          <a:solidFill>
                            <a:srgbClr val="FFFFFF"/>
                          </a:solidFill>
                          <a:latin typeface="Aptos" panose="020B0004020202020204" pitchFamily="34" charset="0"/>
                        </a:rPr>
                        <a:t>Citizen Service Improvement</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D839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100" b="1">
                          <a:solidFill>
                            <a:srgbClr val="FFFFFF"/>
                          </a:solidFill>
                          <a:latin typeface="Aptos" panose="020B0004020202020204" pitchFamily="34" charset="0"/>
                        </a:rPr>
                        <a:t>Data Integration / API Framework</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D839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100" b="1">
                          <a:solidFill>
                            <a:srgbClr val="FFFFFF"/>
                          </a:solidFill>
                          <a:latin typeface="Aptos" panose="020B0004020202020204" pitchFamily="34" charset="0"/>
                        </a:rPr>
                        <a:t>IT Systems Assessment &amp; Digitization Roadmap</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D839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100" b="1">
                          <a:solidFill>
                            <a:srgbClr val="FFFFFF"/>
                          </a:solidFill>
                          <a:latin typeface="Aptos" panose="020B0004020202020204" pitchFamily="34" charset="0"/>
                        </a:rPr>
                        <a:t>Dashboard / Analytics / MIS</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D8390"/>
                    </a:solidFill>
                  </a:tcPr>
                </a:tc>
                <a:extLst>
                  <a:ext uri="{0D108BD9-81ED-4DB2-BD59-A6C34878D82A}">
                    <a16:rowId xmlns:a16="http://schemas.microsoft.com/office/drawing/2014/main" val="10000"/>
                  </a:ext>
                </a:extLst>
              </a:tr>
              <a:tr h="67847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1</a:t>
                      </a:r>
                    </a:p>
                  </a:txBody>
                  <a:tcPr marL="22860" marR="22860" marT="18288" marB="1828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100" b="0">
                          <a:solidFill>
                            <a:srgbClr val="2B3036"/>
                          </a:solidFill>
                          <a:latin typeface="Aptos" panose="020B0004020202020204" pitchFamily="34" charset="0"/>
                        </a:rPr>
                        <a:t>Preparation of Scientific Framework of Market Value Management System for Directorate of Registration and Stamp Revenue</a:t>
                      </a:r>
                      <a:endParaRPr lang="en-US" sz="1100" b="0" strike="sngStrike">
                        <a:solidFill>
                          <a:srgbClr val="2B3036"/>
                        </a:solidFill>
                        <a:latin typeface="Aptos" panose="020B0004020202020204" pitchFamily="34" charset="0"/>
                      </a:endParaRPr>
                    </a:p>
                    <a:p>
                      <a:pPr algn="l"/>
                      <a:r>
                        <a:rPr lang="en-US" sz="1100" b="1">
                          <a:solidFill>
                            <a:srgbClr val="2B3036"/>
                          </a:solidFill>
                          <a:latin typeface="Aptos" panose="020B0004020202020204" pitchFamily="34" charset="0"/>
                        </a:rPr>
                        <a:t>Directorate of Registration and Stamp Revenue, Government of West Bengal</a:t>
                      </a:r>
                    </a:p>
                  </a:txBody>
                  <a:tcPr marL="22860" marR="22860" marT="18288" marB="1828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Registration &amp; Stamp Revenue</a:t>
                      </a:r>
                    </a:p>
                  </a:txBody>
                  <a:tcPr marL="22860" marR="22860" marT="18288" marB="1828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01/2019–10/2024</a:t>
                      </a:r>
                    </a:p>
                  </a:txBody>
                  <a:tcPr marL="22860" marR="22860" marT="18288" marB="1828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0000"/>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0000"/>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extLst>
                  <a:ext uri="{0D108BD9-81ED-4DB2-BD59-A6C34878D82A}">
                    <a16:rowId xmlns:a16="http://schemas.microsoft.com/office/drawing/2014/main" val="10001"/>
                  </a:ext>
                </a:extLst>
              </a:tr>
              <a:tr h="418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2</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100" b="0">
                          <a:solidFill>
                            <a:srgbClr val="2B3036"/>
                          </a:solidFill>
                          <a:latin typeface="Aptos" panose="020B0004020202020204" pitchFamily="34" charset="0"/>
                        </a:rPr>
                        <a:t>Revenue Enhancement Action Plan – Phase II</a:t>
                      </a:r>
                    </a:p>
                    <a:p>
                      <a:pPr algn="l"/>
                      <a:r>
                        <a:rPr lang="en-US" sz="1100" b="1">
                          <a:solidFill>
                            <a:srgbClr val="2B3036"/>
                          </a:solidFill>
                          <a:latin typeface="Aptos" panose="020B0004020202020204" pitchFamily="34" charset="0"/>
                        </a:rPr>
                        <a:t>Directorate of Land Records, Government of Assam</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Land Records &amp; Surveys</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02/2025–Ongoing</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0000"/>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20000"/>
                      </a:srgbClr>
                    </a:solidFill>
                  </a:tcPr>
                </a:tc>
                <a:extLst>
                  <a:ext uri="{0D108BD9-81ED-4DB2-BD59-A6C34878D82A}">
                    <a16:rowId xmlns:a16="http://schemas.microsoft.com/office/drawing/2014/main" val="10002"/>
                  </a:ext>
                </a:extLst>
              </a:tr>
              <a:tr h="28841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3</a:t>
                      </a:r>
                      <a:endParaRPr sz="1100" b="0">
                        <a:solidFill>
                          <a:srgbClr val="2B3036"/>
                        </a:solidFill>
                        <a:latin typeface="Aptos" panose="020B0004020202020204" pitchFamily="34" charset="0"/>
                      </a:endParaRPr>
                    </a:p>
                  </a:txBody>
                  <a:tcPr marL="22860" marR="22860" marT="18288" marB="18288">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100" b="0">
                          <a:solidFill>
                            <a:srgbClr val="2B3036"/>
                          </a:solidFill>
                          <a:latin typeface="Aptos" panose="020B0004020202020204" pitchFamily="34" charset="0"/>
                        </a:rPr>
                        <a:t>Mizoram Public Resource Management Program (MPRMP) – </a:t>
                      </a:r>
                      <a:r>
                        <a:rPr lang="en-US" sz="1100" b="1">
                          <a:solidFill>
                            <a:srgbClr val="2B3036"/>
                          </a:solidFill>
                          <a:latin typeface="Aptos" panose="020B0004020202020204" pitchFamily="34" charset="0"/>
                        </a:rPr>
                        <a:t>MIS Consultancy and Budget Reform for Government Department </a:t>
                      </a:r>
                    </a:p>
                  </a:txBody>
                  <a:tcPr marL="22860" marR="22860" marT="18288" marB="18288">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Finance, Land Revenue &amp; Settlements, Taxation, Health, Education, PHED, Accounts &amp; Treasuries </a:t>
                      </a:r>
                    </a:p>
                  </a:txBody>
                  <a:tcPr marL="22860" marR="22860" marT="18288" marB="18288">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01/12/2011-01/02/2015</a:t>
                      </a:r>
                      <a:endParaRPr sz="1100" b="0">
                        <a:solidFill>
                          <a:srgbClr val="2B3036"/>
                        </a:solidFill>
                        <a:latin typeface="Aptos" panose="020B0004020202020204" pitchFamily="34" charset="0"/>
                      </a:endParaRPr>
                    </a:p>
                  </a:txBody>
                  <a:tcPr marL="22860" marR="22860" marT="18288" marB="18288">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rgbClr val="127651"/>
                          </a:solidFill>
                          <a:latin typeface="Aptos" panose="020B0004020202020204" pitchFamily="34" charset="0"/>
                        </a:rPr>
                        <a:t>✓</a:t>
                      </a:r>
                    </a:p>
                  </a:txBody>
                  <a:tcPr marL="22860" marR="2286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rgbClr val="127651"/>
                          </a:solidFill>
                          <a:latin typeface="Aptos" panose="020B0004020202020204" pitchFamily="34" charset="0"/>
                        </a:rPr>
                        <a:t>✓</a:t>
                      </a:r>
                    </a:p>
                  </a:txBody>
                  <a:tcPr marL="22860" marR="2286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rgbClr val="127651"/>
                          </a:solidFill>
                          <a:latin typeface="Aptos" panose="020B0004020202020204" pitchFamily="34" charset="0"/>
                        </a:rPr>
                        <a:t>✓</a:t>
                      </a:r>
                    </a:p>
                  </a:txBody>
                  <a:tcPr marL="22860" marR="2286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rgbClr val="127651"/>
                          </a:solidFill>
                          <a:latin typeface="Aptos" panose="020B0004020202020204" pitchFamily="34" charset="0"/>
                        </a:rPr>
                        <a:t>✓</a:t>
                      </a:r>
                    </a:p>
                  </a:txBody>
                  <a:tcPr marL="22860" marR="2286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endParaRPr lang="en-US" sz="1100" b="0">
                        <a:solidFill>
                          <a:srgbClr val="2B3036"/>
                        </a:solidFill>
                        <a:latin typeface="Aptos" panose="020B0004020202020204" pitchFamily="34" charset="0"/>
                      </a:endParaRPr>
                    </a:p>
                  </a:txBody>
                  <a:tcPr marL="22860" marR="2286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a:t>
                      </a:r>
                    </a:p>
                  </a:txBody>
                  <a:tcPr marL="22860" marR="2286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rgbClr val="127651"/>
                          </a:solidFill>
                          <a:latin typeface="Aptos" panose="020B0004020202020204" pitchFamily="34" charset="0"/>
                        </a:rPr>
                        <a:t>✓</a:t>
                      </a:r>
                    </a:p>
                  </a:txBody>
                  <a:tcPr marL="22860" marR="2286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rgbClr val="127651"/>
                          </a:solidFill>
                          <a:latin typeface="Aptos" panose="020B0004020202020204" pitchFamily="34" charset="0"/>
                        </a:rPr>
                        <a:t>✓</a:t>
                      </a:r>
                      <a:endParaRPr lang="en-US" sz="1100" b="0">
                        <a:solidFill>
                          <a:srgbClr val="2B3036"/>
                        </a:solidFill>
                        <a:latin typeface="Aptos" panose="020B0004020202020204" pitchFamily="34" charset="0"/>
                      </a:endParaRPr>
                    </a:p>
                  </a:txBody>
                  <a:tcPr marL="22860" marR="22860" marT="18288" marB="18288"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D8390">
                        <a:tint val="40000"/>
                      </a:srgbClr>
                    </a:solidFill>
                  </a:tcPr>
                </a:tc>
                <a:extLst>
                  <a:ext uri="{0D108BD9-81ED-4DB2-BD59-A6C34878D82A}">
                    <a16:rowId xmlns:a16="http://schemas.microsoft.com/office/drawing/2014/main" val="1263996470"/>
                  </a:ext>
                </a:extLst>
              </a:tr>
              <a:tr h="28841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4</a:t>
                      </a:r>
                    </a:p>
                  </a:txBody>
                  <a:tcPr marL="22860" marR="22860" marT="18288" marB="18288">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100" b="0">
                          <a:solidFill>
                            <a:srgbClr val="2B3036"/>
                          </a:solidFill>
                          <a:latin typeface="Aptos" panose="020B0004020202020204" pitchFamily="34" charset="0"/>
                        </a:rPr>
                        <a:t>Revenue Augmentation </a:t>
                      </a:r>
                    </a:p>
                    <a:p>
                      <a:pPr algn="l"/>
                      <a:r>
                        <a:rPr lang="en-US" sz="1100" b="1">
                          <a:solidFill>
                            <a:srgbClr val="2B3036"/>
                          </a:solidFill>
                          <a:latin typeface="Aptos" panose="020B0004020202020204" pitchFamily="34" charset="0"/>
                        </a:rPr>
                        <a:t>Finance department, Government of Assam</a:t>
                      </a:r>
                    </a:p>
                  </a:txBody>
                  <a:tcPr marL="22860" marR="22860" marT="18288" marB="18288">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Revenue &amp; Disaster Management</a:t>
                      </a:r>
                    </a:p>
                  </a:txBody>
                  <a:tcPr marL="22860" marR="22860" marT="18288" marB="18288">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03/2021–10/2021</a:t>
                      </a:r>
                    </a:p>
                  </a:txBody>
                  <a:tcPr marL="22860" marR="22860" marT="18288" marB="18288">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0000"/>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0000"/>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extLst>
                  <a:ext uri="{0D108BD9-81ED-4DB2-BD59-A6C34878D82A}">
                    <a16:rowId xmlns:a16="http://schemas.microsoft.com/office/drawing/2014/main" val="10003"/>
                  </a:ext>
                </a:extLst>
              </a:tr>
              <a:tr h="67847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5</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100" b="0">
                          <a:solidFill>
                            <a:srgbClr val="2B3036"/>
                          </a:solidFill>
                          <a:latin typeface="Aptos" panose="020B0004020202020204" pitchFamily="34" charset="0"/>
                        </a:rPr>
                        <a:t>Institutional Assessment of the CTD including GST Readiness Assessment and Developing a Road Map</a:t>
                      </a:r>
                    </a:p>
                    <a:p>
                      <a:pPr algn="l"/>
                      <a:r>
                        <a:rPr lang="en-US" sz="1100" b="1">
                          <a:solidFill>
                            <a:srgbClr val="2B3036"/>
                          </a:solidFill>
                          <a:latin typeface="Aptos" panose="020B0004020202020204" pitchFamily="34" charset="0"/>
                        </a:rPr>
                        <a:t>Commercial Taxes Department, </a:t>
                      </a:r>
                    </a:p>
                    <a:p>
                      <a:pPr algn="l"/>
                      <a:r>
                        <a:rPr lang="en-US" sz="1100" b="1">
                          <a:solidFill>
                            <a:srgbClr val="2B3036"/>
                          </a:solidFill>
                          <a:latin typeface="Aptos" panose="020B0004020202020204" pitchFamily="34" charset="0"/>
                        </a:rPr>
                        <a:t>Government of Rajasthan</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Commercial Taxes Department</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04/2017–04/2019</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0000"/>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extLst>
                  <a:ext uri="{0D108BD9-81ED-4DB2-BD59-A6C34878D82A}">
                    <a16:rowId xmlns:a16="http://schemas.microsoft.com/office/drawing/2014/main" val="10004"/>
                  </a:ext>
                </a:extLst>
              </a:tr>
              <a:tr h="418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6</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100" b="0">
                          <a:solidFill>
                            <a:srgbClr val="2B3036"/>
                          </a:solidFill>
                          <a:latin typeface="Aptos" panose="020B0004020202020204" pitchFamily="34" charset="0"/>
                        </a:rPr>
                        <a:t>Hiring of Expert/Consultant for TSU at CTD </a:t>
                      </a:r>
                      <a:r>
                        <a:rPr lang="en-US" sz="1100" b="1">
                          <a:solidFill>
                            <a:srgbClr val="2B3036"/>
                          </a:solidFill>
                          <a:latin typeface="Aptos" panose="020B0004020202020204" pitchFamily="34" charset="0"/>
                        </a:rPr>
                        <a:t>Commercial Taxes Department, </a:t>
                      </a:r>
                    </a:p>
                    <a:p>
                      <a:pPr algn="l"/>
                      <a:r>
                        <a:rPr lang="en-US" sz="1100" b="1">
                          <a:solidFill>
                            <a:srgbClr val="2B3036"/>
                          </a:solidFill>
                          <a:latin typeface="Aptos" panose="020B0004020202020204" pitchFamily="34" charset="0"/>
                        </a:rPr>
                        <a:t>Government of  Rajasthan</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Commercial Tax Department</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03/2024–03/2026</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0000"/>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0000"/>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00684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extLst>
                  <a:ext uri="{0D108BD9-81ED-4DB2-BD59-A6C34878D82A}">
                    <a16:rowId xmlns:a16="http://schemas.microsoft.com/office/drawing/2014/main" val="10005"/>
                  </a:ext>
                </a:extLst>
              </a:tr>
              <a:tr h="54845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7</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100" b="0">
                          <a:solidFill>
                            <a:srgbClr val="2B3036"/>
                          </a:solidFill>
                          <a:latin typeface="Aptos" panose="020B0004020202020204" pitchFamily="34" charset="0"/>
                        </a:rPr>
                        <a:t>Technical Support Unit -</a:t>
                      </a:r>
                    </a:p>
                    <a:p>
                      <a:pPr algn="l"/>
                      <a:r>
                        <a:rPr lang="en-US" sz="1100" b="1">
                          <a:solidFill>
                            <a:srgbClr val="2B3036"/>
                          </a:solidFill>
                          <a:latin typeface="Aptos" panose="020B0004020202020204" pitchFamily="34" charset="0"/>
                        </a:rPr>
                        <a:t>Directorate of Revenue Intelligence and Economic Offences (DRI&amp;EO), </a:t>
                      </a:r>
                    </a:p>
                    <a:p>
                      <a:pPr algn="l"/>
                      <a:r>
                        <a:rPr lang="en-US" sz="1100" b="1">
                          <a:solidFill>
                            <a:srgbClr val="2B3036"/>
                          </a:solidFill>
                          <a:latin typeface="Aptos" panose="020B0004020202020204" pitchFamily="34" charset="0"/>
                        </a:rPr>
                        <a:t>Government of Rajasthan</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Revenue Intelligence and Economic Offences</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07/2025–03/2026</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20000"/>
                      </a:srgbClr>
                    </a:solidFill>
                  </a:tcPr>
                </a:tc>
                <a:extLst>
                  <a:ext uri="{0D108BD9-81ED-4DB2-BD59-A6C34878D82A}">
                    <a16:rowId xmlns:a16="http://schemas.microsoft.com/office/drawing/2014/main" val="10006"/>
                  </a:ext>
                </a:extLst>
              </a:tr>
              <a:tr h="418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8</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100" b="0">
                          <a:solidFill>
                            <a:srgbClr val="2B3036"/>
                          </a:solidFill>
                          <a:latin typeface="Aptos" panose="020B0004020202020204" pitchFamily="34" charset="0"/>
                        </a:rPr>
                        <a:t>Project Management Unit -</a:t>
                      </a:r>
                    </a:p>
                    <a:p>
                      <a:pPr algn="l"/>
                      <a:r>
                        <a:rPr lang="en-US" sz="1100" b="1">
                          <a:solidFill>
                            <a:srgbClr val="2B3036"/>
                          </a:solidFill>
                          <a:latin typeface="Aptos" panose="020B0004020202020204" pitchFamily="34" charset="0"/>
                        </a:rPr>
                        <a:t>Finance Department, Government of Rajasthan </a:t>
                      </a: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Finance Department</a:t>
                      </a:r>
                      <a:endParaRPr sz="1100" b="0">
                        <a:solidFill>
                          <a:srgbClr val="2B3036"/>
                        </a:solidFill>
                        <a:latin typeface="Aptos" panose="020B0004020202020204" pitchFamily="34" charset="0"/>
                      </a:endParaRP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03/2024-09/2025</a:t>
                      </a:r>
                      <a:endParaRPr sz="1100" b="0">
                        <a:solidFill>
                          <a:srgbClr val="2B3036"/>
                        </a:solidFill>
                        <a:latin typeface="Aptos" panose="020B0004020202020204" pitchFamily="34" charset="0"/>
                      </a:endParaRPr>
                    </a:p>
                  </a:txBody>
                  <a:tcPr marL="22860" marR="22860" marT="18288" marB="1828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rgbClr val="127651"/>
                          </a:solidFill>
                          <a:latin typeface="Aptos" panose="020B0004020202020204" pitchFamily="34" charset="0"/>
                        </a:rPr>
                        <a:t>✓</a:t>
                      </a:r>
                    </a:p>
                    <a:p>
                      <a:pPr algn="ctr"/>
                      <a:endParaRPr lang="en-US" sz="1100" b="1">
                        <a:solidFill>
                          <a:srgbClr val="127651"/>
                        </a:solidFill>
                        <a:latin typeface="Aptos" panose="020B0004020202020204" pitchFamily="34" charset="0"/>
                      </a:endParaRP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rgbClr val="127651"/>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a:solidFill>
                            <a:srgbClr val="2B3036"/>
                          </a:solidFill>
                          <a:latin typeface="Aptos" panose="020B0004020202020204" pitchFamily="34" charset="0"/>
                        </a:rPr>
                        <a:t>—</a:t>
                      </a:r>
                    </a:p>
                    <a:p>
                      <a:pPr algn="ctr"/>
                      <a:endParaRPr lang="en-US" sz="1100" b="0">
                        <a:solidFill>
                          <a:srgbClr val="2B3036"/>
                        </a:solidFill>
                        <a:latin typeface="Aptos" panose="020B0004020202020204" pitchFamily="34" charset="0"/>
                      </a:endParaRP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rgbClr val="127651"/>
                          </a:solidFill>
                          <a:latin typeface="Aptos" panose="020B0004020202020204" pitchFamily="34" charset="0"/>
                        </a:rPr>
                        <a:t>✓</a:t>
                      </a:r>
                    </a:p>
                    <a:p>
                      <a:pPr algn="ctr"/>
                      <a:endParaRPr lang="en-US" sz="1100" b="0">
                        <a:solidFill>
                          <a:srgbClr val="2B3036"/>
                        </a:solidFill>
                        <a:latin typeface="Aptos" panose="020B0004020202020204" pitchFamily="34" charset="0"/>
                      </a:endParaRP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0">
                          <a:solidFill>
                            <a:srgbClr val="2B3036"/>
                          </a:solidFill>
                          <a:latin typeface="Aptos" panose="020B0004020202020204" pitchFamily="34" charset="0"/>
                        </a:rPr>
                        <a:t>—</a:t>
                      </a:r>
                    </a:p>
                  </a:txBody>
                  <a:tcPr marL="22860" marR="22860" marT="18288" marB="18288"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D8390">
                        <a:tint val="40000"/>
                      </a:srgbClr>
                    </a:solidFill>
                  </a:tcPr>
                </a:tc>
                <a:extLst>
                  <a:ext uri="{0D108BD9-81ED-4DB2-BD59-A6C34878D82A}">
                    <a16:rowId xmlns:a16="http://schemas.microsoft.com/office/drawing/2014/main" val="2993662277"/>
                  </a:ext>
                </a:extLst>
              </a:tr>
            </a:tbl>
          </a:graphicData>
        </a:graphic>
      </p:graphicFrame>
    </p:spTree>
    <p:extLst>
      <p:ext uri="{BB962C8B-B14F-4D97-AF65-F5344CB8AC3E}">
        <p14:creationId xmlns:p14="http://schemas.microsoft.com/office/powerpoint/2010/main" val="362948847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F37BC-6542-4BFC-5402-64DE54A3D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D7F7A-14EB-FE78-A651-3F46C0F29648}"/>
              </a:ext>
            </a:extLst>
          </p:cNvPr>
          <p:cNvSpPr>
            <a:spLocks noGrp="1"/>
          </p:cNvSpPr>
          <p:nvPr>
            <p:ph type="title"/>
          </p:nvPr>
        </p:nvSpPr>
        <p:spPr>
          <a:xfrm>
            <a:off x="501649" y="304800"/>
            <a:ext cx="11412000" cy="342900"/>
          </a:xfrm>
        </p:spPr>
        <p:txBody>
          <a:bodyPr rIns="0"/>
          <a:lstStyle/>
          <a:p>
            <a:r>
              <a:rPr lang="en-US"/>
              <a:t>Our Experience – Detailed Activities across Projects (1/4)</a:t>
            </a:r>
            <a:endParaRPr lang="en-IN"/>
          </a:p>
        </p:txBody>
      </p:sp>
      <p:sp>
        <p:nvSpPr>
          <p:cNvPr id="5" name="Slide Number Placeholder 4">
            <a:extLst>
              <a:ext uri="{FF2B5EF4-FFF2-40B4-BE49-F238E27FC236}">
                <a16:creationId xmlns:a16="http://schemas.microsoft.com/office/drawing/2014/main" id="{70098166-624D-A4FF-FE73-8D50B711CF69}"/>
              </a:ext>
            </a:extLst>
          </p:cNvPr>
          <p:cNvSpPr>
            <a:spLocks noGrp="1"/>
          </p:cNvSpPr>
          <p:nvPr>
            <p:ph type="sldNum" sz="quarter" idx="4"/>
          </p:nvPr>
        </p:nvSpPr>
        <p:spPr/>
        <p:txBody>
          <a:bodyPr/>
          <a:lstStyle/>
          <a:p>
            <a:fld id="{39E7427F-21AC-4FC2-AC74-F5AF5A475796}" type="slidenum">
              <a:rPr lang="en-IN" smtClean="0"/>
              <a:pPr/>
              <a:t>30</a:t>
            </a:fld>
            <a:endParaRPr lang="en-IN"/>
          </a:p>
        </p:txBody>
      </p:sp>
      <p:sp>
        <p:nvSpPr>
          <p:cNvPr id="24" name="Title 1">
            <a:extLst>
              <a:ext uri="{FF2B5EF4-FFF2-40B4-BE49-F238E27FC236}">
                <a16:creationId xmlns:a16="http://schemas.microsoft.com/office/drawing/2014/main" id="{52E9B289-7852-15B3-4209-7BE25C71FA3B}"/>
              </a:ext>
            </a:extLst>
          </p:cNvPr>
          <p:cNvSpPr txBox="1">
            <a:spLocks/>
          </p:cNvSpPr>
          <p:nvPr/>
        </p:nvSpPr>
        <p:spPr bwMode="gray">
          <a:xfrm>
            <a:off x="502920" y="711211"/>
            <a:ext cx="11188700"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a:ln>
                  <a:noFill/>
                </a:ln>
                <a:solidFill>
                  <a:sysClr val="windowText" lastClr="000000"/>
                </a:solidFill>
                <a:effectLst/>
                <a:uLnTx/>
                <a:uFillTx/>
                <a:latin typeface="Aptos"/>
                <a:ea typeface="+mj-ea"/>
                <a:cs typeface="Calibri Light" panose="020F0302020204030204" pitchFamily="34" charset="0"/>
              </a:rPr>
              <a:t>Land Valuation &amp; Revenue Enhancement</a:t>
            </a:r>
            <a:br>
              <a:rPr kumimoji="0" lang="en-US" sz="2000" b="1" i="0" u="none" strike="noStrike" kern="1200" cap="none" spc="0" normalizeH="0" baseline="0" noProof="0">
                <a:ln>
                  <a:noFill/>
                </a:ln>
                <a:solidFill>
                  <a:sysClr val="windowText" lastClr="000000"/>
                </a:solidFill>
                <a:effectLst/>
                <a:uLnTx/>
                <a:uFillTx/>
                <a:latin typeface="Aptos"/>
                <a:ea typeface="+mj-ea"/>
                <a:cs typeface="Calibri Light" panose="020F0302020204030204" pitchFamily="34" charset="0"/>
              </a:rPr>
            </a:br>
            <a:endParaRPr kumimoji="0" lang="en-US" sz="2100" b="0" i="0" u="none" strike="noStrike" kern="1200" cap="none" spc="0" normalizeH="0" baseline="0" noProof="0">
              <a:ln>
                <a:noFill/>
              </a:ln>
              <a:solidFill>
                <a:sysClr val="windowText" lastClr="000000"/>
              </a:solidFill>
              <a:effectLst/>
              <a:uLnTx/>
              <a:uFillTx/>
              <a:latin typeface="Aptos" panose="020B0004020202020204" pitchFamily="34" charset="0"/>
              <a:ea typeface="+mj-ea"/>
              <a:cs typeface="Calibri Light" panose="020F0302020204030204" pitchFamily="34" charset="0"/>
            </a:endParaRPr>
          </a:p>
        </p:txBody>
      </p:sp>
      <p:sp>
        <p:nvSpPr>
          <p:cNvPr id="25" name="Rounded Rectangle 3">
            <a:extLst>
              <a:ext uri="{FF2B5EF4-FFF2-40B4-BE49-F238E27FC236}">
                <a16:creationId xmlns:a16="http://schemas.microsoft.com/office/drawing/2014/main" id="{DA29C8E7-6CF8-4B70-0160-6CB445E4BE94}"/>
              </a:ext>
            </a:extLst>
          </p:cNvPr>
          <p:cNvSpPr/>
          <p:nvPr/>
        </p:nvSpPr>
        <p:spPr>
          <a:xfrm>
            <a:off x="502920" y="1198301"/>
            <a:ext cx="11155680" cy="2578608"/>
          </a:xfrm>
          <a:prstGeom prst="roundRect">
            <a:avLst/>
          </a:prstGeom>
          <a:solidFill>
            <a:srgbClr val="FFFFFF"/>
          </a:solidFill>
          <a:ln w="9525" cap="flat" cmpd="sng" algn="ctr">
            <a:solidFill>
              <a:srgbClr val="DCE4EC"/>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6" name="TextBox 25">
            <a:extLst>
              <a:ext uri="{FF2B5EF4-FFF2-40B4-BE49-F238E27FC236}">
                <a16:creationId xmlns:a16="http://schemas.microsoft.com/office/drawing/2014/main" id="{2DD4F8F8-68AA-41F6-6C5F-ED4E37C2B114}"/>
              </a:ext>
            </a:extLst>
          </p:cNvPr>
          <p:cNvSpPr txBox="1"/>
          <p:nvPr/>
        </p:nvSpPr>
        <p:spPr>
          <a:xfrm>
            <a:off x="685800" y="1289741"/>
            <a:ext cx="10698480" cy="461665"/>
          </a:xfrm>
          <a:prstGeom prst="rect">
            <a:avLst/>
          </a:prstGeom>
          <a:noFill/>
        </p:spPr>
        <p:txBody>
          <a:bodyPr wrap="square" anchor="t">
            <a:spAutoFit/>
          </a:bodyPr>
          <a:lstStyle/>
          <a:p>
            <a:r>
              <a:rPr sz="1200" b="1">
                <a:solidFill>
                  <a:prstClr val="black"/>
                </a:solidFill>
                <a:latin typeface="Aptos" panose="020B0004020202020204" pitchFamily="34" charset="0"/>
              </a:rPr>
              <a:t>Preparation of Scientific Framework of Market Value Management System for Directorate of Registration and Stamp Revenue, Government of West Bengal</a:t>
            </a:r>
          </a:p>
        </p:txBody>
      </p:sp>
      <p:sp>
        <p:nvSpPr>
          <p:cNvPr id="27" name="TextBox 26">
            <a:extLst>
              <a:ext uri="{FF2B5EF4-FFF2-40B4-BE49-F238E27FC236}">
                <a16:creationId xmlns:a16="http://schemas.microsoft.com/office/drawing/2014/main" id="{F74110BF-69C0-AEB6-18EB-B694E399AD5D}"/>
              </a:ext>
            </a:extLst>
          </p:cNvPr>
          <p:cNvSpPr txBox="1"/>
          <p:nvPr/>
        </p:nvSpPr>
        <p:spPr>
          <a:xfrm>
            <a:off x="685800" y="1692077"/>
            <a:ext cx="10698480" cy="276999"/>
          </a:xfrm>
          <a:prstGeom prst="rect">
            <a:avLst/>
          </a:prstGeom>
          <a:noFill/>
        </p:spPr>
        <p:txBody>
          <a:bodyPr wrap="square" anchor="t">
            <a:spAutoFit/>
          </a:bodyPr>
          <a:lstStyle/>
          <a:p>
            <a:r>
              <a:rPr sz="1200">
                <a:solidFill>
                  <a:prstClr val="black"/>
                </a:solidFill>
                <a:latin typeface="Aptos" panose="020B0004020202020204" pitchFamily="34" charset="0"/>
              </a:rPr>
              <a:t>Directorate of Registration and Stamp Revenue, Government of West Bengal, India | 01/2019–10/2024 </a:t>
            </a:r>
          </a:p>
        </p:txBody>
      </p:sp>
      <p:sp>
        <p:nvSpPr>
          <p:cNvPr id="28" name="TextBox 27">
            <a:extLst>
              <a:ext uri="{FF2B5EF4-FFF2-40B4-BE49-F238E27FC236}">
                <a16:creationId xmlns:a16="http://schemas.microsoft.com/office/drawing/2014/main" id="{9484F8F0-25DA-E6DF-413E-2389D1A48B7B}"/>
              </a:ext>
            </a:extLst>
          </p:cNvPr>
          <p:cNvSpPr txBox="1"/>
          <p:nvPr/>
        </p:nvSpPr>
        <p:spPr>
          <a:xfrm>
            <a:off x="685800" y="1984686"/>
            <a:ext cx="3301409" cy="461665"/>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panose="020B0004020202020204" pitchFamily="34" charset="0"/>
              </a:rPr>
              <a:t>Phase I- Design of Scientific Valuation framework</a:t>
            </a:r>
          </a:p>
        </p:txBody>
      </p:sp>
      <p:sp>
        <p:nvSpPr>
          <p:cNvPr id="29" name="TextBox 28">
            <a:extLst>
              <a:ext uri="{FF2B5EF4-FFF2-40B4-BE49-F238E27FC236}">
                <a16:creationId xmlns:a16="http://schemas.microsoft.com/office/drawing/2014/main" id="{0A71FE65-F35B-722A-4D9C-38E01BE878CF}"/>
              </a:ext>
            </a:extLst>
          </p:cNvPr>
          <p:cNvSpPr txBox="1"/>
          <p:nvPr/>
        </p:nvSpPr>
        <p:spPr>
          <a:xfrm>
            <a:off x="685800" y="2404843"/>
            <a:ext cx="3383280" cy="1384995"/>
          </a:xfrm>
          <a:prstGeom prst="rect">
            <a:avLst/>
          </a:prstGeom>
          <a:noFill/>
        </p:spPr>
        <p:txBody>
          <a:bodyPr wrap="square" anchor="t">
            <a:spAutoFit/>
          </a:bodyPr>
          <a:lstStyle/>
          <a:p>
            <a:pPr algn="just"/>
            <a:r>
              <a:rPr sz="1200">
                <a:solidFill>
                  <a:prstClr val="black"/>
                </a:solidFill>
                <a:latin typeface="Aptos" panose="020B0004020202020204" pitchFamily="34" charset="0"/>
              </a:rPr>
              <a:t>As-Is analysis of existing methodology of valuation of immovable properties; study of acts and rules; analysis of information exchange and dependency between Directorate of Land Reforms and DRSR; analysis of land use classifications, conversion ratios, MVDB and historical transaction data.</a:t>
            </a:r>
            <a:endParaRPr lang="en-US" sz="1200">
              <a:solidFill>
                <a:prstClr val="black"/>
              </a:solidFill>
              <a:latin typeface="Aptos" panose="020B0004020202020204" pitchFamily="34" charset="0"/>
            </a:endParaRPr>
          </a:p>
        </p:txBody>
      </p:sp>
      <p:sp>
        <p:nvSpPr>
          <p:cNvPr id="30" name="TextBox 29">
            <a:extLst>
              <a:ext uri="{FF2B5EF4-FFF2-40B4-BE49-F238E27FC236}">
                <a16:creationId xmlns:a16="http://schemas.microsoft.com/office/drawing/2014/main" id="{670D3719-CDF0-5401-B883-61CD79CC5271}"/>
              </a:ext>
            </a:extLst>
          </p:cNvPr>
          <p:cNvSpPr txBox="1"/>
          <p:nvPr/>
        </p:nvSpPr>
        <p:spPr>
          <a:xfrm>
            <a:off x="4233672" y="1984685"/>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panose="020B0004020202020204" pitchFamily="34" charset="0"/>
              </a:rPr>
              <a:t>Analysis and framework</a:t>
            </a:r>
          </a:p>
        </p:txBody>
      </p:sp>
      <p:sp>
        <p:nvSpPr>
          <p:cNvPr id="31" name="TextBox 30">
            <a:extLst>
              <a:ext uri="{FF2B5EF4-FFF2-40B4-BE49-F238E27FC236}">
                <a16:creationId xmlns:a16="http://schemas.microsoft.com/office/drawing/2014/main" id="{23F5A0F5-63BA-31C8-22AD-4C421742859F}"/>
              </a:ext>
            </a:extLst>
          </p:cNvPr>
          <p:cNvSpPr txBox="1"/>
          <p:nvPr/>
        </p:nvSpPr>
        <p:spPr>
          <a:xfrm>
            <a:off x="4233672" y="2222429"/>
            <a:ext cx="3383280" cy="1384995"/>
          </a:xfrm>
          <a:prstGeom prst="rect">
            <a:avLst/>
          </a:prstGeom>
          <a:noFill/>
        </p:spPr>
        <p:txBody>
          <a:bodyPr wrap="square" anchor="t">
            <a:spAutoFit/>
          </a:bodyPr>
          <a:lstStyle/>
          <a:p>
            <a:pPr algn="just"/>
            <a:r>
              <a:rPr sz="1200">
                <a:solidFill>
                  <a:prstClr val="black"/>
                </a:solidFill>
                <a:latin typeface="Aptos" panose="020B0004020202020204" pitchFamily="34" charset="0"/>
              </a:rPr>
              <a:t>R, Tableau and Python used on 2009-2018 transaction data; reclassification of land use; benchmarking of valuation procedures, stamp duty, registration fees, depreciation and rebate; ready reckoner; formula-based market valuation framework; parameters, weights and stakeholder consultations.</a:t>
            </a:r>
            <a:endParaRPr lang="en-US" sz="1200">
              <a:solidFill>
                <a:prstClr val="black"/>
              </a:solidFill>
              <a:latin typeface="Aptos" panose="020B0004020202020204" pitchFamily="34" charset="0"/>
            </a:endParaRPr>
          </a:p>
        </p:txBody>
      </p:sp>
      <p:sp>
        <p:nvSpPr>
          <p:cNvPr id="32" name="TextBox 31">
            <a:extLst>
              <a:ext uri="{FF2B5EF4-FFF2-40B4-BE49-F238E27FC236}">
                <a16:creationId xmlns:a16="http://schemas.microsoft.com/office/drawing/2014/main" id="{4476B968-AE0F-C3A8-548A-19DA94CB1CDA}"/>
              </a:ext>
            </a:extLst>
          </p:cNvPr>
          <p:cNvSpPr txBox="1"/>
          <p:nvPr/>
        </p:nvSpPr>
        <p:spPr>
          <a:xfrm>
            <a:off x="7781544" y="1984685"/>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panose="020B0004020202020204" pitchFamily="34" charset="0"/>
              </a:rPr>
              <a:t>Phase II &amp; Phase III</a:t>
            </a:r>
          </a:p>
        </p:txBody>
      </p:sp>
      <p:sp>
        <p:nvSpPr>
          <p:cNvPr id="33" name="TextBox 32">
            <a:extLst>
              <a:ext uri="{FF2B5EF4-FFF2-40B4-BE49-F238E27FC236}">
                <a16:creationId xmlns:a16="http://schemas.microsoft.com/office/drawing/2014/main" id="{37CF1FFC-3B9D-0C58-9CDB-9FFEC9663390}"/>
              </a:ext>
            </a:extLst>
          </p:cNvPr>
          <p:cNvSpPr txBox="1"/>
          <p:nvPr/>
        </p:nvSpPr>
        <p:spPr>
          <a:xfrm>
            <a:off x="7781544" y="2222429"/>
            <a:ext cx="3383280" cy="1384995"/>
          </a:xfrm>
          <a:prstGeom prst="rect">
            <a:avLst/>
          </a:prstGeom>
          <a:noFill/>
        </p:spPr>
        <p:txBody>
          <a:bodyPr wrap="square" anchor="t">
            <a:spAutoFit/>
          </a:bodyPr>
          <a:lstStyle/>
          <a:p>
            <a:pPr algn="just"/>
            <a:r>
              <a:rPr sz="1200">
                <a:solidFill>
                  <a:prstClr val="black"/>
                </a:solidFill>
                <a:latin typeface="Aptos" panose="020B0004020202020204" pitchFamily="34" charset="0"/>
              </a:rPr>
              <a:t>Pilot and testing using field and GIS data; consolidated market value database and clusters/zones; optimization of land uses and conversion ratios; FRS for IT tool; cleaning and structuring GIS data; clustering using updated MVDB; update of existing formula using new parameters.</a:t>
            </a:r>
            <a:endParaRPr lang="en-US" sz="1200">
              <a:solidFill>
                <a:prstClr val="black"/>
              </a:solidFill>
              <a:latin typeface="Aptos" panose="020B0004020202020204" pitchFamily="34" charset="0"/>
            </a:endParaRPr>
          </a:p>
        </p:txBody>
      </p:sp>
      <p:sp>
        <p:nvSpPr>
          <p:cNvPr id="34" name="Rounded Rectangle 12">
            <a:extLst>
              <a:ext uri="{FF2B5EF4-FFF2-40B4-BE49-F238E27FC236}">
                <a16:creationId xmlns:a16="http://schemas.microsoft.com/office/drawing/2014/main" id="{A17BDA9E-BC6F-29B5-3588-119C9709A8F1}"/>
              </a:ext>
            </a:extLst>
          </p:cNvPr>
          <p:cNvSpPr/>
          <p:nvPr/>
        </p:nvSpPr>
        <p:spPr>
          <a:xfrm>
            <a:off x="502920" y="3987221"/>
            <a:ext cx="11155680" cy="2578608"/>
          </a:xfrm>
          <a:prstGeom prst="roundRect">
            <a:avLst/>
          </a:prstGeom>
          <a:solidFill>
            <a:srgbClr val="FFFFFF"/>
          </a:solidFill>
          <a:ln w="9525" cap="flat" cmpd="sng" algn="ctr">
            <a:solidFill>
              <a:srgbClr val="DCE4EC"/>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5" name="TextBox 34">
            <a:extLst>
              <a:ext uri="{FF2B5EF4-FFF2-40B4-BE49-F238E27FC236}">
                <a16:creationId xmlns:a16="http://schemas.microsoft.com/office/drawing/2014/main" id="{C386E00C-B8A5-196B-8BFA-F38829B36C62}"/>
              </a:ext>
            </a:extLst>
          </p:cNvPr>
          <p:cNvSpPr txBox="1"/>
          <p:nvPr/>
        </p:nvSpPr>
        <p:spPr>
          <a:xfrm>
            <a:off x="685800" y="4078660"/>
            <a:ext cx="10698480" cy="276999"/>
          </a:xfrm>
          <a:prstGeom prst="rect">
            <a:avLst/>
          </a:prstGeom>
          <a:noFill/>
        </p:spPr>
        <p:txBody>
          <a:bodyPr wrap="square" anchor="t">
            <a:spAutoFit/>
          </a:bodyPr>
          <a:lstStyle/>
          <a:p>
            <a:r>
              <a:rPr sz="1200" b="1">
                <a:solidFill>
                  <a:prstClr val="black"/>
                </a:solidFill>
                <a:latin typeface="Aptos" panose="020B0004020202020204" pitchFamily="34" charset="0"/>
              </a:rPr>
              <a:t>Revenue Enhancement Action Plan – Phase II</a:t>
            </a:r>
          </a:p>
        </p:txBody>
      </p:sp>
      <p:sp>
        <p:nvSpPr>
          <p:cNvPr id="36" name="TextBox 35">
            <a:extLst>
              <a:ext uri="{FF2B5EF4-FFF2-40B4-BE49-F238E27FC236}">
                <a16:creationId xmlns:a16="http://schemas.microsoft.com/office/drawing/2014/main" id="{6E507ADF-BD85-ED19-C616-6799B289088D}"/>
              </a:ext>
            </a:extLst>
          </p:cNvPr>
          <p:cNvSpPr txBox="1"/>
          <p:nvPr/>
        </p:nvSpPr>
        <p:spPr>
          <a:xfrm>
            <a:off x="685800" y="4480997"/>
            <a:ext cx="10698480" cy="276999"/>
          </a:xfrm>
          <a:prstGeom prst="rect">
            <a:avLst/>
          </a:prstGeom>
          <a:noFill/>
        </p:spPr>
        <p:txBody>
          <a:bodyPr wrap="square" anchor="t">
            <a:spAutoFit/>
          </a:bodyPr>
          <a:lstStyle/>
          <a:p>
            <a:r>
              <a:rPr sz="1200">
                <a:solidFill>
                  <a:prstClr val="black"/>
                </a:solidFill>
                <a:latin typeface="Aptos" panose="020B0004020202020204" pitchFamily="34" charset="0"/>
              </a:rPr>
              <a:t>Directorate of Land Records &amp; Surveys etc., Government of Assam | 02/2025–Ongoing</a:t>
            </a:r>
          </a:p>
        </p:txBody>
      </p:sp>
      <p:sp>
        <p:nvSpPr>
          <p:cNvPr id="37" name="TextBox 36">
            <a:extLst>
              <a:ext uri="{FF2B5EF4-FFF2-40B4-BE49-F238E27FC236}">
                <a16:creationId xmlns:a16="http://schemas.microsoft.com/office/drawing/2014/main" id="{C4E1F55A-38D1-480E-47AA-CE0056865D9F}"/>
              </a:ext>
            </a:extLst>
          </p:cNvPr>
          <p:cNvSpPr txBox="1"/>
          <p:nvPr/>
        </p:nvSpPr>
        <p:spPr>
          <a:xfrm>
            <a:off x="685800" y="4773605"/>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panose="020B0004020202020204" pitchFamily="34" charset="0"/>
              </a:rPr>
              <a:t>Stage 1</a:t>
            </a:r>
          </a:p>
        </p:txBody>
      </p:sp>
      <p:sp>
        <p:nvSpPr>
          <p:cNvPr id="38" name="TextBox 37">
            <a:extLst>
              <a:ext uri="{FF2B5EF4-FFF2-40B4-BE49-F238E27FC236}">
                <a16:creationId xmlns:a16="http://schemas.microsoft.com/office/drawing/2014/main" id="{DA85C6E2-F650-CB88-B3A3-5022BE505621}"/>
              </a:ext>
            </a:extLst>
          </p:cNvPr>
          <p:cNvSpPr txBox="1"/>
          <p:nvPr/>
        </p:nvSpPr>
        <p:spPr>
          <a:xfrm>
            <a:off x="685800" y="5011349"/>
            <a:ext cx="3383280" cy="1200329"/>
          </a:xfrm>
          <a:prstGeom prst="rect">
            <a:avLst/>
          </a:prstGeom>
          <a:noFill/>
        </p:spPr>
        <p:txBody>
          <a:bodyPr wrap="square" anchor="t">
            <a:spAutoFit/>
          </a:bodyPr>
          <a:lstStyle/>
          <a:p>
            <a:pPr algn="just"/>
            <a:r>
              <a:rPr sz="1200">
                <a:solidFill>
                  <a:prstClr val="black"/>
                </a:solidFill>
                <a:latin typeface="Aptos" panose="020B0004020202020204" pitchFamily="34" charset="0"/>
              </a:rPr>
              <a:t>Scientific zonal valuation framework; as is assessment of zonal value determination; best practice study; parameter identification; data analysis, cleaning and structuring; statistical models; FRS and draft SRS; prototype application.</a:t>
            </a:r>
            <a:endParaRPr lang="en-US" sz="1200">
              <a:solidFill>
                <a:prstClr val="black"/>
              </a:solidFill>
              <a:latin typeface="Aptos" panose="020B0004020202020204" pitchFamily="34" charset="0"/>
            </a:endParaRPr>
          </a:p>
        </p:txBody>
      </p:sp>
      <p:sp>
        <p:nvSpPr>
          <p:cNvPr id="39" name="TextBox 38">
            <a:extLst>
              <a:ext uri="{FF2B5EF4-FFF2-40B4-BE49-F238E27FC236}">
                <a16:creationId xmlns:a16="http://schemas.microsoft.com/office/drawing/2014/main" id="{8C95CA33-072E-7FB0-E680-1D2A0D20838E}"/>
              </a:ext>
            </a:extLst>
          </p:cNvPr>
          <p:cNvSpPr txBox="1"/>
          <p:nvPr/>
        </p:nvSpPr>
        <p:spPr>
          <a:xfrm>
            <a:off x="4233672" y="4773605"/>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panose="020B0004020202020204" pitchFamily="34" charset="0"/>
              </a:rPr>
              <a:t>Revenue areas</a:t>
            </a:r>
          </a:p>
        </p:txBody>
      </p:sp>
      <p:sp>
        <p:nvSpPr>
          <p:cNvPr id="40" name="TextBox 39">
            <a:extLst>
              <a:ext uri="{FF2B5EF4-FFF2-40B4-BE49-F238E27FC236}">
                <a16:creationId xmlns:a16="http://schemas.microsoft.com/office/drawing/2014/main" id="{FE3D52F9-516D-407F-DB8E-7201BD5399EC}"/>
              </a:ext>
            </a:extLst>
          </p:cNvPr>
          <p:cNvSpPr txBox="1"/>
          <p:nvPr/>
        </p:nvSpPr>
        <p:spPr>
          <a:xfrm>
            <a:off x="4233672" y="5011349"/>
            <a:ext cx="3383280" cy="1015663"/>
          </a:xfrm>
          <a:prstGeom prst="rect">
            <a:avLst/>
          </a:prstGeom>
          <a:noFill/>
        </p:spPr>
        <p:txBody>
          <a:bodyPr wrap="square" anchor="t">
            <a:spAutoFit/>
          </a:bodyPr>
          <a:lstStyle/>
          <a:p>
            <a:pPr algn="just"/>
            <a:r>
              <a:rPr sz="1200">
                <a:solidFill>
                  <a:prstClr val="black"/>
                </a:solidFill>
                <a:latin typeface="Aptos" panose="020B0004020202020204" pitchFamily="34" charset="0"/>
              </a:rPr>
              <a:t>As-is assessment of policies, processes, charges, monitoring mechanisms and revenue generation practices for tea, mining, and oil &amp; gas industries; assessment of instruments under stamp duty and registration legislation.</a:t>
            </a:r>
            <a:endParaRPr lang="en-US" sz="1200">
              <a:solidFill>
                <a:prstClr val="black"/>
              </a:solidFill>
              <a:latin typeface="Aptos" panose="020B0004020202020204" pitchFamily="34" charset="0"/>
            </a:endParaRPr>
          </a:p>
        </p:txBody>
      </p:sp>
      <p:sp>
        <p:nvSpPr>
          <p:cNvPr id="41" name="TextBox 40">
            <a:extLst>
              <a:ext uri="{FF2B5EF4-FFF2-40B4-BE49-F238E27FC236}">
                <a16:creationId xmlns:a16="http://schemas.microsoft.com/office/drawing/2014/main" id="{176ED7E4-46FA-13C3-A0B9-9B818F316668}"/>
              </a:ext>
            </a:extLst>
          </p:cNvPr>
          <p:cNvSpPr txBox="1"/>
          <p:nvPr/>
        </p:nvSpPr>
        <p:spPr>
          <a:xfrm>
            <a:off x="7781544" y="4773605"/>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panose="020B0004020202020204" pitchFamily="34" charset="0"/>
              </a:rPr>
              <a:t>Stage 2</a:t>
            </a:r>
          </a:p>
        </p:txBody>
      </p:sp>
      <p:sp>
        <p:nvSpPr>
          <p:cNvPr id="42" name="TextBox 41">
            <a:extLst>
              <a:ext uri="{FF2B5EF4-FFF2-40B4-BE49-F238E27FC236}">
                <a16:creationId xmlns:a16="http://schemas.microsoft.com/office/drawing/2014/main" id="{546640E5-439C-87FB-898A-5A458D099077}"/>
              </a:ext>
            </a:extLst>
          </p:cNvPr>
          <p:cNvSpPr txBox="1"/>
          <p:nvPr/>
        </p:nvSpPr>
        <p:spPr>
          <a:xfrm>
            <a:off x="7781544" y="5011349"/>
            <a:ext cx="3383280" cy="1200329"/>
          </a:xfrm>
          <a:prstGeom prst="rect">
            <a:avLst/>
          </a:prstGeom>
          <a:noFill/>
        </p:spPr>
        <p:txBody>
          <a:bodyPr wrap="square" anchor="t">
            <a:spAutoFit/>
          </a:bodyPr>
          <a:lstStyle/>
          <a:p>
            <a:pPr algn="just"/>
            <a:r>
              <a:rPr sz="1200">
                <a:solidFill>
                  <a:prstClr val="black"/>
                </a:solidFill>
                <a:latin typeface="Aptos" panose="020B0004020202020204" pitchFamily="34" charset="0"/>
              </a:rPr>
              <a:t>Customization for two pilot districts; live testing; variance analysis; methodology for periodic updates of base land values; district-specific parameters; project management and technical guidance for system development, integration, piloting and go-live support.</a:t>
            </a:r>
            <a:endParaRPr lang="en-US" sz="1200">
              <a:solidFill>
                <a:prstClr val="black"/>
              </a:solidFill>
              <a:latin typeface="Aptos" panose="020B0004020202020204" pitchFamily="34" charset="0"/>
            </a:endParaRPr>
          </a:p>
        </p:txBody>
      </p:sp>
    </p:spTree>
    <p:extLst>
      <p:ext uri="{BB962C8B-B14F-4D97-AF65-F5344CB8AC3E}">
        <p14:creationId xmlns:p14="http://schemas.microsoft.com/office/powerpoint/2010/main" val="1079899510"/>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F43C4-001B-82B4-F2C4-28B0A3FC24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2A871-774B-2EC2-CCB5-22CD1018D857}"/>
              </a:ext>
            </a:extLst>
          </p:cNvPr>
          <p:cNvSpPr>
            <a:spLocks noGrp="1"/>
          </p:cNvSpPr>
          <p:nvPr>
            <p:ph type="title"/>
          </p:nvPr>
        </p:nvSpPr>
        <p:spPr>
          <a:xfrm>
            <a:off x="501649" y="304800"/>
            <a:ext cx="11412000" cy="342900"/>
          </a:xfrm>
        </p:spPr>
        <p:txBody>
          <a:bodyPr rIns="0"/>
          <a:lstStyle/>
          <a:p>
            <a:r>
              <a:rPr lang="en-US"/>
              <a:t>Our Experience – Detailed Activities across Projects (2/4)</a:t>
            </a:r>
            <a:endParaRPr lang="en-IN"/>
          </a:p>
        </p:txBody>
      </p:sp>
      <p:sp>
        <p:nvSpPr>
          <p:cNvPr id="23" name="Title 1">
            <a:extLst>
              <a:ext uri="{FF2B5EF4-FFF2-40B4-BE49-F238E27FC236}">
                <a16:creationId xmlns:a16="http://schemas.microsoft.com/office/drawing/2014/main" id="{6D65B1D8-9D68-AB33-CD20-A904B840B09C}"/>
              </a:ext>
            </a:extLst>
          </p:cNvPr>
          <p:cNvSpPr txBox="1">
            <a:spLocks/>
          </p:cNvSpPr>
          <p:nvPr/>
        </p:nvSpPr>
        <p:spPr bwMode="gray">
          <a:xfrm>
            <a:off x="502920" y="798296"/>
            <a:ext cx="11188700"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a:ln>
                  <a:noFill/>
                </a:ln>
                <a:solidFill>
                  <a:sysClr val="windowText" lastClr="000000"/>
                </a:solidFill>
                <a:effectLst/>
                <a:uLnTx/>
                <a:uFillTx/>
                <a:latin typeface="Aptos"/>
                <a:ea typeface="+mj-ea"/>
                <a:cs typeface="Calibri Light" panose="020F0302020204030204" pitchFamily="34" charset="0"/>
              </a:rPr>
              <a:t>Revenue &amp; Tax Administration</a:t>
            </a:r>
            <a:br>
              <a:rPr kumimoji="0" lang="en-US" sz="2000" b="1" i="0" u="none" strike="noStrike" kern="1200" cap="none" spc="0" normalizeH="0" baseline="0" noProof="0">
                <a:ln>
                  <a:noFill/>
                </a:ln>
                <a:solidFill>
                  <a:sysClr val="windowText" lastClr="000000"/>
                </a:solidFill>
                <a:effectLst/>
                <a:uLnTx/>
                <a:uFillTx/>
                <a:latin typeface="Aptos"/>
                <a:ea typeface="+mj-ea"/>
                <a:cs typeface="Calibri Light" panose="020F0302020204030204" pitchFamily="34" charset="0"/>
              </a:rPr>
            </a:br>
            <a:endParaRPr kumimoji="0" lang="en-US" sz="2100" b="0" i="0" u="none" strike="noStrike" kern="1200" cap="none" spc="0" normalizeH="0" baseline="0" noProof="0">
              <a:ln>
                <a:noFill/>
              </a:ln>
              <a:solidFill>
                <a:sysClr val="windowText" lastClr="000000"/>
              </a:solidFill>
              <a:effectLst/>
              <a:uLnTx/>
              <a:uFillTx/>
              <a:latin typeface="Aptos" panose="020B0004020202020204" pitchFamily="34" charset="0"/>
              <a:ea typeface="+mj-ea"/>
              <a:cs typeface="Calibri Light" panose="020F0302020204030204" pitchFamily="34" charset="0"/>
            </a:endParaRPr>
          </a:p>
        </p:txBody>
      </p:sp>
      <p:sp>
        <p:nvSpPr>
          <p:cNvPr id="43" name="Rounded Rectangle 3">
            <a:extLst>
              <a:ext uri="{FF2B5EF4-FFF2-40B4-BE49-F238E27FC236}">
                <a16:creationId xmlns:a16="http://schemas.microsoft.com/office/drawing/2014/main" id="{0328DC8C-D291-7E34-A905-6A20F90282D3}"/>
              </a:ext>
            </a:extLst>
          </p:cNvPr>
          <p:cNvSpPr/>
          <p:nvPr/>
        </p:nvSpPr>
        <p:spPr>
          <a:xfrm>
            <a:off x="502920" y="1285386"/>
            <a:ext cx="11155680" cy="2578608"/>
          </a:xfrm>
          <a:prstGeom prst="roundRect">
            <a:avLst/>
          </a:prstGeom>
          <a:solidFill>
            <a:srgbClr val="FFFFFF"/>
          </a:solidFill>
          <a:ln w="9525" cap="flat" cmpd="sng" algn="ctr">
            <a:solidFill>
              <a:srgbClr val="DCE4EC"/>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44" name="TextBox 43">
            <a:extLst>
              <a:ext uri="{FF2B5EF4-FFF2-40B4-BE49-F238E27FC236}">
                <a16:creationId xmlns:a16="http://schemas.microsoft.com/office/drawing/2014/main" id="{81DCC42E-BC8B-1855-9118-FFF941A05D0E}"/>
              </a:ext>
            </a:extLst>
          </p:cNvPr>
          <p:cNvSpPr txBox="1"/>
          <p:nvPr/>
        </p:nvSpPr>
        <p:spPr>
          <a:xfrm>
            <a:off x="685800" y="1376826"/>
            <a:ext cx="10698480" cy="276999"/>
          </a:xfrm>
          <a:prstGeom prst="rect">
            <a:avLst/>
          </a:prstGeom>
          <a:noFill/>
        </p:spPr>
        <p:txBody>
          <a:bodyPr wrap="square" anchor="t">
            <a:spAutoFit/>
          </a:bodyPr>
          <a:lstStyle/>
          <a:p>
            <a:r>
              <a:rPr sz="1200" b="1">
                <a:solidFill>
                  <a:prstClr val="black"/>
                </a:solidFill>
                <a:latin typeface="Aptos" panose="020B0004020202020204" pitchFamily="34" charset="0"/>
              </a:rPr>
              <a:t>Revenue Augmentation in Revenue &amp; Disaster Management Department in Government of Assam</a:t>
            </a:r>
          </a:p>
        </p:txBody>
      </p:sp>
      <p:sp>
        <p:nvSpPr>
          <p:cNvPr id="45" name="TextBox 44">
            <a:extLst>
              <a:ext uri="{FF2B5EF4-FFF2-40B4-BE49-F238E27FC236}">
                <a16:creationId xmlns:a16="http://schemas.microsoft.com/office/drawing/2014/main" id="{3FC53D7F-1AD7-1798-B721-07A9E380F006}"/>
              </a:ext>
            </a:extLst>
          </p:cNvPr>
          <p:cNvSpPr txBox="1"/>
          <p:nvPr/>
        </p:nvSpPr>
        <p:spPr>
          <a:xfrm>
            <a:off x="685800" y="1779162"/>
            <a:ext cx="10698480" cy="276999"/>
          </a:xfrm>
          <a:prstGeom prst="rect">
            <a:avLst/>
          </a:prstGeom>
          <a:noFill/>
        </p:spPr>
        <p:txBody>
          <a:bodyPr wrap="square" anchor="t">
            <a:spAutoFit/>
          </a:bodyPr>
          <a:lstStyle/>
          <a:p>
            <a:r>
              <a:rPr sz="1200">
                <a:solidFill>
                  <a:prstClr val="black"/>
                </a:solidFill>
                <a:latin typeface="Aptos" panose="020B0004020202020204" pitchFamily="34" charset="0"/>
              </a:rPr>
              <a:t>Government of Assam | 03/2021–10/2021 | As lead firm</a:t>
            </a:r>
          </a:p>
        </p:txBody>
      </p:sp>
      <p:sp>
        <p:nvSpPr>
          <p:cNvPr id="46" name="TextBox 45">
            <a:extLst>
              <a:ext uri="{FF2B5EF4-FFF2-40B4-BE49-F238E27FC236}">
                <a16:creationId xmlns:a16="http://schemas.microsoft.com/office/drawing/2014/main" id="{368102F1-4769-5D75-3385-34CFBA602C07}"/>
              </a:ext>
            </a:extLst>
          </p:cNvPr>
          <p:cNvSpPr txBox="1"/>
          <p:nvPr/>
        </p:nvSpPr>
        <p:spPr>
          <a:xfrm>
            <a:off x="685800" y="2071770"/>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panose="020B0004020202020204" pitchFamily="34" charset="0"/>
              </a:rPr>
              <a:t>Revenue sources and processes</a:t>
            </a:r>
          </a:p>
        </p:txBody>
      </p:sp>
      <p:sp>
        <p:nvSpPr>
          <p:cNvPr id="47" name="TextBox 46">
            <a:extLst>
              <a:ext uri="{FF2B5EF4-FFF2-40B4-BE49-F238E27FC236}">
                <a16:creationId xmlns:a16="http://schemas.microsoft.com/office/drawing/2014/main" id="{71BFADE6-97EC-369C-0325-17AE97146EAB}"/>
              </a:ext>
            </a:extLst>
          </p:cNvPr>
          <p:cNvSpPr txBox="1"/>
          <p:nvPr/>
        </p:nvSpPr>
        <p:spPr>
          <a:xfrm>
            <a:off x="685800" y="2309514"/>
            <a:ext cx="3383280" cy="1015663"/>
          </a:xfrm>
          <a:prstGeom prst="rect">
            <a:avLst/>
          </a:prstGeom>
          <a:noFill/>
        </p:spPr>
        <p:txBody>
          <a:bodyPr wrap="square" anchor="t">
            <a:spAutoFit/>
          </a:bodyPr>
          <a:lstStyle/>
          <a:p>
            <a:pPr algn="just"/>
            <a:r>
              <a:rPr sz="1200">
                <a:solidFill>
                  <a:prstClr val="black"/>
                </a:solidFill>
                <a:latin typeface="Aptos" panose="020B0004020202020204" pitchFamily="34" charset="0"/>
              </a:rPr>
              <a:t>Study of various sources of revenue and corresponding policies and acts; process of collection of land revenue and stamp duty &amp; registration fees; process of zonal valuation of land across districts.</a:t>
            </a:r>
            <a:endParaRPr lang="en-US" sz="1200">
              <a:solidFill>
                <a:prstClr val="black"/>
              </a:solidFill>
              <a:latin typeface="Aptos" panose="020B0004020202020204" pitchFamily="34" charset="0"/>
            </a:endParaRPr>
          </a:p>
        </p:txBody>
      </p:sp>
      <p:sp>
        <p:nvSpPr>
          <p:cNvPr id="48" name="TextBox 47">
            <a:extLst>
              <a:ext uri="{FF2B5EF4-FFF2-40B4-BE49-F238E27FC236}">
                <a16:creationId xmlns:a16="http://schemas.microsoft.com/office/drawing/2014/main" id="{5C8DF416-615D-43BE-C238-D02A84A6A9EE}"/>
              </a:ext>
            </a:extLst>
          </p:cNvPr>
          <p:cNvSpPr txBox="1"/>
          <p:nvPr/>
        </p:nvSpPr>
        <p:spPr>
          <a:xfrm>
            <a:off x="4233672" y="2071770"/>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panose="020B0004020202020204" pitchFamily="34" charset="0"/>
              </a:rPr>
              <a:t>IT system and best practices</a:t>
            </a:r>
          </a:p>
        </p:txBody>
      </p:sp>
      <p:sp>
        <p:nvSpPr>
          <p:cNvPr id="49" name="TextBox 48">
            <a:extLst>
              <a:ext uri="{FF2B5EF4-FFF2-40B4-BE49-F238E27FC236}">
                <a16:creationId xmlns:a16="http://schemas.microsoft.com/office/drawing/2014/main" id="{2B647BC3-0DCA-6481-9B2D-38D42BC5E123}"/>
              </a:ext>
            </a:extLst>
          </p:cNvPr>
          <p:cNvSpPr txBox="1"/>
          <p:nvPr/>
        </p:nvSpPr>
        <p:spPr>
          <a:xfrm>
            <a:off x="4233672" y="2309514"/>
            <a:ext cx="3383280" cy="1015663"/>
          </a:xfrm>
          <a:prstGeom prst="rect">
            <a:avLst/>
          </a:prstGeom>
          <a:noFill/>
        </p:spPr>
        <p:txBody>
          <a:bodyPr wrap="square" anchor="t">
            <a:spAutoFit/>
          </a:bodyPr>
          <a:lstStyle/>
          <a:p>
            <a:pPr algn="just"/>
            <a:r>
              <a:rPr sz="1200">
                <a:solidFill>
                  <a:prstClr val="black"/>
                </a:solidFill>
                <a:latin typeface="Aptos" panose="020B0004020202020204" pitchFamily="34" charset="0"/>
              </a:rPr>
              <a:t>Study of functions available in the current IT system related to the Revenue Department; study of best practices for processes and rates adopted for collection of stamp duty &amp; registration fees and land revenues.</a:t>
            </a:r>
            <a:endParaRPr lang="en-US" sz="1200">
              <a:solidFill>
                <a:prstClr val="black"/>
              </a:solidFill>
              <a:latin typeface="Aptos" panose="020B0004020202020204" pitchFamily="34" charset="0"/>
            </a:endParaRPr>
          </a:p>
        </p:txBody>
      </p:sp>
      <p:sp>
        <p:nvSpPr>
          <p:cNvPr id="50" name="TextBox 49">
            <a:extLst>
              <a:ext uri="{FF2B5EF4-FFF2-40B4-BE49-F238E27FC236}">
                <a16:creationId xmlns:a16="http://schemas.microsoft.com/office/drawing/2014/main" id="{AECD8CDD-F6DE-DD83-0D72-449E6B0C2F26}"/>
              </a:ext>
            </a:extLst>
          </p:cNvPr>
          <p:cNvSpPr txBox="1"/>
          <p:nvPr/>
        </p:nvSpPr>
        <p:spPr>
          <a:xfrm>
            <a:off x="7781544" y="2071770"/>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panose="020B0004020202020204" pitchFamily="34" charset="0"/>
              </a:rPr>
              <a:t>Recommendations</a:t>
            </a:r>
          </a:p>
        </p:txBody>
      </p:sp>
      <p:sp>
        <p:nvSpPr>
          <p:cNvPr id="51" name="TextBox 50">
            <a:extLst>
              <a:ext uri="{FF2B5EF4-FFF2-40B4-BE49-F238E27FC236}">
                <a16:creationId xmlns:a16="http://schemas.microsoft.com/office/drawing/2014/main" id="{C60C15FB-250A-9F4B-4ECD-64E3F7C2D3DE}"/>
              </a:ext>
            </a:extLst>
          </p:cNvPr>
          <p:cNvSpPr txBox="1"/>
          <p:nvPr/>
        </p:nvSpPr>
        <p:spPr>
          <a:xfrm>
            <a:off x="7781544" y="2309514"/>
            <a:ext cx="3383280" cy="1569660"/>
          </a:xfrm>
          <a:prstGeom prst="rect">
            <a:avLst/>
          </a:prstGeom>
          <a:noFill/>
        </p:spPr>
        <p:txBody>
          <a:bodyPr wrap="square" anchor="t">
            <a:spAutoFit/>
          </a:bodyPr>
          <a:lstStyle/>
          <a:p>
            <a:pPr algn="just"/>
            <a:r>
              <a:rPr sz="1200">
                <a:solidFill>
                  <a:prstClr val="black"/>
                </a:solidFill>
                <a:latin typeface="Aptos" panose="020B0004020202020204" pitchFamily="34" charset="0"/>
              </a:rPr>
              <a:t>Measures of revenue enhancement from registration fees and stamp duty as well as land revenues; recommendations for smoother processes leading to better service delivery; standardization of government assessed valuation of land based on scientific methodology; Revenue Enhancement Action Plan.</a:t>
            </a:r>
            <a:endParaRPr lang="en-US" sz="1200">
              <a:solidFill>
                <a:prstClr val="black"/>
              </a:solidFill>
              <a:latin typeface="Aptos" panose="020B0004020202020204" pitchFamily="34" charset="0"/>
            </a:endParaRPr>
          </a:p>
        </p:txBody>
      </p:sp>
      <p:sp>
        <p:nvSpPr>
          <p:cNvPr id="52" name="Rounded Rectangle 12">
            <a:extLst>
              <a:ext uri="{FF2B5EF4-FFF2-40B4-BE49-F238E27FC236}">
                <a16:creationId xmlns:a16="http://schemas.microsoft.com/office/drawing/2014/main" id="{2646EEA1-CFCA-C21A-AD6B-B9CF63E389EA}"/>
              </a:ext>
            </a:extLst>
          </p:cNvPr>
          <p:cNvSpPr/>
          <p:nvPr/>
        </p:nvSpPr>
        <p:spPr>
          <a:xfrm>
            <a:off x="502920" y="4074306"/>
            <a:ext cx="11155680" cy="2380923"/>
          </a:xfrm>
          <a:prstGeom prst="roundRect">
            <a:avLst/>
          </a:prstGeom>
          <a:solidFill>
            <a:srgbClr val="FFFFFF"/>
          </a:solidFill>
          <a:ln w="9525" cap="flat" cmpd="sng" algn="ctr">
            <a:solidFill>
              <a:srgbClr val="DCE4EC"/>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53" name="TextBox 52">
            <a:extLst>
              <a:ext uri="{FF2B5EF4-FFF2-40B4-BE49-F238E27FC236}">
                <a16:creationId xmlns:a16="http://schemas.microsoft.com/office/drawing/2014/main" id="{03027256-6098-6FCF-5DA0-E73D10FA235D}"/>
              </a:ext>
            </a:extLst>
          </p:cNvPr>
          <p:cNvSpPr txBox="1"/>
          <p:nvPr/>
        </p:nvSpPr>
        <p:spPr>
          <a:xfrm>
            <a:off x="685800" y="4165745"/>
            <a:ext cx="10698480" cy="276999"/>
          </a:xfrm>
          <a:prstGeom prst="rect">
            <a:avLst/>
          </a:prstGeom>
          <a:noFill/>
        </p:spPr>
        <p:txBody>
          <a:bodyPr wrap="square" anchor="t">
            <a:spAutoFit/>
          </a:bodyPr>
          <a:lstStyle/>
          <a:p>
            <a:r>
              <a:rPr sz="1200" b="1">
                <a:solidFill>
                  <a:prstClr val="black"/>
                </a:solidFill>
                <a:latin typeface="Aptos" panose="020B0004020202020204" pitchFamily="34" charset="0"/>
              </a:rPr>
              <a:t>Institutional Assessment of the Commercial Taxes Department (CTD) including GST Readiness Assessment and Developing a Road Map</a:t>
            </a:r>
          </a:p>
        </p:txBody>
      </p:sp>
      <p:sp>
        <p:nvSpPr>
          <p:cNvPr id="54" name="TextBox 53">
            <a:extLst>
              <a:ext uri="{FF2B5EF4-FFF2-40B4-BE49-F238E27FC236}">
                <a16:creationId xmlns:a16="http://schemas.microsoft.com/office/drawing/2014/main" id="{435758CB-939E-69D4-082E-AC3D66F90864}"/>
              </a:ext>
            </a:extLst>
          </p:cNvPr>
          <p:cNvSpPr txBox="1"/>
          <p:nvPr/>
        </p:nvSpPr>
        <p:spPr>
          <a:xfrm>
            <a:off x="685800" y="4568082"/>
            <a:ext cx="10698480" cy="276999"/>
          </a:xfrm>
          <a:prstGeom prst="rect">
            <a:avLst/>
          </a:prstGeom>
          <a:noFill/>
        </p:spPr>
        <p:txBody>
          <a:bodyPr wrap="square" anchor="t">
            <a:spAutoFit/>
          </a:bodyPr>
          <a:lstStyle/>
          <a:p>
            <a:r>
              <a:rPr sz="1200">
                <a:solidFill>
                  <a:prstClr val="black"/>
                </a:solidFill>
                <a:latin typeface="Aptos" panose="020B0004020202020204" pitchFamily="34" charset="0"/>
              </a:rPr>
              <a:t>Government of Rajasthan | 04/2017–04/2019</a:t>
            </a:r>
          </a:p>
        </p:txBody>
      </p:sp>
      <p:sp>
        <p:nvSpPr>
          <p:cNvPr id="55" name="TextBox 54">
            <a:extLst>
              <a:ext uri="{FF2B5EF4-FFF2-40B4-BE49-F238E27FC236}">
                <a16:creationId xmlns:a16="http://schemas.microsoft.com/office/drawing/2014/main" id="{A9C82FF5-ABA8-070D-63AB-2A1010331F64}"/>
              </a:ext>
            </a:extLst>
          </p:cNvPr>
          <p:cNvSpPr txBox="1"/>
          <p:nvPr/>
        </p:nvSpPr>
        <p:spPr>
          <a:xfrm>
            <a:off x="685800" y="4860690"/>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panose="020B0004020202020204" pitchFamily="34" charset="0"/>
              </a:rPr>
              <a:t>GST transition</a:t>
            </a:r>
          </a:p>
        </p:txBody>
      </p:sp>
      <p:sp>
        <p:nvSpPr>
          <p:cNvPr id="56" name="TextBox 55">
            <a:extLst>
              <a:ext uri="{FF2B5EF4-FFF2-40B4-BE49-F238E27FC236}">
                <a16:creationId xmlns:a16="http://schemas.microsoft.com/office/drawing/2014/main" id="{BD37ABFC-3BD0-BF31-A0C2-F483B4AE1D36}"/>
              </a:ext>
            </a:extLst>
          </p:cNvPr>
          <p:cNvSpPr txBox="1"/>
          <p:nvPr/>
        </p:nvSpPr>
        <p:spPr>
          <a:xfrm>
            <a:off x="685800" y="5098434"/>
            <a:ext cx="3383280" cy="1200329"/>
          </a:xfrm>
          <a:prstGeom prst="rect">
            <a:avLst/>
          </a:prstGeom>
          <a:noFill/>
        </p:spPr>
        <p:txBody>
          <a:bodyPr wrap="square" anchor="t">
            <a:spAutoFit/>
          </a:bodyPr>
          <a:lstStyle/>
          <a:p>
            <a:pPr algn="just"/>
            <a:r>
              <a:rPr sz="1200">
                <a:solidFill>
                  <a:prstClr val="black"/>
                </a:solidFill>
                <a:latin typeface="Aptos" panose="020B0004020202020204" pitchFamily="34" charset="0"/>
              </a:rPr>
              <a:t>Assisting CTD in smooth transition to GST in terms of organizational and operational strengthening; checklist of transitional issues; day-to-day technical support on GST Acts and Rules, commodity classification, representations and GST Council meetings.</a:t>
            </a:r>
            <a:endParaRPr lang="en-US" sz="1200">
              <a:solidFill>
                <a:prstClr val="black"/>
              </a:solidFill>
              <a:latin typeface="Aptos" panose="020B0004020202020204" pitchFamily="34" charset="0"/>
            </a:endParaRPr>
          </a:p>
        </p:txBody>
      </p:sp>
      <p:sp>
        <p:nvSpPr>
          <p:cNvPr id="57" name="TextBox 56">
            <a:extLst>
              <a:ext uri="{FF2B5EF4-FFF2-40B4-BE49-F238E27FC236}">
                <a16:creationId xmlns:a16="http://schemas.microsoft.com/office/drawing/2014/main" id="{3AEE0C53-AF84-4A3A-5A80-EA8AFEC151E0}"/>
              </a:ext>
            </a:extLst>
          </p:cNvPr>
          <p:cNvSpPr txBox="1"/>
          <p:nvPr/>
        </p:nvSpPr>
        <p:spPr>
          <a:xfrm>
            <a:off x="4233672" y="4860690"/>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panose="020B0004020202020204" pitchFamily="34" charset="0"/>
              </a:rPr>
              <a:t>Audit and training</a:t>
            </a:r>
          </a:p>
        </p:txBody>
      </p:sp>
      <p:sp>
        <p:nvSpPr>
          <p:cNvPr id="58" name="TextBox 57">
            <a:extLst>
              <a:ext uri="{FF2B5EF4-FFF2-40B4-BE49-F238E27FC236}">
                <a16:creationId xmlns:a16="http://schemas.microsoft.com/office/drawing/2014/main" id="{7C19EF6F-815D-3330-0930-3A4EFE958D2F}"/>
              </a:ext>
            </a:extLst>
          </p:cNvPr>
          <p:cNvSpPr txBox="1"/>
          <p:nvPr/>
        </p:nvSpPr>
        <p:spPr>
          <a:xfrm>
            <a:off x="4233672" y="5098434"/>
            <a:ext cx="3383280" cy="1015663"/>
          </a:xfrm>
          <a:prstGeom prst="rect">
            <a:avLst/>
          </a:prstGeom>
          <a:noFill/>
        </p:spPr>
        <p:txBody>
          <a:bodyPr wrap="square" anchor="t">
            <a:spAutoFit/>
          </a:bodyPr>
          <a:lstStyle/>
          <a:p>
            <a:pPr algn="just"/>
            <a:r>
              <a:rPr sz="1200">
                <a:solidFill>
                  <a:prstClr val="black"/>
                </a:solidFill>
                <a:latin typeface="Aptos" panose="020B0004020202020204" pitchFamily="34" charset="0"/>
              </a:rPr>
              <a:t>Risk based GST Audit Manual; Training Need Assessment; three-year Training Strategy; Medium-Term Training Plan; Training Courseware; training of CTD officials, Master Trainers and practical computer-based training.</a:t>
            </a:r>
            <a:endParaRPr lang="en-US" sz="1200">
              <a:solidFill>
                <a:prstClr val="black"/>
              </a:solidFill>
              <a:latin typeface="Aptos" panose="020B0004020202020204" pitchFamily="34" charset="0"/>
            </a:endParaRPr>
          </a:p>
        </p:txBody>
      </p:sp>
      <p:sp>
        <p:nvSpPr>
          <p:cNvPr id="59" name="TextBox 58">
            <a:extLst>
              <a:ext uri="{FF2B5EF4-FFF2-40B4-BE49-F238E27FC236}">
                <a16:creationId xmlns:a16="http://schemas.microsoft.com/office/drawing/2014/main" id="{1426EC3D-CA9E-1F0C-28AF-EFF7CAE36758}"/>
              </a:ext>
            </a:extLst>
          </p:cNvPr>
          <p:cNvSpPr txBox="1"/>
          <p:nvPr/>
        </p:nvSpPr>
        <p:spPr>
          <a:xfrm>
            <a:off x="7781544" y="4860690"/>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panose="020B0004020202020204" pitchFamily="34" charset="0"/>
              </a:rPr>
              <a:t>Organizational support</a:t>
            </a:r>
          </a:p>
        </p:txBody>
      </p:sp>
      <p:sp>
        <p:nvSpPr>
          <p:cNvPr id="60" name="TextBox 59">
            <a:extLst>
              <a:ext uri="{FF2B5EF4-FFF2-40B4-BE49-F238E27FC236}">
                <a16:creationId xmlns:a16="http://schemas.microsoft.com/office/drawing/2014/main" id="{4FA4E64E-5B4B-2FF1-188C-99CDC3903D1F}"/>
              </a:ext>
            </a:extLst>
          </p:cNvPr>
          <p:cNvSpPr txBox="1"/>
          <p:nvPr/>
        </p:nvSpPr>
        <p:spPr>
          <a:xfrm>
            <a:off x="7781544" y="5098434"/>
            <a:ext cx="3383280" cy="1015663"/>
          </a:xfrm>
          <a:prstGeom prst="rect">
            <a:avLst/>
          </a:prstGeom>
          <a:noFill/>
        </p:spPr>
        <p:txBody>
          <a:bodyPr wrap="square" anchor="t">
            <a:spAutoFit/>
          </a:bodyPr>
          <a:lstStyle/>
          <a:p>
            <a:pPr algn="just"/>
            <a:r>
              <a:rPr sz="1200">
                <a:solidFill>
                  <a:prstClr val="black"/>
                </a:solidFill>
                <a:latin typeface="Aptos" panose="020B0004020202020204" pitchFamily="34" charset="0"/>
              </a:rPr>
              <a:t>Awareness sessions on GST; support in Organizational Restructuring of CTD by doing workload assessment and mapping; preparation of a roadmap for Establishment of Tax Analytic Unit.</a:t>
            </a:r>
            <a:endParaRPr lang="en-US" sz="1200">
              <a:solidFill>
                <a:prstClr val="black"/>
              </a:solidFill>
              <a:latin typeface="Aptos" panose="020B0004020202020204" pitchFamily="34" charset="0"/>
            </a:endParaRPr>
          </a:p>
        </p:txBody>
      </p:sp>
      <p:sp>
        <p:nvSpPr>
          <p:cNvPr id="61" name="Slide Number Placeholder 4">
            <a:extLst>
              <a:ext uri="{FF2B5EF4-FFF2-40B4-BE49-F238E27FC236}">
                <a16:creationId xmlns:a16="http://schemas.microsoft.com/office/drawing/2014/main" id="{E295ABFE-6970-E24B-7A33-1D5368554116}"/>
              </a:ext>
            </a:extLst>
          </p:cNvPr>
          <p:cNvSpPr>
            <a:spLocks noGrp="1"/>
          </p:cNvSpPr>
          <p:nvPr>
            <p:ph type="sldNum" sz="quarter" idx="4"/>
          </p:nvPr>
        </p:nvSpPr>
        <p:spPr>
          <a:xfrm>
            <a:off x="4724400" y="6579370"/>
            <a:ext cx="2743200" cy="180000"/>
          </a:xfrm>
        </p:spPr>
        <p:txBody>
          <a:bodyPr/>
          <a:lstStyle/>
          <a:p>
            <a:fld id="{39E7427F-21AC-4FC2-AC74-F5AF5A475796}" type="slidenum">
              <a:rPr lang="en-IN" smtClean="0"/>
              <a:pPr/>
              <a:t>31</a:t>
            </a:fld>
            <a:endParaRPr lang="en-IN"/>
          </a:p>
        </p:txBody>
      </p:sp>
    </p:spTree>
    <p:extLst>
      <p:ext uri="{BB962C8B-B14F-4D97-AF65-F5344CB8AC3E}">
        <p14:creationId xmlns:p14="http://schemas.microsoft.com/office/powerpoint/2010/main" val="340894845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D1F7F-1CFC-C600-A982-489252740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A2333-F1C5-D780-F032-1F982E7725A7}"/>
              </a:ext>
            </a:extLst>
          </p:cNvPr>
          <p:cNvSpPr>
            <a:spLocks noGrp="1"/>
          </p:cNvSpPr>
          <p:nvPr>
            <p:ph type="title"/>
          </p:nvPr>
        </p:nvSpPr>
        <p:spPr>
          <a:xfrm>
            <a:off x="501649" y="304800"/>
            <a:ext cx="11412000" cy="342900"/>
          </a:xfrm>
        </p:spPr>
        <p:txBody>
          <a:bodyPr rIns="0"/>
          <a:lstStyle/>
          <a:p>
            <a:r>
              <a:rPr lang="en-US"/>
              <a:t>Our Experience – Detailed Activities across Projects (3/4)</a:t>
            </a:r>
            <a:endParaRPr lang="en-IN"/>
          </a:p>
        </p:txBody>
      </p:sp>
      <p:sp>
        <p:nvSpPr>
          <p:cNvPr id="22" name="Title 1">
            <a:extLst>
              <a:ext uri="{FF2B5EF4-FFF2-40B4-BE49-F238E27FC236}">
                <a16:creationId xmlns:a16="http://schemas.microsoft.com/office/drawing/2014/main" id="{A4C7B650-C000-68E0-86AE-45BD7D7DC342}"/>
              </a:ext>
            </a:extLst>
          </p:cNvPr>
          <p:cNvSpPr txBox="1">
            <a:spLocks/>
          </p:cNvSpPr>
          <p:nvPr/>
        </p:nvSpPr>
        <p:spPr bwMode="gray">
          <a:xfrm>
            <a:off x="502920" y="765640"/>
            <a:ext cx="11188700"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a:ln>
                  <a:noFill/>
                </a:ln>
                <a:solidFill>
                  <a:sysClr val="windowText" lastClr="000000"/>
                </a:solidFill>
                <a:effectLst/>
                <a:uLnTx/>
                <a:uFillTx/>
                <a:latin typeface="Aptos"/>
                <a:ea typeface="+mj-ea"/>
                <a:cs typeface="Calibri Light" panose="020F0302020204030204" pitchFamily="34" charset="0"/>
              </a:rPr>
              <a:t>Tax Analytics, Systems &amp; Revenue Intelligence</a:t>
            </a:r>
            <a:endParaRPr kumimoji="0" lang="en-US" sz="2100" b="0" i="0" u="none" strike="noStrike" kern="1200" cap="none" spc="0" normalizeH="0" baseline="0" noProof="0">
              <a:ln>
                <a:noFill/>
              </a:ln>
              <a:solidFill>
                <a:sysClr val="windowText" lastClr="000000"/>
              </a:solidFill>
              <a:effectLst/>
              <a:uLnTx/>
              <a:uFillTx/>
              <a:latin typeface="Aptos" panose="020B0004020202020204" pitchFamily="34" charset="0"/>
              <a:ea typeface="+mj-ea"/>
              <a:cs typeface="Calibri Light" panose="020F0302020204030204" pitchFamily="34" charset="0"/>
            </a:endParaRPr>
          </a:p>
        </p:txBody>
      </p:sp>
      <p:sp>
        <p:nvSpPr>
          <p:cNvPr id="24" name="Rounded Rectangle 3">
            <a:extLst>
              <a:ext uri="{FF2B5EF4-FFF2-40B4-BE49-F238E27FC236}">
                <a16:creationId xmlns:a16="http://schemas.microsoft.com/office/drawing/2014/main" id="{E4863185-F98F-6523-93E6-38BE1E6B5D1C}"/>
              </a:ext>
            </a:extLst>
          </p:cNvPr>
          <p:cNvSpPr/>
          <p:nvPr/>
        </p:nvSpPr>
        <p:spPr>
          <a:xfrm>
            <a:off x="502920" y="1252730"/>
            <a:ext cx="11155680" cy="2578608"/>
          </a:xfrm>
          <a:prstGeom prst="roundRect">
            <a:avLst/>
          </a:prstGeom>
          <a:solidFill>
            <a:srgbClr val="FFFFFF"/>
          </a:solidFill>
          <a:ln w="9525" cap="flat" cmpd="sng" algn="ctr">
            <a:solidFill>
              <a:srgbClr val="DCE4EC"/>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5" name="TextBox 24">
            <a:extLst>
              <a:ext uri="{FF2B5EF4-FFF2-40B4-BE49-F238E27FC236}">
                <a16:creationId xmlns:a16="http://schemas.microsoft.com/office/drawing/2014/main" id="{669999B6-9955-02CC-DB6D-3C4E337D30F6}"/>
              </a:ext>
            </a:extLst>
          </p:cNvPr>
          <p:cNvSpPr txBox="1"/>
          <p:nvPr/>
        </p:nvSpPr>
        <p:spPr>
          <a:xfrm>
            <a:off x="685800" y="1344170"/>
            <a:ext cx="10698480" cy="276999"/>
          </a:xfrm>
          <a:prstGeom prst="rect">
            <a:avLst/>
          </a:prstGeom>
          <a:noFill/>
        </p:spPr>
        <p:txBody>
          <a:bodyPr wrap="square" anchor="t">
            <a:spAutoFit/>
          </a:bodyPr>
          <a:lstStyle/>
          <a:p>
            <a:r>
              <a:rPr sz="1200" b="1">
                <a:solidFill>
                  <a:prstClr val="black"/>
                </a:solidFill>
                <a:latin typeface="Aptos"/>
              </a:rPr>
              <a:t>Hiring of Expert/Consultant for TSU at Commercial Tax Department</a:t>
            </a:r>
          </a:p>
        </p:txBody>
      </p:sp>
      <p:sp>
        <p:nvSpPr>
          <p:cNvPr id="26" name="TextBox 25">
            <a:extLst>
              <a:ext uri="{FF2B5EF4-FFF2-40B4-BE49-F238E27FC236}">
                <a16:creationId xmlns:a16="http://schemas.microsoft.com/office/drawing/2014/main" id="{D430F54F-7EF1-7B44-4C06-C043F299A789}"/>
              </a:ext>
            </a:extLst>
          </p:cNvPr>
          <p:cNvSpPr txBox="1"/>
          <p:nvPr/>
        </p:nvSpPr>
        <p:spPr>
          <a:xfrm>
            <a:off x="685800" y="1746506"/>
            <a:ext cx="10698480" cy="276999"/>
          </a:xfrm>
          <a:prstGeom prst="rect">
            <a:avLst/>
          </a:prstGeom>
          <a:noFill/>
        </p:spPr>
        <p:txBody>
          <a:bodyPr wrap="square" anchor="t">
            <a:spAutoFit/>
          </a:bodyPr>
          <a:lstStyle/>
          <a:p>
            <a:r>
              <a:rPr sz="1200">
                <a:solidFill>
                  <a:prstClr val="black"/>
                </a:solidFill>
                <a:latin typeface="Aptos"/>
              </a:rPr>
              <a:t>Commercial Tax Department, Jaipur, Rajasthan | 03/2024–03/2026</a:t>
            </a:r>
          </a:p>
        </p:txBody>
      </p:sp>
      <p:sp>
        <p:nvSpPr>
          <p:cNvPr id="27" name="TextBox 26">
            <a:extLst>
              <a:ext uri="{FF2B5EF4-FFF2-40B4-BE49-F238E27FC236}">
                <a16:creationId xmlns:a16="http://schemas.microsoft.com/office/drawing/2014/main" id="{6FF41AEE-0E13-BDB2-1F45-5C3636872561}"/>
              </a:ext>
            </a:extLst>
          </p:cNvPr>
          <p:cNvSpPr txBox="1"/>
          <p:nvPr/>
        </p:nvSpPr>
        <p:spPr>
          <a:xfrm>
            <a:off x="685800" y="2039114"/>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a:rPr>
              <a:t>Module 1: Tax Analytics</a:t>
            </a:r>
          </a:p>
        </p:txBody>
      </p:sp>
      <p:sp>
        <p:nvSpPr>
          <p:cNvPr id="28" name="TextBox 27">
            <a:extLst>
              <a:ext uri="{FF2B5EF4-FFF2-40B4-BE49-F238E27FC236}">
                <a16:creationId xmlns:a16="http://schemas.microsoft.com/office/drawing/2014/main" id="{0A3F2A46-0156-F483-5236-E5F424279B4E}"/>
              </a:ext>
            </a:extLst>
          </p:cNvPr>
          <p:cNvSpPr txBox="1"/>
          <p:nvPr/>
        </p:nvSpPr>
        <p:spPr>
          <a:xfrm>
            <a:off x="685800" y="2276858"/>
            <a:ext cx="3383280" cy="1200329"/>
          </a:xfrm>
          <a:prstGeom prst="rect">
            <a:avLst/>
          </a:prstGeom>
          <a:noFill/>
        </p:spPr>
        <p:txBody>
          <a:bodyPr wrap="square" anchor="t">
            <a:spAutoFit/>
          </a:bodyPr>
          <a:lstStyle/>
          <a:p>
            <a:pPr algn="just"/>
            <a:r>
              <a:rPr sz="1200">
                <a:solidFill>
                  <a:prstClr val="black"/>
                </a:solidFill>
                <a:latin typeface="Aptos"/>
              </a:rPr>
              <a:t>Reports and dashboards analyzing GST compliance, liabilities, input credit and turnover; use cases for fake/suspicious taxpayers; GST Analytics Dashboard; key revenue-contributing sector analysis; Economic Indicators Dashboard.</a:t>
            </a:r>
            <a:endParaRPr lang="en-US" sz="1200">
              <a:solidFill>
                <a:prstClr val="black"/>
              </a:solidFill>
              <a:latin typeface="Aptos"/>
            </a:endParaRPr>
          </a:p>
        </p:txBody>
      </p:sp>
      <p:sp>
        <p:nvSpPr>
          <p:cNvPr id="29" name="TextBox 28">
            <a:extLst>
              <a:ext uri="{FF2B5EF4-FFF2-40B4-BE49-F238E27FC236}">
                <a16:creationId xmlns:a16="http://schemas.microsoft.com/office/drawing/2014/main" id="{1C856A69-EDF2-D997-65A9-0E7DF59C9C3E}"/>
              </a:ext>
            </a:extLst>
          </p:cNvPr>
          <p:cNvSpPr txBox="1"/>
          <p:nvPr/>
        </p:nvSpPr>
        <p:spPr>
          <a:xfrm>
            <a:off x="4233672" y="2039114"/>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a:rPr>
              <a:t>Module 1: Data and MIS</a:t>
            </a:r>
          </a:p>
        </p:txBody>
      </p:sp>
      <p:sp>
        <p:nvSpPr>
          <p:cNvPr id="30" name="TextBox 29">
            <a:extLst>
              <a:ext uri="{FF2B5EF4-FFF2-40B4-BE49-F238E27FC236}">
                <a16:creationId xmlns:a16="http://schemas.microsoft.com/office/drawing/2014/main" id="{4E470364-9B0D-F3DA-F600-4086A149D198}"/>
              </a:ext>
            </a:extLst>
          </p:cNvPr>
          <p:cNvSpPr txBox="1"/>
          <p:nvPr/>
        </p:nvSpPr>
        <p:spPr>
          <a:xfrm>
            <a:off x="4233672" y="2276858"/>
            <a:ext cx="3383280" cy="1015663"/>
          </a:xfrm>
          <a:prstGeom prst="rect">
            <a:avLst/>
          </a:prstGeom>
          <a:noFill/>
        </p:spPr>
        <p:txBody>
          <a:bodyPr wrap="square" anchor="t">
            <a:spAutoFit/>
          </a:bodyPr>
          <a:lstStyle/>
          <a:p>
            <a:pPr algn="just"/>
            <a:r>
              <a:rPr sz="1200">
                <a:solidFill>
                  <a:prstClr val="black"/>
                </a:solidFill>
                <a:latin typeface="Aptos"/>
              </a:rPr>
              <a:t>Regular MIS reporting by extracting API data; revenue trends, zonal performance, return compliance and sectoral growth; data extraction and cross-validation from GST Prime, BO portal and E-Way bill portal.</a:t>
            </a:r>
            <a:endParaRPr lang="en-US" sz="1200">
              <a:solidFill>
                <a:prstClr val="black"/>
              </a:solidFill>
              <a:latin typeface="Aptos"/>
            </a:endParaRPr>
          </a:p>
        </p:txBody>
      </p:sp>
      <p:sp>
        <p:nvSpPr>
          <p:cNvPr id="31" name="TextBox 30">
            <a:extLst>
              <a:ext uri="{FF2B5EF4-FFF2-40B4-BE49-F238E27FC236}">
                <a16:creationId xmlns:a16="http://schemas.microsoft.com/office/drawing/2014/main" id="{E40F47D9-F2E5-C6C8-E37F-F8A1EF54D0F4}"/>
              </a:ext>
            </a:extLst>
          </p:cNvPr>
          <p:cNvSpPr txBox="1"/>
          <p:nvPr/>
        </p:nvSpPr>
        <p:spPr>
          <a:xfrm>
            <a:off x="7781544" y="2039114"/>
            <a:ext cx="3383280" cy="461665"/>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a:rPr>
              <a:t>Module 2: Integrated Commercial Taxes Management System</a:t>
            </a:r>
          </a:p>
        </p:txBody>
      </p:sp>
      <p:sp>
        <p:nvSpPr>
          <p:cNvPr id="32" name="TextBox 31">
            <a:extLst>
              <a:ext uri="{FF2B5EF4-FFF2-40B4-BE49-F238E27FC236}">
                <a16:creationId xmlns:a16="http://schemas.microsoft.com/office/drawing/2014/main" id="{395D2A4E-B52A-91CB-AB1C-1D9F4AB59BD6}"/>
              </a:ext>
            </a:extLst>
          </p:cNvPr>
          <p:cNvSpPr txBox="1"/>
          <p:nvPr/>
        </p:nvSpPr>
        <p:spPr>
          <a:xfrm>
            <a:off x="7781544" y="2466631"/>
            <a:ext cx="3383280" cy="1200329"/>
          </a:xfrm>
          <a:prstGeom prst="rect">
            <a:avLst/>
          </a:prstGeom>
          <a:noFill/>
        </p:spPr>
        <p:txBody>
          <a:bodyPr wrap="square" anchor="t">
            <a:spAutoFit/>
          </a:bodyPr>
          <a:lstStyle/>
          <a:p>
            <a:pPr algn="just"/>
            <a:r>
              <a:rPr sz="1200">
                <a:solidFill>
                  <a:prstClr val="black"/>
                </a:solidFill>
                <a:latin typeface="Aptos"/>
              </a:rPr>
              <a:t>Stakeholder workshops, RTM and roadmap; project plan, FRS, SRS and design documents; development of modules; testing and UAT; security audit; integrations; training; POC, Pilot run, Go-Live, data migration and post implementation support.</a:t>
            </a:r>
            <a:endParaRPr lang="en-US" sz="1200">
              <a:solidFill>
                <a:prstClr val="black"/>
              </a:solidFill>
              <a:latin typeface="Aptos"/>
            </a:endParaRPr>
          </a:p>
        </p:txBody>
      </p:sp>
      <p:sp>
        <p:nvSpPr>
          <p:cNvPr id="33" name="Rounded Rectangle 12">
            <a:extLst>
              <a:ext uri="{FF2B5EF4-FFF2-40B4-BE49-F238E27FC236}">
                <a16:creationId xmlns:a16="http://schemas.microsoft.com/office/drawing/2014/main" id="{433A6FD8-3037-4BE8-49C0-424751E7F25E}"/>
              </a:ext>
            </a:extLst>
          </p:cNvPr>
          <p:cNvSpPr/>
          <p:nvPr/>
        </p:nvSpPr>
        <p:spPr>
          <a:xfrm>
            <a:off x="502920" y="4041650"/>
            <a:ext cx="11155680" cy="2348264"/>
          </a:xfrm>
          <a:prstGeom prst="roundRect">
            <a:avLst/>
          </a:prstGeom>
          <a:solidFill>
            <a:srgbClr val="FFFFFF"/>
          </a:solidFill>
          <a:ln w="9525" cap="flat" cmpd="sng" algn="ctr">
            <a:solidFill>
              <a:srgbClr val="DCE4EC"/>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4" name="TextBox 33">
            <a:extLst>
              <a:ext uri="{FF2B5EF4-FFF2-40B4-BE49-F238E27FC236}">
                <a16:creationId xmlns:a16="http://schemas.microsoft.com/office/drawing/2014/main" id="{4F62B744-6F5F-A592-7759-A8BB8BD1859B}"/>
              </a:ext>
            </a:extLst>
          </p:cNvPr>
          <p:cNvSpPr txBox="1"/>
          <p:nvPr/>
        </p:nvSpPr>
        <p:spPr>
          <a:xfrm>
            <a:off x="685800" y="4133089"/>
            <a:ext cx="10698480" cy="276999"/>
          </a:xfrm>
          <a:prstGeom prst="rect">
            <a:avLst/>
          </a:prstGeom>
          <a:noFill/>
        </p:spPr>
        <p:txBody>
          <a:bodyPr wrap="square" anchor="t">
            <a:spAutoFit/>
          </a:bodyPr>
          <a:lstStyle/>
          <a:p>
            <a:r>
              <a:rPr sz="1200" b="1">
                <a:solidFill>
                  <a:prstClr val="black"/>
                </a:solidFill>
                <a:latin typeface="Aptos"/>
              </a:rPr>
              <a:t>Technical Support Unit (TSU) for the Directorate of Revenue Intelligence and Economic Offences (DRI&amp;EO), Government of Rajasthan</a:t>
            </a:r>
          </a:p>
        </p:txBody>
      </p:sp>
      <p:sp>
        <p:nvSpPr>
          <p:cNvPr id="35" name="TextBox 34">
            <a:extLst>
              <a:ext uri="{FF2B5EF4-FFF2-40B4-BE49-F238E27FC236}">
                <a16:creationId xmlns:a16="http://schemas.microsoft.com/office/drawing/2014/main" id="{49FE2FC7-C064-15FE-96D6-418BC063280A}"/>
              </a:ext>
            </a:extLst>
          </p:cNvPr>
          <p:cNvSpPr txBox="1"/>
          <p:nvPr/>
        </p:nvSpPr>
        <p:spPr>
          <a:xfrm>
            <a:off x="685800" y="4535426"/>
            <a:ext cx="10698480" cy="276999"/>
          </a:xfrm>
          <a:prstGeom prst="rect">
            <a:avLst/>
          </a:prstGeom>
          <a:noFill/>
        </p:spPr>
        <p:txBody>
          <a:bodyPr wrap="square" anchor="t">
            <a:spAutoFit/>
          </a:bodyPr>
          <a:lstStyle/>
          <a:p>
            <a:r>
              <a:rPr sz="1200">
                <a:solidFill>
                  <a:prstClr val="black"/>
                </a:solidFill>
                <a:latin typeface="Aptos"/>
              </a:rPr>
              <a:t>Directorate of Revenue Intelligence and Economic Offences (DRI&amp;EO), Jaipur, Rajasthan | 07/2025–03/2026</a:t>
            </a:r>
          </a:p>
        </p:txBody>
      </p:sp>
      <p:sp>
        <p:nvSpPr>
          <p:cNvPr id="36" name="TextBox 35">
            <a:extLst>
              <a:ext uri="{FF2B5EF4-FFF2-40B4-BE49-F238E27FC236}">
                <a16:creationId xmlns:a16="http://schemas.microsoft.com/office/drawing/2014/main" id="{4344B65E-4AFD-E4F4-C0DE-2678AC8DC263}"/>
              </a:ext>
            </a:extLst>
          </p:cNvPr>
          <p:cNvSpPr txBox="1"/>
          <p:nvPr/>
        </p:nvSpPr>
        <p:spPr>
          <a:xfrm>
            <a:off x="685800" y="4828034"/>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a:rPr>
              <a:t>Data Repository and integration</a:t>
            </a:r>
          </a:p>
        </p:txBody>
      </p:sp>
      <p:sp>
        <p:nvSpPr>
          <p:cNvPr id="37" name="TextBox 36">
            <a:extLst>
              <a:ext uri="{FF2B5EF4-FFF2-40B4-BE49-F238E27FC236}">
                <a16:creationId xmlns:a16="http://schemas.microsoft.com/office/drawing/2014/main" id="{34230232-6F2A-DBE2-DCA5-AF2EA61496CE}"/>
              </a:ext>
            </a:extLst>
          </p:cNvPr>
          <p:cNvSpPr txBox="1"/>
          <p:nvPr/>
        </p:nvSpPr>
        <p:spPr>
          <a:xfrm>
            <a:off x="685800" y="5065778"/>
            <a:ext cx="3383280" cy="1015663"/>
          </a:xfrm>
          <a:prstGeom prst="rect">
            <a:avLst/>
          </a:prstGeom>
          <a:noFill/>
        </p:spPr>
        <p:txBody>
          <a:bodyPr wrap="square" anchor="t">
            <a:spAutoFit/>
          </a:bodyPr>
          <a:lstStyle/>
          <a:p>
            <a:pPr algn="just"/>
            <a:r>
              <a:rPr sz="1200">
                <a:solidFill>
                  <a:prstClr val="black"/>
                </a:solidFill>
                <a:latin typeface="Aptos"/>
              </a:rPr>
              <a:t>Data Repository integrating data from multiple departments and agencies; automated and periodic data exchange; integrated dashboard linking PAN and GSTIN across 5 departments; APIs, web crawling and flat files.</a:t>
            </a:r>
            <a:endParaRPr lang="en-US" sz="1200">
              <a:solidFill>
                <a:prstClr val="black"/>
              </a:solidFill>
              <a:latin typeface="Aptos"/>
            </a:endParaRPr>
          </a:p>
        </p:txBody>
      </p:sp>
      <p:sp>
        <p:nvSpPr>
          <p:cNvPr id="38" name="TextBox 37">
            <a:extLst>
              <a:ext uri="{FF2B5EF4-FFF2-40B4-BE49-F238E27FC236}">
                <a16:creationId xmlns:a16="http://schemas.microsoft.com/office/drawing/2014/main" id="{F9D3041D-185C-D6A2-D17F-278EC6748AC0}"/>
              </a:ext>
            </a:extLst>
          </p:cNvPr>
          <p:cNvSpPr txBox="1"/>
          <p:nvPr/>
        </p:nvSpPr>
        <p:spPr>
          <a:xfrm>
            <a:off x="4233672" y="4828034"/>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a:rPr>
              <a:t>Analytics and risk</a:t>
            </a:r>
          </a:p>
        </p:txBody>
      </p:sp>
      <p:sp>
        <p:nvSpPr>
          <p:cNvPr id="39" name="TextBox 38">
            <a:extLst>
              <a:ext uri="{FF2B5EF4-FFF2-40B4-BE49-F238E27FC236}">
                <a16:creationId xmlns:a16="http://schemas.microsoft.com/office/drawing/2014/main" id="{5F48CF47-FDC2-9A63-137B-E1DE2190B0F1}"/>
              </a:ext>
            </a:extLst>
          </p:cNvPr>
          <p:cNvSpPr txBox="1"/>
          <p:nvPr/>
        </p:nvSpPr>
        <p:spPr>
          <a:xfrm>
            <a:off x="4233672" y="5065778"/>
            <a:ext cx="3383280" cy="1015663"/>
          </a:xfrm>
          <a:prstGeom prst="rect">
            <a:avLst/>
          </a:prstGeom>
          <a:noFill/>
        </p:spPr>
        <p:txBody>
          <a:bodyPr wrap="square" anchor="t">
            <a:spAutoFit/>
          </a:bodyPr>
          <a:lstStyle/>
          <a:p>
            <a:pPr algn="just"/>
            <a:r>
              <a:rPr sz="1200">
                <a:solidFill>
                  <a:prstClr val="black"/>
                </a:solidFill>
                <a:latin typeface="Aptos"/>
              </a:rPr>
              <a:t>Rule-based and analytics-driven use cases; analytics models, fraud detection models and risk models; predictive and risk analysis; risk profiling of traders, licensees, lessees and taxpayers.</a:t>
            </a:r>
            <a:endParaRPr lang="en-US" sz="1200">
              <a:solidFill>
                <a:prstClr val="black"/>
              </a:solidFill>
              <a:latin typeface="Aptos"/>
            </a:endParaRPr>
          </a:p>
        </p:txBody>
      </p:sp>
      <p:sp>
        <p:nvSpPr>
          <p:cNvPr id="40" name="TextBox 39">
            <a:extLst>
              <a:ext uri="{FF2B5EF4-FFF2-40B4-BE49-F238E27FC236}">
                <a16:creationId xmlns:a16="http://schemas.microsoft.com/office/drawing/2014/main" id="{50A07FCF-60EE-1147-D66E-464FBBE493B2}"/>
              </a:ext>
            </a:extLst>
          </p:cNvPr>
          <p:cNvSpPr txBox="1"/>
          <p:nvPr/>
        </p:nvSpPr>
        <p:spPr>
          <a:xfrm>
            <a:off x="7781544" y="4828034"/>
            <a:ext cx="3383280"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prstClr val="black"/>
                </a:solidFill>
                <a:effectLst/>
                <a:uLnTx/>
                <a:uFillTx/>
                <a:latin typeface="Aptos"/>
              </a:rPr>
              <a:t>Revenue intelligence</a:t>
            </a:r>
          </a:p>
        </p:txBody>
      </p:sp>
      <p:sp>
        <p:nvSpPr>
          <p:cNvPr id="41" name="TextBox 40">
            <a:extLst>
              <a:ext uri="{FF2B5EF4-FFF2-40B4-BE49-F238E27FC236}">
                <a16:creationId xmlns:a16="http://schemas.microsoft.com/office/drawing/2014/main" id="{809CFE93-9CA2-9B08-8436-1AB0B596B805}"/>
              </a:ext>
            </a:extLst>
          </p:cNvPr>
          <p:cNvSpPr txBox="1"/>
          <p:nvPr/>
        </p:nvSpPr>
        <p:spPr>
          <a:xfrm>
            <a:off x="7781544" y="5065778"/>
            <a:ext cx="3383280" cy="1200329"/>
          </a:xfrm>
          <a:prstGeom prst="rect">
            <a:avLst/>
          </a:prstGeom>
          <a:noFill/>
        </p:spPr>
        <p:txBody>
          <a:bodyPr wrap="square" anchor="t">
            <a:spAutoFit/>
          </a:bodyPr>
          <a:lstStyle/>
          <a:p>
            <a:pPr algn="just"/>
            <a:r>
              <a:rPr sz="1200">
                <a:solidFill>
                  <a:prstClr val="black"/>
                </a:solidFill>
                <a:latin typeface="Aptos"/>
              </a:rPr>
              <a:t>Detect evasion, fraud and revenue leakages; identify revenue opportunities; data-driven insights for fraud investigation teams; impact of regulations on revenue collection; benchmarking of revenue policies; training and capacity-building programs.</a:t>
            </a:r>
            <a:endParaRPr lang="en-US" sz="1200">
              <a:solidFill>
                <a:prstClr val="black"/>
              </a:solidFill>
              <a:latin typeface="Aptos"/>
            </a:endParaRPr>
          </a:p>
        </p:txBody>
      </p:sp>
      <p:sp>
        <p:nvSpPr>
          <p:cNvPr id="42" name="Slide Number Placeholder 4">
            <a:extLst>
              <a:ext uri="{FF2B5EF4-FFF2-40B4-BE49-F238E27FC236}">
                <a16:creationId xmlns:a16="http://schemas.microsoft.com/office/drawing/2014/main" id="{FFBACA9F-E23F-8994-D68C-02DF99D2E124}"/>
              </a:ext>
            </a:extLst>
          </p:cNvPr>
          <p:cNvSpPr>
            <a:spLocks noGrp="1"/>
          </p:cNvSpPr>
          <p:nvPr>
            <p:ph type="sldNum" sz="quarter" idx="4"/>
          </p:nvPr>
        </p:nvSpPr>
        <p:spPr>
          <a:xfrm>
            <a:off x="4724400" y="6579370"/>
            <a:ext cx="2743200" cy="180000"/>
          </a:xfrm>
        </p:spPr>
        <p:txBody>
          <a:bodyPr/>
          <a:lstStyle/>
          <a:p>
            <a:fld id="{39E7427F-21AC-4FC2-AC74-F5AF5A475796}" type="slidenum">
              <a:rPr lang="en-IN" smtClean="0"/>
              <a:pPr/>
              <a:t>32</a:t>
            </a:fld>
            <a:endParaRPr lang="en-IN"/>
          </a:p>
        </p:txBody>
      </p:sp>
    </p:spTree>
    <p:extLst>
      <p:ext uri="{BB962C8B-B14F-4D97-AF65-F5344CB8AC3E}">
        <p14:creationId xmlns:p14="http://schemas.microsoft.com/office/powerpoint/2010/main" val="361242189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3C2BD-4773-CA7D-525C-70BA59DDF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166CB-C6C5-68C6-5E8C-35341ABB078E}"/>
              </a:ext>
            </a:extLst>
          </p:cNvPr>
          <p:cNvSpPr>
            <a:spLocks noGrp="1"/>
          </p:cNvSpPr>
          <p:nvPr>
            <p:ph type="title"/>
          </p:nvPr>
        </p:nvSpPr>
        <p:spPr>
          <a:xfrm>
            <a:off x="501649" y="304800"/>
            <a:ext cx="11412000" cy="342900"/>
          </a:xfrm>
        </p:spPr>
        <p:txBody>
          <a:bodyPr rIns="0"/>
          <a:lstStyle/>
          <a:p>
            <a:r>
              <a:rPr lang="en-US"/>
              <a:t>Our Experience – Detailed Activities across Projects (4/4)</a:t>
            </a:r>
            <a:endParaRPr lang="en-IN"/>
          </a:p>
        </p:txBody>
      </p:sp>
      <p:sp>
        <p:nvSpPr>
          <p:cNvPr id="42" name="Rounded Rectangle 3">
            <a:extLst>
              <a:ext uri="{FF2B5EF4-FFF2-40B4-BE49-F238E27FC236}">
                <a16:creationId xmlns:a16="http://schemas.microsoft.com/office/drawing/2014/main" id="{8E0BDC9C-2640-F9F2-53F5-0CAB47344ADA}"/>
              </a:ext>
            </a:extLst>
          </p:cNvPr>
          <p:cNvSpPr/>
          <p:nvPr/>
        </p:nvSpPr>
        <p:spPr>
          <a:xfrm>
            <a:off x="392545" y="3812620"/>
            <a:ext cx="11155680" cy="2635732"/>
          </a:xfrm>
          <a:prstGeom prst="roundRect">
            <a:avLst/>
          </a:prstGeom>
          <a:solidFill>
            <a:srgbClr val="FFFFFF"/>
          </a:solidFill>
          <a:ln w="9525" cap="flat" cmpd="sng" algn="ctr">
            <a:solidFill>
              <a:srgbClr val="DCE4EC"/>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43" name="TextBox 42">
            <a:extLst>
              <a:ext uri="{FF2B5EF4-FFF2-40B4-BE49-F238E27FC236}">
                <a16:creationId xmlns:a16="http://schemas.microsoft.com/office/drawing/2014/main" id="{93C6890F-15B7-A95A-727F-3EEF3E70EBB3}"/>
              </a:ext>
            </a:extLst>
          </p:cNvPr>
          <p:cNvSpPr txBox="1"/>
          <p:nvPr/>
        </p:nvSpPr>
        <p:spPr>
          <a:xfrm>
            <a:off x="4380865" y="2166700"/>
            <a:ext cx="3449658" cy="376244"/>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200" b="1" i="0" u="none" strike="noStrike" kern="0" cap="none" spc="0" normalizeH="0" baseline="0" noProof="0">
              <a:ln>
                <a:noFill/>
              </a:ln>
              <a:solidFill>
                <a:prstClr val="black"/>
              </a:solidFill>
              <a:effectLst/>
              <a:uLnTx/>
              <a:uFillTx/>
              <a:latin typeface="Aptos"/>
            </a:endParaRPr>
          </a:p>
        </p:txBody>
      </p:sp>
      <p:sp>
        <p:nvSpPr>
          <p:cNvPr id="44" name="Rounded Rectangle 3">
            <a:extLst>
              <a:ext uri="{FF2B5EF4-FFF2-40B4-BE49-F238E27FC236}">
                <a16:creationId xmlns:a16="http://schemas.microsoft.com/office/drawing/2014/main" id="{29787583-43E5-A114-57FC-DD75E5E00E62}"/>
              </a:ext>
            </a:extLst>
          </p:cNvPr>
          <p:cNvSpPr/>
          <p:nvPr/>
        </p:nvSpPr>
        <p:spPr>
          <a:xfrm>
            <a:off x="425565" y="1091393"/>
            <a:ext cx="11155680" cy="2635732"/>
          </a:xfrm>
          <a:prstGeom prst="roundRect">
            <a:avLst/>
          </a:prstGeom>
          <a:solidFill>
            <a:srgbClr val="FFFFFF"/>
          </a:solidFill>
          <a:ln w="9525" cap="flat" cmpd="sng" algn="ctr">
            <a:solidFill>
              <a:srgbClr val="DCE4EC"/>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panose="020B0004020202020204" pitchFamily="34" charset="0"/>
              <a:ea typeface="+mn-ea"/>
              <a:cs typeface="+mn-cs"/>
            </a:endParaRPr>
          </a:p>
        </p:txBody>
      </p:sp>
      <p:grpSp>
        <p:nvGrpSpPr>
          <p:cNvPr id="45" name="Group 44">
            <a:extLst>
              <a:ext uri="{FF2B5EF4-FFF2-40B4-BE49-F238E27FC236}">
                <a16:creationId xmlns:a16="http://schemas.microsoft.com/office/drawing/2014/main" id="{106A8DEA-C404-A7D5-37B9-1F2147DA99BA}"/>
              </a:ext>
            </a:extLst>
          </p:cNvPr>
          <p:cNvGrpSpPr/>
          <p:nvPr/>
        </p:nvGrpSpPr>
        <p:grpSpPr>
          <a:xfrm>
            <a:off x="1004364" y="1266269"/>
            <a:ext cx="10379917" cy="5147852"/>
            <a:chOff x="974867" y="744789"/>
            <a:chExt cx="11866062" cy="5147852"/>
          </a:xfrm>
        </p:grpSpPr>
        <p:grpSp>
          <p:nvGrpSpPr>
            <p:cNvPr id="46" name="Group 45">
              <a:extLst>
                <a:ext uri="{FF2B5EF4-FFF2-40B4-BE49-F238E27FC236}">
                  <a16:creationId xmlns:a16="http://schemas.microsoft.com/office/drawing/2014/main" id="{5C259F7A-C90F-A514-064A-83927CD25111}"/>
                </a:ext>
              </a:extLst>
            </p:cNvPr>
            <p:cNvGrpSpPr/>
            <p:nvPr/>
          </p:nvGrpSpPr>
          <p:grpSpPr>
            <a:xfrm>
              <a:off x="1083433" y="744789"/>
              <a:ext cx="11757496" cy="2606040"/>
              <a:chOff x="768802" y="1588399"/>
              <a:chExt cx="11274554" cy="2606040"/>
            </a:xfrm>
          </p:grpSpPr>
          <p:sp>
            <p:nvSpPr>
              <p:cNvPr id="53" name="TextBox 52">
                <a:extLst>
                  <a:ext uri="{FF2B5EF4-FFF2-40B4-BE49-F238E27FC236}">
                    <a16:creationId xmlns:a16="http://schemas.microsoft.com/office/drawing/2014/main" id="{9D020ABE-EEBA-4D9B-800E-A7B9E63A135F}"/>
                  </a:ext>
                </a:extLst>
              </p:cNvPr>
              <p:cNvSpPr txBox="1"/>
              <p:nvPr/>
            </p:nvSpPr>
            <p:spPr>
              <a:xfrm>
                <a:off x="768802" y="2057842"/>
                <a:ext cx="5118802"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ptos"/>
                  </a:rPr>
                  <a:t>Process</a:t>
                </a:r>
                <a:endParaRPr kumimoji="0" sz="1200" b="1" i="0" u="none" strike="noStrike" kern="0" cap="none" spc="0" normalizeH="0" baseline="0" noProof="0">
                  <a:ln>
                    <a:noFill/>
                  </a:ln>
                  <a:solidFill>
                    <a:prstClr val="black"/>
                  </a:solidFill>
                  <a:effectLst/>
                  <a:uLnTx/>
                  <a:uFillTx/>
                  <a:latin typeface="Aptos"/>
                </a:endParaRPr>
              </a:p>
            </p:txBody>
          </p:sp>
          <p:sp>
            <p:nvSpPr>
              <p:cNvPr id="54" name="TextBox 53">
                <a:extLst>
                  <a:ext uri="{FF2B5EF4-FFF2-40B4-BE49-F238E27FC236}">
                    <a16:creationId xmlns:a16="http://schemas.microsoft.com/office/drawing/2014/main" id="{451938DB-16C6-8330-0FB1-87798DDD35B1}"/>
                  </a:ext>
                </a:extLst>
              </p:cNvPr>
              <p:cNvSpPr txBox="1"/>
              <p:nvPr/>
            </p:nvSpPr>
            <p:spPr>
              <a:xfrm>
                <a:off x="6401945" y="2049125"/>
                <a:ext cx="5190976"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ptos" pitchFamily="34" charset="0"/>
                  </a:rPr>
                  <a:t>Key Tasks</a:t>
                </a:r>
                <a:endParaRPr kumimoji="0" lang="en-US" sz="1200" b="0" i="0" u="none" strike="noStrike" kern="0" cap="none" spc="0" normalizeH="0" baseline="0" noProof="0">
                  <a:ln>
                    <a:noFill/>
                  </a:ln>
                  <a:solidFill>
                    <a:prstClr val="black"/>
                  </a:solidFill>
                  <a:effectLst/>
                  <a:uLnTx/>
                  <a:uFillTx/>
                  <a:latin typeface="Aptos" panose="020B0004020202020204" pitchFamily="34" charset="0"/>
                </a:endParaRPr>
              </a:p>
            </p:txBody>
          </p:sp>
          <p:grpSp>
            <p:nvGrpSpPr>
              <p:cNvPr id="55" name="Group 54">
                <a:extLst>
                  <a:ext uri="{FF2B5EF4-FFF2-40B4-BE49-F238E27FC236}">
                    <a16:creationId xmlns:a16="http://schemas.microsoft.com/office/drawing/2014/main" id="{7314FB57-099A-F4C6-1D07-A217234A5CAC}"/>
                  </a:ext>
                </a:extLst>
              </p:cNvPr>
              <p:cNvGrpSpPr/>
              <p:nvPr/>
            </p:nvGrpSpPr>
            <p:grpSpPr>
              <a:xfrm>
                <a:off x="768804" y="1588399"/>
                <a:ext cx="11274552" cy="2606040"/>
                <a:chOff x="457200" y="914400"/>
                <a:chExt cx="11274552" cy="2606040"/>
              </a:xfrm>
            </p:grpSpPr>
            <p:sp>
              <p:nvSpPr>
                <p:cNvPr id="56" name="Text 6">
                  <a:extLst>
                    <a:ext uri="{FF2B5EF4-FFF2-40B4-BE49-F238E27FC236}">
                      <a16:creationId xmlns:a16="http://schemas.microsoft.com/office/drawing/2014/main" id="{1BE9DAF6-896B-5068-D068-114488F5989B}"/>
                    </a:ext>
                  </a:extLst>
                </p:cNvPr>
                <p:cNvSpPr txBox="1"/>
                <p:nvPr/>
              </p:nvSpPr>
              <p:spPr>
                <a:xfrm>
                  <a:off x="457200" y="914400"/>
                  <a:ext cx="11274552" cy="237744"/>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1A1A1A"/>
                      </a:solidFill>
                      <a:effectLst/>
                      <a:uLnTx/>
                      <a:uFillTx/>
                      <a:latin typeface="Aptos" pitchFamily="34" charset="0"/>
                      <a:ea typeface="Aptos" pitchFamily="34" charset="-122"/>
                      <a:cs typeface="Aptos" pitchFamily="34" charset="-120"/>
                    </a:rPr>
                    <a:t>Project Management Unit for Finance Department, Government of Rajasthan</a:t>
                  </a:r>
                  <a:endParaRPr kumimoji="0" lang="en-US" sz="12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7" name="Text 7">
                  <a:extLst>
                    <a:ext uri="{FF2B5EF4-FFF2-40B4-BE49-F238E27FC236}">
                      <a16:creationId xmlns:a16="http://schemas.microsoft.com/office/drawing/2014/main" id="{6C32995B-F125-DCF0-7818-E460872C0FC8}"/>
                    </a:ext>
                  </a:extLst>
                </p:cNvPr>
                <p:cNvSpPr txBox="1"/>
                <p:nvPr/>
              </p:nvSpPr>
              <p:spPr>
                <a:xfrm>
                  <a:off x="457200" y="1152144"/>
                  <a:ext cx="11274552" cy="219456"/>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Finance Department, Government of Rajasthan | India, Rajasthan | 03/2024–09/2025</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8" name="Text 10">
                  <a:extLst>
                    <a:ext uri="{FF2B5EF4-FFF2-40B4-BE49-F238E27FC236}">
                      <a16:creationId xmlns:a16="http://schemas.microsoft.com/office/drawing/2014/main" id="{C3B17707-9B32-C252-C4AF-5C28CDA15CF4}"/>
                    </a:ext>
                  </a:extLst>
                </p:cNvPr>
                <p:cNvSpPr txBox="1"/>
                <p:nvPr/>
              </p:nvSpPr>
              <p:spPr>
                <a:xfrm>
                  <a:off x="457200" y="1810512"/>
                  <a:ext cx="4788933" cy="1709928"/>
                </a:xfrm>
                <a:prstGeom prst="rect">
                  <a:avLst/>
                </a:prstGeom>
                <a:noFill/>
                <a:ln/>
              </p:spPr>
              <p:txBody>
                <a:bodyPr wrap="square" lIns="25400" tIns="25400" rIns="25400" bIns="25400" rtlCol="0" anchor="t"/>
                <a:lstStyle/>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As-is assessment of the State’s fiscal and regulatory framework</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Research, benchmarking and data analysis</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Stakeholder consultations across departments</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Design of frameworks, policies and revised rules</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Pilot, </a:t>
                  </a:r>
                  <a:r>
                    <a:rPr kumimoji="0" lang="en-US" sz="1100" b="0" i="0" u="none" strike="noStrike" kern="0" cap="none" spc="0" normalizeH="0" baseline="0" noProof="0" err="1">
                      <a:ln>
                        <a:noFill/>
                      </a:ln>
                      <a:solidFill>
                        <a:srgbClr val="262626"/>
                      </a:solidFill>
                      <a:effectLst/>
                      <a:uLnTx/>
                      <a:uFillTx/>
                      <a:latin typeface="Aptos" pitchFamily="34" charset="0"/>
                      <a:ea typeface="Aptos" pitchFamily="34" charset="-122"/>
                      <a:cs typeface="Aptos" pitchFamily="34" charset="-120"/>
                    </a:rPr>
                    <a:t>formalisation</a:t>
                  </a: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 through circulars and capacity building</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State-wide roll-out with monitoring and evaluation</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9" name="Text 13">
                  <a:extLst>
                    <a:ext uri="{FF2B5EF4-FFF2-40B4-BE49-F238E27FC236}">
                      <a16:creationId xmlns:a16="http://schemas.microsoft.com/office/drawing/2014/main" id="{19EC12EA-B2BC-F6E5-1319-A9DE7C7E62C2}"/>
                    </a:ext>
                  </a:extLst>
                </p:cNvPr>
                <p:cNvSpPr txBox="1"/>
                <p:nvPr/>
              </p:nvSpPr>
              <p:spPr>
                <a:xfrm>
                  <a:off x="6242353" y="1629682"/>
                  <a:ext cx="5190977" cy="1709928"/>
                </a:xfrm>
                <a:prstGeom prst="rect">
                  <a:avLst/>
                </a:prstGeom>
                <a:noFill/>
                <a:ln/>
              </p:spPr>
              <p:txBody>
                <a:bodyPr wrap="square" lIns="25400" tIns="25400" rIns="25400" bIns="25400" rtlCol="0" anchor="t"/>
                <a:lstStyle/>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Preparation of the Memorandum for the 16th Finance Commission</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Preparation of the Green Credit Policy</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Outcome-Output Budget framework and State-wide roll-out</a:t>
                  </a: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rPr>
                    <a:t>Drafted Finance Departments chapter for </a:t>
                  </a:r>
                  <a:r>
                    <a:rPr kumimoji="0" lang="en-US" sz="1100" b="0" i="0" u="none" strike="noStrike" kern="0" cap="none" spc="0" normalizeH="0" baseline="0" noProof="0" err="1">
                      <a:ln>
                        <a:noFill/>
                      </a:ln>
                      <a:solidFill>
                        <a:srgbClr val="262626"/>
                      </a:solidFill>
                      <a:effectLst/>
                      <a:uLnTx/>
                      <a:uFillTx/>
                      <a:latin typeface="Aptos" pitchFamily="34" charset="0"/>
                    </a:rPr>
                    <a:t>Viskit</a:t>
                  </a:r>
                  <a:r>
                    <a:rPr kumimoji="0" lang="en-US" sz="1100" b="0" i="0" u="none" strike="noStrike" kern="0" cap="none" spc="0" normalizeH="0" baseline="0" noProof="0">
                      <a:ln>
                        <a:noFill/>
                      </a:ln>
                      <a:solidFill>
                        <a:srgbClr val="262626"/>
                      </a:solidFill>
                      <a:effectLst/>
                      <a:uLnTx/>
                      <a:uFillTx/>
                      <a:latin typeface="Aptos" pitchFamily="34" charset="0"/>
                    </a:rPr>
                    <a:t> Rajasthan 2047 document</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Drafting of the 7th State Finance Commission Interim Report (2025-26)</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Support to SDRI – review of revenue Acts, RSBCL reporting and data analytics</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p:txBody>
            </p:sp>
          </p:grpSp>
        </p:grpSp>
        <p:grpSp>
          <p:nvGrpSpPr>
            <p:cNvPr id="47" name="Group 46">
              <a:extLst>
                <a:ext uri="{FF2B5EF4-FFF2-40B4-BE49-F238E27FC236}">
                  <a16:creationId xmlns:a16="http://schemas.microsoft.com/office/drawing/2014/main" id="{69E362BE-166C-C284-953D-BA3305B6CD7B}"/>
                </a:ext>
              </a:extLst>
            </p:cNvPr>
            <p:cNvGrpSpPr/>
            <p:nvPr/>
          </p:nvGrpSpPr>
          <p:grpSpPr>
            <a:xfrm>
              <a:off x="974867" y="3286601"/>
              <a:ext cx="11866061" cy="2606040"/>
              <a:chOff x="457199" y="3776472"/>
              <a:chExt cx="12913765" cy="2606040"/>
            </a:xfrm>
          </p:grpSpPr>
          <p:sp>
            <p:nvSpPr>
              <p:cNvPr id="49" name="Text 15">
                <a:extLst>
                  <a:ext uri="{FF2B5EF4-FFF2-40B4-BE49-F238E27FC236}">
                    <a16:creationId xmlns:a16="http://schemas.microsoft.com/office/drawing/2014/main" id="{2F74EC9E-B0A5-BA19-766B-7D0F418DCE68}"/>
                  </a:ext>
                </a:extLst>
              </p:cNvPr>
              <p:cNvSpPr txBox="1"/>
              <p:nvPr/>
            </p:nvSpPr>
            <p:spPr>
              <a:xfrm>
                <a:off x="457200" y="3776472"/>
                <a:ext cx="11274552" cy="237744"/>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1A1A1A"/>
                    </a:solidFill>
                    <a:effectLst/>
                    <a:uLnTx/>
                    <a:uFillTx/>
                    <a:latin typeface="Aptos" pitchFamily="34" charset="0"/>
                    <a:ea typeface="Aptos" pitchFamily="34" charset="-122"/>
                    <a:cs typeface="Aptos" pitchFamily="34" charset="-120"/>
                  </a:rPr>
                  <a:t>Mizoram Public Resource Management Program (MPRMP) – MIS Consultancy and Budget Reform for Government Department</a:t>
                </a:r>
                <a:endParaRPr kumimoji="0" lang="en-US" sz="12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0" name="Text 16">
                <a:extLst>
                  <a:ext uri="{FF2B5EF4-FFF2-40B4-BE49-F238E27FC236}">
                    <a16:creationId xmlns:a16="http://schemas.microsoft.com/office/drawing/2014/main" id="{5D349F33-6EDE-9CEE-7788-83E2B1B6557C}"/>
                  </a:ext>
                </a:extLst>
              </p:cNvPr>
              <p:cNvSpPr txBox="1"/>
              <p:nvPr/>
            </p:nvSpPr>
            <p:spPr>
              <a:xfrm>
                <a:off x="457200" y="4014216"/>
                <a:ext cx="11274552" cy="219456"/>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Asian Development Bank | India, Mizoram | 12/2011–02/2015</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1" name="Text 19">
                <a:extLst>
                  <a:ext uri="{FF2B5EF4-FFF2-40B4-BE49-F238E27FC236}">
                    <a16:creationId xmlns:a16="http://schemas.microsoft.com/office/drawing/2014/main" id="{5249233F-2E96-F748-FC2B-D609557D10AF}"/>
                  </a:ext>
                </a:extLst>
              </p:cNvPr>
              <p:cNvSpPr txBox="1"/>
              <p:nvPr/>
            </p:nvSpPr>
            <p:spPr>
              <a:xfrm>
                <a:off x="457199" y="4672584"/>
                <a:ext cx="5840442" cy="1709928"/>
              </a:xfrm>
              <a:prstGeom prst="rect">
                <a:avLst/>
              </a:prstGeom>
              <a:noFill/>
              <a:ln/>
            </p:spPr>
            <p:txBody>
              <a:bodyPr wrap="square" lIns="25400" tIns="25400" rIns="25400" bIns="25400" rtlCol="0" anchor="t"/>
              <a:lstStyle/>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Detailed assessment of processes in government operations</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Identification of process improvements and functional gaps</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Design of the management information system</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Assistance in procurement of the envisaged system</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Training of departmental staff and officials on the MIS</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Overall program management</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52" name="Text 22">
                <a:extLst>
                  <a:ext uri="{FF2B5EF4-FFF2-40B4-BE49-F238E27FC236}">
                    <a16:creationId xmlns:a16="http://schemas.microsoft.com/office/drawing/2014/main" id="{2AE3D729-4371-4536-3D85-D1BF73A3C38E}"/>
                  </a:ext>
                </a:extLst>
              </p:cNvPr>
              <p:cNvSpPr txBox="1"/>
              <p:nvPr/>
            </p:nvSpPr>
            <p:spPr>
              <a:xfrm>
                <a:off x="6791758" y="4555738"/>
                <a:ext cx="6579206" cy="1709928"/>
              </a:xfrm>
              <a:prstGeom prst="rect">
                <a:avLst/>
              </a:prstGeom>
              <a:noFill/>
              <a:ln/>
            </p:spPr>
            <p:txBody>
              <a:bodyPr wrap="square" lIns="25400" tIns="25400" rIns="25400" bIns="25400" rtlCol="0" anchor="t"/>
              <a:lstStyle/>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Property revenue process studies and land records digitization strategy – Land Revenue Department</a:t>
                </a: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MTEF preparation and capacity building – Health Department</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Tax administration review and revenue management gap assessment – Taxation Department</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Budget preparation, resource allocation and fund management assessment – Finance Department</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Treasury, GPF, pension and payroll IT enablement – Accounts &amp; Treasuries Department</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a:p>
                <a:pPr marL="342900" marR="0" lvl="0" indent="-342900" defTabSz="914400" eaLnBrk="1" fontAlgn="auto" latinLnBrk="0" hangingPunct="1">
                  <a:lnSpc>
                    <a:spcPct val="95000"/>
                  </a:lnSpc>
                  <a:spcBef>
                    <a:spcPts val="0"/>
                  </a:spcBef>
                  <a:spcAft>
                    <a:spcPts val="400"/>
                  </a:spcAft>
                  <a:buClrTx/>
                  <a:buSzPct val="100000"/>
                  <a:buFontTx/>
                  <a:buChar char="•"/>
                  <a:tabLst/>
                  <a:defRPr/>
                </a:pPr>
                <a:r>
                  <a:rPr kumimoji="0" lang="en-US" sz="1100" b="0" i="0" u="none" strike="noStrike" kern="0" cap="none" spc="0" normalizeH="0" baseline="0" noProof="0">
                    <a:ln>
                      <a:noFill/>
                    </a:ln>
                    <a:solidFill>
                      <a:srgbClr val="262626"/>
                    </a:solidFill>
                    <a:effectLst/>
                    <a:uLnTx/>
                    <a:uFillTx/>
                    <a:latin typeface="Aptos" pitchFamily="34" charset="0"/>
                    <a:ea typeface="Aptos" pitchFamily="34" charset="-122"/>
                    <a:cs typeface="Aptos" pitchFamily="34" charset="-120"/>
                  </a:rPr>
                  <a:t>Public expenditure review and preparation of the Core Investment Plan (CIP)</a:t>
                </a:r>
                <a:endParaRPr kumimoji="0" lang="en-US" sz="1100" b="0" i="0" u="none" strike="noStrike" kern="0" cap="none" spc="0" normalizeH="0" baseline="0" noProof="0">
                  <a:ln>
                    <a:noFill/>
                  </a:ln>
                  <a:solidFill>
                    <a:prstClr val="black"/>
                  </a:solidFill>
                  <a:effectLst/>
                  <a:uLnTx/>
                  <a:uFillTx/>
                  <a:latin typeface="Aptos" panose="020B0004020202020204" pitchFamily="34" charset="0"/>
                </a:endParaRPr>
              </a:p>
            </p:txBody>
          </p:sp>
        </p:grpSp>
        <p:sp>
          <p:nvSpPr>
            <p:cNvPr id="48" name="TextBox 47">
              <a:extLst>
                <a:ext uri="{FF2B5EF4-FFF2-40B4-BE49-F238E27FC236}">
                  <a16:creationId xmlns:a16="http://schemas.microsoft.com/office/drawing/2014/main" id="{5471625B-172C-4D5C-B59A-86A593668436}"/>
                </a:ext>
              </a:extLst>
            </p:cNvPr>
            <p:cNvSpPr txBox="1"/>
            <p:nvPr/>
          </p:nvSpPr>
          <p:spPr>
            <a:xfrm>
              <a:off x="980900" y="3818882"/>
              <a:ext cx="5413329"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ptos"/>
                </a:rPr>
                <a:t>Process</a:t>
              </a:r>
              <a:endParaRPr kumimoji="0" sz="1200" b="1" i="0" u="none" strike="noStrike" kern="0" cap="none" spc="0" normalizeH="0" baseline="0" noProof="0">
                <a:ln>
                  <a:noFill/>
                </a:ln>
                <a:solidFill>
                  <a:prstClr val="black"/>
                </a:solidFill>
                <a:effectLst/>
                <a:uLnTx/>
                <a:uFillTx/>
                <a:latin typeface="Aptos"/>
              </a:endParaRPr>
            </a:p>
          </p:txBody>
        </p:sp>
      </p:grpSp>
      <p:sp>
        <p:nvSpPr>
          <p:cNvPr id="60" name="Title 1">
            <a:extLst>
              <a:ext uri="{FF2B5EF4-FFF2-40B4-BE49-F238E27FC236}">
                <a16:creationId xmlns:a16="http://schemas.microsoft.com/office/drawing/2014/main" id="{8701D79F-C6DF-3C0C-DAE1-B0A18E189A72}"/>
              </a:ext>
            </a:extLst>
          </p:cNvPr>
          <p:cNvSpPr txBox="1">
            <a:spLocks/>
          </p:cNvSpPr>
          <p:nvPr/>
        </p:nvSpPr>
        <p:spPr bwMode="gray">
          <a:xfrm>
            <a:off x="392545" y="757293"/>
            <a:ext cx="11188700"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j-ea"/>
                <a:cs typeface="Calibri Light" panose="020F0302020204030204" pitchFamily="34" charset="0"/>
              </a:rPr>
              <a:t>Financial Governance and Reform: PMU Contributions; </a:t>
            </a:r>
            <a:r>
              <a:rPr kumimoji="0" lang="en-US" sz="1400" b="1" i="0" u="none" strike="noStrike" kern="1200" cap="none" spc="0" normalizeH="0" baseline="0" noProof="0">
                <a:ln>
                  <a:noFill/>
                </a:ln>
                <a:solidFill>
                  <a:prstClr val="black"/>
                </a:solidFill>
                <a:effectLst/>
                <a:uLnTx/>
                <a:uFillTx/>
                <a:latin typeface="Aptos"/>
                <a:ea typeface="+mj-ea"/>
                <a:cs typeface="Calibri Light" panose="020F0302020204030204" pitchFamily="34" charset="0"/>
              </a:rPr>
              <a:t>Tax Analytics, Systems &amp; Revenue Intelligence </a:t>
            </a:r>
            <a:endParaRPr kumimoji="0" lang="en-US" sz="1600" b="1" i="0" u="none" strike="noStrike" kern="1200" cap="none" spc="0" normalizeH="0" baseline="0" noProof="0">
              <a:ln>
                <a:noFill/>
              </a:ln>
              <a:solidFill>
                <a:prstClr val="black"/>
              </a:solidFill>
              <a:effectLst/>
              <a:uLnTx/>
              <a:uFillTx/>
              <a:latin typeface="Aptos" panose="020B0004020202020204" pitchFamily="34" charset="0"/>
              <a:ea typeface="+mj-ea"/>
              <a:cs typeface="Calibri Light" panose="020F0302020204030204" pitchFamily="34" charset="0"/>
            </a:endParaRPr>
          </a:p>
        </p:txBody>
      </p:sp>
      <p:sp>
        <p:nvSpPr>
          <p:cNvPr id="61" name="TextBox 60">
            <a:extLst>
              <a:ext uri="{FF2B5EF4-FFF2-40B4-BE49-F238E27FC236}">
                <a16:creationId xmlns:a16="http://schemas.microsoft.com/office/drawing/2014/main" id="{F583CC80-7D31-CFFC-589C-921EFCB3C0C6}"/>
              </a:ext>
            </a:extLst>
          </p:cNvPr>
          <p:cNvSpPr txBox="1"/>
          <p:nvPr/>
        </p:nvSpPr>
        <p:spPr>
          <a:xfrm>
            <a:off x="6278933" y="4308078"/>
            <a:ext cx="4735346" cy="276999"/>
          </a:xfrm>
          <a:prstGeom prst="rect">
            <a:avLst/>
          </a:prstGeom>
          <a:solidFill>
            <a:srgbClr val="007CB0">
              <a:lumMod val="20000"/>
              <a:lumOff val="80000"/>
            </a:srgbClr>
          </a:solidFill>
        </p:spPr>
        <p:txBody>
          <a:bodyPr wrap="square"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ptos" pitchFamily="34" charset="0"/>
              </a:rPr>
              <a:t>Key Tasks</a:t>
            </a:r>
            <a:endParaRPr kumimoji="0" lang="en-US" sz="1200" b="0" i="0" u="none" strike="noStrike" kern="0" cap="none" spc="0" normalizeH="0" baseline="0" noProof="0">
              <a:ln>
                <a:noFill/>
              </a:ln>
              <a:solidFill>
                <a:prstClr val="black"/>
              </a:solidFill>
              <a:effectLst/>
              <a:uLnTx/>
              <a:uFillTx/>
              <a:latin typeface="Aptos" panose="020B0004020202020204" pitchFamily="34" charset="0"/>
            </a:endParaRPr>
          </a:p>
        </p:txBody>
      </p:sp>
      <p:sp>
        <p:nvSpPr>
          <p:cNvPr id="62" name="Slide Number Placeholder 4">
            <a:extLst>
              <a:ext uri="{FF2B5EF4-FFF2-40B4-BE49-F238E27FC236}">
                <a16:creationId xmlns:a16="http://schemas.microsoft.com/office/drawing/2014/main" id="{CBDD2641-322C-9E34-A16A-2C0494CB0F3C}"/>
              </a:ext>
            </a:extLst>
          </p:cNvPr>
          <p:cNvSpPr>
            <a:spLocks noGrp="1"/>
          </p:cNvSpPr>
          <p:nvPr>
            <p:ph type="sldNum" sz="quarter" idx="4"/>
          </p:nvPr>
        </p:nvSpPr>
        <p:spPr>
          <a:xfrm>
            <a:off x="4724400" y="6579370"/>
            <a:ext cx="2743200" cy="180000"/>
          </a:xfrm>
        </p:spPr>
        <p:txBody>
          <a:bodyPr/>
          <a:lstStyle/>
          <a:p>
            <a:fld id="{39E7427F-21AC-4FC2-AC74-F5AF5A475796}" type="slidenum">
              <a:rPr lang="en-IN" smtClean="0"/>
              <a:pPr/>
              <a:t>33</a:t>
            </a:fld>
            <a:endParaRPr lang="en-IN"/>
          </a:p>
        </p:txBody>
      </p:sp>
    </p:spTree>
    <p:extLst>
      <p:ext uri="{BB962C8B-B14F-4D97-AF65-F5344CB8AC3E}">
        <p14:creationId xmlns:p14="http://schemas.microsoft.com/office/powerpoint/2010/main" val="2289220202"/>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6" name="Picture 475">
            <a:extLst>
              <a:ext uri="{FF2B5EF4-FFF2-40B4-BE49-F238E27FC236}">
                <a16:creationId xmlns:a16="http://schemas.microsoft.com/office/drawing/2014/main" id="{538AD7F3-27C7-FE05-8925-0DEB4AE29848}"/>
              </a:ext>
            </a:extLst>
          </p:cNvPr>
          <p:cNvPicPr>
            <a:picLocks noChangeAspect="1"/>
          </p:cNvPicPr>
          <p:nvPr/>
        </p:nvPicPr>
        <p:blipFill>
          <a:blip r:embed="rId2"/>
          <a:stretch>
            <a:fillRect/>
          </a:stretch>
        </p:blipFill>
        <p:spPr>
          <a:xfrm>
            <a:off x="504461" y="0"/>
            <a:ext cx="11183079" cy="6858000"/>
          </a:xfrm>
          <a:prstGeom prst="rect">
            <a:avLst/>
          </a:prstGeom>
        </p:spPr>
      </p:pic>
    </p:spTree>
    <p:extLst>
      <p:ext uri="{BB962C8B-B14F-4D97-AF65-F5344CB8AC3E}">
        <p14:creationId xmlns:p14="http://schemas.microsoft.com/office/powerpoint/2010/main" val="695599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7BFD4-2722-98B5-755C-D7220ED69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00B65-0D4E-CA7C-4E4D-5A0B335E297B}"/>
              </a:ext>
            </a:extLst>
          </p:cNvPr>
          <p:cNvSpPr>
            <a:spLocks noGrp="1"/>
          </p:cNvSpPr>
          <p:nvPr>
            <p:ph type="title"/>
          </p:nvPr>
        </p:nvSpPr>
        <p:spPr>
          <a:xfrm>
            <a:off x="501649" y="304800"/>
            <a:ext cx="11412000" cy="342900"/>
          </a:xfrm>
        </p:spPr>
        <p:txBody>
          <a:bodyPr rIns="0"/>
          <a:lstStyle/>
          <a:p>
            <a:r>
              <a:rPr lang="en-US"/>
              <a:t>Deloitte’s Experience in Rajasthan</a:t>
            </a:r>
            <a:endParaRPr lang="en-IN"/>
          </a:p>
        </p:txBody>
      </p:sp>
      <p:sp>
        <p:nvSpPr>
          <p:cNvPr id="133" name="Text Placeholder 1">
            <a:extLst>
              <a:ext uri="{FF2B5EF4-FFF2-40B4-BE49-F238E27FC236}">
                <a16:creationId xmlns:a16="http://schemas.microsoft.com/office/drawing/2014/main" id="{A2C2C45B-87DA-1361-1564-CBCE0020E832}"/>
              </a:ext>
            </a:extLst>
          </p:cNvPr>
          <p:cNvSpPr txBox="1">
            <a:spLocks/>
          </p:cNvSpPr>
          <p:nvPr/>
        </p:nvSpPr>
        <p:spPr>
          <a:xfrm>
            <a:off x="490764" y="858786"/>
            <a:ext cx="4641090" cy="3775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200">
                <a:solidFill>
                  <a:prstClr val="black"/>
                </a:solidFill>
                <a:latin typeface="Aptos" panose="020B0004020202020204" pitchFamily="34" charset="0"/>
                <a:ea typeface="Calibri" panose="020F0502020204030204" pitchFamily="34" charset="0"/>
                <a:cs typeface="Calibri" panose="020F0502020204030204" pitchFamily="34" charset="0"/>
              </a:rPr>
              <a:t>     Technical and Functional Consulting Engagements </a:t>
            </a:r>
            <a:r>
              <a:rPr lang="en-US" sz="1200" b="1">
                <a:solidFill>
                  <a:prstClr val="black"/>
                </a:solidFill>
                <a:latin typeface="Aptos" panose="020B0004020202020204" pitchFamily="34" charset="0"/>
                <a:ea typeface="Calibri" panose="020F0502020204030204" pitchFamily="34" charset="0"/>
                <a:cs typeface="Calibri" panose="020F0502020204030204" pitchFamily="34" charset="0"/>
              </a:rPr>
              <a:t>(</a:t>
            </a:r>
            <a:r>
              <a:rPr lang="en-US" sz="1200" b="1" err="1">
                <a:solidFill>
                  <a:prstClr val="black"/>
                </a:solidFill>
                <a:latin typeface="Aptos" panose="020B0004020202020204" pitchFamily="34" charset="0"/>
                <a:ea typeface="Calibri" panose="020F0502020204030204" pitchFamily="34" charset="0"/>
                <a:cs typeface="Calibri" panose="020F0502020204030204" pitchFamily="34" charset="0"/>
              </a:rPr>
              <a:t>DoIT&amp;C</a:t>
            </a:r>
            <a:r>
              <a:rPr lang="en-US" sz="1200" b="1">
                <a:solidFill>
                  <a:prstClr val="black"/>
                </a:solidFill>
                <a:latin typeface="Aptos" panose="020B0004020202020204" pitchFamily="34" charset="0"/>
                <a:ea typeface="Calibri" panose="020F0502020204030204" pitchFamily="34" charset="0"/>
                <a:cs typeface="Calibri" panose="020F0502020204030204" pitchFamily="34" charset="0"/>
              </a:rPr>
              <a:t>)</a:t>
            </a:r>
          </a:p>
        </p:txBody>
      </p:sp>
      <p:sp>
        <p:nvSpPr>
          <p:cNvPr id="135" name="Freeform: Shape 134">
            <a:extLst>
              <a:ext uri="{FF2B5EF4-FFF2-40B4-BE49-F238E27FC236}">
                <a16:creationId xmlns:a16="http://schemas.microsoft.com/office/drawing/2014/main" id="{5E49A47C-1AC7-26A5-7083-94C554886451}"/>
              </a:ext>
            </a:extLst>
          </p:cNvPr>
          <p:cNvSpPr/>
          <p:nvPr/>
        </p:nvSpPr>
        <p:spPr>
          <a:xfrm>
            <a:off x="6731725" y="5035559"/>
            <a:ext cx="847644" cy="847644"/>
          </a:xfrm>
          <a:custGeom>
            <a:avLst/>
            <a:gdLst>
              <a:gd name="connsiteX0" fmla="*/ 878813 w 935231"/>
              <a:gd name="connsiteY0" fmla="*/ 440625 h 935231"/>
              <a:gd name="connsiteX1" fmla="*/ 501085 w 935231"/>
              <a:gd name="connsiteY1" fmla="*/ 878812 h 935231"/>
              <a:gd name="connsiteX2" fmla="*/ 62898 w 935231"/>
              <a:gd name="connsiteY2" fmla="*/ 501085 h 935231"/>
              <a:gd name="connsiteX3" fmla="*/ 440626 w 935231"/>
              <a:gd name="connsiteY3" fmla="*/ 62898 h 935231"/>
              <a:gd name="connsiteX4" fmla="*/ 878813 w 935231"/>
              <a:gd name="connsiteY4" fmla="*/ 440625 h 935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31" h="935231">
                <a:moveTo>
                  <a:pt x="878813" y="440625"/>
                </a:moveTo>
                <a:cubicBezTo>
                  <a:pt x="895508" y="665935"/>
                  <a:pt x="726393" y="862117"/>
                  <a:pt x="501085" y="878812"/>
                </a:cubicBezTo>
                <a:cubicBezTo>
                  <a:pt x="275776" y="895508"/>
                  <a:pt x="79593" y="726393"/>
                  <a:pt x="62898" y="501085"/>
                </a:cubicBezTo>
                <a:cubicBezTo>
                  <a:pt x="46203" y="275775"/>
                  <a:pt x="215318" y="79593"/>
                  <a:pt x="440626" y="62898"/>
                </a:cubicBezTo>
                <a:cubicBezTo>
                  <a:pt x="665935" y="46202"/>
                  <a:pt x="862118" y="215317"/>
                  <a:pt x="878813" y="440625"/>
                </a:cubicBezTo>
                <a:close/>
              </a:path>
            </a:pathLst>
          </a:custGeom>
          <a:solidFill>
            <a:srgbClr val="002753"/>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36" name="Freeform: Shape 135">
            <a:extLst>
              <a:ext uri="{FF2B5EF4-FFF2-40B4-BE49-F238E27FC236}">
                <a16:creationId xmlns:a16="http://schemas.microsoft.com/office/drawing/2014/main" id="{D1CA2129-2710-5D6F-6931-BEB05DDB7C14}"/>
              </a:ext>
            </a:extLst>
          </p:cNvPr>
          <p:cNvSpPr/>
          <p:nvPr/>
        </p:nvSpPr>
        <p:spPr>
          <a:xfrm>
            <a:off x="6956341" y="5440691"/>
            <a:ext cx="110563" cy="221125"/>
          </a:xfrm>
          <a:custGeom>
            <a:avLst/>
            <a:gdLst>
              <a:gd name="connsiteX0" fmla="*/ 109788 w 121986"/>
              <a:gd name="connsiteY0" fmla="*/ 30497 h 243973"/>
              <a:gd name="connsiteX1" fmla="*/ 37003 w 121986"/>
              <a:gd name="connsiteY1" fmla="*/ 30497 h 243973"/>
              <a:gd name="connsiteX2" fmla="*/ 30497 w 121986"/>
              <a:gd name="connsiteY2" fmla="*/ 37003 h 243973"/>
              <a:gd name="connsiteX3" fmla="*/ 30497 w 121986"/>
              <a:gd name="connsiteY3" fmla="*/ 228521 h 243973"/>
              <a:gd name="connsiteX4" fmla="*/ 37003 w 121986"/>
              <a:gd name="connsiteY4" fmla="*/ 235028 h 243973"/>
              <a:gd name="connsiteX5" fmla="*/ 109788 w 121986"/>
              <a:gd name="connsiteY5" fmla="*/ 235028 h 243973"/>
              <a:gd name="connsiteX6" fmla="*/ 116295 w 121986"/>
              <a:gd name="connsiteY6" fmla="*/ 228521 h 243973"/>
              <a:gd name="connsiteX7" fmla="*/ 116295 w 121986"/>
              <a:gd name="connsiteY7" fmla="*/ 37003 h 243973"/>
              <a:gd name="connsiteX8" fmla="*/ 109788 w 121986"/>
              <a:gd name="connsiteY8" fmla="*/ 30497 h 243973"/>
              <a:gd name="connsiteX9" fmla="*/ 103282 w 121986"/>
              <a:gd name="connsiteY9" fmla="*/ 222015 h 243973"/>
              <a:gd name="connsiteX10" fmla="*/ 43916 w 121986"/>
              <a:gd name="connsiteY10" fmla="*/ 222015 h 243973"/>
              <a:gd name="connsiteX11" fmla="*/ 43916 w 121986"/>
              <a:gd name="connsiteY11" fmla="*/ 43509 h 243973"/>
              <a:gd name="connsiteX12" fmla="*/ 103282 w 121986"/>
              <a:gd name="connsiteY12" fmla="*/ 43509 h 243973"/>
              <a:gd name="connsiteX13" fmla="*/ 103282 w 121986"/>
              <a:gd name="connsiteY13" fmla="*/ 222015 h 243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86" h="243973">
                <a:moveTo>
                  <a:pt x="109788" y="30497"/>
                </a:moveTo>
                <a:lnTo>
                  <a:pt x="37003" y="30497"/>
                </a:lnTo>
                <a:cubicBezTo>
                  <a:pt x="33343" y="30497"/>
                  <a:pt x="30497" y="33343"/>
                  <a:pt x="30497" y="37003"/>
                </a:cubicBezTo>
                <a:lnTo>
                  <a:pt x="30497" y="228521"/>
                </a:lnTo>
                <a:cubicBezTo>
                  <a:pt x="30497" y="232181"/>
                  <a:pt x="33343" y="235028"/>
                  <a:pt x="37003" y="235028"/>
                </a:cubicBezTo>
                <a:lnTo>
                  <a:pt x="109788" y="235028"/>
                </a:lnTo>
                <a:cubicBezTo>
                  <a:pt x="113448" y="235028"/>
                  <a:pt x="116295" y="232181"/>
                  <a:pt x="116295" y="228521"/>
                </a:cubicBezTo>
                <a:lnTo>
                  <a:pt x="116295" y="37003"/>
                </a:lnTo>
                <a:cubicBezTo>
                  <a:pt x="116295" y="33343"/>
                  <a:pt x="113448" y="30497"/>
                  <a:pt x="109788" y="30497"/>
                </a:cubicBezTo>
                <a:close/>
                <a:moveTo>
                  <a:pt x="103282" y="222015"/>
                </a:moveTo>
                <a:lnTo>
                  <a:pt x="43916" y="222015"/>
                </a:lnTo>
                <a:lnTo>
                  <a:pt x="43916" y="43509"/>
                </a:lnTo>
                <a:lnTo>
                  <a:pt x="103282" y="43509"/>
                </a:lnTo>
                <a:lnTo>
                  <a:pt x="103282" y="222015"/>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37" name="Freeform: Shape 136">
            <a:extLst>
              <a:ext uri="{FF2B5EF4-FFF2-40B4-BE49-F238E27FC236}">
                <a16:creationId xmlns:a16="http://schemas.microsoft.com/office/drawing/2014/main" id="{21D258AC-49AA-3B85-50AE-C2C63B3480F5}"/>
              </a:ext>
            </a:extLst>
          </p:cNvPr>
          <p:cNvSpPr/>
          <p:nvPr/>
        </p:nvSpPr>
        <p:spPr>
          <a:xfrm>
            <a:off x="7046265" y="5398676"/>
            <a:ext cx="110563" cy="257980"/>
          </a:xfrm>
          <a:custGeom>
            <a:avLst/>
            <a:gdLst>
              <a:gd name="connsiteX0" fmla="*/ 109788 w 121986"/>
              <a:gd name="connsiteY0" fmla="*/ 30497 h 284635"/>
              <a:gd name="connsiteX1" fmla="*/ 37003 w 121986"/>
              <a:gd name="connsiteY1" fmla="*/ 30497 h 284635"/>
              <a:gd name="connsiteX2" fmla="*/ 30497 w 121986"/>
              <a:gd name="connsiteY2" fmla="*/ 37003 h 284635"/>
              <a:gd name="connsiteX3" fmla="*/ 30497 w 121986"/>
              <a:gd name="connsiteY3" fmla="*/ 274877 h 284635"/>
              <a:gd name="connsiteX4" fmla="*/ 37003 w 121986"/>
              <a:gd name="connsiteY4" fmla="*/ 281383 h 284635"/>
              <a:gd name="connsiteX5" fmla="*/ 109788 w 121986"/>
              <a:gd name="connsiteY5" fmla="*/ 281383 h 284635"/>
              <a:gd name="connsiteX6" fmla="*/ 116295 w 121986"/>
              <a:gd name="connsiteY6" fmla="*/ 274877 h 284635"/>
              <a:gd name="connsiteX7" fmla="*/ 116295 w 121986"/>
              <a:gd name="connsiteY7" fmla="*/ 37003 h 284635"/>
              <a:gd name="connsiteX8" fmla="*/ 109788 w 121986"/>
              <a:gd name="connsiteY8" fmla="*/ 30497 h 284635"/>
              <a:gd name="connsiteX9" fmla="*/ 103282 w 121986"/>
              <a:gd name="connsiteY9" fmla="*/ 268371 h 284635"/>
              <a:gd name="connsiteX10" fmla="*/ 43916 w 121986"/>
              <a:gd name="connsiteY10" fmla="*/ 268371 h 284635"/>
              <a:gd name="connsiteX11" fmla="*/ 43916 w 121986"/>
              <a:gd name="connsiteY11" fmla="*/ 43916 h 284635"/>
              <a:gd name="connsiteX12" fmla="*/ 103282 w 121986"/>
              <a:gd name="connsiteY12" fmla="*/ 43916 h 284635"/>
              <a:gd name="connsiteX13" fmla="*/ 103282 w 121986"/>
              <a:gd name="connsiteY13" fmla="*/ 268371 h 284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86" h="284635">
                <a:moveTo>
                  <a:pt x="109788" y="30497"/>
                </a:moveTo>
                <a:lnTo>
                  <a:pt x="37003" y="30497"/>
                </a:lnTo>
                <a:cubicBezTo>
                  <a:pt x="33343" y="30497"/>
                  <a:pt x="30497" y="33343"/>
                  <a:pt x="30497" y="37003"/>
                </a:cubicBezTo>
                <a:lnTo>
                  <a:pt x="30497" y="274877"/>
                </a:lnTo>
                <a:cubicBezTo>
                  <a:pt x="30497" y="278536"/>
                  <a:pt x="33343" y="281383"/>
                  <a:pt x="37003" y="281383"/>
                </a:cubicBezTo>
                <a:lnTo>
                  <a:pt x="109788" y="281383"/>
                </a:lnTo>
                <a:cubicBezTo>
                  <a:pt x="113448" y="281383"/>
                  <a:pt x="116295" y="278536"/>
                  <a:pt x="116295" y="274877"/>
                </a:cubicBezTo>
                <a:lnTo>
                  <a:pt x="116295" y="37003"/>
                </a:lnTo>
                <a:cubicBezTo>
                  <a:pt x="116295" y="33750"/>
                  <a:pt x="113448" y="30497"/>
                  <a:pt x="109788" y="30497"/>
                </a:cubicBezTo>
                <a:close/>
                <a:moveTo>
                  <a:pt x="103282" y="268371"/>
                </a:moveTo>
                <a:lnTo>
                  <a:pt x="43916" y="268371"/>
                </a:lnTo>
                <a:lnTo>
                  <a:pt x="43916" y="43916"/>
                </a:lnTo>
                <a:lnTo>
                  <a:pt x="103282" y="43916"/>
                </a:lnTo>
                <a:lnTo>
                  <a:pt x="103282" y="268371"/>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38" name="Freeform: Shape 137">
            <a:extLst>
              <a:ext uri="{FF2B5EF4-FFF2-40B4-BE49-F238E27FC236}">
                <a16:creationId xmlns:a16="http://schemas.microsoft.com/office/drawing/2014/main" id="{67750B7E-F28B-F4C1-F6B6-C3CBC033E8BC}"/>
              </a:ext>
            </a:extLst>
          </p:cNvPr>
          <p:cNvSpPr/>
          <p:nvPr/>
        </p:nvSpPr>
        <p:spPr>
          <a:xfrm>
            <a:off x="7136190" y="5488601"/>
            <a:ext cx="110563" cy="184271"/>
          </a:xfrm>
          <a:custGeom>
            <a:avLst/>
            <a:gdLst>
              <a:gd name="connsiteX0" fmla="*/ 109788 w 121986"/>
              <a:gd name="connsiteY0" fmla="*/ 30497 h 203311"/>
              <a:gd name="connsiteX1" fmla="*/ 37003 w 121986"/>
              <a:gd name="connsiteY1" fmla="*/ 30497 h 203311"/>
              <a:gd name="connsiteX2" fmla="*/ 30497 w 121986"/>
              <a:gd name="connsiteY2" fmla="*/ 37003 h 203311"/>
              <a:gd name="connsiteX3" fmla="*/ 30497 w 121986"/>
              <a:gd name="connsiteY3" fmla="*/ 175661 h 203311"/>
              <a:gd name="connsiteX4" fmla="*/ 37003 w 121986"/>
              <a:gd name="connsiteY4" fmla="*/ 182167 h 203311"/>
              <a:gd name="connsiteX5" fmla="*/ 109788 w 121986"/>
              <a:gd name="connsiteY5" fmla="*/ 182167 h 203311"/>
              <a:gd name="connsiteX6" fmla="*/ 116295 w 121986"/>
              <a:gd name="connsiteY6" fmla="*/ 175661 h 203311"/>
              <a:gd name="connsiteX7" fmla="*/ 116295 w 121986"/>
              <a:gd name="connsiteY7" fmla="*/ 37003 h 203311"/>
              <a:gd name="connsiteX8" fmla="*/ 109788 w 121986"/>
              <a:gd name="connsiteY8" fmla="*/ 30497 h 203311"/>
              <a:gd name="connsiteX9" fmla="*/ 102875 w 121986"/>
              <a:gd name="connsiteY9" fmla="*/ 169155 h 203311"/>
              <a:gd name="connsiteX10" fmla="*/ 43509 w 121986"/>
              <a:gd name="connsiteY10" fmla="*/ 169155 h 203311"/>
              <a:gd name="connsiteX11" fmla="*/ 43509 w 121986"/>
              <a:gd name="connsiteY11" fmla="*/ 43509 h 203311"/>
              <a:gd name="connsiteX12" fmla="*/ 102875 w 121986"/>
              <a:gd name="connsiteY12" fmla="*/ 43509 h 203311"/>
              <a:gd name="connsiteX13" fmla="*/ 102875 w 121986"/>
              <a:gd name="connsiteY13" fmla="*/ 169155 h 20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86" h="203311">
                <a:moveTo>
                  <a:pt x="109788" y="30497"/>
                </a:moveTo>
                <a:lnTo>
                  <a:pt x="37003" y="30497"/>
                </a:lnTo>
                <a:cubicBezTo>
                  <a:pt x="33343" y="30497"/>
                  <a:pt x="30497" y="33343"/>
                  <a:pt x="30497" y="37003"/>
                </a:cubicBezTo>
                <a:lnTo>
                  <a:pt x="30497" y="175661"/>
                </a:lnTo>
                <a:cubicBezTo>
                  <a:pt x="30497" y="179321"/>
                  <a:pt x="33343" y="182167"/>
                  <a:pt x="37003" y="182167"/>
                </a:cubicBezTo>
                <a:lnTo>
                  <a:pt x="109788" y="182167"/>
                </a:lnTo>
                <a:cubicBezTo>
                  <a:pt x="113448" y="182167"/>
                  <a:pt x="116295" y="179321"/>
                  <a:pt x="116295" y="175661"/>
                </a:cubicBezTo>
                <a:lnTo>
                  <a:pt x="116295" y="37003"/>
                </a:lnTo>
                <a:cubicBezTo>
                  <a:pt x="116295" y="33343"/>
                  <a:pt x="113448" y="30497"/>
                  <a:pt x="109788" y="30497"/>
                </a:cubicBezTo>
                <a:close/>
                <a:moveTo>
                  <a:pt x="102875" y="169155"/>
                </a:moveTo>
                <a:lnTo>
                  <a:pt x="43509" y="169155"/>
                </a:lnTo>
                <a:lnTo>
                  <a:pt x="43509" y="43509"/>
                </a:lnTo>
                <a:lnTo>
                  <a:pt x="102875" y="43509"/>
                </a:lnTo>
                <a:lnTo>
                  <a:pt x="102875" y="169155"/>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39" name="Freeform: Shape 138">
            <a:extLst>
              <a:ext uri="{FF2B5EF4-FFF2-40B4-BE49-F238E27FC236}">
                <a16:creationId xmlns:a16="http://schemas.microsoft.com/office/drawing/2014/main" id="{C5DC8F15-ED02-6B2C-9944-5D6D98118D7D}"/>
              </a:ext>
            </a:extLst>
          </p:cNvPr>
          <p:cNvSpPr/>
          <p:nvPr/>
        </p:nvSpPr>
        <p:spPr>
          <a:xfrm>
            <a:off x="7225745" y="5362929"/>
            <a:ext cx="110563" cy="294834"/>
          </a:xfrm>
          <a:custGeom>
            <a:avLst/>
            <a:gdLst>
              <a:gd name="connsiteX0" fmla="*/ 109787 w 121986"/>
              <a:gd name="connsiteY0" fmla="*/ 30497 h 325297"/>
              <a:gd name="connsiteX1" fmla="*/ 37002 w 121986"/>
              <a:gd name="connsiteY1" fmla="*/ 30497 h 325297"/>
              <a:gd name="connsiteX2" fmla="*/ 30497 w 121986"/>
              <a:gd name="connsiteY2" fmla="*/ 37003 h 325297"/>
              <a:gd name="connsiteX3" fmla="*/ 30497 w 121986"/>
              <a:gd name="connsiteY3" fmla="*/ 314726 h 325297"/>
              <a:gd name="connsiteX4" fmla="*/ 37002 w 121986"/>
              <a:gd name="connsiteY4" fmla="*/ 321233 h 325297"/>
              <a:gd name="connsiteX5" fmla="*/ 109787 w 121986"/>
              <a:gd name="connsiteY5" fmla="*/ 321233 h 325297"/>
              <a:gd name="connsiteX6" fmla="*/ 116293 w 121986"/>
              <a:gd name="connsiteY6" fmla="*/ 314726 h 325297"/>
              <a:gd name="connsiteX7" fmla="*/ 116293 w 121986"/>
              <a:gd name="connsiteY7" fmla="*/ 37003 h 325297"/>
              <a:gd name="connsiteX8" fmla="*/ 109787 w 121986"/>
              <a:gd name="connsiteY8" fmla="*/ 30497 h 325297"/>
              <a:gd name="connsiteX9" fmla="*/ 103281 w 121986"/>
              <a:gd name="connsiteY9" fmla="*/ 307813 h 325297"/>
              <a:gd name="connsiteX10" fmla="*/ 43915 w 121986"/>
              <a:gd name="connsiteY10" fmla="*/ 307813 h 325297"/>
              <a:gd name="connsiteX11" fmla="*/ 43915 w 121986"/>
              <a:gd name="connsiteY11" fmla="*/ 43509 h 325297"/>
              <a:gd name="connsiteX12" fmla="*/ 103281 w 121986"/>
              <a:gd name="connsiteY12" fmla="*/ 43509 h 325297"/>
              <a:gd name="connsiteX13" fmla="*/ 103281 w 121986"/>
              <a:gd name="connsiteY13" fmla="*/ 307813 h 32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86" h="325297">
                <a:moveTo>
                  <a:pt x="109787" y="30497"/>
                </a:moveTo>
                <a:lnTo>
                  <a:pt x="37002" y="30497"/>
                </a:lnTo>
                <a:cubicBezTo>
                  <a:pt x="33342" y="30497"/>
                  <a:pt x="30497" y="33343"/>
                  <a:pt x="30497" y="37003"/>
                </a:cubicBezTo>
                <a:lnTo>
                  <a:pt x="30497" y="314726"/>
                </a:lnTo>
                <a:cubicBezTo>
                  <a:pt x="30497" y="318386"/>
                  <a:pt x="33342" y="321233"/>
                  <a:pt x="37002" y="321233"/>
                </a:cubicBezTo>
                <a:lnTo>
                  <a:pt x="109787" y="321233"/>
                </a:lnTo>
                <a:cubicBezTo>
                  <a:pt x="113447" y="321233"/>
                  <a:pt x="116293" y="318386"/>
                  <a:pt x="116293" y="314726"/>
                </a:cubicBezTo>
                <a:lnTo>
                  <a:pt x="116293" y="37003"/>
                </a:lnTo>
                <a:cubicBezTo>
                  <a:pt x="116700" y="33343"/>
                  <a:pt x="113447" y="30497"/>
                  <a:pt x="109787" y="30497"/>
                </a:cubicBezTo>
                <a:close/>
                <a:moveTo>
                  <a:pt x="103281" y="307813"/>
                </a:moveTo>
                <a:lnTo>
                  <a:pt x="43915" y="307813"/>
                </a:lnTo>
                <a:lnTo>
                  <a:pt x="43915" y="43509"/>
                </a:lnTo>
                <a:lnTo>
                  <a:pt x="103281" y="43509"/>
                </a:lnTo>
                <a:lnTo>
                  <a:pt x="103281" y="307813"/>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40" name="Freeform: Shape 139">
            <a:extLst>
              <a:ext uri="{FF2B5EF4-FFF2-40B4-BE49-F238E27FC236}">
                <a16:creationId xmlns:a16="http://schemas.microsoft.com/office/drawing/2014/main" id="{79A7EF5B-D2BC-849C-CC94-52CB28255603}"/>
              </a:ext>
            </a:extLst>
          </p:cNvPr>
          <p:cNvSpPr/>
          <p:nvPr/>
        </p:nvSpPr>
        <p:spPr>
          <a:xfrm>
            <a:off x="6956710" y="5242785"/>
            <a:ext cx="368541" cy="221125"/>
          </a:xfrm>
          <a:custGeom>
            <a:avLst/>
            <a:gdLst>
              <a:gd name="connsiteX0" fmla="*/ 345222 w 406622"/>
              <a:gd name="connsiteY0" fmla="*/ 108162 h 243973"/>
              <a:gd name="connsiteX1" fmla="*/ 370433 w 406622"/>
              <a:gd name="connsiteY1" fmla="*/ 116700 h 243973"/>
              <a:gd name="connsiteX2" fmla="*/ 413535 w 406622"/>
              <a:gd name="connsiteY2" fmla="*/ 73599 h 243973"/>
              <a:gd name="connsiteX3" fmla="*/ 370433 w 406622"/>
              <a:gd name="connsiteY3" fmla="*/ 30497 h 243973"/>
              <a:gd name="connsiteX4" fmla="*/ 327332 w 406622"/>
              <a:gd name="connsiteY4" fmla="*/ 73599 h 243973"/>
              <a:gd name="connsiteX5" fmla="*/ 335870 w 406622"/>
              <a:gd name="connsiteY5" fmla="*/ 98809 h 243973"/>
              <a:gd name="connsiteX6" fmla="*/ 292361 w 406622"/>
              <a:gd name="connsiteY6" fmla="*/ 142318 h 243973"/>
              <a:gd name="connsiteX7" fmla="*/ 271218 w 406622"/>
              <a:gd name="connsiteY7" fmla="*/ 136624 h 243973"/>
              <a:gd name="connsiteX8" fmla="*/ 241941 w 406622"/>
              <a:gd name="connsiteY8" fmla="*/ 148417 h 243973"/>
              <a:gd name="connsiteX9" fmla="*/ 209410 w 406622"/>
              <a:gd name="connsiteY9" fmla="*/ 121173 h 243973"/>
              <a:gd name="connsiteX10" fmla="*/ 202498 w 406622"/>
              <a:gd name="connsiteY10" fmla="*/ 69939 h 243973"/>
              <a:gd name="connsiteX11" fmla="*/ 141911 w 406622"/>
              <a:gd name="connsiteY11" fmla="*/ 69939 h 243973"/>
              <a:gd name="connsiteX12" fmla="*/ 131339 w 406622"/>
              <a:gd name="connsiteY12" fmla="*/ 112227 h 243973"/>
              <a:gd name="connsiteX13" fmla="*/ 108974 w 406622"/>
              <a:gd name="connsiteY13" fmla="*/ 129306 h 243973"/>
              <a:gd name="connsiteX14" fmla="*/ 73599 w 406622"/>
              <a:gd name="connsiteY14" fmla="*/ 110601 h 243973"/>
              <a:gd name="connsiteX15" fmla="*/ 30497 w 406622"/>
              <a:gd name="connsiteY15" fmla="*/ 153703 h 243973"/>
              <a:gd name="connsiteX16" fmla="*/ 73599 w 406622"/>
              <a:gd name="connsiteY16" fmla="*/ 196805 h 243973"/>
              <a:gd name="connsiteX17" fmla="*/ 116700 w 406622"/>
              <a:gd name="connsiteY17" fmla="*/ 153703 h 243973"/>
              <a:gd name="connsiteX18" fmla="*/ 114668 w 406622"/>
              <a:gd name="connsiteY18" fmla="*/ 141911 h 243973"/>
              <a:gd name="connsiteX19" fmla="*/ 137031 w 406622"/>
              <a:gd name="connsiteY19" fmla="*/ 124833 h 243973"/>
              <a:gd name="connsiteX20" fmla="*/ 142318 w 406622"/>
              <a:gd name="connsiteY20" fmla="*/ 130932 h 243973"/>
              <a:gd name="connsiteX21" fmla="*/ 172814 w 406622"/>
              <a:gd name="connsiteY21" fmla="*/ 143538 h 243973"/>
              <a:gd name="connsiteX22" fmla="*/ 202091 w 406622"/>
              <a:gd name="connsiteY22" fmla="*/ 131745 h 243973"/>
              <a:gd name="connsiteX23" fmla="*/ 234621 w 406622"/>
              <a:gd name="connsiteY23" fmla="*/ 158989 h 243973"/>
              <a:gd name="connsiteX24" fmla="*/ 228929 w 406622"/>
              <a:gd name="connsiteY24" fmla="*/ 179726 h 243973"/>
              <a:gd name="connsiteX25" fmla="*/ 272030 w 406622"/>
              <a:gd name="connsiteY25" fmla="*/ 222828 h 243973"/>
              <a:gd name="connsiteX26" fmla="*/ 315132 w 406622"/>
              <a:gd name="connsiteY26" fmla="*/ 179726 h 243973"/>
              <a:gd name="connsiteX27" fmla="*/ 303747 w 406622"/>
              <a:gd name="connsiteY27" fmla="*/ 150856 h 243973"/>
              <a:gd name="connsiteX28" fmla="*/ 345222 w 406622"/>
              <a:gd name="connsiteY28" fmla="*/ 108162 h 243973"/>
              <a:gd name="connsiteX29" fmla="*/ 73193 w 406622"/>
              <a:gd name="connsiteY29" fmla="*/ 182980 h 243973"/>
              <a:gd name="connsiteX30" fmla="*/ 43509 w 406622"/>
              <a:gd name="connsiteY30" fmla="*/ 153296 h 243973"/>
              <a:gd name="connsiteX31" fmla="*/ 73193 w 406622"/>
              <a:gd name="connsiteY31" fmla="*/ 123613 h 243973"/>
              <a:gd name="connsiteX32" fmla="*/ 102875 w 406622"/>
              <a:gd name="connsiteY32" fmla="*/ 153296 h 243973"/>
              <a:gd name="connsiteX33" fmla="*/ 73193 w 406622"/>
              <a:gd name="connsiteY33" fmla="*/ 182980 h 243973"/>
              <a:gd name="connsiteX34" fmla="*/ 370433 w 406622"/>
              <a:gd name="connsiteY34" fmla="*/ 43915 h 243973"/>
              <a:gd name="connsiteX35" fmla="*/ 400116 w 406622"/>
              <a:gd name="connsiteY35" fmla="*/ 73599 h 243973"/>
              <a:gd name="connsiteX36" fmla="*/ 370433 w 406622"/>
              <a:gd name="connsiteY36" fmla="*/ 103282 h 243973"/>
              <a:gd name="connsiteX37" fmla="*/ 340750 w 406622"/>
              <a:gd name="connsiteY37" fmla="*/ 73599 h 243973"/>
              <a:gd name="connsiteX38" fmla="*/ 370433 w 406622"/>
              <a:gd name="connsiteY38" fmla="*/ 43915 h 243973"/>
              <a:gd name="connsiteX39" fmla="*/ 151264 w 406622"/>
              <a:gd name="connsiteY39" fmla="*/ 121173 h 243973"/>
              <a:gd name="connsiteX40" fmla="*/ 151264 w 406622"/>
              <a:gd name="connsiteY40" fmla="*/ 79291 h 243973"/>
              <a:gd name="connsiteX41" fmla="*/ 172407 w 406622"/>
              <a:gd name="connsiteY41" fmla="*/ 70752 h 243973"/>
              <a:gd name="connsiteX42" fmla="*/ 193553 w 406622"/>
              <a:gd name="connsiteY42" fmla="*/ 79291 h 243973"/>
              <a:gd name="connsiteX43" fmla="*/ 193553 w 406622"/>
              <a:gd name="connsiteY43" fmla="*/ 121173 h 243973"/>
              <a:gd name="connsiteX44" fmla="*/ 151264 w 406622"/>
              <a:gd name="connsiteY44" fmla="*/ 121173 h 243973"/>
              <a:gd name="connsiteX45" fmla="*/ 271218 w 406622"/>
              <a:gd name="connsiteY45" fmla="*/ 209410 h 243973"/>
              <a:gd name="connsiteX46" fmla="*/ 241534 w 406622"/>
              <a:gd name="connsiteY46" fmla="*/ 179726 h 243973"/>
              <a:gd name="connsiteX47" fmla="*/ 271218 w 406622"/>
              <a:gd name="connsiteY47" fmla="*/ 150044 h 243973"/>
              <a:gd name="connsiteX48" fmla="*/ 300900 w 406622"/>
              <a:gd name="connsiteY48" fmla="*/ 179726 h 243973"/>
              <a:gd name="connsiteX49" fmla="*/ 271218 w 406622"/>
              <a:gd name="connsiteY49" fmla="*/ 209410 h 243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06622" h="243973">
                <a:moveTo>
                  <a:pt x="345222" y="108162"/>
                </a:moveTo>
                <a:cubicBezTo>
                  <a:pt x="352135" y="113448"/>
                  <a:pt x="361081" y="116700"/>
                  <a:pt x="370433" y="116700"/>
                </a:cubicBezTo>
                <a:cubicBezTo>
                  <a:pt x="394017" y="116700"/>
                  <a:pt x="413535" y="97589"/>
                  <a:pt x="413535" y="73599"/>
                </a:cubicBezTo>
                <a:cubicBezTo>
                  <a:pt x="413535" y="49608"/>
                  <a:pt x="394424" y="30497"/>
                  <a:pt x="370433" y="30497"/>
                </a:cubicBezTo>
                <a:cubicBezTo>
                  <a:pt x="346442" y="30497"/>
                  <a:pt x="327332" y="49608"/>
                  <a:pt x="327332" y="73599"/>
                </a:cubicBezTo>
                <a:cubicBezTo>
                  <a:pt x="327332" y="82951"/>
                  <a:pt x="330584" y="91896"/>
                  <a:pt x="335870" y="98809"/>
                </a:cubicBezTo>
                <a:lnTo>
                  <a:pt x="292361" y="142318"/>
                </a:lnTo>
                <a:cubicBezTo>
                  <a:pt x="286262" y="138658"/>
                  <a:pt x="278943" y="136624"/>
                  <a:pt x="271218" y="136624"/>
                </a:cubicBezTo>
                <a:cubicBezTo>
                  <a:pt x="259832" y="136624"/>
                  <a:pt x="249667" y="141098"/>
                  <a:pt x="241941" y="148417"/>
                </a:cubicBezTo>
                <a:lnTo>
                  <a:pt x="209410" y="121173"/>
                </a:lnTo>
                <a:cubicBezTo>
                  <a:pt x="218356" y="104908"/>
                  <a:pt x="216323" y="83764"/>
                  <a:pt x="202498" y="69939"/>
                </a:cubicBezTo>
                <a:cubicBezTo>
                  <a:pt x="185827" y="53267"/>
                  <a:pt x="158582" y="53267"/>
                  <a:pt x="141911" y="69939"/>
                </a:cubicBezTo>
                <a:cubicBezTo>
                  <a:pt x="130525" y="81324"/>
                  <a:pt x="126866" y="97589"/>
                  <a:pt x="131339" y="112227"/>
                </a:cubicBezTo>
                <a:lnTo>
                  <a:pt x="108974" y="129306"/>
                </a:lnTo>
                <a:cubicBezTo>
                  <a:pt x="101249" y="117920"/>
                  <a:pt x="88238" y="110601"/>
                  <a:pt x="73599" y="110601"/>
                </a:cubicBezTo>
                <a:cubicBezTo>
                  <a:pt x="50015" y="110601"/>
                  <a:pt x="30497" y="129713"/>
                  <a:pt x="30497" y="153703"/>
                </a:cubicBezTo>
                <a:cubicBezTo>
                  <a:pt x="30497" y="177287"/>
                  <a:pt x="49608" y="196805"/>
                  <a:pt x="73599" y="196805"/>
                </a:cubicBezTo>
                <a:cubicBezTo>
                  <a:pt x="97589" y="196805"/>
                  <a:pt x="116700" y="177694"/>
                  <a:pt x="116700" y="153703"/>
                </a:cubicBezTo>
                <a:cubicBezTo>
                  <a:pt x="116700" y="149637"/>
                  <a:pt x="115888" y="145570"/>
                  <a:pt x="114668" y="141911"/>
                </a:cubicBezTo>
                <a:lnTo>
                  <a:pt x="137031" y="124833"/>
                </a:lnTo>
                <a:cubicBezTo>
                  <a:pt x="138658" y="126866"/>
                  <a:pt x="140285" y="129306"/>
                  <a:pt x="142318" y="130932"/>
                </a:cubicBezTo>
                <a:cubicBezTo>
                  <a:pt x="150856" y="139471"/>
                  <a:pt x="161836" y="143538"/>
                  <a:pt x="172814" y="143538"/>
                </a:cubicBezTo>
                <a:cubicBezTo>
                  <a:pt x="183387" y="143538"/>
                  <a:pt x="193958" y="139471"/>
                  <a:pt x="202091" y="131745"/>
                </a:cubicBezTo>
                <a:lnTo>
                  <a:pt x="234621" y="158989"/>
                </a:lnTo>
                <a:cubicBezTo>
                  <a:pt x="230961" y="165089"/>
                  <a:pt x="228929" y="172407"/>
                  <a:pt x="228929" y="179726"/>
                </a:cubicBezTo>
                <a:cubicBezTo>
                  <a:pt x="228929" y="203311"/>
                  <a:pt x="248040" y="222828"/>
                  <a:pt x="272030" y="222828"/>
                </a:cubicBezTo>
                <a:cubicBezTo>
                  <a:pt x="296021" y="222828"/>
                  <a:pt x="315132" y="203717"/>
                  <a:pt x="315132" y="179726"/>
                </a:cubicBezTo>
                <a:cubicBezTo>
                  <a:pt x="315132" y="168748"/>
                  <a:pt x="310660" y="158582"/>
                  <a:pt x="303747" y="150856"/>
                </a:cubicBezTo>
                <a:lnTo>
                  <a:pt x="345222" y="108162"/>
                </a:lnTo>
                <a:close/>
                <a:moveTo>
                  <a:pt x="73193" y="182980"/>
                </a:moveTo>
                <a:cubicBezTo>
                  <a:pt x="56927" y="182980"/>
                  <a:pt x="43509" y="169561"/>
                  <a:pt x="43509" y="153296"/>
                </a:cubicBezTo>
                <a:cubicBezTo>
                  <a:pt x="43509" y="137031"/>
                  <a:pt x="56927" y="123613"/>
                  <a:pt x="73193" y="123613"/>
                </a:cubicBezTo>
                <a:cubicBezTo>
                  <a:pt x="89457" y="123613"/>
                  <a:pt x="102875" y="137031"/>
                  <a:pt x="102875" y="153296"/>
                </a:cubicBezTo>
                <a:cubicBezTo>
                  <a:pt x="102875" y="169561"/>
                  <a:pt x="89457" y="182980"/>
                  <a:pt x="73193" y="182980"/>
                </a:cubicBezTo>
                <a:close/>
                <a:moveTo>
                  <a:pt x="370433" y="43915"/>
                </a:moveTo>
                <a:cubicBezTo>
                  <a:pt x="386698" y="43915"/>
                  <a:pt x="400116" y="57334"/>
                  <a:pt x="400116" y="73599"/>
                </a:cubicBezTo>
                <a:cubicBezTo>
                  <a:pt x="400116" y="89863"/>
                  <a:pt x="386698" y="103282"/>
                  <a:pt x="370433" y="103282"/>
                </a:cubicBezTo>
                <a:cubicBezTo>
                  <a:pt x="354168" y="103282"/>
                  <a:pt x="340750" y="89863"/>
                  <a:pt x="340750" y="73599"/>
                </a:cubicBezTo>
                <a:cubicBezTo>
                  <a:pt x="340750" y="57334"/>
                  <a:pt x="354168" y="43915"/>
                  <a:pt x="370433" y="43915"/>
                </a:cubicBezTo>
                <a:close/>
                <a:moveTo>
                  <a:pt x="151264" y="121173"/>
                </a:moveTo>
                <a:cubicBezTo>
                  <a:pt x="139471" y="109381"/>
                  <a:pt x="139471" y="90676"/>
                  <a:pt x="151264" y="79291"/>
                </a:cubicBezTo>
                <a:cubicBezTo>
                  <a:pt x="156957" y="73599"/>
                  <a:pt x="164683" y="70752"/>
                  <a:pt x="172407" y="70752"/>
                </a:cubicBezTo>
                <a:cubicBezTo>
                  <a:pt x="180133" y="70752"/>
                  <a:pt x="187453" y="73599"/>
                  <a:pt x="193553" y="79291"/>
                </a:cubicBezTo>
                <a:cubicBezTo>
                  <a:pt x="205345" y="91083"/>
                  <a:pt x="205345" y="109787"/>
                  <a:pt x="193553" y="121173"/>
                </a:cubicBezTo>
                <a:cubicBezTo>
                  <a:pt x="181760" y="132965"/>
                  <a:pt x="162649" y="132965"/>
                  <a:pt x="151264" y="121173"/>
                </a:cubicBezTo>
                <a:close/>
                <a:moveTo>
                  <a:pt x="271218" y="209410"/>
                </a:moveTo>
                <a:cubicBezTo>
                  <a:pt x="254952" y="209410"/>
                  <a:pt x="241534" y="195992"/>
                  <a:pt x="241534" y="179726"/>
                </a:cubicBezTo>
                <a:cubicBezTo>
                  <a:pt x="241534" y="163462"/>
                  <a:pt x="254952" y="150044"/>
                  <a:pt x="271218" y="150044"/>
                </a:cubicBezTo>
                <a:cubicBezTo>
                  <a:pt x="287482" y="150044"/>
                  <a:pt x="300900" y="163462"/>
                  <a:pt x="300900" y="179726"/>
                </a:cubicBezTo>
                <a:cubicBezTo>
                  <a:pt x="300900" y="195992"/>
                  <a:pt x="287889" y="209410"/>
                  <a:pt x="271218" y="209410"/>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42" name="Freeform: Shape 141">
            <a:extLst>
              <a:ext uri="{FF2B5EF4-FFF2-40B4-BE49-F238E27FC236}">
                <a16:creationId xmlns:a16="http://schemas.microsoft.com/office/drawing/2014/main" id="{A1281559-1B7C-A52A-36F9-FA0C1961B461}"/>
              </a:ext>
            </a:extLst>
          </p:cNvPr>
          <p:cNvSpPr/>
          <p:nvPr/>
        </p:nvSpPr>
        <p:spPr>
          <a:xfrm>
            <a:off x="3598197" y="3365069"/>
            <a:ext cx="773936" cy="773937"/>
          </a:xfrm>
          <a:custGeom>
            <a:avLst/>
            <a:gdLst>
              <a:gd name="connsiteX0" fmla="*/ 848620 w 853906"/>
              <a:gd name="connsiteY0" fmla="*/ 439558 h 853906"/>
              <a:gd name="connsiteX1" fmla="*/ 439558 w 853906"/>
              <a:gd name="connsiteY1" fmla="*/ 848620 h 853906"/>
              <a:gd name="connsiteX2" fmla="*/ 30496 w 853906"/>
              <a:gd name="connsiteY2" fmla="*/ 439558 h 853906"/>
              <a:gd name="connsiteX3" fmla="*/ 439558 w 853906"/>
              <a:gd name="connsiteY3" fmla="*/ 30496 h 853906"/>
              <a:gd name="connsiteX4" fmla="*/ 848620 w 853906"/>
              <a:gd name="connsiteY4" fmla="*/ 439558 h 853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906" h="853906">
                <a:moveTo>
                  <a:pt x="848620" y="439558"/>
                </a:moveTo>
                <a:cubicBezTo>
                  <a:pt x="848620" y="665478"/>
                  <a:pt x="665476" y="848620"/>
                  <a:pt x="439558" y="848620"/>
                </a:cubicBezTo>
                <a:cubicBezTo>
                  <a:pt x="213639" y="848620"/>
                  <a:pt x="30496" y="665476"/>
                  <a:pt x="30496" y="439558"/>
                </a:cubicBezTo>
                <a:cubicBezTo>
                  <a:pt x="30496" y="213639"/>
                  <a:pt x="213640" y="30496"/>
                  <a:pt x="439558" y="30496"/>
                </a:cubicBezTo>
                <a:cubicBezTo>
                  <a:pt x="665477" y="30496"/>
                  <a:pt x="848620" y="213640"/>
                  <a:pt x="848620" y="439558"/>
                </a:cubicBezTo>
                <a:close/>
              </a:path>
            </a:pathLst>
          </a:custGeom>
          <a:solidFill>
            <a:srgbClr val="002753"/>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43" name="Freeform: Shape 142">
            <a:extLst>
              <a:ext uri="{FF2B5EF4-FFF2-40B4-BE49-F238E27FC236}">
                <a16:creationId xmlns:a16="http://schemas.microsoft.com/office/drawing/2014/main" id="{885C82EF-3534-D286-519B-665FD3E80082}"/>
              </a:ext>
            </a:extLst>
          </p:cNvPr>
          <p:cNvSpPr/>
          <p:nvPr/>
        </p:nvSpPr>
        <p:spPr>
          <a:xfrm>
            <a:off x="3777309" y="3544180"/>
            <a:ext cx="405395" cy="405395"/>
          </a:xfrm>
          <a:custGeom>
            <a:avLst/>
            <a:gdLst>
              <a:gd name="connsiteX0" fmla="*/ 453384 w 447284"/>
              <a:gd name="connsiteY0" fmla="*/ 241939 h 447284"/>
              <a:gd name="connsiteX1" fmla="*/ 410282 w 447284"/>
              <a:gd name="connsiteY1" fmla="*/ 114667 h 447284"/>
              <a:gd name="connsiteX2" fmla="*/ 409469 w 447284"/>
              <a:gd name="connsiteY2" fmla="*/ 111007 h 447284"/>
              <a:gd name="connsiteX3" fmla="*/ 405808 w 447284"/>
              <a:gd name="connsiteY3" fmla="*/ 108567 h 447284"/>
              <a:gd name="connsiteX4" fmla="*/ 242346 w 447284"/>
              <a:gd name="connsiteY4" fmla="*/ 30497 h 447284"/>
              <a:gd name="connsiteX5" fmla="*/ 242346 w 447284"/>
              <a:gd name="connsiteY5" fmla="*/ 30497 h 447284"/>
              <a:gd name="connsiteX6" fmla="*/ 241939 w 447284"/>
              <a:gd name="connsiteY6" fmla="*/ 30497 h 447284"/>
              <a:gd name="connsiteX7" fmla="*/ 241534 w 447284"/>
              <a:gd name="connsiteY7" fmla="*/ 30497 h 447284"/>
              <a:gd name="connsiteX8" fmla="*/ 241534 w 447284"/>
              <a:gd name="connsiteY8" fmla="*/ 30497 h 447284"/>
              <a:gd name="connsiteX9" fmla="*/ 82137 w 447284"/>
              <a:gd name="connsiteY9" fmla="*/ 104095 h 447284"/>
              <a:gd name="connsiteX10" fmla="*/ 80510 w 447284"/>
              <a:gd name="connsiteY10" fmla="*/ 105315 h 447284"/>
              <a:gd name="connsiteX11" fmla="*/ 80105 w 447284"/>
              <a:gd name="connsiteY11" fmla="*/ 106128 h 447284"/>
              <a:gd name="connsiteX12" fmla="*/ 30497 w 447284"/>
              <a:gd name="connsiteY12" fmla="*/ 241939 h 447284"/>
              <a:gd name="connsiteX13" fmla="*/ 241939 w 447284"/>
              <a:gd name="connsiteY13" fmla="*/ 453384 h 447284"/>
              <a:gd name="connsiteX14" fmla="*/ 403369 w 447284"/>
              <a:gd name="connsiteY14" fmla="*/ 378565 h 447284"/>
              <a:gd name="connsiteX15" fmla="*/ 404995 w 447284"/>
              <a:gd name="connsiteY15" fmla="*/ 376531 h 447284"/>
              <a:gd name="connsiteX16" fmla="*/ 404995 w 447284"/>
              <a:gd name="connsiteY16" fmla="*/ 376126 h 447284"/>
              <a:gd name="connsiteX17" fmla="*/ 453384 w 447284"/>
              <a:gd name="connsiteY17" fmla="*/ 241939 h 447284"/>
              <a:gd name="connsiteX18" fmla="*/ 44322 w 447284"/>
              <a:gd name="connsiteY18" fmla="*/ 248853 h 447284"/>
              <a:gd name="connsiteX19" fmla="*/ 123612 w 447284"/>
              <a:gd name="connsiteY19" fmla="*/ 248853 h 447284"/>
              <a:gd name="connsiteX20" fmla="*/ 143538 w 447284"/>
              <a:gd name="connsiteY20" fmla="*/ 344815 h 447284"/>
              <a:gd name="connsiteX21" fmla="*/ 91083 w 447284"/>
              <a:gd name="connsiteY21" fmla="*/ 370025 h 447284"/>
              <a:gd name="connsiteX22" fmla="*/ 44322 w 447284"/>
              <a:gd name="connsiteY22" fmla="*/ 248853 h 447284"/>
              <a:gd name="connsiteX23" fmla="*/ 87424 w 447284"/>
              <a:gd name="connsiteY23" fmla="*/ 118327 h 447284"/>
              <a:gd name="connsiteX24" fmla="*/ 141098 w 447284"/>
              <a:gd name="connsiteY24" fmla="*/ 145163 h 447284"/>
              <a:gd name="connsiteX25" fmla="*/ 123612 w 447284"/>
              <a:gd name="connsiteY25" fmla="*/ 235433 h 447284"/>
              <a:gd name="connsiteX26" fmla="*/ 44322 w 447284"/>
              <a:gd name="connsiteY26" fmla="*/ 235433 h 447284"/>
              <a:gd name="connsiteX27" fmla="*/ 87424 w 447284"/>
              <a:gd name="connsiteY27" fmla="*/ 118327 h 447284"/>
              <a:gd name="connsiteX28" fmla="*/ 439966 w 447284"/>
              <a:gd name="connsiteY28" fmla="*/ 235433 h 447284"/>
              <a:gd name="connsiteX29" fmla="*/ 360674 w 447284"/>
              <a:gd name="connsiteY29" fmla="*/ 235433 h 447284"/>
              <a:gd name="connsiteX30" fmla="*/ 344409 w 447284"/>
              <a:gd name="connsiteY30" fmla="*/ 148824 h 447284"/>
              <a:gd name="connsiteX31" fmla="*/ 400929 w 447284"/>
              <a:gd name="connsiteY31" fmla="*/ 124019 h 447284"/>
              <a:gd name="connsiteX32" fmla="*/ 439966 w 447284"/>
              <a:gd name="connsiteY32" fmla="*/ 235433 h 447284"/>
              <a:gd name="connsiteX33" fmla="*/ 347662 w 447284"/>
              <a:gd name="connsiteY33" fmla="*/ 235433 h 447284"/>
              <a:gd name="connsiteX34" fmla="*/ 248853 w 447284"/>
              <a:gd name="connsiteY34" fmla="*/ 235433 h 447284"/>
              <a:gd name="connsiteX35" fmla="*/ 248853 w 447284"/>
              <a:gd name="connsiteY35" fmla="*/ 162649 h 447284"/>
              <a:gd name="connsiteX36" fmla="*/ 332210 w 447284"/>
              <a:gd name="connsiteY36" fmla="*/ 152483 h 447284"/>
              <a:gd name="connsiteX37" fmla="*/ 347662 w 447284"/>
              <a:gd name="connsiteY37" fmla="*/ 235433 h 447284"/>
              <a:gd name="connsiteX38" fmla="*/ 248853 w 447284"/>
              <a:gd name="connsiteY38" fmla="*/ 149637 h 447284"/>
              <a:gd name="connsiteX39" fmla="*/ 248853 w 447284"/>
              <a:gd name="connsiteY39" fmla="*/ 47168 h 447284"/>
              <a:gd name="connsiteX40" fmla="*/ 327330 w 447284"/>
              <a:gd name="connsiteY40" fmla="*/ 140284 h 447284"/>
              <a:gd name="connsiteX41" fmla="*/ 248853 w 447284"/>
              <a:gd name="connsiteY41" fmla="*/ 149637 h 447284"/>
              <a:gd name="connsiteX42" fmla="*/ 235433 w 447284"/>
              <a:gd name="connsiteY42" fmla="*/ 149230 h 447284"/>
              <a:gd name="connsiteX43" fmla="*/ 158175 w 447284"/>
              <a:gd name="connsiteY43" fmla="*/ 137439 h 447284"/>
              <a:gd name="connsiteX44" fmla="*/ 235433 w 447284"/>
              <a:gd name="connsiteY44" fmla="*/ 47574 h 447284"/>
              <a:gd name="connsiteX45" fmla="*/ 235433 w 447284"/>
              <a:gd name="connsiteY45" fmla="*/ 149230 h 447284"/>
              <a:gd name="connsiteX46" fmla="*/ 235433 w 447284"/>
              <a:gd name="connsiteY46" fmla="*/ 162242 h 447284"/>
              <a:gd name="connsiteX47" fmla="*/ 235433 w 447284"/>
              <a:gd name="connsiteY47" fmla="*/ 235433 h 447284"/>
              <a:gd name="connsiteX48" fmla="*/ 136624 w 447284"/>
              <a:gd name="connsiteY48" fmla="*/ 235433 h 447284"/>
              <a:gd name="connsiteX49" fmla="*/ 153296 w 447284"/>
              <a:gd name="connsiteY49" fmla="*/ 149230 h 447284"/>
              <a:gd name="connsiteX50" fmla="*/ 235433 w 447284"/>
              <a:gd name="connsiteY50" fmla="*/ 162242 h 447284"/>
              <a:gd name="connsiteX51" fmla="*/ 136624 w 447284"/>
              <a:gd name="connsiteY51" fmla="*/ 248853 h 447284"/>
              <a:gd name="connsiteX52" fmla="*/ 235433 w 447284"/>
              <a:gd name="connsiteY52" fmla="*/ 248853 h 447284"/>
              <a:gd name="connsiteX53" fmla="*/ 235433 w 447284"/>
              <a:gd name="connsiteY53" fmla="*/ 328550 h 447284"/>
              <a:gd name="connsiteX54" fmla="*/ 155736 w 447284"/>
              <a:gd name="connsiteY54" fmla="*/ 340750 h 447284"/>
              <a:gd name="connsiteX55" fmla="*/ 136624 w 447284"/>
              <a:gd name="connsiteY55" fmla="*/ 248853 h 447284"/>
              <a:gd name="connsiteX56" fmla="*/ 235433 w 447284"/>
              <a:gd name="connsiteY56" fmla="*/ 341562 h 447284"/>
              <a:gd name="connsiteX57" fmla="*/ 235433 w 447284"/>
              <a:gd name="connsiteY57" fmla="*/ 436712 h 447284"/>
              <a:gd name="connsiteX58" fmla="*/ 161022 w 447284"/>
              <a:gd name="connsiteY58" fmla="*/ 352541 h 447284"/>
              <a:gd name="connsiteX59" fmla="*/ 235433 w 447284"/>
              <a:gd name="connsiteY59" fmla="*/ 341562 h 447284"/>
              <a:gd name="connsiteX60" fmla="*/ 248853 w 447284"/>
              <a:gd name="connsiteY60" fmla="*/ 341155 h 447284"/>
              <a:gd name="connsiteX61" fmla="*/ 324484 w 447284"/>
              <a:gd name="connsiteY61" fmla="*/ 350101 h 447284"/>
              <a:gd name="connsiteX62" fmla="*/ 248853 w 447284"/>
              <a:gd name="connsiteY62" fmla="*/ 437119 h 447284"/>
              <a:gd name="connsiteX63" fmla="*/ 248853 w 447284"/>
              <a:gd name="connsiteY63" fmla="*/ 341155 h 447284"/>
              <a:gd name="connsiteX64" fmla="*/ 248853 w 447284"/>
              <a:gd name="connsiteY64" fmla="*/ 328143 h 447284"/>
              <a:gd name="connsiteX65" fmla="*/ 248853 w 447284"/>
              <a:gd name="connsiteY65" fmla="*/ 248853 h 447284"/>
              <a:gd name="connsiteX66" fmla="*/ 347662 w 447284"/>
              <a:gd name="connsiteY66" fmla="*/ 248853 h 447284"/>
              <a:gd name="connsiteX67" fmla="*/ 329770 w 447284"/>
              <a:gd name="connsiteY67" fmla="*/ 337903 h 447284"/>
              <a:gd name="connsiteX68" fmla="*/ 248853 w 447284"/>
              <a:gd name="connsiteY68" fmla="*/ 328143 h 447284"/>
              <a:gd name="connsiteX69" fmla="*/ 360674 w 447284"/>
              <a:gd name="connsiteY69" fmla="*/ 248853 h 447284"/>
              <a:gd name="connsiteX70" fmla="*/ 439966 w 447284"/>
              <a:gd name="connsiteY70" fmla="*/ 248853 h 447284"/>
              <a:gd name="connsiteX71" fmla="*/ 397676 w 447284"/>
              <a:gd name="connsiteY71" fmla="*/ 364740 h 447284"/>
              <a:gd name="connsiteX72" fmla="*/ 342375 w 447284"/>
              <a:gd name="connsiteY72" fmla="*/ 341562 h 447284"/>
              <a:gd name="connsiteX73" fmla="*/ 360674 w 447284"/>
              <a:gd name="connsiteY73" fmla="*/ 248853 h 447284"/>
              <a:gd name="connsiteX74" fmla="*/ 392797 w 447284"/>
              <a:gd name="connsiteY74" fmla="*/ 113854 h 447284"/>
              <a:gd name="connsiteX75" fmla="*/ 339530 w 447284"/>
              <a:gd name="connsiteY75" fmla="*/ 136624 h 447284"/>
              <a:gd name="connsiteX76" fmla="*/ 272030 w 447284"/>
              <a:gd name="connsiteY76" fmla="*/ 46354 h 447284"/>
              <a:gd name="connsiteX77" fmla="*/ 392797 w 447284"/>
              <a:gd name="connsiteY77" fmla="*/ 113854 h 447284"/>
              <a:gd name="connsiteX78" fmla="*/ 211850 w 447284"/>
              <a:gd name="connsiteY78" fmla="*/ 46354 h 447284"/>
              <a:gd name="connsiteX79" fmla="*/ 145977 w 447284"/>
              <a:gd name="connsiteY79" fmla="*/ 132965 h 447284"/>
              <a:gd name="connsiteX80" fmla="*/ 96369 w 447284"/>
              <a:gd name="connsiteY80" fmla="*/ 108162 h 447284"/>
              <a:gd name="connsiteX81" fmla="*/ 211850 w 447284"/>
              <a:gd name="connsiteY81" fmla="*/ 46354 h 447284"/>
              <a:gd name="connsiteX82" fmla="*/ 100029 w 447284"/>
              <a:gd name="connsiteY82" fmla="*/ 379785 h 447284"/>
              <a:gd name="connsiteX83" fmla="*/ 148824 w 447284"/>
              <a:gd name="connsiteY83" fmla="*/ 356607 h 447284"/>
              <a:gd name="connsiteX84" fmla="*/ 211850 w 447284"/>
              <a:gd name="connsiteY84" fmla="*/ 437525 h 447284"/>
              <a:gd name="connsiteX85" fmla="*/ 100029 w 447284"/>
              <a:gd name="connsiteY85" fmla="*/ 379785 h 447284"/>
              <a:gd name="connsiteX86" fmla="*/ 272436 w 447284"/>
              <a:gd name="connsiteY86" fmla="*/ 437525 h 447284"/>
              <a:gd name="connsiteX87" fmla="*/ 337089 w 447284"/>
              <a:gd name="connsiteY87" fmla="*/ 352948 h 447284"/>
              <a:gd name="connsiteX88" fmla="*/ 388731 w 447284"/>
              <a:gd name="connsiteY88" fmla="*/ 374499 h 447284"/>
              <a:gd name="connsiteX89" fmla="*/ 272436 w 447284"/>
              <a:gd name="connsiteY89" fmla="*/ 437525 h 447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7284" h="447284">
                <a:moveTo>
                  <a:pt x="453384" y="241939"/>
                </a:moveTo>
                <a:cubicBezTo>
                  <a:pt x="453384" y="193958"/>
                  <a:pt x="437119" y="150044"/>
                  <a:pt x="410282" y="114667"/>
                </a:cubicBezTo>
                <a:cubicBezTo>
                  <a:pt x="410282" y="113447"/>
                  <a:pt x="409875" y="112227"/>
                  <a:pt x="409469" y="111007"/>
                </a:cubicBezTo>
                <a:cubicBezTo>
                  <a:pt x="408655" y="109787"/>
                  <a:pt x="407435" y="108974"/>
                  <a:pt x="405808" y="108567"/>
                </a:cubicBezTo>
                <a:cubicBezTo>
                  <a:pt x="367180" y="60993"/>
                  <a:pt x="308219" y="30902"/>
                  <a:pt x="242346" y="30497"/>
                </a:cubicBezTo>
                <a:cubicBezTo>
                  <a:pt x="242346" y="30497"/>
                  <a:pt x="242346" y="30497"/>
                  <a:pt x="242346" y="30497"/>
                </a:cubicBezTo>
                <a:cubicBezTo>
                  <a:pt x="242346" y="30497"/>
                  <a:pt x="241939" y="30497"/>
                  <a:pt x="241939" y="30497"/>
                </a:cubicBezTo>
                <a:cubicBezTo>
                  <a:pt x="241939" y="30497"/>
                  <a:pt x="241534" y="30497"/>
                  <a:pt x="241534" y="30497"/>
                </a:cubicBezTo>
                <a:cubicBezTo>
                  <a:pt x="241534" y="30497"/>
                  <a:pt x="241534" y="30497"/>
                  <a:pt x="241534" y="30497"/>
                </a:cubicBezTo>
                <a:cubicBezTo>
                  <a:pt x="177694" y="30497"/>
                  <a:pt x="120767" y="59366"/>
                  <a:pt x="82137" y="104095"/>
                </a:cubicBezTo>
                <a:cubicBezTo>
                  <a:pt x="81730" y="104501"/>
                  <a:pt x="80917" y="104908"/>
                  <a:pt x="80510" y="105315"/>
                </a:cubicBezTo>
                <a:cubicBezTo>
                  <a:pt x="80510" y="105721"/>
                  <a:pt x="80510" y="105721"/>
                  <a:pt x="80105" y="106128"/>
                </a:cubicBezTo>
                <a:cubicBezTo>
                  <a:pt x="49201" y="142724"/>
                  <a:pt x="30497" y="190299"/>
                  <a:pt x="30497" y="241939"/>
                </a:cubicBezTo>
                <a:cubicBezTo>
                  <a:pt x="30497" y="358640"/>
                  <a:pt x="125239" y="453384"/>
                  <a:pt x="241939" y="453384"/>
                </a:cubicBezTo>
                <a:cubicBezTo>
                  <a:pt x="306592" y="453384"/>
                  <a:pt x="364333" y="424107"/>
                  <a:pt x="403369" y="378565"/>
                </a:cubicBezTo>
                <a:cubicBezTo>
                  <a:pt x="404183" y="378158"/>
                  <a:pt x="404588" y="377345"/>
                  <a:pt x="404995" y="376531"/>
                </a:cubicBezTo>
                <a:cubicBezTo>
                  <a:pt x="404995" y="376531"/>
                  <a:pt x="404995" y="376531"/>
                  <a:pt x="404995" y="376126"/>
                </a:cubicBezTo>
                <a:cubicBezTo>
                  <a:pt x="435492" y="339936"/>
                  <a:pt x="453384" y="293174"/>
                  <a:pt x="453384" y="241939"/>
                </a:cubicBezTo>
                <a:close/>
                <a:moveTo>
                  <a:pt x="44322" y="248853"/>
                </a:moveTo>
                <a:lnTo>
                  <a:pt x="123612" y="248853"/>
                </a:lnTo>
                <a:cubicBezTo>
                  <a:pt x="124426" y="283822"/>
                  <a:pt x="131745" y="316352"/>
                  <a:pt x="143538" y="344815"/>
                </a:cubicBezTo>
                <a:cubicBezTo>
                  <a:pt x="124019" y="351321"/>
                  <a:pt x="106535" y="359860"/>
                  <a:pt x="91083" y="370025"/>
                </a:cubicBezTo>
                <a:cubicBezTo>
                  <a:pt x="63026" y="337089"/>
                  <a:pt x="45541" y="294801"/>
                  <a:pt x="44322" y="248853"/>
                </a:cubicBezTo>
                <a:close/>
                <a:moveTo>
                  <a:pt x="87424" y="118327"/>
                </a:moveTo>
                <a:cubicBezTo>
                  <a:pt x="102875" y="129306"/>
                  <a:pt x="120767" y="138251"/>
                  <a:pt x="141098" y="145163"/>
                </a:cubicBezTo>
                <a:cubicBezTo>
                  <a:pt x="130932" y="172407"/>
                  <a:pt x="124426" y="202904"/>
                  <a:pt x="123612" y="235433"/>
                </a:cubicBezTo>
                <a:lnTo>
                  <a:pt x="44322" y="235433"/>
                </a:lnTo>
                <a:cubicBezTo>
                  <a:pt x="45541" y="191112"/>
                  <a:pt x="61399" y="150856"/>
                  <a:pt x="87424" y="118327"/>
                </a:cubicBezTo>
                <a:close/>
                <a:moveTo>
                  <a:pt x="439966" y="235433"/>
                </a:moveTo>
                <a:lnTo>
                  <a:pt x="360674" y="235433"/>
                </a:lnTo>
                <a:cubicBezTo>
                  <a:pt x="359861" y="204531"/>
                  <a:pt x="354168" y="175254"/>
                  <a:pt x="344409" y="148824"/>
                </a:cubicBezTo>
                <a:cubicBezTo>
                  <a:pt x="365146" y="142724"/>
                  <a:pt x="384257" y="134185"/>
                  <a:pt x="400929" y="124019"/>
                </a:cubicBezTo>
                <a:cubicBezTo>
                  <a:pt x="424514" y="155736"/>
                  <a:pt x="438744" y="193958"/>
                  <a:pt x="439966" y="235433"/>
                </a:cubicBezTo>
                <a:close/>
                <a:moveTo>
                  <a:pt x="347662" y="235433"/>
                </a:moveTo>
                <a:lnTo>
                  <a:pt x="248853" y="235433"/>
                </a:lnTo>
                <a:lnTo>
                  <a:pt x="248853" y="162649"/>
                </a:lnTo>
                <a:cubicBezTo>
                  <a:pt x="277722" y="162649"/>
                  <a:pt x="306186" y="158989"/>
                  <a:pt x="332210" y="152483"/>
                </a:cubicBezTo>
                <a:cubicBezTo>
                  <a:pt x="341155" y="177694"/>
                  <a:pt x="346849" y="205751"/>
                  <a:pt x="347662" y="235433"/>
                </a:cubicBezTo>
                <a:close/>
                <a:moveTo>
                  <a:pt x="248853" y="149637"/>
                </a:moveTo>
                <a:lnTo>
                  <a:pt x="248853" y="47168"/>
                </a:lnTo>
                <a:cubicBezTo>
                  <a:pt x="278536" y="61399"/>
                  <a:pt x="308219" y="95149"/>
                  <a:pt x="327330" y="140284"/>
                </a:cubicBezTo>
                <a:cubicBezTo>
                  <a:pt x="302527" y="146383"/>
                  <a:pt x="276096" y="149637"/>
                  <a:pt x="248853" y="149637"/>
                </a:cubicBezTo>
                <a:close/>
                <a:moveTo>
                  <a:pt x="235433" y="149230"/>
                </a:moveTo>
                <a:cubicBezTo>
                  <a:pt x="208190" y="148417"/>
                  <a:pt x="182166" y="144350"/>
                  <a:pt x="158175" y="137439"/>
                </a:cubicBezTo>
                <a:cubicBezTo>
                  <a:pt x="177287" y="93930"/>
                  <a:pt x="206564" y="61399"/>
                  <a:pt x="235433" y="47574"/>
                </a:cubicBezTo>
                <a:lnTo>
                  <a:pt x="235433" y="149230"/>
                </a:lnTo>
                <a:close/>
                <a:moveTo>
                  <a:pt x="235433" y="162242"/>
                </a:moveTo>
                <a:lnTo>
                  <a:pt x="235433" y="235433"/>
                </a:lnTo>
                <a:lnTo>
                  <a:pt x="136624" y="235433"/>
                </a:lnTo>
                <a:cubicBezTo>
                  <a:pt x="137439" y="204531"/>
                  <a:pt x="143538" y="175254"/>
                  <a:pt x="153296" y="149230"/>
                </a:cubicBezTo>
                <a:cubicBezTo>
                  <a:pt x="178507" y="156956"/>
                  <a:pt x="206564" y="161429"/>
                  <a:pt x="235433" y="162242"/>
                </a:cubicBezTo>
                <a:close/>
                <a:moveTo>
                  <a:pt x="136624" y="248853"/>
                </a:moveTo>
                <a:lnTo>
                  <a:pt x="235433" y="248853"/>
                </a:lnTo>
                <a:lnTo>
                  <a:pt x="235433" y="328550"/>
                </a:lnTo>
                <a:cubicBezTo>
                  <a:pt x="207378" y="329770"/>
                  <a:pt x="180540" y="333836"/>
                  <a:pt x="155736" y="340750"/>
                </a:cubicBezTo>
                <a:cubicBezTo>
                  <a:pt x="144757" y="313505"/>
                  <a:pt x="137439" y="282196"/>
                  <a:pt x="136624" y="248853"/>
                </a:cubicBezTo>
                <a:close/>
                <a:moveTo>
                  <a:pt x="235433" y="341562"/>
                </a:moveTo>
                <a:lnTo>
                  <a:pt x="235433" y="436712"/>
                </a:lnTo>
                <a:cubicBezTo>
                  <a:pt x="207783" y="423294"/>
                  <a:pt x="180133" y="393203"/>
                  <a:pt x="161022" y="352541"/>
                </a:cubicBezTo>
                <a:cubicBezTo>
                  <a:pt x="184200" y="346442"/>
                  <a:pt x="209410" y="342375"/>
                  <a:pt x="235433" y="341562"/>
                </a:cubicBezTo>
                <a:close/>
                <a:moveTo>
                  <a:pt x="248853" y="341155"/>
                </a:moveTo>
                <a:cubicBezTo>
                  <a:pt x="275283" y="341155"/>
                  <a:pt x="300900" y="344409"/>
                  <a:pt x="324484" y="350101"/>
                </a:cubicBezTo>
                <a:cubicBezTo>
                  <a:pt x="305372" y="391983"/>
                  <a:pt x="276910" y="423294"/>
                  <a:pt x="248853" y="437119"/>
                </a:cubicBezTo>
                <a:lnTo>
                  <a:pt x="248853" y="341155"/>
                </a:lnTo>
                <a:close/>
                <a:moveTo>
                  <a:pt x="248853" y="328143"/>
                </a:moveTo>
                <a:lnTo>
                  <a:pt x="248853" y="248853"/>
                </a:lnTo>
                <a:lnTo>
                  <a:pt x="347662" y="248853"/>
                </a:lnTo>
                <a:cubicBezTo>
                  <a:pt x="346849" y="280976"/>
                  <a:pt x="340343" y="311066"/>
                  <a:pt x="329770" y="337903"/>
                </a:cubicBezTo>
                <a:cubicBezTo>
                  <a:pt x="304153" y="331397"/>
                  <a:pt x="276910" y="328143"/>
                  <a:pt x="248853" y="328143"/>
                </a:cubicBezTo>
                <a:close/>
                <a:moveTo>
                  <a:pt x="360674" y="248853"/>
                </a:moveTo>
                <a:lnTo>
                  <a:pt x="439966" y="248853"/>
                </a:lnTo>
                <a:cubicBezTo>
                  <a:pt x="438339" y="292361"/>
                  <a:pt x="422887" y="332617"/>
                  <a:pt x="397676" y="364740"/>
                </a:cubicBezTo>
                <a:cubicBezTo>
                  <a:pt x="381412" y="354980"/>
                  <a:pt x="362706" y="347254"/>
                  <a:pt x="342375" y="341562"/>
                </a:cubicBezTo>
                <a:cubicBezTo>
                  <a:pt x="352948" y="313098"/>
                  <a:pt x="359861" y="282196"/>
                  <a:pt x="360674" y="248853"/>
                </a:cubicBezTo>
                <a:close/>
                <a:moveTo>
                  <a:pt x="392797" y="113854"/>
                </a:moveTo>
                <a:cubicBezTo>
                  <a:pt x="377345" y="123206"/>
                  <a:pt x="359454" y="130932"/>
                  <a:pt x="339530" y="136624"/>
                </a:cubicBezTo>
                <a:cubicBezTo>
                  <a:pt x="322858" y="97182"/>
                  <a:pt x="298054" y="65466"/>
                  <a:pt x="272030" y="46354"/>
                </a:cubicBezTo>
                <a:cubicBezTo>
                  <a:pt x="320419" y="53673"/>
                  <a:pt x="362706" y="78478"/>
                  <a:pt x="392797" y="113854"/>
                </a:cubicBezTo>
                <a:close/>
                <a:moveTo>
                  <a:pt x="211850" y="46354"/>
                </a:moveTo>
                <a:cubicBezTo>
                  <a:pt x="186639" y="64653"/>
                  <a:pt x="162649" y="95149"/>
                  <a:pt x="145977" y="132965"/>
                </a:cubicBezTo>
                <a:cubicBezTo>
                  <a:pt x="127273" y="126459"/>
                  <a:pt x="110601" y="118327"/>
                  <a:pt x="96369" y="108162"/>
                </a:cubicBezTo>
                <a:cubicBezTo>
                  <a:pt x="126053" y="76038"/>
                  <a:pt x="166308" y="53267"/>
                  <a:pt x="211850" y="46354"/>
                </a:cubicBezTo>
                <a:close/>
                <a:moveTo>
                  <a:pt x="100029" y="379785"/>
                </a:moveTo>
                <a:cubicBezTo>
                  <a:pt x="114261" y="370432"/>
                  <a:pt x="130525" y="362706"/>
                  <a:pt x="148824" y="356607"/>
                </a:cubicBezTo>
                <a:cubicBezTo>
                  <a:pt x="165089" y="391983"/>
                  <a:pt x="187859" y="420040"/>
                  <a:pt x="211850" y="437525"/>
                </a:cubicBezTo>
                <a:cubicBezTo>
                  <a:pt x="168341" y="431019"/>
                  <a:pt x="129306" y="410282"/>
                  <a:pt x="100029" y="379785"/>
                </a:cubicBezTo>
                <a:close/>
                <a:moveTo>
                  <a:pt x="272436" y="437525"/>
                </a:moveTo>
                <a:cubicBezTo>
                  <a:pt x="297241" y="419633"/>
                  <a:pt x="320824" y="389951"/>
                  <a:pt x="337089" y="352948"/>
                </a:cubicBezTo>
                <a:cubicBezTo>
                  <a:pt x="356200" y="358234"/>
                  <a:pt x="373686" y="365553"/>
                  <a:pt x="388731" y="374499"/>
                </a:cubicBezTo>
                <a:cubicBezTo>
                  <a:pt x="359047" y="407842"/>
                  <a:pt x="318385" y="430613"/>
                  <a:pt x="272436" y="437525"/>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45" name="Freeform: Shape 144">
            <a:extLst>
              <a:ext uri="{FF2B5EF4-FFF2-40B4-BE49-F238E27FC236}">
                <a16:creationId xmlns:a16="http://schemas.microsoft.com/office/drawing/2014/main" id="{224625A8-2BCC-2DEF-18D9-69AEF9510C85}"/>
              </a:ext>
            </a:extLst>
          </p:cNvPr>
          <p:cNvSpPr/>
          <p:nvPr/>
        </p:nvSpPr>
        <p:spPr>
          <a:xfrm>
            <a:off x="4523657" y="4962463"/>
            <a:ext cx="1105623" cy="1105623"/>
          </a:xfrm>
          <a:custGeom>
            <a:avLst/>
            <a:gdLst>
              <a:gd name="connsiteX0" fmla="*/ 902716 w 1219866"/>
              <a:gd name="connsiteY0" fmla="*/ 324425 h 1219866"/>
              <a:gd name="connsiteX1" fmla="*/ 918383 w 1219866"/>
              <a:gd name="connsiteY1" fmla="*/ 902715 h 1219866"/>
              <a:gd name="connsiteX2" fmla="*/ 340092 w 1219866"/>
              <a:gd name="connsiteY2" fmla="*/ 918382 h 1219866"/>
              <a:gd name="connsiteX3" fmla="*/ 324425 w 1219866"/>
              <a:gd name="connsiteY3" fmla="*/ 340092 h 1219866"/>
              <a:gd name="connsiteX4" fmla="*/ 902716 w 1219866"/>
              <a:gd name="connsiteY4" fmla="*/ 324425 h 1219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866" h="1219866">
                <a:moveTo>
                  <a:pt x="902716" y="324425"/>
                </a:moveTo>
                <a:cubicBezTo>
                  <a:pt x="1066733" y="479789"/>
                  <a:pt x="1073747" y="738699"/>
                  <a:pt x="918383" y="902715"/>
                </a:cubicBezTo>
                <a:cubicBezTo>
                  <a:pt x="763018" y="1066733"/>
                  <a:pt x="504109" y="1073746"/>
                  <a:pt x="340092" y="918382"/>
                </a:cubicBezTo>
                <a:cubicBezTo>
                  <a:pt x="176075" y="763018"/>
                  <a:pt x="169061" y="504108"/>
                  <a:pt x="324425" y="340092"/>
                </a:cubicBezTo>
                <a:cubicBezTo>
                  <a:pt x="479790" y="176074"/>
                  <a:pt x="738699" y="169061"/>
                  <a:pt x="902716" y="324425"/>
                </a:cubicBezTo>
                <a:close/>
              </a:path>
            </a:pathLst>
          </a:custGeom>
          <a:solidFill>
            <a:srgbClr val="002753"/>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grpSp>
        <p:nvGrpSpPr>
          <p:cNvPr id="146" name="Group 145">
            <a:extLst>
              <a:ext uri="{FF2B5EF4-FFF2-40B4-BE49-F238E27FC236}">
                <a16:creationId xmlns:a16="http://schemas.microsoft.com/office/drawing/2014/main" id="{E6495C97-A802-F15C-F53F-6F4C48D66D56}"/>
              </a:ext>
            </a:extLst>
          </p:cNvPr>
          <p:cNvGrpSpPr/>
          <p:nvPr/>
        </p:nvGrpSpPr>
        <p:grpSpPr>
          <a:xfrm>
            <a:off x="4865609" y="5266370"/>
            <a:ext cx="426403" cy="490529"/>
            <a:chOff x="4868762" y="5444136"/>
            <a:chExt cx="499503" cy="574623"/>
          </a:xfrm>
        </p:grpSpPr>
        <p:sp>
          <p:nvSpPr>
            <p:cNvPr id="147" name="Freeform: Shape 146">
              <a:extLst>
                <a:ext uri="{FF2B5EF4-FFF2-40B4-BE49-F238E27FC236}">
                  <a16:creationId xmlns:a16="http://schemas.microsoft.com/office/drawing/2014/main" id="{74DD248F-0A11-77D5-0D66-69568EE012D9}"/>
                </a:ext>
              </a:extLst>
            </p:cNvPr>
            <p:cNvSpPr/>
            <p:nvPr/>
          </p:nvSpPr>
          <p:spPr>
            <a:xfrm>
              <a:off x="5087214" y="5444136"/>
              <a:ext cx="43172" cy="86344"/>
            </a:xfrm>
            <a:custGeom>
              <a:avLst/>
              <a:gdLst>
                <a:gd name="connsiteX0" fmla="*/ 38223 w 40662"/>
                <a:gd name="connsiteY0" fmla="*/ 68719 h 81324"/>
                <a:gd name="connsiteX1" fmla="*/ 45949 w 40662"/>
                <a:gd name="connsiteY1" fmla="*/ 60993 h 81324"/>
                <a:gd name="connsiteX2" fmla="*/ 45949 w 40662"/>
                <a:gd name="connsiteY2" fmla="*/ 38223 h 81324"/>
                <a:gd name="connsiteX3" fmla="*/ 38223 w 40662"/>
                <a:gd name="connsiteY3" fmla="*/ 30497 h 81324"/>
                <a:gd name="connsiteX4" fmla="*/ 30497 w 40662"/>
                <a:gd name="connsiteY4" fmla="*/ 38223 h 81324"/>
                <a:gd name="connsiteX5" fmla="*/ 30497 w 40662"/>
                <a:gd name="connsiteY5" fmla="*/ 60993 h 81324"/>
                <a:gd name="connsiteX6" fmla="*/ 38223 w 40662"/>
                <a:gd name="connsiteY6" fmla="*/ 68719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662" h="81324">
                  <a:moveTo>
                    <a:pt x="38223" y="68719"/>
                  </a:moveTo>
                  <a:cubicBezTo>
                    <a:pt x="42289" y="68719"/>
                    <a:pt x="45949" y="65467"/>
                    <a:pt x="45949" y="60993"/>
                  </a:cubicBezTo>
                  <a:lnTo>
                    <a:pt x="45949" y="38223"/>
                  </a:lnTo>
                  <a:cubicBezTo>
                    <a:pt x="45949" y="34156"/>
                    <a:pt x="42695" y="30497"/>
                    <a:pt x="38223" y="30497"/>
                  </a:cubicBezTo>
                  <a:cubicBezTo>
                    <a:pt x="34156" y="30497"/>
                    <a:pt x="30497" y="33750"/>
                    <a:pt x="30497" y="38223"/>
                  </a:cubicBezTo>
                  <a:lnTo>
                    <a:pt x="30497" y="60993"/>
                  </a:lnTo>
                  <a:cubicBezTo>
                    <a:pt x="30904" y="65060"/>
                    <a:pt x="34156" y="68719"/>
                    <a:pt x="38223" y="6871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48" name="Freeform: Shape 147">
              <a:extLst>
                <a:ext uri="{FF2B5EF4-FFF2-40B4-BE49-F238E27FC236}">
                  <a16:creationId xmlns:a16="http://schemas.microsoft.com/office/drawing/2014/main" id="{473DE945-5F27-4B37-DBB0-115C323ADA98}"/>
                </a:ext>
              </a:extLst>
            </p:cNvPr>
            <p:cNvSpPr/>
            <p:nvPr/>
          </p:nvSpPr>
          <p:spPr>
            <a:xfrm>
              <a:off x="5003661" y="5461175"/>
              <a:ext cx="86344" cy="86344"/>
            </a:xfrm>
            <a:custGeom>
              <a:avLst/>
              <a:gdLst>
                <a:gd name="connsiteX0" fmla="*/ 40065 w 81324"/>
                <a:gd name="connsiteY0" fmla="*/ 61617 h 81324"/>
                <a:gd name="connsiteX1" fmla="*/ 46978 w 81324"/>
                <a:gd name="connsiteY1" fmla="*/ 66496 h 81324"/>
                <a:gd name="connsiteX2" fmla="*/ 49825 w 81324"/>
                <a:gd name="connsiteY2" fmla="*/ 66090 h 81324"/>
                <a:gd name="connsiteX3" fmla="*/ 53890 w 81324"/>
                <a:gd name="connsiteY3" fmla="*/ 56330 h 81324"/>
                <a:gd name="connsiteX4" fmla="*/ 44945 w 81324"/>
                <a:gd name="connsiteY4" fmla="*/ 35187 h 81324"/>
                <a:gd name="connsiteX5" fmla="*/ 35186 w 81324"/>
                <a:gd name="connsiteY5" fmla="*/ 31120 h 81324"/>
                <a:gd name="connsiteX6" fmla="*/ 31120 w 81324"/>
                <a:gd name="connsiteY6" fmla="*/ 40880 h 81324"/>
                <a:gd name="connsiteX7" fmla="*/ 40065 w 81324"/>
                <a:gd name="connsiteY7" fmla="*/ 61617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324" h="81324">
                  <a:moveTo>
                    <a:pt x="40065" y="61617"/>
                  </a:moveTo>
                  <a:cubicBezTo>
                    <a:pt x="41285" y="64463"/>
                    <a:pt x="44132" y="66496"/>
                    <a:pt x="46978" y="66496"/>
                  </a:cubicBezTo>
                  <a:cubicBezTo>
                    <a:pt x="47791" y="66496"/>
                    <a:pt x="49011" y="66496"/>
                    <a:pt x="49825" y="66090"/>
                  </a:cubicBezTo>
                  <a:cubicBezTo>
                    <a:pt x="53890" y="64463"/>
                    <a:pt x="55517" y="59990"/>
                    <a:pt x="53890" y="56330"/>
                  </a:cubicBezTo>
                  <a:lnTo>
                    <a:pt x="44945" y="35187"/>
                  </a:lnTo>
                  <a:cubicBezTo>
                    <a:pt x="43319" y="31120"/>
                    <a:pt x="38845" y="29493"/>
                    <a:pt x="35186" y="31120"/>
                  </a:cubicBezTo>
                  <a:cubicBezTo>
                    <a:pt x="31120" y="32747"/>
                    <a:pt x="29494" y="37219"/>
                    <a:pt x="31120" y="40880"/>
                  </a:cubicBezTo>
                  <a:lnTo>
                    <a:pt x="40065" y="61617"/>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49" name="Freeform: Shape 148">
              <a:extLst>
                <a:ext uri="{FF2B5EF4-FFF2-40B4-BE49-F238E27FC236}">
                  <a16:creationId xmlns:a16="http://schemas.microsoft.com/office/drawing/2014/main" id="{C22E9A1D-54F8-0AF9-00C6-F0F0C8020177}"/>
                </a:ext>
              </a:extLst>
            </p:cNvPr>
            <p:cNvSpPr/>
            <p:nvPr/>
          </p:nvSpPr>
          <p:spPr>
            <a:xfrm>
              <a:off x="4932549" y="5507924"/>
              <a:ext cx="86344" cy="86344"/>
            </a:xfrm>
            <a:custGeom>
              <a:avLst/>
              <a:gdLst>
                <a:gd name="connsiteX0" fmla="*/ 49303 w 81324"/>
                <a:gd name="connsiteY0" fmla="*/ 59875 h 81324"/>
                <a:gd name="connsiteX1" fmla="*/ 54590 w 81324"/>
                <a:gd name="connsiteY1" fmla="*/ 61908 h 81324"/>
                <a:gd name="connsiteX2" fmla="*/ 59875 w 81324"/>
                <a:gd name="connsiteY2" fmla="*/ 59875 h 81324"/>
                <a:gd name="connsiteX3" fmla="*/ 59875 w 81324"/>
                <a:gd name="connsiteY3" fmla="*/ 48897 h 81324"/>
                <a:gd name="connsiteX4" fmla="*/ 43610 w 81324"/>
                <a:gd name="connsiteY4" fmla="*/ 32631 h 81324"/>
                <a:gd name="connsiteX5" fmla="*/ 32632 w 81324"/>
                <a:gd name="connsiteY5" fmla="*/ 32631 h 81324"/>
                <a:gd name="connsiteX6" fmla="*/ 32632 w 81324"/>
                <a:gd name="connsiteY6" fmla="*/ 43610 h 81324"/>
                <a:gd name="connsiteX7" fmla="*/ 49303 w 81324"/>
                <a:gd name="connsiteY7" fmla="*/ 59875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324" h="81324">
                  <a:moveTo>
                    <a:pt x="49303" y="59875"/>
                  </a:moveTo>
                  <a:cubicBezTo>
                    <a:pt x="50929" y="61502"/>
                    <a:pt x="52556" y="61908"/>
                    <a:pt x="54590" y="61908"/>
                  </a:cubicBezTo>
                  <a:cubicBezTo>
                    <a:pt x="56622" y="61908"/>
                    <a:pt x="58655" y="61095"/>
                    <a:pt x="59875" y="59875"/>
                  </a:cubicBezTo>
                  <a:cubicBezTo>
                    <a:pt x="62721" y="57028"/>
                    <a:pt x="62721" y="52149"/>
                    <a:pt x="59875" y="48897"/>
                  </a:cubicBezTo>
                  <a:lnTo>
                    <a:pt x="43610" y="32631"/>
                  </a:lnTo>
                  <a:cubicBezTo>
                    <a:pt x="40763" y="29785"/>
                    <a:pt x="35884" y="29785"/>
                    <a:pt x="32632" y="32631"/>
                  </a:cubicBezTo>
                  <a:cubicBezTo>
                    <a:pt x="29785" y="35477"/>
                    <a:pt x="29785" y="40357"/>
                    <a:pt x="32632" y="43610"/>
                  </a:cubicBezTo>
                  <a:lnTo>
                    <a:pt x="49303" y="59875"/>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50" name="Freeform: Shape 149">
              <a:extLst>
                <a:ext uri="{FF2B5EF4-FFF2-40B4-BE49-F238E27FC236}">
                  <a16:creationId xmlns:a16="http://schemas.microsoft.com/office/drawing/2014/main" id="{D4A05430-6884-7E02-59E5-2C586AFA3368}"/>
                </a:ext>
              </a:extLst>
            </p:cNvPr>
            <p:cNvSpPr/>
            <p:nvPr/>
          </p:nvSpPr>
          <p:spPr>
            <a:xfrm>
              <a:off x="4885429" y="5578663"/>
              <a:ext cx="86344" cy="86344"/>
            </a:xfrm>
            <a:custGeom>
              <a:avLst/>
              <a:gdLst>
                <a:gd name="connsiteX0" fmla="*/ 62373 w 81324"/>
                <a:gd name="connsiteY0" fmla="*/ 40009 h 81324"/>
                <a:gd name="connsiteX1" fmla="*/ 41229 w 81324"/>
                <a:gd name="connsiteY1" fmla="*/ 31064 h 81324"/>
                <a:gd name="connsiteX2" fmla="*/ 31064 w 81324"/>
                <a:gd name="connsiteY2" fmla="*/ 35130 h 81324"/>
                <a:gd name="connsiteX3" fmla="*/ 35130 w 81324"/>
                <a:gd name="connsiteY3" fmla="*/ 44889 h 81324"/>
                <a:gd name="connsiteX4" fmla="*/ 56274 w 81324"/>
                <a:gd name="connsiteY4" fmla="*/ 53834 h 81324"/>
                <a:gd name="connsiteX5" fmla="*/ 59121 w 81324"/>
                <a:gd name="connsiteY5" fmla="*/ 54241 h 81324"/>
                <a:gd name="connsiteX6" fmla="*/ 66033 w 81324"/>
                <a:gd name="connsiteY6" fmla="*/ 49362 h 81324"/>
                <a:gd name="connsiteX7" fmla="*/ 62373 w 81324"/>
                <a:gd name="connsiteY7" fmla="*/ 40009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324" h="81324">
                  <a:moveTo>
                    <a:pt x="62373" y="40009"/>
                  </a:moveTo>
                  <a:lnTo>
                    <a:pt x="41229" y="31064"/>
                  </a:lnTo>
                  <a:cubicBezTo>
                    <a:pt x="37163" y="29437"/>
                    <a:pt x="32690" y="31471"/>
                    <a:pt x="31064" y="35130"/>
                  </a:cubicBezTo>
                  <a:cubicBezTo>
                    <a:pt x="29437" y="39197"/>
                    <a:pt x="31471" y="43669"/>
                    <a:pt x="35130" y="44889"/>
                  </a:cubicBezTo>
                  <a:lnTo>
                    <a:pt x="56274" y="53834"/>
                  </a:lnTo>
                  <a:cubicBezTo>
                    <a:pt x="57088" y="54241"/>
                    <a:pt x="58308" y="54241"/>
                    <a:pt x="59121" y="54241"/>
                  </a:cubicBezTo>
                  <a:cubicBezTo>
                    <a:pt x="61967" y="54241"/>
                    <a:pt x="64813" y="52615"/>
                    <a:pt x="66033" y="49362"/>
                  </a:cubicBezTo>
                  <a:cubicBezTo>
                    <a:pt x="68066" y="46108"/>
                    <a:pt x="66033" y="41636"/>
                    <a:pt x="62373" y="4000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51" name="Freeform: Shape 150">
              <a:extLst>
                <a:ext uri="{FF2B5EF4-FFF2-40B4-BE49-F238E27FC236}">
                  <a16:creationId xmlns:a16="http://schemas.microsoft.com/office/drawing/2014/main" id="{31308359-6730-6CF9-234F-BEC5965CAAEF}"/>
                </a:ext>
              </a:extLst>
            </p:cNvPr>
            <p:cNvSpPr/>
            <p:nvPr/>
          </p:nvSpPr>
          <p:spPr>
            <a:xfrm>
              <a:off x="4868762" y="5662588"/>
              <a:ext cx="86344" cy="43172"/>
            </a:xfrm>
            <a:custGeom>
              <a:avLst/>
              <a:gdLst>
                <a:gd name="connsiteX0" fmla="*/ 68719 w 81324"/>
                <a:gd name="connsiteY0" fmla="*/ 38223 h 40662"/>
                <a:gd name="connsiteX1" fmla="*/ 60993 w 81324"/>
                <a:gd name="connsiteY1" fmla="*/ 30497 h 40662"/>
                <a:gd name="connsiteX2" fmla="*/ 38223 w 81324"/>
                <a:gd name="connsiteY2" fmla="*/ 30497 h 40662"/>
                <a:gd name="connsiteX3" fmla="*/ 30497 w 81324"/>
                <a:gd name="connsiteY3" fmla="*/ 38223 h 40662"/>
                <a:gd name="connsiteX4" fmla="*/ 38223 w 81324"/>
                <a:gd name="connsiteY4" fmla="*/ 45949 h 40662"/>
                <a:gd name="connsiteX5" fmla="*/ 60993 w 81324"/>
                <a:gd name="connsiteY5" fmla="*/ 45949 h 40662"/>
                <a:gd name="connsiteX6" fmla="*/ 68719 w 81324"/>
                <a:gd name="connsiteY6" fmla="*/ 38223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324" h="40662">
                  <a:moveTo>
                    <a:pt x="68719" y="38223"/>
                  </a:moveTo>
                  <a:cubicBezTo>
                    <a:pt x="68719" y="34157"/>
                    <a:pt x="65466" y="30497"/>
                    <a:pt x="60993" y="30497"/>
                  </a:cubicBezTo>
                  <a:lnTo>
                    <a:pt x="38223" y="30497"/>
                  </a:lnTo>
                  <a:cubicBezTo>
                    <a:pt x="34156" y="30497"/>
                    <a:pt x="30497" y="33750"/>
                    <a:pt x="30497" y="38223"/>
                  </a:cubicBezTo>
                  <a:cubicBezTo>
                    <a:pt x="30497" y="42289"/>
                    <a:pt x="33749" y="45949"/>
                    <a:pt x="38223" y="45949"/>
                  </a:cubicBezTo>
                  <a:lnTo>
                    <a:pt x="60993" y="45949"/>
                  </a:lnTo>
                  <a:cubicBezTo>
                    <a:pt x="65466" y="45949"/>
                    <a:pt x="68719" y="42289"/>
                    <a:pt x="68719" y="38223"/>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52" name="Freeform: Shape 151">
              <a:extLst>
                <a:ext uri="{FF2B5EF4-FFF2-40B4-BE49-F238E27FC236}">
                  <a16:creationId xmlns:a16="http://schemas.microsoft.com/office/drawing/2014/main" id="{C2DDB154-4EBC-CD01-E4BE-977212F2B060}"/>
                </a:ext>
              </a:extLst>
            </p:cNvPr>
            <p:cNvSpPr/>
            <p:nvPr/>
          </p:nvSpPr>
          <p:spPr>
            <a:xfrm>
              <a:off x="4885369" y="5737053"/>
              <a:ext cx="86344" cy="86344"/>
            </a:xfrm>
            <a:custGeom>
              <a:avLst/>
              <a:gdLst>
                <a:gd name="connsiteX0" fmla="*/ 56330 w 81324"/>
                <a:gd name="connsiteY0" fmla="*/ 31113 h 81324"/>
                <a:gd name="connsiteX1" fmla="*/ 35187 w 81324"/>
                <a:gd name="connsiteY1" fmla="*/ 40059 h 81324"/>
                <a:gd name="connsiteX2" fmla="*/ 31120 w 81324"/>
                <a:gd name="connsiteY2" fmla="*/ 50225 h 81324"/>
                <a:gd name="connsiteX3" fmla="*/ 38033 w 81324"/>
                <a:gd name="connsiteY3" fmla="*/ 55104 h 81324"/>
                <a:gd name="connsiteX4" fmla="*/ 40879 w 81324"/>
                <a:gd name="connsiteY4" fmla="*/ 54697 h 81324"/>
                <a:gd name="connsiteX5" fmla="*/ 62024 w 81324"/>
                <a:gd name="connsiteY5" fmla="*/ 45751 h 81324"/>
                <a:gd name="connsiteX6" fmla="*/ 66089 w 81324"/>
                <a:gd name="connsiteY6" fmla="*/ 35586 h 81324"/>
                <a:gd name="connsiteX7" fmla="*/ 56330 w 81324"/>
                <a:gd name="connsiteY7" fmla="*/ 31113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324" h="81324">
                  <a:moveTo>
                    <a:pt x="56330" y="31113"/>
                  </a:moveTo>
                  <a:lnTo>
                    <a:pt x="35187" y="40059"/>
                  </a:lnTo>
                  <a:cubicBezTo>
                    <a:pt x="31120" y="41685"/>
                    <a:pt x="29493" y="46158"/>
                    <a:pt x="31120" y="50225"/>
                  </a:cubicBezTo>
                  <a:cubicBezTo>
                    <a:pt x="32340" y="53070"/>
                    <a:pt x="35187" y="55104"/>
                    <a:pt x="38033" y="55104"/>
                  </a:cubicBezTo>
                  <a:cubicBezTo>
                    <a:pt x="38846" y="55104"/>
                    <a:pt x="40066" y="55104"/>
                    <a:pt x="40879" y="54697"/>
                  </a:cubicBezTo>
                  <a:lnTo>
                    <a:pt x="62024" y="45751"/>
                  </a:lnTo>
                  <a:cubicBezTo>
                    <a:pt x="66089" y="44124"/>
                    <a:pt x="67716" y="39652"/>
                    <a:pt x="66089" y="35586"/>
                  </a:cubicBezTo>
                  <a:cubicBezTo>
                    <a:pt x="64869" y="31113"/>
                    <a:pt x="60397" y="29486"/>
                    <a:pt x="56330" y="31113"/>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53" name="Freeform: Shape 152">
              <a:extLst>
                <a:ext uri="{FF2B5EF4-FFF2-40B4-BE49-F238E27FC236}">
                  <a16:creationId xmlns:a16="http://schemas.microsoft.com/office/drawing/2014/main" id="{A53A90F0-15A1-8181-A586-D139FC14E42C}"/>
                </a:ext>
              </a:extLst>
            </p:cNvPr>
            <p:cNvSpPr/>
            <p:nvPr/>
          </p:nvSpPr>
          <p:spPr>
            <a:xfrm>
              <a:off x="4932981" y="5799875"/>
              <a:ext cx="86344" cy="86344"/>
            </a:xfrm>
            <a:custGeom>
              <a:avLst/>
              <a:gdLst>
                <a:gd name="connsiteX0" fmla="*/ 48896 w 81324"/>
                <a:gd name="connsiteY0" fmla="*/ 32937 h 81324"/>
                <a:gd name="connsiteX1" fmla="*/ 32632 w 81324"/>
                <a:gd name="connsiteY1" fmla="*/ 49202 h 81324"/>
                <a:gd name="connsiteX2" fmla="*/ 32632 w 81324"/>
                <a:gd name="connsiteY2" fmla="*/ 60180 h 81324"/>
                <a:gd name="connsiteX3" fmla="*/ 37917 w 81324"/>
                <a:gd name="connsiteY3" fmla="*/ 62214 h 81324"/>
                <a:gd name="connsiteX4" fmla="*/ 43203 w 81324"/>
                <a:gd name="connsiteY4" fmla="*/ 60180 h 81324"/>
                <a:gd name="connsiteX5" fmla="*/ 59468 w 81324"/>
                <a:gd name="connsiteY5" fmla="*/ 43915 h 81324"/>
                <a:gd name="connsiteX6" fmla="*/ 59468 w 81324"/>
                <a:gd name="connsiteY6" fmla="*/ 32937 h 81324"/>
                <a:gd name="connsiteX7" fmla="*/ 48896 w 81324"/>
                <a:gd name="connsiteY7" fmla="*/ 32937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324" h="81324">
                  <a:moveTo>
                    <a:pt x="48896" y="32937"/>
                  </a:moveTo>
                  <a:lnTo>
                    <a:pt x="32632" y="49202"/>
                  </a:lnTo>
                  <a:cubicBezTo>
                    <a:pt x="29785" y="52048"/>
                    <a:pt x="29785" y="56927"/>
                    <a:pt x="32632" y="60180"/>
                  </a:cubicBezTo>
                  <a:cubicBezTo>
                    <a:pt x="34257" y="61807"/>
                    <a:pt x="35884" y="62214"/>
                    <a:pt x="37917" y="62214"/>
                  </a:cubicBezTo>
                  <a:cubicBezTo>
                    <a:pt x="39951" y="62214"/>
                    <a:pt x="41983" y="61400"/>
                    <a:pt x="43203" y="60180"/>
                  </a:cubicBezTo>
                  <a:lnTo>
                    <a:pt x="59468" y="43915"/>
                  </a:lnTo>
                  <a:cubicBezTo>
                    <a:pt x="62314" y="41069"/>
                    <a:pt x="62314" y="36189"/>
                    <a:pt x="59468" y="32937"/>
                  </a:cubicBezTo>
                  <a:cubicBezTo>
                    <a:pt x="56622" y="29683"/>
                    <a:pt x="51742" y="29683"/>
                    <a:pt x="48896" y="32937"/>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54" name="Freeform: Shape 153">
              <a:extLst>
                <a:ext uri="{FF2B5EF4-FFF2-40B4-BE49-F238E27FC236}">
                  <a16:creationId xmlns:a16="http://schemas.microsoft.com/office/drawing/2014/main" id="{32962790-343A-0D77-27FC-9D2F1D06EA1C}"/>
                </a:ext>
              </a:extLst>
            </p:cNvPr>
            <p:cNvSpPr/>
            <p:nvPr/>
          </p:nvSpPr>
          <p:spPr>
            <a:xfrm>
              <a:off x="5161731" y="5460372"/>
              <a:ext cx="86344" cy="86344"/>
            </a:xfrm>
            <a:custGeom>
              <a:avLst/>
              <a:gdLst>
                <a:gd name="connsiteX0" fmla="*/ 35130 w 81324"/>
                <a:gd name="connsiteY0" fmla="*/ 66440 h 81324"/>
                <a:gd name="connsiteX1" fmla="*/ 37977 w 81324"/>
                <a:gd name="connsiteY1" fmla="*/ 66847 h 81324"/>
                <a:gd name="connsiteX2" fmla="*/ 44889 w 81324"/>
                <a:gd name="connsiteY2" fmla="*/ 61967 h 81324"/>
                <a:gd name="connsiteX3" fmla="*/ 53834 w 81324"/>
                <a:gd name="connsiteY3" fmla="*/ 40822 h 81324"/>
                <a:gd name="connsiteX4" fmla="*/ 49768 w 81324"/>
                <a:gd name="connsiteY4" fmla="*/ 31064 h 81324"/>
                <a:gd name="connsiteX5" fmla="*/ 40009 w 81324"/>
                <a:gd name="connsiteY5" fmla="*/ 35130 h 81324"/>
                <a:gd name="connsiteX6" fmla="*/ 31064 w 81324"/>
                <a:gd name="connsiteY6" fmla="*/ 56274 h 81324"/>
                <a:gd name="connsiteX7" fmla="*/ 35130 w 81324"/>
                <a:gd name="connsiteY7" fmla="*/ 66440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324" h="81324">
                  <a:moveTo>
                    <a:pt x="35130" y="66440"/>
                  </a:moveTo>
                  <a:cubicBezTo>
                    <a:pt x="35943" y="66847"/>
                    <a:pt x="37163" y="66847"/>
                    <a:pt x="37977" y="66847"/>
                  </a:cubicBezTo>
                  <a:cubicBezTo>
                    <a:pt x="40823" y="66847"/>
                    <a:pt x="43669" y="65220"/>
                    <a:pt x="44889" y="61967"/>
                  </a:cubicBezTo>
                  <a:lnTo>
                    <a:pt x="53834" y="40822"/>
                  </a:lnTo>
                  <a:cubicBezTo>
                    <a:pt x="55461" y="36756"/>
                    <a:pt x="53429" y="32283"/>
                    <a:pt x="49768" y="31064"/>
                  </a:cubicBezTo>
                  <a:cubicBezTo>
                    <a:pt x="45703" y="29437"/>
                    <a:pt x="41229" y="31471"/>
                    <a:pt x="40009" y="35130"/>
                  </a:cubicBezTo>
                  <a:lnTo>
                    <a:pt x="31064" y="56274"/>
                  </a:lnTo>
                  <a:cubicBezTo>
                    <a:pt x="29437" y="60746"/>
                    <a:pt x="31471" y="64813"/>
                    <a:pt x="35130" y="66440"/>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55" name="Freeform: Shape 154">
              <a:extLst>
                <a:ext uri="{FF2B5EF4-FFF2-40B4-BE49-F238E27FC236}">
                  <a16:creationId xmlns:a16="http://schemas.microsoft.com/office/drawing/2014/main" id="{5B41922F-D947-2EE8-A5FC-57143B94AD01}"/>
                </a:ext>
              </a:extLst>
            </p:cNvPr>
            <p:cNvSpPr/>
            <p:nvPr/>
          </p:nvSpPr>
          <p:spPr>
            <a:xfrm>
              <a:off x="5224824" y="5508032"/>
              <a:ext cx="86344" cy="86344"/>
            </a:xfrm>
            <a:custGeom>
              <a:avLst/>
              <a:gdLst>
                <a:gd name="connsiteX0" fmla="*/ 48896 w 81324"/>
                <a:gd name="connsiteY0" fmla="*/ 32936 h 81324"/>
                <a:gd name="connsiteX1" fmla="*/ 32632 w 81324"/>
                <a:gd name="connsiteY1" fmla="*/ 49201 h 81324"/>
                <a:gd name="connsiteX2" fmla="*/ 32632 w 81324"/>
                <a:gd name="connsiteY2" fmla="*/ 60180 h 81324"/>
                <a:gd name="connsiteX3" fmla="*/ 37918 w 81324"/>
                <a:gd name="connsiteY3" fmla="*/ 62213 h 81324"/>
                <a:gd name="connsiteX4" fmla="*/ 43204 w 81324"/>
                <a:gd name="connsiteY4" fmla="*/ 60180 h 81324"/>
                <a:gd name="connsiteX5" fmla="*/ 59469 w 81324"/>
                <a:gd name="connsiteY5" fmla="*/ 43914 h 81324"/>
                <a:gd name="connsiteX6" fmla="*/ 59469 w 81324"/>
                <a:gd name="connsiteY6" fmla="*/ 32936 h 81324"/>
                <a:gd name="connsiteX7" fmla="*/ 48896 w 81324"/>
                <a:gd name="connsiteY7" fmla="*/ 32936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324" h="81324">
                  <a:moveTo>
                    <a:pt x="48896" y="32936"/>
                  </a:moveTo>
                  <a:lnTo>
                    <a:pt x="32632" y="49201"/>
                  </a:lnTo>
                  <a:cubicBezTo>
                    <a:pt x="29785" y="52047"/>
                    <a:pt x="29785" y="56927"/>
                    <a:pt x="32632" y="60180"/>
                  </a:cubicBezTo>
                  <a:cubicBezTo>
                    <a:pt x="34258" y="61806"/>
                    <a:pt x="35885" y="62213"/>
                    <a:pt x="37918" y="62213"/>
                  </a:cubicBezTo>
                  <a:cubicBezTo>
                    <a:pt x="39951" y="62213"/>
                    <a:pt x="41984" y="61400"/>
                    <a:pt x="43204" y="60180"/>
                  </a:cubicBezTo>
                  <a:lnTo>
                    <a:pt x="59469" y="43914"/>
                  </a:lnTo>
                  <a:cubicBezTo>
                    <a:pt x="62316" y="41069"/>
                    <a:pt x="62316" y="36188"/>
                    <a:pt x="59469" y="32936"/>
                  </a:cubicBezTo>
                  <a:cubicBezTo>
                    <a:pt x="56622" y="29684"/>
                    <a:pt x="51743" y="29684"/>
                    <a:pt x="48896" y="32936"/>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56" name="Freeform: Shape 155">
              <a:extLst>
                <a:ext uri="{FF2B5EF4-FFF2-40B4-BE49-F238E27FC236}">
                  <a16:creationId xmlns:a16="http://schemas.microsoft.com/office/drawing/2014/main" id="{112ADCF9-99E3-560F-15D4-FE7C67420107}"/>
                </a:ext>
              </a:extLst>
            </p:cNvPr>
            <p:cNvSpPr/>
            <p:nvPr/>
          </p:nvSpPr>
          <p:spPr>
            <a:xfrm>
              <a:off x="5267011" y="5579096"/>
              <a:ext cx="86344" cy="86344"/>
            </a:xfrm>
            <a:custGeom>
              <a:avLst/>
              <a:gdLst>
                <a:gd name="connsiteX0" fmla="*/ 38033 w 81324"/>
                <a:gd name="connsiteY0" fmla="*/ 54241 h 81324"/>
                <a:gd name="connsiteX1" fmla="*/ 40879 w 81324"/>
                <a:gd name="connsiteY1" fmla="*/ 53834 h 81324"/>
                <a:gd name="connsiteX2" fmla="*/ 62024 w 81324"/>
                <a:gd name="connsiteY2" fmla="*/ 44889 h 81324"/>
                <a:gd name="connsiteX3" fmla="*/ 66090 w 81324"/>
                <a:gd name="connsiteY3" fmla="*/ 35130 h 81324"/>
                <a:gd name="connsiteX4" fmla="*/ 56330 w 81324"/>
                <a:gd name="connsiteY4" fmla="*/ 31064 h 81324"/>
                <a:gd name="connsiteX5" fmla="*/ 35187 w 81324"/>
                <a:gd name="connsiteY5" fmla="*/ 40009 h 81324"/>
                <a:gd name="connsiteX6" fmla="*/ 31120 w 81324"/>
                <a:gd name="connsiteY6" fmla="*/ 50175 h 81324"/>
                <a:gd name="connsiteX7" fmla="*/ 38033 w 81324"/>
                <a:gd name="connsiteY7" fmla="*/ 54241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324" h="81324">
                  <a:moveTo>
                    <a:pt x="38033" y="54241"/>
                  </a:moveTo>
                  <a:cubicBezTo>
                    <a:pt x="38846" y="54241"/>
                    <a:pt x="40066" y="54241"/>
                    <a:pt x="40879" y="53834"/>
                  </a:cubicBezTo>
                  <a:lnTo>
                    <a:pt x="62024" y="44889"/>
                  </a:lnTo>
                  <a:cubicBezTo>
                    <a:pt x="66090" y="43262"/>
                    <a:pt x="67716" y="38790"/>
                    <a:pt x="66090" y="35130"/>
                  </a:cubicBezTo>
                  <a:cubicBezTo>
                    <a:pt x="64463" y="31471"/>
                    <a:pt x="59990" y="29437"/>
                    <a:pt x="56330" y="31064"/>
                  </a:cubicBezTo>
                  <a:lnTo>
                    <a:pt x="35187" y="40009"/>
                  </a:lnTo>
                  <a:cubicBezTo>
                    <a:pt x="31120" y="41636"/>
                    <a:pt x="29493" y="46108"/>
                    <a:pt x="31120" y="50175"/>
                  </a:cubicBezTo>
                  <a:cubicBezTo>
                    <a:pt x="32340" y="52615"/>
                    <a:pt x="35187" y="54241"/>
                    <a:pt x="38033" y="54241"/>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57" name="Freeform: Shape 156">
              <a:extLst>
                <a:ext uri="{FF2B5EF4-FFF2-40B4-BE49-F238E27FC236}">
                  <a16:creationId xmlns:a16="http://schemas.microsoft.com/office/drawing/2014/main" id="{636149D3-7F78-E156-FAFB-7BB1951570AC}"/>
                </a:ext>
              </a:extLst>
            </p:cNvPr>
            <p:cNvSpPr/>
            <p:nvPr/>
          </p:nvSpPr>
          <p:spPr>
            <a:xfrm>
              <a:off x="5281921" y="5662588"/>
              <a:ext cx="86344" cy="43172"/>
            </a:xfrm>
            <a:custGeom>
              <a:avLst/>
              <a:gdLst>
                <a:gd name="connsiteX0" fmla="*/ 60993 w 81324"/>
                <a:gd name="connsiteY0" fmla="*/ 30497 h 40662"/>
                <a:gd name="connsiteX1" fmla="*/ 38221 w 81324"/>
                <a:gd name="connsiteY1" fmla="*/ 30497 h 40662"/>
                <a:gd name="connsiteX2" fmla="*/ 30497 w 81324"/>
                <a:gd name="connsiteY2" fmla="*/ 38223 h 40662"/>
                <a:gd name="connsiteX3" fmla="*/ 38221 w 81324"/>
                <a:gd name="connsiteY3" fmla="*/ 45949 h 40662"/>
                <a:gd name="connsiteX4" fmla="*/ 60993 w 81324"/>
                <a:gd name="connsiteY4" fmla="*/ 45949 h 40662"/>
                <a:gd name="connsiteX5" fmla="*/ 68718 w 81324"/>
                <a:gd name="connsiteY5" fmla="*/ 38223 h 40662"/>
                <a:gd name="connsiteX6" fmla="*/ 60993 w 81324"/>
                <a:gd name="connsiteY6" fmla="*/ 30497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324" h="40662">
                  <a:moveTo>
                    <a:pt x="60993" y="30497"/>
                  </a:moveTo>
                  <a:lnTo>
                    <a:pt x="38221" y="30497"/>
                  </a:lnTo>
                  <a:cubicBezTo>
                    <a:pt x="34156" y="30497"/>
                    <a:pt x="30497" y="33750"/>
                    <a:pt x="30497" y="38223"/>
                  </a:cubicBezTo>
                  <a:cubicBezTo>
                    <a:pt x="30497" y="42289"/>
                    <a:pt x="33749" y="45949"/>
                    <a:pt x="38221" y="45949"/>
                  </a:cubicBezTo>
                  <a:lnTo>
                    <a:pt x="60993" y="45949"/>
                  </a:lnTo>
                  <a:cubicBezTo>
                    <a:pt x="65059" y="45949"/>
                    <a:pt x="68718" y="42696"/>
                    <a:pt x="68718" y="38223"/>
                  </a:cubicBezTo>
                  <a:cubicBezTo>
                    <a:pt x="68312" y="34157"/>
                    <a:pt x="65059" y="30497"/>
                    <a:pt x="60993" y="30497"/>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58" name="Freeform: Shape 157">
              <a:extLst>
                <a:ext uri="{FF2B5EF4-FFF2-40B4-BE49-F238E27FC236}">
                  <a16:creationId xmlns:a16="http://schemas.microsoft.com/office/drawing/2014/main" id="{560DE8D7-3DC3-D816-02B8-DC38B68D12DA}"/>
                </a:ext>
              </a:extLst>
            </p:cNvPr>
            <p:cNvSpPr/>
            <p:nvPr/>
          </p:nvSpPr>
          <p:spPr>
            <a:xfrm>
              <a:off x="5267071" y="5736674"/>
              <a:ext cx="86344" cy="86344"/>
            </a:xfrm>
            <a:custGeom>
              <a:avLst/>
              <a:gdLst>
                <a:gd name="connsiteX0" fmla="*/ 61967 w 81324"/>
                <a:gd name="connsiteY0" fmla="*/ 40009 h 81324"/>
                <a:gd name="connsiteX1" fmla="*/ 40822 w 81324"/>
                <a:gd name="connsiteY1" fmla="*/ 31064 h 81324"/>
                <a:gd name="connsiteX2" fmla="*/ 31064 w 81324"/>
                <a:gd name="connsiteY2" fmla="*/ 35130 h 81324"/>
                <a:gd name="connsiteX3" fmla="*/ 35130 w 81324"/>
                <a:gd name="connsiteY3" fmla="*/ 45296 h 81324"/>
                <a:gd name="connsiteX4" fmla="*/ 56274 w 81324"/>
                <a:gd name="connsiteY4" fmla="*/ 54241 h 81324"/>
                <a:gd name="connsiteX5" fmla="*/ 59121 w 81324"/>
                <a:gd name="connsiteY5" fmla="*/ 54647 h 81324"/>
                <a:gd name="connsiteX6" fmla="*/ 66034 w 81324"/>
                <a:gd name="connsiteY6" fmla="*/ 49768 h 81324"/>
                <a:gd name="connsiteX7" fmla="*/ 61967 w 81324"/>
                <a:gd name="connsiteY7" fmla="*/ 40009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324" h="81324">
                  <a:moveTo>
                    <a:pt x="61967" y="40009"/>
                  </a:moveTo>
                  <a:lnTo>
                    <a:pt x="40822" y="31064"/>
                  </a:lnTo>
                  <a:cubicBezTo>
                    <a:pt x="36757" y="29437"/>
                    <a:pt x="32283" y="31471"/>
                    <a:pt x="31064" y="35130"/>
                  </a:cubicBezTo>
                  <a:cubicBezTo>
                    <a:pt x="29437" y="39197"/>
                    <a:pt x="31471" y="43669"/>
                    <a:pt x="35130" y="45296"/>
                  </a:cubicBezTo>
                  <a:lnTo>
                    <a:pt x="56274" y="54241"/>
                  </a:lnTo>
                  <a:cubicBezTo>
                    <a:pt x="57088" y="54647"/>
                    <a:pt x="58308" y="54647"/>
                    <a:pt x="59121" y="54647"/>
                  </a:cubicBezTo>
                  <a:cubicBezTo>
                    <a:pt x="61967" y="54647"/>
                    <a:pt x="64814" y="53022"/>
                    <a:pt x="66034" y="49768"/>
                  </a:cubicBezTo>
                  <a:cubicBezTo>
                    <a:pt x="67659" y="46108"/>
                    <a:pt x="66034" y="41636"/>
                    <a:pt x="61967" y="4000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59" name="Freeform: Shape 158">
              <a:extLst>
                <a:ext uri="{FF2B5EF4-FFF2-40B4-BE49-F238E27FC236}">
                  <a16:creationId xmlns:a16="http://schemas.microsoft.com/office/drawing/2014/main" id="{0A950272-A849-26A5-B30C-E21056428944}"/>
                </a:ext>
              </a:extLst>
            </p:cNvPr>
            <p:cNvSpPr/>
            <p:nvPr/>
          </p:nvSpPr>
          <p:spPr>
            <a:xfrm>
              <a:off x="5224824" y="5800199"/>
              <a:ext cx="86344" cy="86344"/>
            </a:xfrm>
            <a:custGeom>
              <a:avLst/>
              <a:gdLst>
                <a:gd name="connsiteX0" fmla="*/ 43611 w 81324"/>
                <a:gd name="connsiteY0" fmla="*/ 32632 h 81324"/>
                <a:gd name="connsiteX1" fmla="*/ 32632 w 81324"/>
                <a:gd name="connsiteY1" fmla="*/ 32632 h 81324"/>
                <a:gd name="connsiteX2" fmla="*/ 32632 w 81324"/>
                <a:gd name="connsiteY2" fmla="*/ 43610 h 81324"/>
                <a:gd name="connsiteX3" fmla="*/ 48896 w 81324"/>
                <a:gd name="connsiteY3" fmla="*/ 59875 h 81324"/>
                <a:gd name="connsiteX4" fmla="*/ 54183 w 81324"/>
                <a:gd name="connsiteY4" fmla="*/ 61909 h 81324"/>
                <a:gd name="connsiteX5" fmla="*/ 59469 w 81324"/>
                <a:gd name="connsiteY5" fmla="*/ 59875 h 81324"/>
                <a:gd name="connsiteX6" fmla="*/ 59469 w 81324"/>
                <a:gd name="connsiteY6" fmla="*/ 48896 h 81324"/>
                <a:gd name="connsiteX7" fmla="*/ 43611 w 81324"/>
                <a:gd name="connsiteY7" fmla="*/ 32632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324" h="81324">
                  <a:moveTo>
                    <a:pt x="43611" y="32632"/>
                  </a:moveTo>
                  <a:cubicBezTo>
                    <a:pt x="40765" y="29785"/>
                    <a:pt x="35885" y="29785"/>
                    <a:pt x="32632" y="32632"/>
                  </a:cubicBezTo>
                  <a:cubicBezTo>
                    <a:pt x="29785" y="35477"/>
                    <a:pt x="29785" y="40358"/>
                    <a:pt x="32632" y="43610"/>
                  </a:cubicBezTo>
                  <a:lnTo>
                    <a:pt x="48896" y="59875"/>
                  </a:lnTo>
                  <a:cubicBezTo>
                    <a:pt x="50523" y="61501"/>
                    <a:pt x="52150" y="61909"/>
                    <a:pt x="54183" y="61909"/>
                  </a:cubicBezTo>
                  <a:cubicBezTo>
                    <a:pt x="56216" y="61909"/>
                    <a:pt x="58249" y="61094"/>
                    <a:pt x="59469" y="59875"/>
                  </a:cubicBezTo>
                  <a:cubicBezTo>
                    <a:pt x="62316" y="57029"/>
                    <a:pt x="62316" y="52149"/>
                    <a:pt x="59469" y="48896"/>
                  </a:cubicBezTo>
                  <a:lnTo>
                    <a:pt x="43611" y="32632"/>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60" name="Freeform: Shape 159">
              <a:extLst>
                <a:ext uri="{FF2B5EF4-FFF2-40B4-BE49-F238E27FC236}">
                  <a16:creationId xmlns:a16="http://schemas.microsoft.com/office/drawing/2014/main" id="{B93B9B81-677E-94A1-A690-FCFE6FCEF33A}"/>
                </a:ext>
              </a:extLst>
            </p:cNvPr>
            <p:cNvSpPr/>
            <p:nvPr/>
          </p:nvSpPr>
          <p:spPr>
            <a:xfrm>
              <a:off x="4981874" y="5549800"/>
              <a:ext cx="259033" cy="259033"/>
            </a:xfrm>
            <a:custGeom>
              <a:avLst/>
              <a:gdLst>
                <a:gd name="connsiteX0" fmla="*/ 49201 w 243973"/>
                <a:gd name="connsiteY0" fmla="*/ 91185 h 243973"/>
                <a:gd name="connsiteX1" fmla="*/ 39035 w 243973"/>
                <a:gd name="connsiteY1" fmla="*/ 95251 h 243973"/>
                <a:gd name="connsiteX2" fmla="*/ 30497 w 243973"/>
                <a:gd name="connsiteY2" fmla="*/ 136726 h 243973"/>
                <a:gd name="connsiteX3" fmla="*/ 39035 w 243973"/>
                <a:gd name="connsiteY3" fmla="*/ 178202 h 243973"/>
                <a:gd name="connsiteX4" fmla="*/ 61806 w 243973"/>
                <a:gd name="connsiteY4" fmla="*/ 211952 h 243973"/>
                <a:gd name="connsiteX5" fmla="*/ 95556 w 243973"/>
                <a:gd name="connsiteY5" fmla="*/ 234722 h 243973"/>
                <a:gd name="connsiteX6" fmla="*/ 137031 w 243973"/>
                <a:gd name="connsiteY6" fmla="*/ 243262 h 243973"/>
                <a:gd name="connsiteX7" fmla="*/ 178507 w 243973"/>
                <a:gd name="connsiteY7" fmla="*/ 234722 h 243973"/>
                <a:gd name="connsiteX8" fmla="*/ 212257 w 243973"/>
                <a:gd name="connsiteY8" fmla="*/ 211952 h 243973"/>
                <a:gd name="connsiteX9" fmla="*/ 235028 w 243973"/>
                <a:gd name="connsiteY9" fmla="*/ 178202 h 243973"/>
                <a:gd name="connsiteX10" fmla="*/ 243566 w 243973"/>
                <a:gd name="connsiteY10" fmla="*/ 136726 h 243973"/>
                <a:gd name="connsiteX11" fmla="*/ 235028 w 243973"/>
                <a:gd name="connsiteY11" fmla="*/ 95251 h 243973"/>
                <a:gd name="connsiteX12" fmla="*/ 212257 w 243973"/>
                <a:gd name="connsiteY12" fmla="*/ 61502 h 243973"/>
                <a:gd name="connsiteX13" fmla="*/ 178507 w 243973"/>
                <a:gd name="connsiteY13" fmla="*/ 38731 h 243973"/>
                <a:gd name="connsiteX14" fmla="*/ 95556 w 243973"/>
                <a:gd name="connsiteY14" fmla="*/ 38731 h 243973"/>
                <a:gd name="connsiteX15" fmla="*/ 91490 w 243973"/>
                <a:gd name="connsiteY15" fmla="*/ 48897 h 243973"/>
                <a:gd name="connsiteX16" fmla="*/ 101656 w 243973"/>
                <a:gd name="connsiteY16" fmla="*/ 52962 h 243973"/>
                <a:gd name="connsiteX17" fmla="*/ 172814 w 243973"/>
                <a:gd name="connsiteY17" fmla="*/ 52962 h 243973"/>
                <a:gd name="connsiteX18" fmla="*/ 202091 w 243973"/>
                <a:gd name="connsiteY18" fmla="*/ 72480 h 243973"/>
                <a:gd name="connsiteX19" fmla="*/ 221610 w 243973"/>
                <a:gd name="connsiteY19" fmla="*/ 101757 h 243973"/>
                <a:gd name="connsiteX20" fmla="*/ 228929 w 243973"/>
                <a:gd name="connsiteY20" fmla="*/ 137540 h 243973"/>
                <a:gd name="connsiteX21" fmla="*/ 221610 w 243973"/>
                <a:gd name="connsiteY21" fmla="*/ 173323 h 243973"/>
                <a:gd name="connsiteX22" fmla="*/ 202091 w 243973"/>
                <a:gd name="connsiteY22" fmla="*/ 202600 h 243973"/>
                <a:gd name="connsiteX23" fmla="*/ 172814 w 243973"/>
                <a:gd name="connsiteY23" fmla="*/ 222117 h 243973"/>
                <a:gd name="connsiteX24" fmla="*/ 101656 w 243973"/>
                <a:gd name="connsiteY24" fmla="*/ 222117 h 243973"/>
                <a:gd name="connsiteX25" fmla="*/ 72379 w 243973"/>
                <a:gd name="connsiteY25" fmla="*/ 202600 h 243973"/>
                <a:gd name="connsiteX26" fmla="*/ 52860 w 243973"/>
                <a:gd name="connsiteY26" fmla="*/ 173323 h 243973"/>
                <a:gd name="connsiteX27" fmla="*/ 45541 w 243973"/>
                <a:gd name="connsiteY27" fmla="*/ 137540 h 243973"/>
                <a:gd name="connsiteX28" fmla="*/ 52860 w 243973"/>
                <a:gd name="connsiteY28" fmla="*/ 101757 h 243973"/>
                <a:gd name="connsiteX29" fmla="*/ 49201 w 243973"/>
                <a:gd name="connsiteY29" fmla="*/ 91185 h 243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3973" h="243973">
                  <a:moveTo>
                    <a:pt x="49201" y="91185"/>
                  </a:moveTo>
                  <a:cubicBezTo>
                    <a:pt x="45134" y="89559"/>
                    <a:pt x="40662" y="91185"/>
                    <a:pt x="39035" y="95251"/>
                  </a:cubicBezTo>
                  <a:cubicBezTo>
                    <a:pt x="33343" y="108263"/>
                    <a:pt x="30497" y="122495"/>
                    <a:pt x="30497" y="136726"/>
                  </a:cubicBezTo>
                  <a:cubicBezTo>
                    <a:pt x="30497" y="150958"/>
                    <a:pt x="33343" y="165190"/>
                    <a:pt x="39035" y="178202"/>
                  </a:cubicBezTo>
                  <a:cubicBezTo>
                    <a:pt x="44322" y="190808"/>
                    <a:pt x="52048" y="202193"/>
                    <a:pt x="61806" y="211952"/>
                  </a:cubicBezTo>
                  <a:cubicBezTo>
                    <a:pt x="71566" y="221711"/>
                    <a:pt x="82951" y="229436"/>
                    <a:pt x="95556" y="234722"/>
                  </a:cubicBezTo>
                  <a:cubicBezTo>
                    <a:pt x="108569" y="240416"/>
                    <a:pt x="122799" y="243262"/>
                    <a:pt x="137031" y="243262"/>
                  </a:cubicBezTo>
                  <a:cubicBezTo>
                    <a:pt x="151264" y="243262"/>
                    <a:pt x="165496" y="240416"/>
                    <a:pt x="178507" y="234722"/>
                  </a:cubicBezTo>
                  <a:cubicBezTo>
                    <a:pt x="191113" y="229436"/>
                    <a:pt x="202498" y="221711"/>
                    <a:pt x="212257" y="211952"/>
                  </a:cubicBezTo>
                  <a:cubicBezTo>
                    <a:pt x="222015" y="202193"/>
                    <a:pt x="229741" y="190808"/>
                    <a:pt x="235028" y="178202"/>
                  </a:cubicBezTo>
                  <a:cubicBezTo>
                    <a:pt x="240721" y="165190"/>
                    <a:pt x="243566" y="150958"/>
                    <a:pt x="243566" y="136726"/>
                  </a:cubicBezTo>
                  <a:cubicBezTo>
                    <a:pt x="243566" y="122495"/>
                    <a:pt x="240721" y="108263"/>
                    <a:pt x="235028" y="95251"/>
                  </a:cubicBezTo>
                  <a:cubicBezTo>
                    <a:pt x="229741" y="82646"/>
                    <a:pt x="222015" y="71261"/>
                    <a:pt x="212257" y="61502"/>
                  </a:cubicBezTo>
                  <a:cubicBezTo>
                    <a:pt x="202498" y="51742"/>
                    <a:pt x="191113" y="44016"/>
                    <a:pt x="178507" y="38731"/>
                  </a:cubicBezTo>
                  <a:cubicBezTo>
                    <a:pt x="152076" y="27752"/>
                    <a:pt x="121580" y="27752"/>
                    <a:pt x="95556" y="38731"/>
                  </a:cubicBezTo>
                  <a:cubicBezTo>
                    <a:pt x="91490" y="40357"/>
                    <a:pt x="89863" y="44830"/>
                    <a:pt x="91490" y="48897"/>
                  </a:cubicBezTo>
                  <a:cubicBezTo>
                    <a:pt x="93117" y="52962"/>
                    <a:pt x="97589" y="54589"/>
                    <a:pt x="101656" y="52962"/>
                  </a:cubicBezTo>
                  <a:cubicBezTo>
                    <a:pt x="124019" y="43611"/>
                    <a:pt x="150451" y="43611"/>
                    <a:pt x="172814" y="52962"/>
                  </a:cubicBezTo>
                  <a:cubicBezTo>
                    <a:pt x="183793" y="57436"/>
                    <a:pt x="193553" y="64348"/>
                    <a:pt x="202091" y="72480"/>
                  </a:cubicBezTo>
                  <a:cubicBezTo>
                    <a:pt x="210630" y="81019"/>
                    <a:pt x="217136" y="90779"/>
                    <a:pt x="221610" y="101757"/>
                  </a:cubicBezTo>
                  <a:cubicBezTo>
                    <a:pt x="226489" y="113143"/>
                    <a:pt x="228929" y="124935"/>
                    <a:pt x="228929" y="137540"/>
                  </a:cubicBezTo>
                  <a:cubicBezTo>
                    <a:pt x="228929" y="149738"/>
                    <a:pt x="226489" y="161938"/>
                    <a:pt x="221610" y="173323"/>
                  </a:cubicBezTo>
                  <a:cubicBezTo>
                    <a:pt x="217136" y="184302"/>
                    <a:pt x="210224" y="194060"/>
                    <a:pt x="202091" y="202600"/>
                  </a:cubicBezTo>
                  <a:cubicBezTo>
                    <a:pt x="193553" y="211139"/>
                    <a:pt x="183793" y="217645"/>
                    <a:pt x="172814" y="222117"/>
                  </a:cubicBezTo>
                  <a:cubicBezTo>
                    <a:pt x="150044" y="231470"/>
                    <a:pt x="124019" y="231470"/>
                    <a:pt x="101656" y="222117"/>
                  </a:cubicBezTo>
                  <a:cubicBezTo>
                    <a:pt x="90677" y="217645"/>
                    <a:pt x="80917" y="210732"/>
                    <a:pt x="72379" y="202600"/>
                  </a:cubicBezTo>
                  <a:cubicBezTo>
                    <a:pt x="63840" y="194060"/>
                    <a:pt x="57334" y="184302"/>
                    <a:pt x="52860" y="173323"/>
                  </a:cubicBezTo>
                  <a:cubicBezTo>
                    <a:pt x="47981" y="161938"/>
                    <a:pt x="45541" y="150145"/>
                    <a:pt x="45541" y="137540"/>
                  </a:cubicBezTo>
                  <a:cubicBezTo>
                    <a:pt x="45541" y="125341"/>
                    <a:pt x="47981" y="113143"/>
                    <a:pt x="52860" y="101757"/>
                  </a:cubicBezTo>
                  <a:cubicBezTo>
                    <a:pt x="54894" y="97284"/>
                    <a:pt x="53267" y="92812"/>
                    <a:pt x="49201" y="91185"/>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61" name="Freeform: Shape 160">
              <a:extLst>
                <a:ext uri="{FF2B5EF4-FFF2-40B4-BE49-F238E27FC236}">
                  <a16:creationId xmlns:a16="http://schemas.microsoft.com/office/drawing/2014/main" id="{5E56C2FD-7D0F-AB27-0FE7-9FA0E746A513}"/>
                </a:ext>
              </a:extLst>
            </p:cNvPr>
            <p:cNvSpPr/>
            <p:nvPr/>
          </p:nvSpPr>
          <p:spPr>
            <a:xfrm>
              <a:off x="4933521" y="5500693"/>
              <a:ext cx="388550" cy="518066"/>
            </a:xfrm>
            <a:custGeom>
              <a:avLst/>
              <a:gdLst>
                <a:gd name="connsiteX0" fmla="*/ 271216 w 365959"/>
                <a:gd name="connsiteY0" fmla="*/ 307406 h 487946"/>
                <a:gd name="connsiteX1" fmla="*/ 335463 w 365959"/>
                <a:gd name="connsiteY1" fmla="*/ 182980 h 487946"/>
                <a:gd name="connsiteX2" fmla="*/ 182980 w 365959"/>
                <a:gd name="connsiteY2" fmla="*/ 30497 h 487946"/>
                <a:gd name="connsiteX3" fmla="*/ 30497 w 365959"/>
                <a:gd name="connsiteY3" fmla="*/ 182980 h 487946"/>
                <a:gd name="connsiteX4" fmla="*/ 91490 w 365959"/>
                <a:gd name="connsiteY4" fmla="*/ 304967 h 487946"/>
                <a:gd name="connsiteX5" fmla="*/ 91490 w 365959"/>
                <a:gd name="connsiteY5" fmla="*/ 304967 h 487946"/>
                <a:gd name="connsiteX6" fmla="*/ 91490 w 365959"/>
                <a:gd name="connsiteY6" fmla="*/ 335463 h 487946"/>
                <a:gd name="connsiteX7" fmla="*/ 99216 w 365959"/>
                <a:gd name="connsiteY7" fmla="*/ 343189 h 487946"/>
                <a:gd name="connsiteX8" fmla="*/ 259425 w 365959"/>
                <a:gd name="connsiteY8" fmla="*/ 343189 h 487946"/>
                <a:gd name="connsiteX9" fmla="*/ 259425 w 365959"/>
                <a:gd name="connsiteY9" fmla="*/ 358641 h 487946"/>
                <a:gd name="connsiteX10" fmla="*/ 99216 w 365959"/>
                <a:gd name="connsiteY10" fmla="*/ 358641 h 487946"/>
                <a:gd name="connsiteX11" fmla="*/ 91490 w 365959"/>
                <a:gd name="connsiteY11" fmla="*/ 366367 h 487946"/>
                <a:gd name="connsiteX12" fmla="*/ 91490 w 365959"/>
                <a:gd name="connsiteY12" fmla="*/ 396864 h 487946"/>
                <a:gd name="connsiteX13" fmla="*/ 99216 w 365959"/>
                <a:gd name="connsiteY13" fmla="*/ 404590 h 487946"/>
                <a:gd name="connsiteX14" fmla="*/ 259425 w 365959"/>
                <a:gd name="connsiteY14" fmla="*/ 404590 h 487946"/>
                <a:gd name="connsiteX15" fmla="*/ 259425 w 365959"/>
                <a:gd name="connsiteY15" fmla="*/ 420041 h 487946"/>
                <a:gd name="connsiteX16" fmla="*/ 99216 w 365959"/>
                <a:gd name="connsiteY16" fmla="*/ 420041 h 487946"/>
                <a:gd name="connsiteX17" fmla="*/ 91490 w 365959"/>
                <a:gd name="connsiteY17" fmla="*/ 427767 h 487946"/>
                <a:gd name="connsiteX18" fmla="*/ 91490 w 365959"/>
                <a:gd name="connsiteY18" fmla="*/ 458264 h 487946"/>
                <a:gd name="connsiteX19" fmla="*/ 99216 w 365959"/>
                <a:gd name="connsiteY19" fmla="*/ 465990 h 487946"/>
                <a:gd name="connsiteX20" fmla="*/ 182980 w 365959"/>
                <a:gd name="connsiteY20" fmla="*/ 465990 h 487946"/>
                <a:gd name="connsiteX21" fmla="*/ 182980 w 365959"/>
                <a:gd name="connsiteY21" fmla="*/ 481442 h 487946"/>
                <a:gd name="connsiteX22" fmla="*/ 190706 w 365959"/>
                <a:gd name="connsiteY22" fmla="*/ 489166 h 487946"/>
                <a:gd name="connsiteX23" fmla="*/ 198432 w 365959"/>
                <a:gd name="connsiteY23" fmla="*/ 481442 h 487946"/>
                <a:gd name="connsiteX24" fmla="*/ 198432 w 365959"/>
                <a:gd name="connsiteY24" fmla="*/ 458670 h 487946"/>
                <a:gd name="connsiteX25" fmla="*/ 190706 w 365959"/>
                <a:gd name="connsiteY25" fmla="*/ 450945 h 487946"/>
                <a:gd name="connsiteX26" fmla="*/ 106942 w 365959"/>
                <a:gd name="connsiteY26" fmla="*/ 450945 h 487946"/>
                <a:gd name="connsiteX27" fmla="*/ 106942 w 365959"/>
                <a:gd name="connsiteY27" fmla="*/ 435493 h 487946"/>
                <a:gd name="connsiteX28" fmla="*/ 267151 w 365959"/>
                <a:gd name="connsiteY28" fmla="*/ 435493 h 487946"/>
                <a:gd name="connsiteX29" fmla="*/ 274876 w 365959"/>
                <a:gd name="connsiteY29" fmla="*/ 427767 h 487946"/>
                <a:gd name="connsiteX30" fmla="*/ 274876 w 365959"/>
                <a:gd name="connsiteY30" fmla="*/ 397271 h 487946"/>
                <a:gd name="connsiteX31" fmla="*/ 267151 w 365959"/>
                <a:gd name="connsiteY31" fmla="*/ 389545 h 487946"/>
                <a:gd name="connsiteX32" fmla="*/ 106942 w 365959"/>
                <a:gd name="connsiteY32" fmla="*/ 389545 h 487946"/>
                <a:gd name="connsiteX33" fmla="*/ 106942 w 365959"/>
                <a:gd name="connsiteY33" fmla="*/ 374093 h 487946"/>
                <a:gd name="connsiteX34" fmla="*/ 267151 w 365959"/>
                <a:gd name="connsiteY34" fmla="*/ 374093 h 487946"/>
                <a:gd name="connsiteX35" fmla="*/ 274876 w 365959"/>
                <a:gd name="connsiteY35" fmla="*/ 366367 h 487946"/>
                <a:gd name="connsiteX36" fmla="*/ 274876 w 365959"/>
                <a:gd name="connsiteY36" fmla="*/ 335870 h 487946"/>
                <a:gd name="connsiteX37" fmla="*/ 267151 w 365959"/>
                <a:gd name="connsiteY37" fmla="*/ 328144 h 487946"/>
                <a:gd name="connsiteX38" fmla="*/ 106942 w 365959"/>
                <a:gd name="connsiteY38" fmla="*/ 328144 h 487946"/>
                <a:gd name="connsiteX39" fmla="*/ 106942 w 365959"/>
                <a:gd name="connsiteY39" fmla="*/ 305374 h 487946"/>
                <a:gd name="connsiteX40" fmla="*/ 106535 w 365959"/>
                <a:gd name="connsiteY40" fmla="*/ 303747 h 487946"/>
                <a:gd name="connsiteX41" fmla="*/ 103688 w 365959"/>
                <a:gd name="connsiteY41" fmla="*/ 295615 h 487946"/>
                <a:gd name="connsiteX42" fmla="*/ 45949 w 365959"/>
                <a:gd name="connsiteY42" fmla="*/ 183794 h 487946"/>
                <a:gd name="connsiteX43" fmla="*/ 183386 w 365959"/>
                <a:gd name="connsiteY43" fmla="*/ 46356 h 487946"/>
                <a:gd name="connsiteX44" fmla="*/ 320824 w 365959"/>
                <a:gd name="connsiteY44" fmla="*/ 183794 h 487946"/>
                <a:gd name="connsiteX45" fmla="*/ 263085 w 365959"/>
                <a:gd name="connsiteY45" fmla="*/ 295615 h 487946"/>
                <a:gd name="connsiteX46" fmla="*/ 261458 w 365959"/>
                <a:gd name="connsiteY46" fmla="*/ 306186 h 487946"/>
                <a:gd name="connsiteX47" fmla="*/ 271216 w 365959"/>
                <a:gd name="connsiteY47" fmla="*/ 307406 h 487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65959" h="487946">
                  <a:moveTo>
                    <a:pt x="271216" y="307406"/>
                  </a:moveTo>
                  <a:cubicBezTo>
                    <a:pt x="311473" y="278943"/>
                    <a:pt x="335463" y="232182"/>
                    <a:pt x="335463" y="182980"/>
                  </a:cubicBezTo>
                  <a:cubicBezTo>
                    <a:pt x="335463" y="98810"/>
                    <a:pt x="267151" y="30497"/>
                    <a:pt x="182980" y="30497"/>
                  </a:cubicBezTo>
                  <a:cubicBezTo>
                    <a:pt x="98809" y="30497"/>
                    <a:pt x="30497" y="98810"/>
                    <a:pt x="30497" y="182980"/>
                  </a:cubicBezTo>
                  <a:cubicBezTo>
                    <a:pt x="30497" y="230962"/>
                    <a:pt x="53267" y="276097"/>
                    <a:pt x="91490" y="304967"/>
                  </a:cubicBezTo>
                  <a:cubicBezTo>
                    <a:pt x="91490" y="304967"/>
                    <a:pt x="91490" y="304967"/>
                    <a:pt x="91490" y="304967"/>
                  </a:cubicBezTo>
                  <a:lnTo>
                    <a:pt x="91490" y="335463"/>
                  </a:lnTo>
                  <a:cubicBezTo>
                    <a:pt x="91490" y="339530"/>
                    <a:pt x="94742" y="343189"/>
                    <a:pt x="99216" y="343189"/>
                  </a:cubicBezTo>
                  <a:lnTo>
                    <a:pt x="259425" y="343189"/>
                  </a:lnTo>
                  <a:lnTo>
                    <a:pt x="259425" y="358641"/>
                  </a:lnTo>
                  <a:lnTo>
                    <a:pt x="99216" y="358641"/>
                  </a:lnTo>
                  <a:cubicBezTo>
                    <a:pt x="95149" y="358641"/>
                    <a:pt x="91490" y="361895"/>
                    <a:pt x="91490" y="366367"/>
                  </a:cubicBezTo>
                  <a:lnTo>
                    <a:pt x="91490" y="396864"/>
                  </a:lnTo>
                  <a:cubicBezTo>
                    <a:pt x="91490" y="400930"/>
                    <a:pt x="94742" y="404590"/>
                    <a:pt x="99216" y="404590"/>
                  </a:cubicBezTo>
                  <a:lnTo>
                    <a:pt x="259425" y="404590"/>
                  </a:lnTo>
                  <a:lnTo>
                    <a:pt x="259425" y="420041"/>
                  </a:lnTo>
                  <a:lnTo>
                    <a:pt x="99216" y="420041"/>
                  </a:lnTo>
                  <a:cubicBezTo>
                    <a:pt x="95149" y="420041"/>
                    <a:pt x="91490" y="423294"/>
                    <a:pt x="91490" y="427767"/>
                  </a:cubicBezTo>
                  <a:lnTo>
                    <a:pt x="91490" y="458264"/>
                  </a:lnTo>
                  <a:cubicBezTo>
                    <a:pt x="91490" y="462330"/>
                    <a:pt x="94742" y="465990"/>
                    <a:pt x="99216" y="465990"/>
                  </a:cubicBezTo>
                  <a:lnTo>
                    <a:pt x="182980" y="465990"/>
                  </a:lnTo>
                  <a:lnTo>
                    <a:pt x="182980" y="481442"/>
                  </a:lnTo>
                  <a:cubicBezTo>
                    <a:pt x="182980" y="485507"/>
                    <a:pt x="186232" y="489166"/>
                    <a:pt x="190706" y="489166"/>
                  </a:cubicBezTo>
                  <a:cubicBezTo>
                    <a:pt x="194772" y="489166"/>
                    <a:pt x="198432" y="485914"/>
                    <a:pt x="198432" y="481442"/>
                  </a:cubicBezTo>
                  <a:lnTo>
                    <a:pt x="198432" y="458670"/>
                  </a:lnTo>
                  <a:cubicBezTo>
                    <a:pt x="198432" y="454605"/>
                    <a:pt x="195178" y="450945"/>
                    <a:pt x="190706" y="450945"/>
                  </a:cubicBezTo>
                  <a:lnTo>
                    <a:pt x="106942" y="450945"/>
                  </a:lnTo>
                  <a:lnTo>
                    <a:pt x="106942" y="435493"/>
                  </a:lnTo>
                  <a:lnTo>
                    <a:pt x="267151" y="435493"/>
                  </a:lnTo>
                  <a:cubicBezTo>
                    <a:pt x="271216" y="435493"/>
                    <a:pt x="274876" y="432240"/>
                    <a:pt x="274876" y="427767"/>
                  </a:cubicBezTo>
                  <a:lnTo>
                    <a:pt x="274876" y="397271"/>
                  </a:lnTo>
                  <a:cubicBezTo>
                    <a:pt x="274876" y="393204"/>
                    <a:pt x="271623" y="389545"/>
                    <a:pt x="267151" y="389545"/>
                  </a:cubicBezTo>
                  <a:lnTo>
                    <a:pt x="106942" y="389545"/>
                  </a:lnTo>
                  <a:lnTo>
                    <a:pt x="106942" y="374093"/>
                  </a:lnTo>
                  <a:lnTo>
                    <a:pt x="267151" y="374093"/>
                  </a:lnTo>
                  <a:cubicBezTo>
                    <a:pt x="271216" y="374093"/>
                    <a:pt x="274876" y="370840"/>
                    <a:pt x="274876" y="366367"/>
                  </a:cubicBezTo>
                  <a:lnTo>
                    <a:pt x="274876" y="335870"/>
                  </a:lnTo>
                  <a:cubicBezTo>
                    <a:pt x="274876" y="331804"/>
                    <a:pt x="271623" y="328144"/>
                    <a:pt x="267151" y="328144"/>
                  </a:cubicBezTo>
                  <a:lnTo>
                    <a:pt x="106942" y="328144"/>
                  </a:lnTo>
                  <a:lnTo>
                    <a:pt x="106942" y="305374"/>
                  </a:lnTo>
                  <a:cubicBezTo>
                    <a:pt x="106942" y="304561"/>
                    <a:pt x="106535" y="304154"/>
                    <a:pt x="106535" y="303747"/>
                  </a:cubicBezTo>
                  <a:cubicBezTo>
                    <a:pt x="107348" y="300901"/>
                    <a:pt x="106535" y="297241"/>
                    <a:pt x="103688" y="295615"/>
                  </a:cubicBezTo>
                  <a:cubicBezTo>
                    <a:pt x="67499" y="269998"/>
                    <a:pt x="45949" y="228116"/>
                    <a:pt x="45949" y="183794"/>
                  </a:cubicBezTo>
                  <a:cubicBezTo>
                    <a:pt x="45949" y="108162"/>
                    <a:pt x="107348" y="46356"/>
                    <a:pt x="183386" y="46356"/>
                  </a:cubicBezTo>
                  <a:cubicBezTo>
                    <a:pt x="259018" y="46356"/>
                    <a:pt x="320824" y="107756"/>
                    <a:pt x="320824" y="183794"/>
                  </a:cubicBezTo>
                  <a:cubicBezTo>
                    <a:pt x="320824" y="228116"/>
                    <a:pt x="299273" y="269998"/>
                    <a:pt x="263085" y="295615"/>
                  </a:cubicBezTo>
                  <a:cubicBezTo>
                    <a:pt x="259831" y="298055"/>
                    <a:pt x="259018" y="302934"/>
                    <a:pt x="261458" y="306186"/>
                  </a:cubicBezTo>
                  <a:cubicBezTo>
                    <a:pt x="263085" y="309033"/>
                    <a:pt x="267964" y="309847"/>
                    <a:pt x="271216" y="307406"/>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grpSp>
      <p:sp>
        <p:nvSpPr>
          <p:cNvPr id="163" name="Freeform: Shape 162">
            <a:extLst>
              <a:ext uri="{FF2B5EF4-FFF2-40B4-BE49-F238E27FC236}">
                <a16:creationId xmlns:a16="http://schemas.microsoft.com/office/drawing/2014/main" id="{1FE51216-3D48-C03C-AB09-E5CE39B7DA5B}"/>
              </a:ext>
            </a:extLst>
          </p:cNvPr>
          <p:cNvSpPr/>
          <p:nvPr/>
        </p:nvSpPr>
        <p:spPr>
          <a:xfrm>
            <a:off x="5606099" y="1231310"/>
            <a:ext cx="773937" cy="773937"/>
          </a:xfrm>
          <a:custGeom>
            <a:avLst/>
            <a:gdLst>
              <a:gd name="connsiteX0" fmla="*/ 150349 w 853906"/>
              <a:gd name="connsiteY0" fmla="*/ 728565 h 853906"/>
              <a:gd name="connsiteX1" fmla="*/ 728565 w 853906"/>
              <a:gd name="connsiteY1" fmla="*/ 728565 h 853906"/>
              <a:gd name="connsiteX2" fmla="*/ 728565 w 853906"/>
              <a:gd name="connsiteY2" fmla="*/ 150348 h 853906"/>
              <a:gd name="connsiteX3" fmla="*/ 150349 w 853906"/>
              <a:gd name="connsiteY3" fmla="*/ 150348 h 853906"/>
              <a:gd name="connsiteX4" fmla="*/ 150349 w 853906"/>
              <a:gd name="connsiteY4" fmla="*/ 728565 h 853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906" h="853906">
                <a:moveTo>
                  <a:pt x="150349" y="728565"/>
                </a:moveTo>
                <a:cubicBezTo>
                  <a:pt x="310152" y="888368"/>
                  <a:pt x="569170" y="888368"/>
                  <a:pt x="728565" y="728565"/>
                </a:cubicBezTo>
                <a:cubicBezTo>
                  <a:pt x="888368" y="568763"/>
                  <a:pt x="888368" y="309744"/>
                  <a:pt x="728565" y="150348"/>
                </a:cubicBezTo>
                <a:cubicBezTo>
                  <a:pt x="568763" y="-9454"/>
                  <a:pt x="309744" y="-9454"/>
                  <a:pt x="150349" y="150348"/>
                </a:cubicBezTo>
                <a:cubicBezTo>
                  <a:pt x="-9454" y="309744"/>
                  <a:pt x="-9454" y="568763"/>
                  <a:pt x="150349" y="728565"/>
                </a:cubicBezTo>
                <a:close/>
              </a:path>
            </a:pathLst>
          </a:custGeom>
          <a:solidFill>
            <a:srgbClr val="002753"/>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64" name="Freeform: Shape 163">
            <a:extLst>
              <a:ext uri="{FF2B5EF4-FFF2-40B4-BE49-F238E27FC236}">
                <a16:creationId xmlns:a16="http://schemas.microsoft.com/office/drawing/2014/main" id="{DF9C45CD-75B5-EAA9-036D-C525A52E9F40}"/>
              </a:ext>
            </a:extLst>
          </p:cNvPr>
          <p:cNvSpPr/>
          <p:nvPr/>
        </p:nvSpPr>
        <p:spPr>
          <a:xfrm>
            <a:off x="5858826" y="1381952"/>
            <a:ext cx="257980" cy="257980"/>
          </a:xfrm>
          <a:custGeom>
            <a:avLst/>
            <a:gdLst>
              <a:gd name="connsiteX0" fmla="*/ 31311 w 284635"/>
              <a:gd name="connsiteY0" fmla="*/ 101656 h 284635"/>
              <a:gd name="connsiteX1" fmla="*/ 31311 w 284635"/>
              <a:gd name="connsiteY1" fmla="*/ 102469 h 284635"/>
              <a:gd name="connsiteX2" fmla="*/ 31716 w 284635"/>
              <a:gd name="connsiteY2" fmla="*/ 103282 h 284635"/>
              <a:gd name="connsiteX3" fmla="*/ 32124 w 284635"/>
              <a:gd name="connsiteY3" fmla="*/ 104502 h 284635"/>
              <a:gd name="connsiteX4" fmla="*/ 32531 w 284635"/>
              <a:gd name="connsiteY4" fmla="*/ 105315 h 284635"/>
              <a:gd name="connsiteX5" fmla="*/ 32531 w 284635"/>
              <a:gd name="connsiteY5" fmla="*/ 105315 h 284635"/>
              <a:gd name="connsiteX6" fmla="*/ 32531 w 284635"/>
              <a:gd name="connsiteY6" fmla="*/ 105315 h 284635"/>
              <a:gd name="connsiteX7" fmla="*/ 154517 w 284635"/>
              <a:gd name="connsiteY7" fmla="*/ 286262 h 284635"/>
              <a:gd name="connsiteX8" fmla="*/ 154517 w 284635"/>
              <a:gd name="connsiteY8" fmla="*/ 286262 h 284635"/>
              <a:gd name="connsiteX9" fmla="*/ 154517 w 284635"/>
              <a:gd name="connsiteY9" fmla="*/ 286262 h 284635"/>
              <a:gd name="connsiteX10" fmla="*/ 154517 w 284635"/>
              <a:gd name="connsiteY10" fmla="*/ 286262 h 284635"/>
              <a:gd name="connsiteX11" fmla="*/ 156144 w 284635"/>
              <a:gd name="connsiteY11" fmla="*/ 287889 h 284635"/>
              <a:gd name="connsiteX12" fmla="*/ 156550 w 284635"/>
              <a:gd name="connsiteY12" fmla="*/ 287889 h 284635"/>
              <a:gd name="connsiteX13" fmla="*/ 156550 w 284635"/>
              <a:gd name="connsiteY13" fmla="*/ 287889 h 284635"/>
              <a:gd name="connsiteX14" fmla="*/ 156957 w 284635"/>
              <a:gd name="connsiteY14" fmla="*/ 288295 h 284635"/>
              <a:gd name="connsiteX15" fmla="*/ 157364 w 284635"/>
              <a:gd name="connsiteY15" fmla="*/ 288702 h 284635"/>
              <a:gd name="connsiteX16" fmla="*/ 158177 w 284635"/>
              <a:gd name="connsiteY16" fmla="*/ 289108 h 284635"/>
              <a:gd name="connsiteX17" fmla="*/ 158584 w 284635"/>
              <a:gd name="connsiteY17" fmla="*/ 289108 h 284635"/>
              <a:gd name="connsiteX18" fmla="*/ 158584 w 284635"/>
              <a:gd name="connsiteY18" fmla="*/ 289108 h 284635"/>
              <a:gd name="connsiteX19" fmla="*/ 160209 w 284635"/>
              <a:gd name="connsiteY19" fmla="*/ 289108 h 284635"/>
              <a:gd name="connsiteX20" fmla="*/ 160209 w 284635"/>
              <a:gd name="connsiteY20" fmla="*/ 289108 h 284635"/>
              <a:gd name="connsiteX21" fmla="*/ 160209 w 284635"/>
              <a:gd name="connsiteY21" fmla="*/ 289108 h 284635"/>
              <a:gd name="connsiteX22" fmla="*/ 160209 w 284635"/>
              <a:gd name="connsiteY22" fmla="*/ 289108 h 284635"/>
              <a:gd name="connsiteX23" fmla="*/ 160209 w 284635"/>
              <a:gd name="connsiteY23" fmla="*/ 289108 h 284635"/>
              <a:gd name="connsiteX24" fmla="*/ 161836 w 284635"/>
              <a:gd name="connsiteY24" fmla="*/ 289108 h 284635"/>
              <a:gd name="connsiteX25" fmla="*/ 161836 w 284635"/>
              <a:gd name="connsiteY25" fmla="*/ 289108 h 284635"/>
              <a:gd name="connsiteX26" fmla="*/ 162243 w 284635"/>
              <a:gd name="connsiteY26" fmla="*/ 289108 h 284635"/>
              <a:gd name="connsiteX27" fmla="*/ 163056 w 284635"/>
              <a:gd name="connsiteY27" fmla="*/ 288702 h 284635"/>
              <a:gd name="connsiteX28" fmla="*/ 163463 w 284635"/>
              <a:gd name="connsiteY28" fmla="*/ 288295 h 284635"/>
              <a:gd name="connsiteX29" fmla="*/ 163869 w 284635"/>
              <a:gd name="connsiteY29" fmla="*/ 287889 h 284635"/>
              <a:gd name="connsiteX30" fmla="*/ 163869 w 284635"/>
              <a:gd name="connsiteY30" fmla="*/ 287889 h 284635"/>
              <a:gd name="connsiteX31" fmla="*/ 164276 w 284635"/>
              <a:gd name="connsiteY31" fmla="*/ 287889 h 284635"/>
              <a:gd name="connsiteX32" fmla="*/ 165903 w 284635"/>
              <a:gd name="connsiteY32" fmla="*/ 286262 h 284635"/>
              <a:gd name="connsiteX33" fmla="*/ 165903 w 284635"/>
              <a:gd name="connsiteY33" fmla="*/ 286262 h 284635"/>
              <a:gd name="connsiteX34" fmla="*/ 165903 w 284635"/>
              <a:gd name="connsiteY34" fmla="*/ 286262 h 284635"/>
              <a:gd name="connsiteX35" fmla="*/ 165903 w 284635"/>
              <a:gd name="connsiteY35" fmla="*/ 286262 h 284635"/>
              <a:gd name="connsiteX36" fmla="*/ 287889 w 284635"/>
              <a:gd name="connsiteY36" fmla="*/ 105315 h 284635"/>
              <a:gd name="connsiteX37" fmla="*/ 287889 w 284635"/>
              <a:gd name="connsiteY37" fmla="*/ 105315 h 284635"/>
              <a:gd name="connsiteX38" fmla="*/ 287889 w 284635"/>
              <a:gd name="connsiteY38" fmla="*/ 105315 h 284635"/>
              <a:gd name="connsiteX39" fmla="*/ 288296 w 284635"/>
              <a:gd name="connsiteY39" fmla="*/ 104502 h 284635"/>
              <a:gd name="connsiteX40" fmla="*/ 288702 w 284635"/>
              <a:gd name="connsiteY40" fmla="*/ 103282 h 284635"/>
              <a:gd name="connsiteX41" fmla="*/ 289109 w 284635"/>
              <a:gd name="connsiteY41" fmla="*/ 102469 h 284635"/>
              <a:gd name="connsiteX42" fmla="*/ 289109 w 284635"/>
              <a:gd name="connsiteY42" fmla="*/ 101656 h 284635"/>
              <a:gd name="connsiteX43" fmla="*/ 289109 w 284635"/>
              <a:gd name="connsiteY43" fmla="*/ 100843 h 284635"/>
              <a:gd name="connsiteX44" fmla="*/ 289109 w 284635"/>
              <a:gd name="connsiteY44" fmla="*/ 100436 h 284635"/>
              <a:gd name="connsiteX45" fmla="*/ 289109 w 284635"/>
              <a:gd name="connsiteY45" fmla="*/ 99622 h 284635"/>
              <a:gd name="connsiteX46" fmla="*/ 288702 w 284635"/>
              <a:gd name="connsiteY46" fmla="*/ 98810 h 284635"/>
              <a:gd name="connsiteX47" fmla="*/ 288296 w 284635"/>
              <a:gd name="connsiteY47" fmla="*/ 97590 h 284635"/>
              <a:gd name="connsiteX48" fmla="*/ 287889 w 284635"/>
              <a:gd name="connsiteY48" fmla="*/ 97183 h 284635"/>
              <a:gd name="connsiteX49" fmla="*/ 248447 w 284635"/>
              <a:gd name="connsiteY49" fmla="*/ 34156 h 284635"/>
              <a:gd name="connsiteX50" fmla="*/ 248447 w 284635"/>
              <a:gd name="connsiteY50" fmla="*/ 34156 h 284635"/>
              <a:gd name="connsiteX51" fmla="*/ 246007 w 284635"/>
              <a:gd name="connsiteY51" fmla="*/ 31716 h 284635"/>
              <a:gd name="connsiteX52" fmla="*/ 245600 w 284635"/>
              <a:gd name="connsiteY52" fmla="*/ 31716 h 284635"/>
              <a:gd name="connsiteX53" fmla="*/ 244787 w 284635"/>
              <a:gd name="connsiteY53" fmla="*/ 31310 h 284635"/>
              <a:gd name="connsiteX54" fmla="*/ 242348 w 284635"/>
              <a:gd name="connsiteY54" fmla="*/ 30497 h 284635"/>
              <a:gd name="connsiteX55" fmla="*/ 241941 w 284635"/>
              <a:gd name="connsiteY55" fmla="*/ 30497 h 284635"/>
              <a:gd name="connsiteX56" fmla="*/ 76852 w 284635"/>
              <a:gd name="connsiteY56" fmla="*/ 30497 h 284635"/>
              <a:gd name="connsiteX57" fmla="*/ 76445 w 284635"/>
              <a:gd name="connsiteY57" fmla="*/ 30497 h 284635"/>
              <a:gd name="connsiteX58" fmla="*/ 75632 w 284635"/>
              <a:gd name="connsiteY58" fmla="*/ 30497 h 284635"/>
              <a:gd name="connsiteX59" fmla="*/ 74820 w 284635"/>
              <a:gd name="connsiteY59" fmla="*/ 30904 h 284635"/>
              <a:gd name="connsiteX60" fmla="*/ 73599 w 284635"/>
              <a:gd name="connsiteY60" fmla="*/ 31310 h 284635"/>
              <a:gd name="connsiteX61" fmla="*/ 73193 w 284635"/>
              <a:gd name="connsiteY61" fmla="*/ 31716 h 284635"/>
              <a:gd name="connsiteX62" fmla="*/ 73193 w 284635"/>
              <a:gd name="connsiteY62" fmla="*/ 31716 h 284635"/>
              <a:gd name="connsiteX63" fmla="*/ 72379 w 284635"/>
              <a:gd name="connsiteY63" fmla="*/ 32124 h 284635"/>
              <a:gd name="connsiteX64" fmla="*/ 71566 w 284635"/>
              <a:gd name="connsiteY64" fmla="*/ 32936 h 284635"/>
              <a:gd name="connsiteX65" fmla="*/ 71159 w 284635"/>
              <a:gd name="connsiteY65" fmla="*/ 33750 h 284635"/>
              <a:gd name="connsiteX66" fmla="*/ 71159 w 284635"/>
              <a:gd name="connsiteY66" fmla="*/ 33750 h 284635"/>
              <a:gd name="connsiteX67" fmla="*/ 31716 w 284635"/>
              <a:gd name="connsiteY67" fmla="*/ 96776 h 284635"/>
              <a:gd name="connsiteX68" fmla="*/ 31311 w 284635"/>
              <a:gd name="connsiteY68" fmla="*/ 97183 h 284635"/>
              <a:gd name="connsiteX69" fmla="*/ 30904 w 284635"/>
              <a:gd name="connsiteY69" fmla="*/ 98402 h 284635"/>
              <a:gd name="connsiteX70" fmla="*/ 30497 w 284635"/>
              <a:gd name="connsiteY70" fmla="*/ 99216 h 284635"/>
              <a:gd name="connsiteX71" fmla="*/ 30497 w 284635"/>
              <a:gd name="connsiteY71" fmla="*/ 100029 h 284635"/>
              <a:gd name="connsiteX72" fmla="*/ 30497 w 284635"/>
              <a:gd name="connsiteY72" fmla="*/ 100436 h 284635"/>
              <a:gd name="connsiteX73" fmla="*/ 31311 w 284635"/>
              <a:gd name="connsiteY73" fmla="*/ 101656 h 284635"/>
              <a:gd name="connsiteX74" fmla="*/ 268778 w 284635"/>
              <a:gd name="connsiteY74" fmla="*/ 93117 h 284635"/>
              <a:gd name="connsiteX75" fmla="*/ 217543 w 284635"/>
              <a:gd name="connsiteY75" fmla="*/ 93117 h 284635"/>
              <a:gd name="connsiteX76" fmla="*/ 243161 w 284635"/>
              <a:gd name="connsiteY76" fmla="*/ 52048 h 284635"/>
              <a:gd name="connsiteX77" fmla="*/ 268778 w 284635"/>
              <a:gd name="connsiteY77" fmla="*/ 93117 h 284635"/>
              <a:gd name="connsiteX78" fmla="*/ 132152 w 284635"/>
              <a:gd name="connsiteY78" fmla="*/ 93117 h 284635"/>
              <a:gd name="connsiteX79" fmla="*/ 161023 w 284635"/>
              <a:gd name="connsiteY79" fmla="*/ 51235 h 284635"/>
              <a:gd name="connsiteX80" fmla="*/ 189893 w 284635"/>
              <a:gd name="connsiteY80" fmla="*/ 93117 h 284635"/>
              <a:gd name="connsiteX81" fmla="*/ 132152 w 284635"/>
              <a:gd name="connsiteY81" fmla="*/ 93117 h 284635"/>
              <a:gd name="connsiteX82" fmla="*/ 194365 w 284635"/>
              <a:gd name="connsiteY82" fmla="*/ 108568 h 284635"/>
              <a:gd name="connsiteX83" fmla="*/ 160616 w 284635"/>
              <a:gd name="connsiteY83" fmla="*/ 249260 h 284635"/>
              <a:gd name="connsiteX84" fmla="*/ 126867 w 284635"/>
              <a:gd name="connsiteY84" fmla="*/ 108568 h 284635"/>
              <a:gd name="connsiteX85" fmla="*/ 194365 w 284635"/>
              <a:gd name="connsiteY85" fmla="*/ 108568 h 284635"/>
              <a:gd name="connsiteX86" fmla="*/ 143538 w 284635"/>
              <a:gd name="connsiteY86" fmla="*/ 242754 h 284635"/>
              <a:gd name="connsiteX87" fmla="*/ 53267 w 284635"/>
              <a:gd name="connsiteY87" fmla="*/ 108568 h 284635"/>
              <a:gd name="connsiteX88" fmla="*/ 111821 w 284635"/>
              <a:gd name="connsiteY88" fmla="*/ 108568 h 284635"/>
              <a:gd name="connsiteX89" fmla="*/ 143538 w 284635"/>
              <a:gd name="connsiteY89" fmla="*/ 242754 h 284635"/>
              <a:gd name="connsiteX90" fmla="*/ 210224 w 284635"/>
              <a:gd name="connsiteY90" fmla="*/ 108568 h 284635"/>
              <a:gd name="connsiteX91" fmla="*/ 268778 w 284635"/>
              <a:gd name="connsiteY91" fmla="*/ 108568 h 284635"/>
              <a:gd name="connsiteX92" fmla="*/ 178508 w 284635"/>
              <a:gd name="connsiteY92" fmla="*/ 242754 h 284635"/>
              <a:gd name="connsiteX93" fmla="*/ 210224 w 284635"/>
              <a:gd name="connsiteY93" fmla="*/ 108568 h 284635"/>
              <a:gd name="connsiteX94" fmla="*/ 203718 w 284635"/>
              <a:gd name="connsiteY94" fmla="*/ 87017 h 284635"/>
              <a:gd name="connsiteX95" fmla="*/ 175254 w 284635"/>
              <a:gd name="connsiteY95" fmla="*/ 45542 h 284635"/>
              <a:gd name="connsiteX96" fmla="*/ 229743 w 284635"/>
              <a:gd name="connsiteY96" fmla="*/ 45542 h 284635"/>
              <a:gd name="connsiteX97" fmla="*/ 203718 w 284635"/>
              <a:gd name="connsiteY97" fmla="*/ 87017 h 284635"/>
              <a:gd name="connsiteX98" fmla="*/ 117921 w 284635"/>
              <a:gd name="connsiteY98" fmla="*/ 87017 h 284635"/>
              <a:gd name="connsiteX99" fmla="*/ 91897 w 284635"/>
              <a:gd name="connsiteY99" fmla="*/ 45542 h 284635"/>
              <a:gd name="connsiteX100" fmla="*/ 146384 w 284635"/>
              <a:gd name="connsiteY100" fmla="*/ 45542 h 284635"/>
              <a:gd name="connsiteX101" fmla="*/ 117921 w 284635"/>
              <a:gd name="connsiteY101" fmla="*/ 87017 h 284635"/>
              <a:gd name="connsiteX102" fmla="*/ 78072 w 284635"/>
              <a:gd name="connsiteY102" fmla="*/ 52455 h 284635"/>
              <a:gd name="connsiteX103" fmla="*/ 103689 w 284635"/>
              <a:gd name="connsiteY103" fmla="*/ 93523 h 284635"/>
              <a:gd name="connsiteX104" fmla="*/ 52455 w 284635"/>
              <a:gd name="connsiteY104" fmla="*/ 93523 h 284635"/>
              <a:gd name="connsiteX105" fmla="*/ 78072 w 284635"/>
              <a:gd name="connsiteY105" fmla="*/ 52455 h 284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84635" h="284635">
                <a:moveTo>
                  <a:pt x="31311" y="101656"/>
                </a:moveTo>
                <a:cubicBezTo>
                  <a:pt x="31311" y="102063"/>
                  <a:pt x="31311" y="102063"/>
                  <a:pt x="31311" y="102469"/>
                </a:cubicBezTo>
                <a:cubicBezTo>
                  <a:pt x="31311" y="102875"/>
                  <a:pt x="31311" y="102875"/>
                  <a:pt x="31716" y="103282"/>
                </a:cubicBezTo>
                <a:cubicBezTo>
                  <a:pt x="31716" y="103689"/>
                  <a:pt x="32124" y="104095"/>
                  <a:pt x="32124" y="104502"/>
                </a:cubicBezTo>
                <a:cubicBezTo>
                  <a:pt x="32124" y="104909"/>
                  <a:pt x="32124" y="104909"/>
                  <a:pt x="32531" y="105315"/>
                </a:cubicBezTo>
                <a:lnTo>
                  <a:pt x="32531" y="105315"/>
                </a:lnTo>
                <a:lnTo>
                  <a:pt x="32531" y="105315"/>
                </a:lnTo>
                <a:lnTo>
                  <a:pt x="154517" y="286262"/>
                </a:lnTo>
                <a:lnTo>
                  <a:pt x="154517" y="286262"/>
                </a:lnTo>
                <a:lnTo>
                  <a:pt x="154517" y="286262"/>
                </a:lnTo>
                <a:cubicBezTo>
                  <a:pt x="154517" y="286262"/>
                  <a:pt x="154517" y="286262"/>
                  <a:pt x="154517" y="286262"/>
                </a:cubicBezTo>
                <a:cubicBezTo>
                  <a:pt x="154923" y="287075"/>
                  <a:pt x="155330" y="287482"/>
                  <a:pt x="156144" y="287889"/>
                </a:cubicBezTo>
                <a:cubicBezTo>
                  <a:pt x="156144" y="287889"/>
                  <a:pt x="156144" y="287889"/>
                  <a:pt x="156550" y="287889"/>
                </a:cubicBezTo>
                <a:cubicBezTo>
                  <a:pt x="156550" y="287889"/>
                  <a:pt x="156550" y="287889"/>
                  <a:pt x="156550" y="287889"/>
                </a:cubicBezTo>
                <a:cubicBezTo>
                  <a:pt x="156550" y="287889"/>
                  <a:pt x="156957" y="287889"/>
                  <a:pt x="156957" y="288295"/>
                </a:cubicBezTo>
                <a:cubicBezTo>
                  <a:pt x="156957" y="288295"/>
                  <a:pt x="157364" y="288295"/>
                  <a:pt x="157364" y="288702"/>
                </a:cubicBezTo>
                <a:cubicBezTo>
                  <a:pt x="157770" y="288702"/>
                  <a:pt x="157770" y="289108"/>
                  <a:pt x="158177" y="289108"/>
                </a:cubicBezTo>
                <a:cubicBezTo>
                  <a:pt x="158177" y="289108"/>
                  <a:pt x="158584" y="289108"/>
                  <a:pt x="158584" y="289108"/>
                </a:cubicBezTo>
                <a:cubicBezTo>
                  <a:pt x="158584" y="289108"/>
                  <a:pt x="158584" y="289108"/>
                  <a:pt x="158584" y="289108"/>
                </a:cubicBezTo>
                <a:cubicBezTo>
                  <a:pt x="158989" y="289108"/>
                  <a:pt x="159803" y="289108"/>
                  <a:pt x="160209" y="289108"/>
                </a:cubicBezTo>
                <a:lnTo>
                  <a:pt x="160209" y="289108"/>
                </a:lnTo>
                <a:lnTo>
                  <a:pt x="160209" y="289108"/>
                </a:lnTo>
                <a:lnTo>
                  <a:pt x="160209" y="289108"/>
                </a:lnTo>
                <a:lnTo>
                  <a:pt x="160209" y="289108"/>
                </a:lnTo>
                <a:cubicBezTo>
                  <a:pt x="160616" y="289108"/>
                  <a:pt x="161429" y="289108"/>
                  <a:pt x="161836" y="289108"/>
                </a:cubicBezTo>
                <a:cubicBezTo>
                  <a:pt x="161836" y="289108"/>
                  <a:pt x="161836" y="289108"/>
                  <a:pt x="161836" y="289108"/>
                </a:cubicBezTo>
                <a:cubicBezTo>
                  <a:pt x="161836" y="289108"/>
                  <a:pt x="162243" y="289108"/>
                  <a:pt x="162243" y="289108"/>
                </a:cubicBezTo>
                <a:cubicBezTo>
                  <a:pt x="162649" y="289108"/>
                  <a:pt x="162649" y="288702"/>
                  <a:pt x="163056" y="288702"/>
                </a:cubicBezTo>
                <a:cubicBezTo>
                  <a:pt x="163463" y="288702"/>
                  <a:pt x="163463" y="288702"/>
                  <a:pt x="163463" y="288295"/>
                </a:cubicBezTo>
                <a:cubicBezTo>
                  <a:pt x="163463" y="288295"/>
                  <a:pt x="163869" y="288295"/>
                  <a:pt x="163869" y="287889"/>
                </a:cubicBezTo>
                <a:cubicBezTo>
                  <a:pt x="163869" y="287889"/>
                  <a:pt x="163869" y="287889"/>
                  <a:pt x="163869" y="287889"/>
                </a:cubicBezTo>
                <a:cubicBezTo>
                  <a:pt x="163869" y="287889"/>
                  <a:pt x="163869" y="287889"/>
                  <a:pt x="164276" y="287889"/>
                </a:cubicBezTo>
                <a:cubicBezTo>
                  <a:pt x="165089" y="287482"/>
                  <a:pt x="165496" y="286669"/>
                  <a:pt x="165903" y="286262"/>
                </a:cubicBezTo>
                <a:cubicBezTo>
                  <a:pt x="165903" y="286262"/>
                  <a:pt x="165903" y="286262"/>
                  <a:pt x="165903" y="286262"/>
                </a:cubicBezTo>
                <a:lnTo>
                  <a:pt x="165903" y="286262"/>
                </a:lnTo>
                <a:lnTo>
                  <a:pt x="165903" y="286262"/>
                </a:lnTo>
                <a:lnTo>
                  <a:pt x="287889" y="105315"/>
                </a:lnTo>
                <a:lnTo>
                  <a:pt x="287889" y="105315"/>
                </a:lnTo>
                <a:lnTo>
                  <a:pt x="287889" y="105315"/>
                </a:lnTo>
                <a:cubicBezTo>
                  <a:pt x="287889" y="105315"/>
                  <a:pt x="287889" y="104909"/>
                  <a:pt x="288296" y="104502"/>
                </a:cubicBezTo>
                <a:cubicBezTo>
                  <a:pt x="288702" y="104095"/>
                  <a:pt x="288702" y="103689"/>
                  <a:pt x="288702" y="103282"/>
                </a:cubicBezTo>
                <a:cubicBezTo>
                  <a:pt x="288702" y="102875"/>
                  <a:pt x="289109" y="102875"/>
                  <a:pt x="289109" y="102469"/>
                </a:cubicBezTo>
                <a:cubicBezTo>
                  <a:pt x="289109" y="102063"/>
                  <a:pt x="289109" y="102063"/>
                  <a:pt x="289109" y="101656"/>
                </a:cubicBezTo>
                <a:cubicBezTo>
                  <a:pt x="289109" y="101249"/>
                  <a:pt x="289109" y="101249"/>
                  <a:pt x="289109" y="100843"/>
                </a:cubicBezTo>
                <a:cubicBezTo>
                  <a:pt x="289109" y="100436"/>
                  <a:pt x="289109" y="100436"/>
                  <a:pt x="289109" y="100436"/>
                </a:cubicBezTo>
                <a:cubicBezTo>
                  <a:pt x="289109" y="100029"/>
                  <a:pt x="289109" y="100029"/>
                  <a:pt x="289109" y="99622"/>
                </a:cubicBezTo>
                <a:cubicBezTo>
                  <a:pt x="289109" y="99216"/>
                  <a:pt x="288702" y="99216"/>
                  <a:pt x="288702" y="98810"/>
                </a:cubicBezTo>
                <a:cubicBezTo>
                  <a:pt x="288702" y="98402"/>
                  <a:pt x="288296" y="97996"/>
                  <a:pt x="288296" y="97590"/>
                </a:cubicBezTo>
                <a:cubicBezTo>
                  <a:pt x="288296" y="97590"/>
                  <a:pt x="288296" y="97183"/>
                  <a:pt x="287889" y="97183"/>
                </a:cubicBezTo>
                <a:lnTo>
                  <a:pt x="248447" y="34156"/>
                </a:lnTo>
                <a:cubicBezTo>
                  <a:pt x="248447" y="34156"/>
                  <a:pt x="248447" y="34156"/>
                  <a:pt x="248447" y="34156"/>
                </a:cubicBezTo>
                <a:cubicBezTo>
                  <a:pt x="248040" y="33343"/>
                  <a:pt x="247227" y="32530"/>
                  <a:pt x="246007" y="31716"/>
                </a:cubicBezTo>
                <a:cubicBezTo>
                  <a:pt x="246007" y="31716"/>
                  <a:pt x="246007" y="31716"/>
                  <a:pt x="245600" y="31716"/>
                </a:cubicBezTo>
                <a:cubicBezTo>
                  <a:pt x="245193" y="31716"/>
                  <a:pt x="245193" y="31716"/>
                  <a:pt x="244787" y="31310"/>
                </a:cubicBezTo>
                <a:cubicBezTo>
                  <a:pt x="243973" y="30904"/>
                  <a:pt x="243161" y="30497"/>
                  <a:pt x="242348" y="30497"/>
                </a:cubicBezTo>
                <a:cubicBezTo>
                  <a:pt x="242348" y="30497"/>
                  <a:pt x="241941" y="30497"/>
                  <a:pt x="241941" y="30497"/>
                </a:cubicBezTo>
                <a:lnTo>
                  <a:pt x="76852" y="30497"/>
                </a:lnTo>
                <a:cubicBezTo>
                  <a:pt x="76445" y="30497"/>
                  <a:pt x="76445" y="30497"/>
                  <a:pt x="76445" y="30497"/>
                </a:cubicBezTo>
                <a:cubicBezTo>
                  <a:pt x="76039" y="30497"/>
                  <a:pt x="76039" y="30497"/>
                  <a:pt x="75632" y="30497"/>
                </a:cubicBezTo>
                <a:cubicBezTo>
                  <a:pt x="75225" y="30497"/>
                  <a:pt x="75225" y="30497"/>
                  <a:pt x="74820" y="30904"/>
                </a:cubicBezTo>
                <a:cubicBezTo>
                  <a:pt x="74413" y="30904"/>
                  <a:pt x="74006" y="31310"/>
                  <a:pt x="73599" y="31310"/>
                </a:cubicBezTo>
                <a:cubicBezTo>
                  <a:pt x="73599" y="31310"/>
                  <a:pt x="73193" y="31310"/>
                  <a:pt x="73193" y="31716"/>
                </a:cubicBezTo>
                <a:cubicBezTo>
                  <a:pt x="73193" y="31716"/>
                  <a:pt x="73193" y="31716"/>
                  <a:pt x="73193" y="31716"/>
                </a:cubicBezTo>
                <a:cubicBezTo>
                  <a:pt x="72786" y="31716"/>
                  <a:pt x="72786" y="32124"/>
                  <a:pt x="72379" y="32124"/>
                </a:cubicBezTo>
                <a:cubicBezTo>
                  <a:pt x="71973" y="32530"/>
                  <a:pt x="71566" y="32530"/>
                  <a:pt x="71566" y="32936"/>
                </a:cubicBezTo>
                <a:cubicBezTo>
                  <a:pt x="71566" y="33343"/>
                  <a:pt x="71159" y="33343"/>
                  <a:pt x="71159" y="33750"/>
                </a:cubicBezTo>
                <a:cubicBezTo>
                  <a:pt x="71159" y="33750"/>
                  <a:pt x="71159" y="33750"/>
                  <a:pt x="71159" y="33750"/>
                </a:cubicBezTo>
                <a:lnTo>
                  <a:pt x="31716" y="96776"/>
                </a:lnTo>
                <a:cubicBezTo>
                  <a:pt x="31716" y="96776"/>
                  <a:pt x="31716" y="97183"/>
                  <a:pt x="31311" y="97183"/>
                </a:cubicBezTo>
                <a:cubicBezTo>
                  <a:pt x="30904" y="97590"/>
                  <a:pt x="30904" y="97996"/>
                  <a:pt x="30904" y="98402"/>
                </a:cubicBezTo>
                <a:cubicBezTo>
                  <a:pt x="30904" y="98810"/>
                  <a:pt x="30497" y="98810"/>
                  <a:pt x="30497" y="99216"/>
                </a:cubicBezTo>
                <a:cubicBezTo>
                  <a:pt x="30497" y="99622"/>
                  <a:pt x="30497" y="99622"/>
                  <a:pt x="30497" y="100029"/>
                </a:cubicBezTo>
                <a:cubicBezTo>
                  <a:pt x="30497" y="100029"/>
                  <a:pt x="30497" y="100436"/>
                  <a:pt x="30497" y="100436"/>
                </a:cubicBezTo>
                <a:cubicBezTo>
                  <a:pt x="31311" y="101249"/>
                  <a:pt x="31311" y="101249"/>
                  <a:pt x="31311" y="101656"/>
                </a:cubicBezTo>
                <a:close/>
                <a:moveTo>
                  <a:pt x="268778" y="93117"/>
                </a:moveTo>
                <a:lnTo>
                  <a:pt x="217543" y="93117"/>
                </a:lnTo>
                <a:lnTo>
                  <a:pt x="243161" y="52048"/>
                </a:lnTo>
                <a:lnTo>
                  <a:pt x="268778" y="93117"/>
                </a:lnTo>
                <a:close/>
                <a:moveTo>
                  <a:pt x="132152" y="93117"/>
                </a:moveTo>
                <a:lnTo>
                  <a:pt x="161023" y="51235"/>
                </a:lnTo>
                <a:lnTo>
                  <a:pt x="189893" y="93117"/>
                </a:lnTo>
                <a:lnTo>
                  <a:pt x="132152" y="93117"/>
                </a:lnTo>
                <a:close/>
                <a:moveTo>
                  <a:pt x="194365" y="108568"/>
                </a:moveTo>
                <a:lnTo>
                  <a:pt x="160616" y="249260"/>
                </a:lnTo>
                <a:lnTo>
                  <a:pt x="126867" y="108568"/>
                </a:lnTo>
                <a:lnTo>
                  <a:pt x="194365" y="108568"/>
                </a:lnTo>
                <a:close/>
                <a:moveTo>
                  <a:pt x="143538" y="242754"/>
                </a:moveTo>
                <a:lnTo>
                  <a:pt x="53267" y="108568"/>
                </a:lnTo>
                <a:lnTo>
                  <a:pt x="111821" y="108568"/>
                </a:lnTo>
                <a:lnTo>
                  <a:pt x="143538" y="242754"/>
                </a:lnTo>
                <a:close/>
                <a:moveTo>
                  <a:pt x="210224" y="108568"/>
                </a:moveTo>
                <a:lnTo>
                  <a:pt x="268778" y="108568"/>
                </a:lnTo>
                <a:lnTo>
                  <a:pt x="178508" y="242754"/>
                </a:lnTo>
                <a:lnTo>
                  <a:pt x="210224" y="108568"/>
                </a:lnTo>
                <a:close/>
                <a:moveTo>
                  <a:pt x="203718" y="87017"/>
                </a:moveTo>
                <a:lnTo>
                  <a:pt x="175254" y="45542"/>
                </a:lnTo>
                <a:lnTo>
                  <a:pt x="229743" y="45542"/>
                </a:lnTo>
                <a:lnTo>
                  <a:pt x="203718" y="87017"/>
                </a:lnTo>
                <a:close/>
                <a:moveTo>
                  <a:pt x="117921" y="87017"/>
                </a:moveTo>
                <a:lnTo>
                  <a:pt x="91897" y="45542"/>
                </a:lnTo>
                <a:lnTo>
                  <a:pt x="146384" y="45542"/>
                </a:lnTo>
                <a:lnTo>
                  <a:pt x="117921" y="87017"/>
                </a:lnTo>
                <a:close/>
                <a:moveTo>
                  <a:pt x="78072" y="52455"/>
                </a:moveTo>
                <a:lnTo>
                  <a:pt x="103689" y="93523"/>
                </a:lnTo>
                <a:lnTo>
                  <a:pt x="52455" y="93523"/>
                </a:lnTo>
                <a:lnTo>
                  <a:pt x="78072" y="52455"/>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65" name="Freeform: Shape 164">
            <a:extLst>
              <a:ext uri="{FF2B5EF4-FFF2-40B4-BE49-F238E27FC236}">
                <a16:creationId xmlns:a16="http://schemas.microsoft.com/office/drawing/2014/main" id="{6D8B32AE-A872-4F9D-0D1A-022644FD275B}"/>
              </a:ext>
            </a:extLst>
          </p:cNvPr>
          <p:cNvSpPr/>
          <p:nvPr/>
        </p:nvSpPr>
        <p:spPr>
          <a:xfrm>
            <a:off x="5755970" y="1620992"/>
            <a:ext cx="479103" cy="221125"/>
          </a:xfrm>
          <a:custGeom>
            <a:avLst/>
            <a:gdLst>
              <a:gd name="connsiteX0" fmla="*/ 516041 w 528608"/>
              <a:gd name="connsiteY0" fmla="*/ 43259 h 243973"/>
              <a:gd name="connsiteX1" fmla="*/ 453014 w 528608"/>
              <a:gd name="connsiteY1" fmla="*/ 42445 h 243973"/>
              <a:gd name="connsiteX2" fmla="*/ 408285 w 528608"/>
              <a:gd name="connsiteY2" fmla="*/ 72129 h 243973"/>
              <a:gd name="connsiteX3" fmla="*/ 381449 w 528608"/>
              <a:gd name="connsiteY3" fmla="*/ 79042 h 243973"/>
              <a:gd name="connsiteX4" fmla="*/ 376568 w 528608"/>
              <a:gd name="connsiteY4" fmla="*/ 67249 h 243973"/>
              <a:gd name="connsiteX5" fmla="*/ 343226 w 528608"/>
              <a:gd name="connsiteY5" fmla="*/ 48545 h 243973"/>
              <a:gd name="connsiteX6" fmla="*/ 239944 w 528608"/>
              <a:gd name="connsiteY6" fmla="*/ 36346 h 243973"/>
              <a:gd name="connsiteX7" fmla="*/ 238317 w 528608"/>
              <a:gd name="connsiteY7" fmla="*/ 36346 h 243973"/>
              <a:gd name="connsiteX8" fmla="*/ 127310 w 528608"/>
              <a:gd name="connsiteY8" fmla="*/ 80261 h 243973"/>
              <a:gd name="connsiteX9" fmla="*/ 113484 w 528608"/>
              <a:gd name="connsiteY9" fmla="*/ 89614 h 243973"/>
              <a:gd name="connsiteX10" fmla="*/ 107385 w 528608"/>
              <a:gd name="connsiteY10" fmla="*/ 76195 h 243973"/>
              <a:gd name="connsiteX11" fmla="*/ 97219 w 528608"/>
              <a:gd name="connsiteY11" fmla="*/ 72536 h 243973"/>
              <a:gd name="connsiteX12" fmla="*/ 35006 w 528608"/>
              <a:gd name="connsiteY12" fmla="*/ 101406 h 243973"/>
              <a:gd name="connsiteX13" fmla="*/ 30940 w 528608"/>
              <a:gd name="connsiteY13" fmla="*/ 105878 h 243973"/>
              <a:gd name="connsiteX14" fmla="*/ 31347 w 528608"/>
              <a:gd name="connsiteY14" fmla="*/ 111572 h 243973"/>
              <a:gd name="connsiteX15" fmla="*/ 94779 w 528608"/>
              <a:gd name="connsiteY15" fmla="*/ 247790 h 243973"/>
              <a:gd name="connsiteX16" fmla="*/ 101693 w 528608"/>
              <a:gd name="connsiteY16" fmla="*/ 252263 h 243973"/>
              <a:gd name="connsiteX17" fmla="*/ 104945 w 528608"/>
              <a:gd name="connsiteY17" fmla="*/ 251449 h 243973"/>
              <a:gd name="connsiteX18" fmla="*/ 167158 w 528608"/>
              <a:gd name="connsiteY18" fmla="*/ 222579 h 243973"/>
              <a:gd name="connsiteX19" fmla="*/ 170818 w 528608"/>
              <a:gd name="connsiteY19" fmla="*/ 212414 h 243973"/>
              <a:gd name="connsiteX20" fmla="*/ 163092 w 528608"/>
              <a:gd name="connsiteY20" fmla="*/ 195742 h 243973"/>
              <a:gd name="connsiteX21" fmla="*/ 178138 w 528608"/>
              <a:gd name="connsiteY21" fmla="*/ 189236 h 243973"/>
              <a:gd name="connsiteX22" fmla="*/ 320049 w 528608"/>
              <a:gd name="connsiteY22" fmla="*/ 185576 h 243973"/>
              <a:gd name="connsiteX23" fmla="*/ 322895 w 528608"/>
              <a:gd name="connsiteY23" fmla="*/ 185170 h 243973"/>
              <a:gd name="connsiteX24" fmla="*/ 437562 w 528608"/>
              <a:gd name="connsiteY24" fmla="*/ 139222 h 243973"/>
              <a:gd name="connsiteX25" fmla="*/ 440408 w 528608"/>
              <a:gd name="connsiteY25" fmla="*/ 137188 h 243973"/>
              <a:gd name="connsiteX26" fmla="*/ 516854 w 528608"/>
              <a:gd name="connsiteY26" fmla="*/ 53018 h 243973"/>
              <a:gd name="connsiteX27" fmla="*/ 516041 w 528608"/>
              <a:gd name="connsiteY27" fmla="*/ 43259 h 243973"/>
              <a:gd name="connsiteX28" fmla="*/ 104945 w 528608"/>
              <a:gd name="connsiteY28" fmla="*/ 234371 h 243973"/>
              <a:gd name="connsiteX29" fmla="*/ 48018 w 528608"/>
              <a:gd name="connsiteY29" fmla="*/ 111978 h 243973"/>
              <a:gd name="connsiteX30" fmla="*/ 96406 w 528608"/>
              <a:gd name="connsiteY30" fmla="*/ 89614 h 243973"/>
              <a:gd name="connsiteX31" fmla="*/ 153333 w 528608"/>
              <a:gd name="connsiteY31" fmla="*/ 212007 h 243973"/>
              <a:gd name="connsiteX32" fmla="*/ 104945 w 528608"/>
              <a:gd name="connsiteY32" fmla="*/ 234371 h 243973"/>
              <a:gd name="connsiteX33" fmla="*/ 429836 w 528608"/>
              <a:gd name="connsiteY33" fmla="*/ 126209 h 243973"/>
              <a:gd name="connsiteX34" fmla="*/ 318015 w 528608"/>
              <a:gd name="connsiteY34" fmla="*/ 170938 h 243973"/>
              <a:gd name="connsiteX35" fmla="*/ 176104 w 528608"/>
              <a:gd name="connsiteY35" fmla="*/ 174598 h 243973"/>
              <a:gd name="connsiteX36" fmla="*/ 173257 w 528608"/>
              <a:gd name="connsiteY36" fmla="*/ 175411 h 243973"/>
              <a:gd name="connsiteX37" fmla="*/ 156586 w 528608"/>
              <a:gd name="connsiteY37" fmla="*/ 182730 h 243973"/>
              <a:gd name="connsiteX38" fmla="*/ 119990 w 528608"/>
              <a:gd name="connsiteY38" fmla="*/ 103846 h 243973"/>
              <a:gd name="connsiteX39" fmla="*/ 135849 w 528608"/>
              <a:gd name="connsiteY39" fmla="*/ 93273 h 243973"/>
              <a:gd name="connsiteX40" fmla="*/ 239131 w 528608"/>
              <a:gd name="connsiteY40" fmla="*/ 51798 h 243973"/>
              <a:gd name="connsiteX41" fmla="*/ 341599 w 528608"/>
              <a:gd name="connsiteY41" fmla="*/ 63590 h 243973"/>
              <a:gd name="connsiteX42" fmla="*/ 363557 w 528608"/>
              <a:gd name="connsiteY42" fmla="*/ 75789 h 243973"/>
              <a:gd name="connsiteX43" fmla="*/ 367217 w 528608"/>
              <a:gd name="connsiteY43" fmla="*/ 94900 h 243973"/>
              <a:gd name="connsiteX44" fmla="*/ 258648 w 528608"/>
              <a:gd name="connsiteY44" fmla="*/ 94900 h 243973"/>
              <a:gd name="connsiteX45" fmla="*/ 254582 w 528608"/>
              <a:gd name="connsiteY45" fmla="*/ 96120 h 243973"/>
              <a:gd name="connsiteX46" fmla="*/ 231811 w 528608"/>
              <a:gd name="connsiteY46" fmla="*/ 111572 h 243973"/>
              <a:gd name="connsiteX47" fmla="*/ 229778 w 528608"/>
              <a:gd name="connsiteY47" fmla="*/ 122144 h 243973"/>
              <a:gd name="connsiteX48" fmla="*/ 236284 w 528608"/>
              <a:gd name="connsiteY48" fmla="*/ 125397 h 243973"/>
              <a:gd name="connsiteX49" fmla="*/ 240351 w 528608"/>
              <a:gd name="connsiteY49" fmla="*/ 124177 h 243973"/>
              <a:gd name="connsiteX50" fmla="*/ 261495 w 528608"/>
              <a:gd name="connsiteY50" fmla="*/ 110351 h 243973"/>
              <a:gd name="connsiteX51" fmla="*/ 373723 w 528608"/>
              <a:gd name="connsiteY51" fmla="*/ 110351 h 243973"/>
              <a:gd name="connsiteX52" fmla="*/ 381042 w 528608"/>
              <a:gd name="connsiteY52" fmla="*/ 105065 h 243973"/>
              <a:gd name="connsiteX53" fmla="*/ 383482 w 528608"/>
              <a:gd name="connsiteY53" fmla="*/ 94900 h 243973"/>
              <a:gd name="connsiteX54" fmla="*/ 383482 w 528608"/>
              <a:gd name="connsiteY54" fmla="*/ 94900 h 243973"/>
              <a:gd name="connsiteX55" fmla="*/ 413978 w 528608"/>
              <a:gd name="connsiteY55" fmla="*/ 87174 h 243973"/>
              <a:gd name="connsiteX56" fmla="*/ 416418 w 528608"/>
              <a:gd name="connsiteY56" fmla="*/ 85954 h 243973"/>
              <a:gd name="connsiteX57" fmla="*/ 462773 w 528608"/>
              <a:gd name="connsiteY57" fmla="*/ 55050 h 243973"/>
              <a:gd name="connsiteX58" fmla="*/ 500589 w 528608"/>
              <a:gd name="connsiteY58" fmla="*/ 49765 h 243973"/>
              <a:gd name="connsiteX59" fmla="*/ 429836 w 528608"/>
              <a:gd name="connsiteY59" fmla="*/ 126209 h 243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28608" h="243973">
                <a:moveTo>
                  <a:pt x="516041" y="43259"/>
                </a:moveTo>
                <a:cubicBezTo>
                  <a:pt x="499369" y="26587"/>
                  <a:pt x="474972" y="26181"/>
                  <a:pt x="453014" y="42445"/>
                </a:cubicBezTo>
                <a:lnTo>
                  <a:pt x="408285" y="72129"/>
                </a:lnTo>
                <a:lnTo>
                  <a:pt x="381449" y="79042"/>
                </a:lnTo>
                <a:cubicBezTo>
                  <a:pt x="380228" y="74975"/>
                  <a:pt x="379008" y="70909"/>
                  <a:pt x="376568" y="67249"/>
                </a:cubicBezTo>
                <a:cubicBezTo>
                  <a:pt x="369657" y="56271"/>
                  <a:pt x="357051" y="49765"/>
                  <a:pt x="343226" y="48545"/>
                </a:cubicBezTo>
                <a:lnTo>
                  <a:pt x="239944" y="36346"/>
                </a:lnTo>
                <a:cubicBezTo>
                  <a:pt x="239537" y="36346"/>
                  <a:pt x="238724" y="36346"/>
                  <a:pt x="238317" y="36346"/>
                </a:cubicBezTo>
                <a:cubicBezTo>
                  <a:pt x="191556" y="40413"/>
                  <a:pt x="130155" y="78635"/>
                  <a:pt x="127310" y="80261"/>
                </a:cubicBezTo>
                <a:lnTo>
                  <a:pt x="113484" y="89614"/>
                </a:lnTo>
                <a:lnTo>
                  <a:pt x="107385" y="76195"/>
                </a:lnTo>
                <a:cubicBezTo>
                  <a:pt x="105758" y="72536"/>
                  <a:pt x="100879" y="70909"/>
                  <a:pt x="97219" y="72536"/>
                </a:cubicBezTo>
                <a:lnTo>
                  <a:pt x="35006" y="101406"/>
                </a:lnTo>
                <a:cubicBezTo>
                  <a:pt x="32973" y="102219"/>
                  <a:pt x="31754" y="103846"/>
                  <a:pt x="30940" y="105878"/>
                </a:cubicBezTo>
                <a:cubicBezTo>
                  <a:pt x="30127" y="107912"/>
                  <a:pt x="30534" y="109945"/>
                  <a:pt x="31347" y="111572"/>
                </a:cubicBezTo>
                <a:lnTo>
                  <a:pt x="94779" y="247790"/>
                </a:lnTo>
                <a:cubicBezTo>
                  <a:pt x="95999" y="250636"/>
                  <a:pt x="98846" y="252263"/>
                  <a:pt x="101693" y="252263"/>
                </a:cubicBezTo>
                <a:cubicBezTo>
                  <a:pt x="102912" y="252263"/>
                  <a:pt x="103725" y="251856"/>
                  <a:pt x="104945" y="251449"/>
                </a:cubicBezTo>
                <a:lnTo>
                  <a:pt x="167158" y="222579"/>
                </a:lnTo>
                <a:cubicBezTo>
                  <a:pt x="170818" y="220952"/>
                  <a:pt x="172444" y="216073"/>
                  <a:pt x="170818" y="212414"/>
                </a:cubicBezTo>
                <a:lnTo>
                  <a:pt x="163092" y="195742"/>
                </a:lnTo>
                <a:lnTo>
                  <a:pt x="178138" y="189236"/>
                </a:lnTo>
                <a:lnTo>
                  <a:pt x="320049" y="185576"/>
                </a:lnTo>
                <a:cubicBezTo>
                  <a:pt x="320861" y="185576"/>
                  <a:pt x="321675" y="185170"/>
                  <a:pt x="322895" y="185170"/>
                </a:cubicBezTo>
                <a:lnTo>
                  <a:pt x="437562" y="139222"/>
                </a:lnTo>
                <a:cubicBezTo>
                  <a:pt x="438782" y="138815"/>
                  <a:pt x="439596" y="138002"/>
                  <a:pt x="440408" y="137188"/>
                </a:cubicBezTo>
                <a:lnTo>
                  <a:pt x="516854" y="53018"/>
                </a:lnTo>
                <a:cubicBezTo>
                  <a:pt x="518886" y="50578"/>
                  <a:pt x="518886" y="46105"/>
                  <a:pt x="516041" y="43259"/>
                </a:cubicBezTo>
                <a:close/>
                <a:moveTo>
                  <a:pt x="104945" y="234371"/>
                </a:moveTo>
                <a:lnTo>
                  <a:pt x="48018" y="111978"/>
                </a:lnTo>
                <a:lnTo>
                  <a:pt x="96406" y="89614"/>
                </a:lnTo>
                <a:lnTo>
                  <a:pt x="153333" y="212007"/>
                </a:lnTo>
                <a:lnTo>
                  <a:pt x="104945" y="234371"/>
                </a:lnTo>
                <a:close/>
                <a:moveTo>
                  <a:pt x="429836" y="126209"/>
                </a:moveTo>
                <a:lnTo>
                  <a:pt x="318015" y="170938"/>
                </a:lnTo>
                <a:lnTo>
                  <a:pt x="176104" y="174598"/>
                </a:lnTo>
                <a:cubicBezTo>
                  <a:pt x="175291" y="174598"/>
                  <a:pt x="174071" y="175005"/>
                  <a:pt x="173257" y="175411"/>
                </a:cubicBezTo>
                <a:lnTo>
                  <a:pt x="156586" y="182730"/>
                </a:lnTo>
                <a:lnTo>
                  <a:pt x="119990" y="103846"/>
                </a:lnTo>
                <a:lnTo>
                  <a:pt x="135849" y="93273"/>
                </a:lnTo>
                <a:cubicBezTo>
                  <a:pt x="136255" y="92867"/>
                  <a:pt x="196028" y="55864"/>
                  <a:pt x="239131" y="51798"/>
                </a:cubicBezTo>
                <a:lnTo>
                  <a:pt x="341599" y="63590"/>
                </a:lnTo>
                <a:cubicBezTo>
                  <a:pt x="351358" y="64403"/>
                  <a:pt x="359084" y="68876"/>
                  <a:pt x="363557" y="75789"/>
                </a:cubicBezTo>
                <a:cubicBezTo>
                  <a:pt x="367217" y="81075"/>
                  <a:pt x="368437" y="87987"/>
                  <a:pt x="367217" y="94900"/>
                </a:cubicBezTo>
                <a:lnTo>
                  <a:pt x="258648" y="94900"/>
                </a:lnTo>
                <a:cubicBezTo>
                  <a:pt x="257021" y="94900"/>
                  <a:pt x="255802" y="95306"/>
                  <a:pt x="254582" y="96120"/>
                </a:cubicBezTo>
                <a:lnTo>
                  <a:pt x="231811" y="111572"/>
                </a:lnTo>
                <a:cubicBezTo>
                  <a:pt x="228152" y="114011"/>
                  <a:pt x="227339" y="118484"/>
                  <a:pt x="229778" y="122144"/>
                </a:cubicBezTo>
                <a:cubicBezTo>
                  <a:pt x="231405" y="124177"/>
                  <a:pt x="233845" y="125397"/>
                  <a:pt x="236284" y="125397"/>
                </a:cubicBezTo>
                <a:cubicBezTo>
                  <a:pt x="237910" y="125397"/>
                  <a:pt x="239131" y="124990"/>
                  <a:pt x="240351" y="124177"/>
                </a:cubicBezTo>
                <a:lnTo>
                  <a:pt x="261495" y="110351"/>
                </a:lnTo>
                <a:lnTo>
                  <a:pt x="373723" y="110351"/>
                </a:lnTo>
                <a:cubicBezTo>
                  <a:pt x="376975" y="110351"/>
                  <a:pt x="379822" y="108319"/>
                  <a:pt x="381042" y="105065"/>
                </a:cubicBezTo>
                <a:cubicBezTo>
                  <a:pt x="382262" y="101406"/>
                  <a:pt x="383074" y="98153"/>
                  <a:pt x="383482" y="94900"/>
                </a:cubicBezTo>
                <a:lnTo>
                  <a:pt x="383482" y="94900"/>
                </a:lnTo>
                <a:lnTo>
                  <a:pt x="413978" y="87174"/>
                </a:lnTo>
                <a:cubicBezTo>
                  <a:pt x="414791" y="86768"/>
                  <a:pt x="415605" y="86768"/>
                  <a:pt x="416418" y="85954"/>
                </a:cubicBezTo>
                <a:lnTo>
                  <a:pt x="462773" y="55050"/>
                </a:lnTo>
                <a:cubicBezTo>
                  <a:pt x="469685" y="50171"/>
                  <a:pt x="485950" y="40413"/>
                  <a:pt x="500589" y="49765"/>
                </a:cubicBezTo>
                <a:lnTo>
                  <a:pt x="429836" y="126209"/>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66" name="Freeform: Shape 165">
            <a:extLst>
              <a:ext uri="{FF2B5EF4-FFF2-40B4-BE49-F238E27FC236}">
                <a16:creationId xmlns:a16="http://schemas.microsoft.com/office/drawing/2014/main" id="{46F8E2A0-FB6E-99CC-C940-553DE8FCE2CE}"/>
              </a:ext>
            </a:extLst>
          </p:cNvPr>
          <p:cNvSpPr/>
          <p:nvPr/>
        </p:nvSpPr>
        <p:spPr>
          <a:xfrm>
            <a:off x="5830246" y="1770927"/>
            <a:ext cx="73708" cy="73708"/>
          </a:xfrm>
          <a:custGeom>
            <a:avLst/>
            <a:gdLst>
              <a:gd name="connsiteX0" fmla="*/ 38039 w 81324"/>
              <a:gd name="connsiteY0" fmla="*/ 53085 h 81324"/>
              <a:gd name="connsiteX1" fmla="*/ 41293 w 81324"/>
              <a:gd name="connsiteY1" fmla="*/ 52271 h 81324"/>
              <a:gd name="connsiteX2" fmla="*/ 57150 w 81324"/>
              <a:gd name="connsiteY2" fmla="*/ 44952 h 81324"/>
              <a:gd name="connsiteX3" fmla="*/ 60810 w 81324"/>
              <a:gd name="connsiteY3" fmla="*/ 34787 h 81324"/>
              <a:gd name="connsiteX4" fmla="*/ 50644 w 81324"/>
              <a:gd name="connsiteY4" fmla="*/ 31127 h 81324"/>
              <a:gd name="connsiteX5" fmla="*/ 34787 w 81324"/>
              <a:gd name="connsiteY5" fmla="*/ 38446 h 81324"/>
              <a:gd name="connsiteX6" fmla="*/ 31127 w 81324"/>
              <a:gd name="connsiteY6" fmla="*/ 48612 h 81324"/>
              <a:gd name="connsiteX7" fmla="*/ 38039 w 81324"/>
              <a:gd name="connsiteY7" fmla="*/ 53085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324" h="81324">
                <a:moveTo>
                  <a:pt x="38039" y="53085"/>
                </a:moveTo>
                <a:cubicBezTo>
                  <a:pt x="39259" y="53085"/>
                  <a:pt x="40073" y="52678"/>
                  <a:pt x="41293" y="52271"/>
                </a:cubicBezTo>
                <a:lnTo>
                  <a:pt x="57150" y="44952"/>
                </a:lnTo>
                <a:cubicBezTo>
                  <a:pt x="60810" y="43326"/>
                  <a:pt x="62437" y="38446"/>
                  <a:pt x="60810" y="34787"/>
                </a:cubicBezTo>
                <a:cubicBezTo>
                  <a:pt x="59184" y="31127"/>
                  <a:pt x="54304" y="29500"/>
                  <a:pt x="50644" y="31127"/>
                </a:cubicBezTo>
                <a:lnTo>
                  <a:pt x="34787" y="38446"/>
                </a:lnTo>
                <a:cubicBezTo>
                  <a:pt x="31127" y="40073"/>
                  <a:pt x="29500" y="44952"/>
                  <a:pt x="31127" y="48612"/>
                </a:cubicBezTo>
                <a:cubicBezTo>
                  <a:pt x="32753" y="51458"/>
                  <a:pt x="35194" y="53085"/>
                  <a:pt x="38039" y="53085"/>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68" name="Freeform: Shape 167">
            <a:extLst>
              <a:ext uri="{FF2B5EF4-FFF2-40B4-BE49-F238E27FC236}">
                <a16:creationId xmlns:a16="http://schemas.microsoft.com/office/drawing/2014/main" id="{7B5CC69E-23F0-98D0-E559-AF9C9E4D059E}"/>
              </a:ext>
            </a:extLst>
          </p:cNvPr>
          <p:cNvSpPr/>
          <p:nvPr/>
        </p:nvSpPr>
        <p:spPr>
          <a:xfrm>
            <a:off x="7330680" y="4117749"/>
            <a:ext cx="1105623" cy="1105623"/>
          </a:xfrm>
          <a:custGeom>
            <a:avLst/>
            <a:gdLst>
              <a:gd name="connsiteX0" fmla="*/ 927151 w 1219866"/>
              <a:gd name="connsiteY0" fmla="*/ 349761 h 1219866"/>
              <a:gd name="connsiteX1" fmla="*/ 891113 w 1219866"/>
              <a:gd name="connsiteY1" fmla="*/ 927151 h 1219866"/>
              <a:gd name="connsiteX2" fmla="*/ 313722 w 1219866"/>
              <a:gd name="connsiteY2" fmla="*/ 891113 h 1219866"/>
              <a:gd name="connsiteX3" fmla="*/ 349760 w 1219866"/>
              <a:gd name="connsiteY3" fmla="*/ 313722 h 1219866"/>
              <a:gd name="connsiteX4" fmla="*/ 927151 w 1219866"/>
              <a:gd name="connsiteY4" fmla="*/ 349761 h 1219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866" h="1219866">
                <a:moveTo>
                  <a:pt x="927151" y="349761"/>
                </a:moveTo>
                <a:cubicBezTo>
                  <a:pt x="1076642" y="519155"/>
                  <a:pt x="1060506" y="777661"/>
                  <a:pt x="891113" y="927151"/>
                </a:cubicBezTo>
                <a:cubicBezTo>
                  <a:pt x="721718" y="1076642"/>
                  <a:pt x="463212" y="1060506"/>
                  <a:pt x="313722" y="891113"/>
                </a:cubicBezTo>
                <a:cubicBezTo>
                  <a:pt x="164231" y="721719"/>
                  <a:pt x="180367" y="463212"/>
                  <a:pt x="349760" y="313722"/>
                </a:cubicBezTo>
                <a:cubicBezTo>
                  <a:pt x="519153" y="164232"/>
                  <a:pt x="777661" y="180367"/>
                  <a:pt x="927151" y="349761"/>
                </a:cubicBezTo>
                <a:close/>
              </a:path>
            </a:pathLst>
          </a:custGeom>
          <a:solidFill>
            <a:srgbClr val="002753"/>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grpSp>
        <p:nvGrpSpPr>
          <p:cNvPr id="169" name="Group 168">
            <a:extLst>
              <a:ext uri="{FF2B5EF4-FFF2-40B4-BE49-F238E27FC236}">
                <a16:creationId xmlns:a16="http://schemas.microsoft.com/office/drawing/2014/main" id="{99497B96-524C-B2C9-A526-25F578EAF402}"/>
              </a:ext>
            </a:extLst>
          </p:cNvPr>
          <p:cNvGrpSpPr/>
          <p:nvPr/>
        </p:nvGrpSpPr>
        <p:grpSpPr>
          <a:xfrm>
            <a:off x="7673153" y="4461846"/>
            <a:ext cx="405394" cy="405394"/>
            <a:chOff x="8157617" y="4501689"/>
            <a:chExt cx="474893" cy="474893"/>
          </a:xfrm>
        </p:grpSpPr>
        <p:sp>
          <p:nvSpPr>
            <p:cNvPr id="170" name="Freeform: Shape 169">
              <a:extLst>
                <a:ext uri="{FF2B5EF4-FFF2-40B4-BE49-F238E27FC236}">
                  <a16:creationId xmlns:a16="http://schemas.microsoft.com/office/drawing/2014/main" id="{07093D44-85B2-08A7-D8BF-9F30987A994C}"/>
                </a:ext>
              </a:extLst>
            </p:cNvPr>
            <p:cNvSpPr/>
            <p:nvPr/>
          </p:nvSpPr>
          <p:spPr>
            <a:xfrm>
              <a:off x="8340235" y="4607029"/>
              <a:ext cx="215861" cy="302206"/>
            </a:xfrm>
            <a:custGeom>
              <a:avLst/>
              <a:gdLst>
                <a:gd name="connsiteX0" fmla="*/ 30497 w 203311"/>
                <a:gd name="connsiteY0" fmla="*/ 142724 h 284635"/>
                <a:gd name="connsiteX1" fmla="*/ 70345 w 203311"/>
                <a:gd name="connsiteY1" fmla="*/ 182166 h 284635"/>
                <a:gd name="connsiteX2" fmla="*/ 92304 w 203311"/>
                <a:gd name="connsiteY2" fmla="*/ 175255 h 284635"/>
                <a:gd name="connsiteX3" fmla="*/ 177694 w 203311"/>
                <a:gd name="connsiteY3" fmla="*/ 265525 h 284635"/>
                <a:gd name="connsiteX4" fmla="*/ 182573 w 203311"/>
                <a:gd name="connsiteY4" fmla="*/ 267557 h 284635"/>
                <a:gd name="connsiteX5" fmla="*/ 187045 w 203311"/>
                <a:gd name="connsiteY5" fmla="*/ 265932 h 284635"/>
                <a:gd name="connsiteX6" fmla="*/ 187452 w 203311"/>
                <a:gd name="connsiteY6" fmla="*/ 256579 h 284635"/>
                <a:gd name="connsiteX7" fmla="*/ 102063 w 203311"/>
                <a:gd name="connsiteY7" fmla="*/ 166309 h 284635"/>
                <a:gd name="connsiteX8" fmla="*/ 110193 w 203311"/>
                <a:gd name="connsiteY8" fmla="*/ 142724 h 284635"/>
                <a:gd name="connsiteX9" fmla="*/ 95555 w 203311"/>
                <a:gd name="connsiteY9" fmla="*/ 111822 h 284635"/>
                <a:gd name="connsiteX10" fmla="*/ 135810 w 203311"/>
                <a:gd name="connsiteY10" fmla="*/ 40256 h 284635"/>
                <a:gd name="connsiteX11" fmla="*/ 133371 w 203311"/>
                <a:gd name="connsiteY11" fmla="*/ 31310 h 284635"/>
                <a:gd name="connsiteX12" fmla="*/ 124426 w 203311"/>
                <a:gd name="connsiteY12" fmla="*/ 33750 h 284635"/>
                <a:gd name="connsiteX13" fmla="*/ 84171 w 203311"/>
                <a:gd name="connsiteY13" fmla="*/ 105316 h 284635"/>
                <a:gd name="connsiteX14" fmla="*/ 70752 w 203311"/>
                <a:gd name="connsiteY14" fmla="*/ 102876 h 284635"/>
                <a:gd name="connsiteX15" fmla="*/ 30497 w 203311"/>
                <a:gd name="connsiteY15" fmla="*/ 142724 h 284635"/>
                <a:gd name="connsiteX16" fmla="*/ 70345 w 203311"/>
                <a:gd name="connsiteY16" fmla="*/ 116294 h 284635"/>
                <a:gd name="connsiteX17" fmla="*/ 83357 w 203311"/>
                <a:gd name="connsiteY17" fmla="*/ 119548 h 284635"/>
                <a:gd name="connsiteX18" fmla="*/ 83357 w 203311"/>
                <a:gd name="connsiteY18" fmla="*/ 119548 h 284635"/>
                <a:gd name="connsiteX19" fmla="*/ 96776 w 203311"/>
                <a:gd name="connsiteY19" fmla="*/ 142724 h 284635"/>
                <a:gd name="connsiteX20" fmla="*/ 88643 w 203311"/>
                <a:gd name="connsiteY20" fmla="*/ 161835 h 284635"/>
                <a:gd name="connsiteX21" fmla="*/ 70345 w 203311"/>
                <a:gd name="connsiteY21" fmla="*/ 169155 h 284635"/>
                <a:gd name="connsiteX22" fmla="*/ 43916 w 203311"/>
                <a:gd name="connsiteY22" fmla="*/ 142724 h 284635"/>
                <a:gd name="connsiteX23" fmla="*/ 70345 w 203311"/>
                <a:gd name="connsiteY23" fmla="*/ 116294 h 284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3311" h="284635">
                  <a:moveTo>
                    <a:pt x="30497" y="142724"/>
                  </a:moveTo>
                  <a:cubicBezTo>
                    <a:pt x="30497" y="164682"/>
                    <a:pt x="48388" y="182166"/>
                    <a:pt x="70345" y="182166"/>
                  </a:cubicBezTo>
                  <a:cubicBezTo>
                    <a:pt x="78478" y="182166"/>
                    <a:pt x="85797" y="179727"/>
                    <a:pt x="92304" y="175255"/>
                  </a:cubicBezTo>
                  <a:lnTo>
                    <a:pt x="177694" y="265525"/>
                  </a:lnTo>
                  <a:cubicBezTo>
                    <a:pt x="178912" y="266745"/>
                    <a:pt x="180540" y="267557"/>
                    <a:pt x="182573" y="267557"/>
                  </a:cubicBezTo>
                  <a:cubicBezTo>
                    <a:pt x="184199" y="267557"/>
                    <a:pt x="185827" y="267152"/>
                    <a:pt x="187045" y="265932"/>
                  </a:cubicBezTo>
                  <a:cubicBezTo>
                    <a:pt x="189892" y="263491"/>
                    <a:pt x="189892" y="259426"/>
                    <a:pt x="187452" y="256579"/>
                  </a:cubicBezTo>
                  <a:lnTo>
                    <a:pt x="102063" y="166309"/>
                  </a:lnTo>
                  <a:cubicBezTo>
                    <a:pt x="107349" y="159396"/>
                    <a:pt x="110193" y="151264"/>
                    <a:pt x="110193" y="142724"/>
                  </a:cubicBezTo>
                  <a:cubicBezTo>
                    <a:pt x="110193" y="130526"/>
                    <a:pt x="104502" y="119548"/>
                    <a:pt x="95555" y="111822"/>
                  </a:cubicBezTo>
                  <a:lnTo>
                    <a:pt x="135810" y="40256"/>
                  </a:lnTo>
                  <a:cubicBezTo>
                    <a:pt x="137439" y="37003"/>
                    <a:pt x="136624" y="32937"/>
                    <a:pt x="133371" y="31310"/>
                  </a:cubicBezTo>
                  <a:cubicBezTo>
                    <a:pt x="130120" y="29683"/>
                    <a:pt x="126052" y="30497"/>
                    <a:pt x="124426" y="33750"/>
                  </a:cubicBezTo>
                  <a:lnTo>
                    <a:pt x="84171" y="105316"/>
                  </a:lnTo>
                  <a:cubicBezTo>
                    <a:pt x="80103" y="103689"/>
                    <a:pt x="75224" y="102876"/>
                    <a:pt x="70752" y="102876"/>
                  </a:cubicBezTo>
                  <a:cubicBezTo>
                    <a:pt x="48388" y="103283"/>
                    <a:pt x="30497" y="121173"/>
                    <a:pt x="30497" y="142724"/>
                  </a:cubicBezTo>
                  <a:close/>
                  <a:moveTo>
                    <a:pt x="70345" y="116294"/>
                  </a:moveTo>
                  <a:cubicBezTo>
                    <a:pt x="74817" y="116294"/>
                    <a:pt x="79292" y="117514"/>
                    <a:pt x="83357" y="119548"/>
                  </a:cubicBezTo>
                  <a:lnTo>
                    <a:pt x="83357" y="119548"/>
                  </a:lnTo>
                  <a:cubicBezTo>
                    <a:pt x="91490" y="124427"/>
                    <a:pt x="96776" y="132966"/>
                    <a:pt x="96776" y="142724"/>
                  </a:cubicBezTo>
                  <a:cubicBezTo>
                    <a:pt x="96776" y="150044"/>
                    <a:pt x="93930" y="156956"/>
                    <a:pt x="88643" y="161835"/>
                  </a:cubicBezTo>
                  <a:cubicBezTo>
                    <a:pt x="83764" y="166309"/>
                    <a:pt x="77257" y="169155"/>
                    <a:pt x="70345" y="169155"/>
                  </a:cubicBezTo>
                  <a:cubicBezTo>
                    <a:pt x="55707" y="169155"/>
                    <a:pt x="43916" y="157363"/>
                    <a:pt x="43916" y="142724"/>
                  </a:cubicBezTo>
                  <a:cubicBezTo>
                    <a:pt x="43916" y="128086"/>
                    <a:pt x="55707" y="116294"/>
                    <a:pt x="70345" y="116294"/>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71" name="Freeform: Shape 170">
              <a:extLst>
                <a:ext uri="{FF2B5EF4-FFF2-40B4-BE49-F238E27FC236}">
                  <a16:creationId xmlns:a16="http://schemas.microsoft.com/office/drawing/2014/main" id="{6B590165-1F3F-7883-2CF9-4F16BEAC15D3}"/>
                </a:ext>
              </a:extLst>
            </p:cNvPr>
            <p:cNvSpPr/>
            <p:nvPr/>
          </p:nvSpPr>
          <p:spPr>
            <a:xfrm>
              <a:off x="8375637" y="4530183"/>
              <a:ext cx="43172" cy="86344"/>
            </a:xfrm>
            <a:custGeom>
              <a:avLst/>
              <a:gdLst>
                <a:gd name="connsiteX0" fmla="*/ 43509 w 40662"/>
                <a:gd name="connsiteY0" fmla="*/ 76445 h 81324"/>
                <a:gd name="connsiteX1" fmla="*/ 43509 w 40662"/>
                <a:gd name="connsiteY1" fmla="*/ 37003 h 81324"/>
                <a:gd name="connsiteX2" fmla="*/ 37002 w 40662"/>
                <a:gd name="connsiteY2" fmla="*/ 30497 h 81324"/>
                <a:gd name="connsiteX3" fmla="*/ 30497 w 40662"/>
                <a:gd name="connsiteY3" fmla="*/ 37003 h 81324"/>
                <a:gd name="connsiteX4" fmla="*/ 30497 w 40662"/>
                <a:gd name="connsiteY4" fmla="*/ 76445 h 81324"/>
                <a:gd name="connsiteX5" fmla="*/ 37002 w 40662"/>
                <a:gd name="connsiteY5" fmla="*/ 82950 h 81324"/>
                <a:gd name="connsiteX6" fmla="*/ 43509 w 40662"/>
                <a:gd name="connsiteY6" fmla="*/ 76445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662" h="81324">
                  <a:moveTo>
                    <a:pt x="43509" y="76445"/>
                  </a:moveTo>
                  <a:lnTo>
                    <a:pt x="43509" y="37003"/>
                  </a:lnTo>
                  <a:cubicBezTo>
                    <a:pt x="43509" y="33343"/>
                    <a:pt x="40662" y="30497"/>
                    <a:pt x="37002" y="30497"/>
                  </a:cubicBezTo>
                  <a:cubicBezTo>
                    <a:pt x="33343" y="30497"/>
                    <a:pt x="30497" y="33343"/>
                    <a:pt x="30497" y="37003"/>
                  </a:cubicBezTo>
                  <a:lnTo>
                    <a:pt x="30497" y="76445"/>
                  </a:lnTo>
                  <a:cubicBezTo>
                    <a:pt x="30497" y="80105"/>
                    <a:pt x="33343" y="82950"/>
                    <a:pt x="37002" y="82950"/>
                  </a:cubicBezTo>
                  <a:cubicBezTo>
                    <a:pt x="40662" y="82950"/>
                    <a:pt x="43509" y="80105"/>
                    <a:pt x="43509" y="76445"/>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72" name="Freeform: Shape 171">
              <a:extLst>
                <a:ext uri="{FF2B5EF4-FFF2-40B4-BE49-F238E27FC236}">
                  <a16:creationId xmlns:a16="http://schemas.microsoft.com/office/drawing/2014/main" id="{7B88B36D-D3DD-E81E-E5D8-14FA5D79045F}"/>
                </a:ext>
              </a:extLst>
            </p:cNvPr>
            <p:cNvSpPr/>
            <p:nvPr/>
          </p:nvSpPr>
          <p:spPr>
            <a:xfrm>
              <a:off x="8186110" y="4719277"/>
              <a:ext cx="86344" cy="43172"/>
            </a:xfrm>
            <a:custGeom>
              <a:avLst/>
              <a:gdLst>
                <a:gd name="connsiteX0" fmla="*/ 37003 w 81324"/>
                <a:gd name="connsiteY0" fmla="*/ 30497 h 40662"/>
                <a:gd name="connsiteX1" fmla="*/ 30497 w 81324"/>
                <a:gd name="connsiteY1" fmla="*/ 37002 h 40662"/>
                <a:gd name="connsiteX2" fmla="*/ 37003 w 81324"/>
                <a:gd name="connsiteY2" fmla="*/ 43508 h 40662"/>
                <a:gd name="connsiteX3" fmla="*/ 76851 w 81324"/>
                <a:gd name="connsiteY3" fmla="*/ 43508 h 40662"/>
                <a:gd name="connsiteX4" fmla="*/ 83357 w 81324"/>
                <a:gd name="connsiteY4" fmla="*/ 37002 h 40662"/>
                <a:gd name="connsiteX5" fmla="*/ 76851 w 81324"/>
                <a:gd name="connsiteY5" fmla="*/ 30497 h 40662"/>
                <a:gd name="connsiteX6" fmla="*/ 37003 w 81324"/>
                <a:gd name="connsiteY6" fmla="*/ 30497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324" h="40662">
                  <a:moveTo>
                    <a:pt x="37003" y="30497"/>
                  </a:moveTo>
                  <a:cubicBezTo>
                    <a:pt x="33343" y="30497"/>
                    <a:pt x="30497" y="33342"/>
                    <a:pt x="30497" y="37002"/>
                  </a:cubicBezTo>
                  <a:cubicBezTo>
                    <a:pt x="30497" y="40662"/>
                    <a:pt x="33343" y="43508"/>
                    <a:pt x="37003" y="43508"/>
                  </a:cubicBezTo>
                  <a:lnTo>
                    <a:pt x="76851" y="43508"/>
                  </a:lnTo>
                  <a:cubicBezTo>
                    <a:pt x="80512" y="43508"/>
                    <a:pt x="83357" y="40662"/>
                    <a:pt x="83357" y="37002"/>
                  </a:cubicBezTo>
                  <a:cubicBezTo>
                    <a:pt x="83357" y="33342"/>
                    <a:pt x="80512" y="30497"/>
                    <a:pt x="76851" y="30497"/>
                  </a:cubicBezTo>
                  <a:lnTo>
                    <a:pt x="37003" y="30497"/>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73" name="Freeform: Shape 172">
              <a:extLst>
                <a:ext uri="{FF2B5EF4-FFF2-40B4-BE49-F238E27FC236}">
                  <a16:creationId xmlns:a16="http://schemas.microsoft.com/office/drawing/2014/main" id="{11F29B75-3DB9-AD37-96EE-12E451A61C22}"/>
                </a:ext>
              </a:extLst>
            </p:cNvPr>
            <p:cNvSpPr/>
            <p:nvPr/>
          </p:nvSpPr>
          <p:spPr>
            <a:xfrm>
              <a:off x="8375205" y="4866888"/>
              <a:ext cx="43172" cy="86344"/>
            </a:xfrm>
            <a:custGeom>
              <a:avLst/>
              <a:gdLst>
                <a:gd name="connsiteX0" fmla="*/ 30497 w 40662"/>
                <a:gd name="connsiteY0" fmla="*/ 37037 h 81324"/>
                <a:gd name="connsiteX1" fmla="*/ 30497 w 40662"/>
                <a:gd name="connsiteY1" fmla="*/ 76480 h 81324"/>
                <a:gd name="connsiteX2" fmla="*/ 37002 w 40662"/>
                <a:gd name="connsiteY2" fmla="*/ 82986 h 81324"/>
                <a:gd name="connsiteX3" fmla="*/ 43509 w 40662"/>
                <a:gd name="connsiteY3" fmla="*/ 76480 h 81324"/>
                <a:gd name="connsiteX4" fmla="*/ 43509 w 40662"/>
                <a:gd name="connsiteY4" fmla="*/ 37037 h 81324"/>
                <a:gd name="connsiteX5" fmla="*/ 37002 w 40662"/>
                <a:gd name="connsiteY5" fmla="*/ 30531 h 81324"/>
                <a:gd name="connsiteX6" fmla="*/ 30497 w 40662"/>
                <a:gd name="connsiteY6" fmla="*/ 37037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662" h="81324">
                  <a:moveTo>
                    <a:pt x="30497" y="37037"/>
                  </a:moveTo>
                  <a:lnTo>
                    <a:pt x="30497" y="76480"/>
                  </a:lnTo>
                  <a:cubicBezTo>
                    <a:pt x="30497" y="80139"/>
                    <a:pt x="33343" y="82986"/>
                    <a:pt x="37002" y="82986"/>
                  </a:cubicBezTo>
                  <a:cubicBezTo>
                    <a:pt x="40662" y="82986"/>
                    <a:pt x="43509" y="80139"/>
                    <a:pt x="43509" y="76480"/>
                  </a:cubicBezTo>
                  <a:lnTo>
                    <a:pt x="43509" y="37037"/>
                  </a:lnTo>
                  <a:cubicBezTo>
                    <a:pt x="43509" y="33378"/>
                    <a:pt x="40662" y="30531"/>
                    <a:pt x="37002" y="30531"/>
                  </a:cubicBezTo>
                  <a:cubicBezTo>
                    <a:pt x="33750" y="30124"/>
                    <a:pt x="30497" y="33378"/>
                    <a:pt x="30497" y="37037"/>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74" name="Freeform: Shape 173">
              <a:extLst>
                <a:ext uri="{FF2B5EF4-FFF2-40B4-BE49-F238E27FC236}">
                  <a16:creationId xmlns:a16="http://schemas.microsoft.com/office/drawing/2014/main" id="{C74425E3-FC7C-945B-268F-202983E27046}"/>
                </a:ext>
              </a:extLst>
            </p:cNvPr>
            <p:cNvSpPr/>
            <p:nvPr/>
          </p:nvSpPr>
          <p:spPr>
            <a:xfrm>
              <a:off x="8522852" y="4719708"/>
              <a:ext cx="86344" cy="43172"/>
            </a:xfrm>
            <a:custGeom>
              <a:avLst/>
              <a:gdLst>
                <a:gd name="connsiteX0" fmla="*/ 76445 w 81324"/>
                <a:gd name="connsiteY0" fmla="*/ 43509 h 40662"/>
                <a:gd name="connsiteX1" fmla="*/ 82953 w 81324"/>
                <a:gd name="connsiteY1" fmla="*/ 37003 h 40662"/>
                <a:gd name="connsiteX2" fmla="*/ 76445 w 81324"/>
                <a:gd name="connsiteY2" fmla="*/ 30497 h 40662"/>
                <a:gd name="connsiteX3" fmla="*/ 37004 w 81324"/>
                <a:gd name="connsiteY3" fmla="*/ 30497 h 40662"/>
                <a:gd name="connsiteX4" fmla="*/ 30497 w 81324"/>
                <a:gd name="connsiteY4" fmla="*/ 37003 h 40662"/>
                <a:gd name="connsiteX5" fmla="*/ 37004 w 81324"/>
                <a:gd name="connsiteY5" fmla="*/ 43509 h 40662"/>
                <a:gd name="connsiteX6" fmla="*/ 76445 w 81324"/>
                <a:gd name="connsiteY6" fmla="*/ 43509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324" h="40662">
                  <a:moveTo>
                    <a:pt x="76445" y="43509"/>
                  </a:moveTo>
                  <a:cubicBezTo>
                    <a:pt x="80106" y="43509"/>
                    <a:pt x="82953" y="40662"/>
                    <a:pt x="82953" y="37003"/>
                  </a:cubicBezTo>
                  <a:cubicBezTo>
                    <a:pt x="82953" y="33343"/>
                    <a:pt x="80106" y="30497"/>
                    <a:pt x="76445" y="30497"/>
                  </a:cubicBezTo>
                  <a:lnTo>
                    <a:pt x="37004" y="30497"/>
                  </a:lnTo>
                  <a:cubicBezTo>
                    <a:pt x="33343" y="30497"/>
                    <a:pt x="30497" y="33343"/>
                    <a:pt x="30497" y="37003"/>
                  </a:cubicBezTo>
                  <a:cubicBezTo>
                    <a:pt x="30497" y="40662"/>
                    <a:pt x="33343" y="43509"/>
                    <a:pt x="37004" y="43509"/>
                  </a:cubicBezTo>
                  <a:lnTo>
                    <a:pt x="76445" y="43509"/>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75" name="Freeform: Shape 174">
              <a:extLst>
                <a:ext uri="{FF2B5EF4-FFF2-40B4-BE49-F238E27FC236}">
                  <a16:creationId xmlns:a16="http://schemas.microsoft.com/office/drawing/2014/main" id="{9D1D5C70-C91E-BC81-E418-7D79D43D22B0}"/>
                </a:ext>
              </a:extLst>
            </p:cNvPr>
            <p:cNvSpPr/>
            <p:nvPr/>
          </p:nvSpPr>
          <p:spPr>
            <a:xfrm>
              <a:off x="8157617" y="4501689"/>
              <a:ext cx="474893" cy="474893"/>
            </a:xfrm>
            <a:custGeom>
              <a:avLst/>
              <a:gdLst>
                <a:gd name="connsiteX0" fmla="*/ 242346 w 447284"/>
                <a:gd name="connsiteY0" fmla="*/ 30497 h 447284"/>
                <a:gd name="connsiteX1" fmla="*/ 179321 w 447284"/>
                <a:gd name="connsiteY1" fmla="*/ 39849 h 447284"/>
                <a:gd name="connsiteX2" fmla="*/ 174848 w 447284"/>
                <a:gd name="connsiteY2" fmla="*/ 47981 h 447284"/>
                <a:gd name="connsiteX3" fmla="*/ 182981 w 447284"/>
                <a:gd name="connsiteY3" fmla="*/ 52455 h 447284"/>
                <a:gd name="connsiteX4" fmla="*/ 241939 w 447284"/>
                <a:gd name="connsiteY4" fmla="*/ 43509 h 447284"/>
                <a:gd name="connsiteX5" fmla="*/ 440371 w 447284"/>
                <a:gd name="connsiteY5" fmla="*/ 241939 h 447284"/>
                <a:gd name="connsiteX6" fmla="*/ 241939 w 447284"/>
                <a:gd name="connsiteY6" fmla="*/ 440371 h 447284"/>
                <a:gd name="connsiteX7" fmla="*/ 43509 w 447284"/>
                <a:gd name="connsiteY7" fmla="*/ 241939 h 447284"/>
                <a:gd name="connsiteX8" fmla="*/ 128493 w 447284"/>
                <a:gd name="connsiteY8" fmla="*/ 79291 h 447284"/>
                <a:gd name="connsiteX9" fmla="*/ 121987 w 447284"/>
                <a:gd name="connsiteY9" fmla="*/ 103282 h 447284"/>
                <a:gd name="connsiteX10" fmla="*/ 126460 w 447284"/>
                <a:gd name="connsiteY10" fmla="*/ 111414 h 447284"/>
                <a:gd name="connsiteX11" fmla="*/ 128086 w 447284"/>
                <a:gd name="connsiteY11" fmla="*/ 111821 h 447284"/>
                <a:gd name="connsiteX12" fmla="*/ 134592 w 447284"/>
                <a:gd name="connsiteY12" fmla="*/ 106942 h 447284"/>
                <a:gd name="connsiteX13" fmla="*/ 145570 w 447284"/>
                <a:gd name="connsiteY13" fmla="*/ 66280 h 447284"/>
                <a:gd name="connsiteX14" fmla="*/ 144757 w 447284"/>
                <a:gd name="connsiteY14" fmla="*/ 61400 h 447284"/>
                <a:gd name="connsiteX15" fmla="*/ 144757 w 447284"/>
                <a:gd name="connsiteY15" fmla="*/ 61400 h 447284"/>
                <a:gd name="connsiteX16" fmla="*/ 144350 w 447284"/>
                <a:gd name="connsiteY16" fmla="*/ 60586 h 447284"/>
                <a:gd name="connsiteX17" fmla="*/ 144350 w 447284"/>
                <a:gd name="connsiteY17" fmla="*/ 60181 h 447284"/>
                <a:gd name="connsiteX18" fmla="*/ 143538 w 447284"/>
                <a:gd name="connsiteY18" fmla="*/ 58959 h 447284"/>
                <a:gd name="connsiteX19" fmla="*/ 141098 w 447284"/>
                <a:gd name="connsiteY19" fmla="*/ 57740 h 447284"/>
                <a:gd name="connsiteX20" fmla="*/ 100843 w 447284"/>
                <a:gd name="connsiteY20" fmla="*/ 46761 h 447284"/>
                <a:gd name="connsiteX21" fmla="*/ 92710 w 447284"/>
                <a:gd name="connsiteY21" fmla="*/ 51235 h 447284"/>
                <a:gd name="connsiteX22" fmla="*/ 97183 w 447284"/>
                <a:gd name="connsiteY22" fmla="*/ 59366 h 447284"/>
                <a:gd name="connsiteX23" fmla="*/ 123206 w 447284"/>
                <a:gd name="connsiteY23" fmla="*/ 66280 h 447284"/>
                <a:gd name="connsiteX24" fmla="*/ 30497 w 447284"/>
                <a:gd name="connsiteY24" fmla="*/ 241127 h 447284"/>
                <a:gd name="connsiteX25" fmla="*/ 241939 w 447284"/>
                <a:gd name="connsiteY25" fmla="*/ 452571 h 447284"/>
                <a:gd name="connsiteX26" fmla="*/ 453384 w 447284"/>
                <a:gd name="connsiteY26" fmla="*/ 241127 h 447284"/>
                <a:gd name="connsiteX27" fmla="*/ 242346 w 447284"/>
                <a:gd name="connsiteY27" fmla="*/ 30497 h 447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47284" h="447284">
                  <a:moveTo>
                    <a:pt x="242346" y="30497"/>
                  </a:moveTo>
                  <a:cubicBezTo>
                    <a:pt x="220797" y="30497"/>
                    <a:pt x="199652" y="33749"/>
                    <a:pt x="179321" y="39849"/>
                  </a:cubicBezTo>
                  <a:cubicBezTo>
                    <a:pt x="175660" y="41069"/>
                    <a:pt x="174034" y="44729"/>
                    <a:pt x="174848" y="47981"/>
                  </a:cubicBezTo>
                  <a:cubicBezTo>
                    <a:pt x="176067" y="51641"/>
                    <a:pt x="179728" y="53267"/>
                    <a:pt x="182981" y="52455"/>
                  </a:cubicBezTo>
                  <a:cubicBezTo>
                    <a:pt x="202091" y="46354"/>
                    <a:pt x="222015" y="43509"/>
                    <a:pt x="241939" y="43509"/>
                  </a:cubicBezTo>
                  <a:cubicBezTo>
                    <a:pt x="351321" y="43509"/>
                    <a:pt x="440371" y="132559"/>
                    <a:pt x="440371" y="241939"/>
                  </a:cubicBezTo>
                  <a:cubicBezTo>
                    <a:pt x="440371" y="351321"/>
                    <a:pt x="351321" y="440371"/>
                    <a:pt x="241939" y="440371"/>
                  </a:cubicBezTo>
                  <a:cubicBezTo>
                    <a:pt x="132559" y="440371"/>
                    <a:pt x="43509" y="351321"/>
                    <a:pt x="43509" y="241939"/>
                  </a:cubicBezTo>
                  <a:cubicBezTo>
                    <a:pt x="43509" y="176881"/>
                    <a:pt x="75632" y="116293"/>
                    <a:pt x="128493" y="79291"/>
                  </a:cubicBezTo>
                  <a:lnTo>
                    <a:pt x="121987" y="103282"/>
                  </a:lnTo>
                  <a:cubicBezTo>
                    <a:pt x="121174" y="106942"/>
                    <a:pt x="123206" y="110601"/>
                    <a:pt x="126460" y="111414"/>
                  </a:cubicBezTo>
                  <a:cubicBezTo>
                    <a:pt x="126866" y="111414"/>
                    <a:pt x="127680" y="111821"/>
                    <a:pt x="128086" y="111821"/>
                  </a:cubicBezTo>
                  <a:cubicBezTo>
                    <a:pt x="130932" y="111821"/>
                    <a:pt x="133779" y="109787"/>
                    <a:pt x="134592" y="106942"/>
                  </a:cubicBezTo>
                  <a:lnTo>
                    <a:pt x="145570" y="66280"/>
                  </a:lnTo>
                  <a:cubicBezTo>
                    <a:pt x="145977" y="64653"/>
                    <a:pt x="145570" y="62620"/>
                    <a:pt x="144757" y="61400"/>
                  </a:cubicBezTo>
                  <a:lnTo>
                    <a:pt x="144757" y="61400"/>
                  </a:lnTo>
                  <a:cubicBezTo>
                    <a:pt x="144757" y="60993"/>
                    <a:pt x="144350" y="60993"/>
                    <a:pt x="144350" y="60586"/>
                  </a:cubicBezTo>
                  <a:cubicBezTo>
                    <a:pt x="144350" y="60586"/>
                    <a:pt x="144350" y="60586"/>
                    <a:pt x="144350" y="60181"/>
                  </a:cubicBezTo>
                  <a:cubicBezTo>
                    <a:pt x="143945" y="59774"/>
                    <a:pt x="143945" y="59366"/>
                    <a:pt x="143538" y="58959"/>
                  </a:cubicBezTo>
                  <a:cubicBezTo>
                    <a:pt x="142725" y="58554"/>
                    <a:pt x="141911" y="58147"/>
                    <a:pt x="141098" y="57740"/>
                  </a:cubicBezTo>
                  <a:lnTo>
                    <a:pt x="100843" y="46761"/>
                  </a:lnTo>
                  <a:cubicBezTo>
                    <a:pt x="97183" y="45949"/>
                    <a:pt x="93523" y="47981"/>
                    <a:pt x="92710" y="51235"/>
                  </a:cubicBezTo>
                  <a:cubicBezTo>
                    <a:pt x="91897" y="54894"/>
                    <a:pt x="93930" y="58554"/>
                    <a:pt x="97183" y="59366"/>
                  </a:cubicBezTo>
                  <a:lnTo>
                    <a:pt x="123206" y="66280"/>
                  </a:lnTo>
                  <a:cubicBezTo>
                    <a:pt x="65873" y="105315"/>
                    <a:pt x="30497" y="171188"/>
                    <a:pt x="30497" y="241127"/>
                  </a:cubicBezTo>
                  <a:cubicBezTo>
                    <a:pt x="30497" y="357827"/>
                    <a:pt x="125239" y="452571"/>
                    <a:pt x="241939" y="452571"/>
                  </a:cubicBezTo>
                  <a:cubicBezTo>
                    <a:pt x="358640" y="452571"/>
                    <a:pt x="453384" y="357827"/>
                    <a:pt x="453384" y="241127"/>
                  </a:cubicBezTo>
                  <a:cubicBezTo>
                    <a:pt x="453791" y="125646"/>
                    <a:pt x="358640" y="30497"/>
                    <a:pt x="242346" y="30497"/>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grpSp>
      <p:sp>
        <p:nvSpPr>
          <p:cNvPr id="177" name="Freeform: Shape 176">
            <a:extLst>
              <a:ext uri="{FF2B5EF4-FFF2-40B4-BE49-F238E27FC236}">
                <a16:creationId xmlns:a16="http://schemas.microsoft.com/office/drawing/2014/main" id="{D1EB4222-8C96-21CA-4782-2AFD68F90325}"/>
              </a:ext>
            </a:extLst>
          </p:cNvPr>
          <p:cNvSpPr/>
          <p:nvPr/>
        </p:nvSpPr>
        <p:spPr>
          <a:xfrm>
            <a:off x="4521255" y="1483128"/>
            <a:ext cx="884498" cy="884498"/>
          </a:xfrm>
          <a:custGeom>
            <a:avLst/>
            <a:gdLst>
              <a:gd name="connsiteX0" fmla="*/ 565691 w 975893"/>
              <a:gd name="connsiteY0" fmla="*/ 98215 h 975893"/>
              <a:gd name="connsiteX1" fmla="*/ 906440 w 975893"/>
              <a:gd name="connsiteY1" fmla="*/ 565691 h 975893"/>
              <a:gd name="connsiteX2" fmla="*/ 438964 w 975893"/>
              <a:gd name="connsiteY2" fmla="*/ 906439 h 975893"/>
              <a:gd name="connsiteX3" fmla="*/ 98216 w 975893"/>
              <a:gd name="connsiteY3" fmla="*/ 438963 h 975893"/>
              <a:gd name="connsiteX4" fmla="*/ 565691 w 975893"/>
              <a:gd name="connsiteY4" fmla="*/ 98215 h 975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893" h="975893">
                <a:moveTo>
                  <a:pt x="565691" y="98215"/>
                </a:moveTo>
                <a:cubicBezTo>
                  <a:pt x="788877" y="133210"/>
                  <a:pt x="941435" y="342506"/>
                  <a:pt x="906440" y="565691"/>
                </a:cubicBezTo>
                <a:cubicBezTo>
                  <a:pt x="871445" y="788876"/>
                  <a:pt x="662149" y="941434"/>
                  <a:pt x="438964" y="906439"/>
                </a:cubicBezTo>
                <a:cubicBezTo>
                  <a:pt x="215779" y="871444"/>
                  <a:pt x="63221" y="662148"/>
                  <a:pt x="98216" y="438963"/>
                </a:cubicBezTo>
                <a:cubicBezTo>
                  <a:pt x="133210" y="215778"/>
                  <a:pt x="342506" y="63220"/>
                  <a:pt x="565691" y="98215"/>
                </a:cubicBezTo>
                <a:close/>
              </a:path>
            </a:pathLst>
          </a:custGeom>
          <a:solidFill>
            <a:srgbClr val="002753"/>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78" name="Freeform: Shape 177">
            <a:extLst>
              <a:ext uri="{FF2B5EF4-FFF2-40B4-BE49-F238E27FC236}">
                <a16:creationId xmlns:a16="http://schemas.microsoft.com/office/drawing/2014/main" id="{AB046525-9580-8DF3-4719-91CDB28D9C7D}"/>
              </a:ext>
            </a:extLst>
          </p:cNvPr>
          <p:cNvSpPr/>
          <p:nvPr/>
        </p:nvSpPr>
        <p:spPr>
          <a:xfrm>
            <a:off x="4757628" y="1752335"/>
            <a:ext cx="405395" cy="368541"/>
          </a:xfrm>
          <a:custGeom>
            <a:avLst/>
            <a:gdLst>
              <a:gd name="connsiteX0" fmla="*/ 435085 w 447284"/>
              <a:gd name="connsiteY0" fmla="*/ 30497 h 406622"/>
              <a:gd name="connsiteX1" fmla="*/ 50421 w 447284"/>
              <a:gd name="connsiteY1" fmla="*/ 30497 h 406622"/>
              <a:gd name="connsiteX2" fmla="*/ 30497 w 447284"/>
              <a:gd name="connsiteY2" fmla="*/ 50421 h 406622"/>
              <a:gd name="connsiteX3" fmla="*/ 30497 w 447284"/>
              <a:gd name="connsiteY3" fmla="*/ 301714 h 406622"/>
              <a:gd name="connsiteX4" fmla="*/ 50421 w 447284"/>
              <a:gd name="connsiteY4" fmla="*/ 321638 h 406622"/>
              <a:gd name="connsiteX5" fmla="*/ 203311 w 447284"/>
              <a:gd name="connsiteY5" fmla="*/ 321638 h 406622"/>
              <a:gd name="connsiteX6" fmla="*/ 203311 w 447284"/>
              <a:gd name="connsiteY6" fmla="*/ 367993 h 406622"/>
              <a:gd name="connsiteX7" fmla="*/ 124019 w 447284"/>
              <a:gd name="connsiteY7" fmla="*/ 367993 h 406622"/>
              <a:gd name="connsiteX8" fmla="*/ 117513 w 447284"/>
              <a:gd name="connsiteY8" fmla="*/ 374499 h 406622"/>
              <a:gd name="connsiteX9" fmla="*/ 124019 w 447284"/>
              <a:gd name="connsiteY9" fmla="*/ 381005 h 406622"/>
              <a:gd name="connsiteX10" fmla="*/ 209816 w 447284"/>
              <a:gd name="connsiteY10" fmla="*/ 381005 h 406622"/>
              <a:gd name="connsiteX11" fmla="*/ 276096 w 447284"/>
              <a:gd name="connsiteY11" fmla="*/ 381005 h 406622"/>
              <a:gd name="connsiteX12" fmla="*/ 361894 w 447284"/>
              <a:gd name="connsiteY12" fmla="*/ 381005 h 406622"/>
              <a:gd name="connsiteX13" fmla="*/ 368400 w 447284"/>
              <a:gd name="connsiteY13" fmla="*/ 374499 h 406622"/>
              <a:gd name="connsiteX14" fmla="*/ 361894 w 447284"/>
              <a:gd name="connsiteY14" fmla="*/ 367993 h 406622"/>
              <a:gd name="connsiteX15" fmla="*/ 282602 w 447284"/>
              <a:gd name="connsiteY15" fmla="*/ 367993 h 406622"/>
              <a:gd name="connsiteX16" fmla="*/ 282602 w 447284"/>
              <a:gd name="connsiteY16" fmla="*/ 321638 h 406622"/>
              <a:gd name="connsiteX17" fmla="*/ 435492 w 447284"/>
              <a:gd name="connsiteY17" fmla="*/ 321638 h 406622"/>
              <a:gd name="connsiteX18" fmla="*/ 455416 w 447284"/>
              <a:gd name="connsiteY18" fmla="*/ 301714 h 406622"/>
              <a:gd name="connsiteX19" fmla="*/ 455416 w 447284"/>
              <a:gd name="connsiteY19" fmla="*/ 50421 h 406622"/>
              <a:gd name="connsiteX20" fmla="*/ 435085 w 447284"/>
              <a:gd name="connsiteY20" fmla="*/ 30497 h 406622"/>
              <a:gd name="connsiteX21" fmla="*/ 50421 w 447284"/>
              <a:gd name="connsiteY21" fmla="*/ 43509 h 406622"/>
              <a:gd name="connsiteX22" fmla="*/ 435085 w 447284"/>
              <a:gd name="connsiteY22" fmla="*/ 43509 h 406622"/>
              <a:gd name="connsiteX23" fmla="*/ 441591 w 447284"/>
              <a:gd name="connsiteY23" fmla="*/ 50014 h 406622"/>
              <a:gd name="connsiteX24" fmla="*/ 441591 w 447284"/>
              <a:gd name="connsiteY24" fmla="*/ 261458 h 406622"/>
              <a:gd name="connsiteX25" fmla="*/ 43508 w 447284"/>
              <a:gd name="connsiteY25" fmla="*/ 261458 h 406622"/>
              <a:gd name="connsiteX26" fmla="*/ 43508 w 447284"/>
              <a:gd name="connsiteY26" fmla="*/ 50014 h 406622"/>
              <a:gd name="connsiteX27" fmla="*/ 50421 w 447284"/>
              <a:gd name="connsiteY27" fmla="*/ 43509 h 406622"/>
              <a:gd name="connsiteX28" fmla="*/ 269184 w 447284"/>
              <a:gd name="connsiteY28" fmla="*/ 367180 h 406622"/>
              <a:gd name="connsiteX29" fmla="*/ 216322 w 447284"/>
              <a:gd name="connsiteY29" fmla="*/ 367180 h 406622"/>
              <a:gd name="connsiteX30" fmla="*/ 216322 w 447284"/>
              <a:gd name="connsiteY30" fmla="*/ 320825 h 406622"/>
              <a:gd name="connsiteX31" fmla="*/ 269184 w 447284"/>
              <a:gd name="connsiteY31" fmla="*/ 320825 h 406622"/>
              <a:gd name="connsiteX32" fmla="*/ 269184 w 447284"/>
              <a:gd name="connsiteY32" fmla="*/ 367180 h 406622"/>
              <a:gd name="connsiteX33" fmla="*/ 435085 w 447284"/>
              <a:gd name="connsiteY33" fmla="*/ 307813 h 406622"/>
              <a:gd name="connsiteX34" fmla="*/ 275690 w 447284"/>
              <a:gd name="connsiteY34" fmla="*/ 307813 h 406622"/>
              <a:gd name="connsiteX35" fmla="*/ 209410 w 447284"/>
              <a:gd name="connsiteY35" fmla="*/ 307813 h 406622"/>
              <a:gd name="connsiteX36" fmla="*/ 50014 w 447284"/>
              <a:gd name="connsiteY36" fmla="*/ 307813 h 406622"/>
              <a:gd name="connsiteX37" fmla="*/ 43508 w 447284"/>
              <a:gd name="connsiteY37" fmla="*/ 301307 h 406622"/>
              <a:gd name="connsiteX38" fmla="*/ 43508 w 447284"/>
              <a:gd name="connsiteY38" fmla="*/ 274876 h 406622"/>
              <a:gd name="connsiteX39" fmla="*/ 441591 w 447284"/>
              <a:gd name="connsiteY39" fmla="*/ 274876 h 406622"/>
              <a:gd name="connsiteX40" fmla="*/ 441591 w 447284"/>
              <a:gd name="connsiteY40" fmla="*/ 301307 h 406622"/>
              <a:gd name="connsiteX41" fmla="*/ 435085 w 447284"/>
              <a:gd name="connsiteY41" fmla="*/ 307813 h 406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47284" h="406622">
                <a:moveTo>
                  <a:pt x="435085" y="30497"/>
                </a:moveTo>
                <a:lnTo>
                  <a:pt x="50421" y="30497"/>
                </a:lnTo>
                <a:cubicBezTo>
                  <a:pt x="39442" y="30497"/>
                  <a:pt x="30497" y="39442"/>
                  <a:pt x="30497" y="50421"/>
                </a:cubicBezTo>
                <a:lnTo>
                  <a:pt x="30497" y="301714"/>
                </a:lnTo>
                <a:cubicBezTo>
                  <a:pt x="30497" y="312693"/>
                  <a:pt x="39442" y="321638"/>
                  <a:pt x="50421" y="321638"/>
                </a:cubicBezTo>
                <a:lnTo>
                  <a:pt x="203311" y="321638"/>
                </a:lnTo>
                <a:lnTo>
                  <a:pt x="203311" y="367993"/>
                </a:lnTo>
                <a:lnTo>
                  <a:pt x="124019" y="367993"/>
                </a:lnTo>
                <a:cubicBezTo>
                  <a:pt x="120360" y="367993"/>
                  <a:pt x="117513" y="370839"/>
                  <a:pt x="117513" y="374499"/>
                </a:cubicBezTo>
                <a:cubicBezTo>
                  <a:pt x="117513" y="378159"/>
                  <a:pt x="120360" y="381005"/>
                  <a:pt x="124019" y="381005"/>
                </a:cubicBezTo>
                <a:lnTo>
                  <a:pt x="209816" y="381005"/>
                </a:lnTo>
                <a:lnTo>
                  <a:pt x="276096" y="381005"/>
                </a:lnTo>
                <a:lnTo>
                  <a:pt x="361894" y="381005"/>
                </a:lnTo>
                <a:cubicBezTo>
                  <a:pt x="365553" y="381005"/>
                  <a:pt x="368400" y="378159"/>
                  <a:pt x="368400" y="374499"/>
                </a:cubicBezTo>
                <a:cubicBezTo>
                  <a:pt x="368400" y="370839"/>
                  <a:pt x="365553" y="367993"/>
                  <a:pt x="361894" y="367993"/>
                </a:cubicBezTo>
                <a:lnTo>
                  <a:pt x="282602" y="367993"/>
                </a:lnTo>
                <a:lnTo>
                  <a:pt x="282602" y="321638"/>
                </a:lnTo>
                <a:lnTo>
                  <a:pt x="435492" y="321638"/>
                </a:lnTo>
                <a:cubicBezTo>
                  <a:pt x="446470" y="321638"/>
                  <a:pt x="455416" y="312693"/>
                  <a:pt x="455416" y="301714"/>
                </a:cubicBezTo>
                <a:lnTo>
                  <a:pt x="455416" y="50421"/>
                </a:lnTo>
                <a:cubicBezTo>
                  <a:pt x="454603" y="39442"/>
                  <a:pt x="446065" y="30497"/>
                  <a:pt x="435085" y="30497"/>
                </a:cubicBezTo>
                <a:close/>
                <a:moveTo>
                  <a:pt x="50421" y="43509"/>
                </a:moveTo>
                <a:lnTo>
                  <a:pt x="435085" y="43509"/>
                </a:lnTo>
                <a:cubicBezTo>
                  <a:pt x="438744" y="43509"/>
                  <a:pt x="441591" y="46355"/>
                  <a:pt x="441591" y="50014"/>
                </a:cubicBezTo>
                <a:lnTo>
                  <a:pt x="441591" y="261458"/>
                </a:lnTo>
                <a:lnTo>
                  <a:pt x="43508" y="261458"/>
                </a:lnTo>
                <a:lnTo>
                  <a:pt x="43508" y="50014"/>
                </a:lnTo>
                <a:cubicBezTo>
                  <a:pt x="43508" y="46355"/>
                  <a:pt x="46761" y="43509"/>
                  <a:pt x="50421" y="43509"/>
                </a:cubicBezTo>
                <a:close/>
                <a:moveTo>
                  <a:pt x="269184" y="367180"/>
                </a:moveTo>
                <a:lnTo>
                  <a:pt x="216322" y="367180"/>
                </a:lnTo>
                <a:lnTo>
                  <a:pt x="216322" y="320825"/>
                </a:lnTo>
                <a:lnTo>
                  <a:pt x="269184" y="320825"/>
                </a:lnTo>
                <a:lnTo>
                  <a:pt x="269184" y="367180"/>
                </a:lnTo>
                <a:close/>
                <a:moveTo>
                  <a:pt x="435085" y="307813"/>
                </a:moveTo>
                <a:lnTo>
                  <a:pt x="275690" y="307813"/>
                </a:lnTo>
                <a:lnTo>
                  <a:pt x="209410" y="307813"/>
                </a:lnTo>
                <a:lnTo>
                  <a:pt x="50014" y="307813"/>
                </a:lnTo>
                <a:cubicBezTo>
                  <a:pt x="46354" y="307813"/>
                  <a:pt x="43508" y="304967"/>
                  <a:pt x="43508" y="301307"/>
                </a:cubicBezTo>
                <a:lnTo>
                  <a:pt x="43508" y="274876"/>
                </a:lnTo>
                <a:lnTo>
                  <a:pt x="441591" y="274876"/>
                </a:lnTo>
                <a:lnTo>
                  <a:pt x="441591" y="301307"/>
                </a:lnTo>
                <a:cubicBezTo>
                  <a:pt x="441591" y="304967"/>
                  <a:pt x="438744" y="307813"/>
                  <a:pt x="435085" y="307813"/>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79" name="Freeform: Shape 178">
            <a:extLst>
              <a:ext uri="{FF2B5EF4-FFF2-40B4-BE49-F238E27FC236}">
                <a16:creationId xmlns:a16="http://schemas.microsoft.com/office/drawing/2014/main" id="{0E269116-FAEB-53F8-2C3F-6F41A22123D5}"/>
              </a:ext>
            </a:extLst>
          </p:cNvPr>
          <p:cNvSpPr/>
          <p:nvPr/>
        </p:nvSpPr>
        <p:spPr>
          <a:xfrm>
            <a:off x="4782319" y="1776289"/>
            <a:ext cx="368541" cy="221125"/>
          </a:xfrm>
          <a:custGeom>
            <a:avLst/>
            <a:gdLst>
              <a:gd name="connsiteX0" fmla="*/ 37003 w 406622"/>
              <a:gd name="connsiteY0" fmla="*/ 222016 h 243973"/>
              <a:gd name="connsiteX1" fmla="*/ 393610 w 406622"/>
              <a:gd name="connsiteY1" fmla="*/ 222016 h 243973"/>
              <a:gd name="connsiteX2" fmla="*/ 400116 w 406622"/>
              <a:gd name="connsiteY2" fmla="*/ 215510 h 243973"/>
              <a:gd name="connsiteX3" fmla="*/ 400116 w 406622"/>
              <a:gd name="connsiteY3" fmla="*/ 37003 h 243973"/>
              <a:gd name="connsiteX4" fmla="*/ 393610 w 406622"/>
              <a:gd name="connsiteY4" fmla="*/ 30497 h 243973"/>
              <a:gd name="connsiteX5" fmla="*/ 37003 w 406622"/>
              <a:gd name="connsiteY5" fmla="*/ 30497 h 243973"/>
              <a:gd name="connsiteX6" fmla="*/ 30497 w 406622"/>
              <a:gd name="connsiteY6" fmla="*/ 37003 h 243973"/>
              <a:gd name="connsiteX7" fmla="*/ 30497 w 406622"/>
              <a:gd name="connsiteY7" fmla="*/ 215510 h 243973"/>
              <a:gd name="connsiteX8" fmla="*/ 37003 w 406622"/>
              <a:gd name="connsiteY8" fmla="*/ 222016 h 243973"/>
              <a:gd name="connsiteX9" fmla="*/ 132152 w 406622"/>
              <a:gd name="connsiteY9" fmla="*/ 160616 h 243973"/>
              <a:gd name="connsiteX10" fmla="*/ 115888 w 406622"/>
              <a:gd name="connsiteY10" fmla="*/ 139065 h 243973"/>
              <a:gd name="connsiteX11" fmla="*/ 139065 w 406622"/>
              <a:gd name="connsiteY11" fmla="*/ 115888 h 243973"/>
              <a:gd name="connsiteX12" fmla="*/ 160616 w 406622"/>
              <a:gd name="connsiteY12" fmla="*/ 132152 h 243973"/>
              <a:gd name="connsiteX13" fmla="*/ 167935 w 406622"/>
              <a:gd name="connsiteY13" fmla="*/ 132559 h 243973"/>
              <a:gd name="connsiteX14" fmla="*/ 190706 w 406622"/>
              <a:gd name="connsiteY14" fmla="*/ 123207 h 243973"/>
              <a:gd name="connsiteX15" fmla="*/ 195585 w 406622"/>
              <a:gd name="connsiteY15" fmla="*/ 117921 h 243973"/>
              <a:gd name="connsiteX16" fmla="*/ 199245 w 406622"/>
              <a:gd name="connsiteY16" fmla="*/ 91490 h 243973"/>
              <a:gd name="connsiteX17" fmla="*/ 231775 w 406622"/>
              <a:gd name="connsiteY17" fmla="*/ 91490 h 243973"/>
              <a:gd name="connsiteX18" fmla="*/ 235435 w 406622"/>
              <a:gd name="connsiteY18" fmla="*/ 117921 h 243973"/>
              <a:gd name="connsiteX19" fmla="*/ 240314 w 406622"/>
              <a:gd name="connsiteY19" fmla="*/ 123207 h 243973"/>
              <a:gd name="connsiteX20" fmla="*/ 263085 w 406622"/>
              <a:gd name="connsiteY20" fmla="*/ 132559 h 243973"/>
              <a:gd name="connsiteX21" fmla="*/ 270404 w 406622"/>
              <a:gd name="connsiteY21" fmla="*/ 132152 h 243973"/>
              <a:gd name="connsiteX22" fmla="*/ 291954 w 406622"/>
              <a:gd name="connsiteY22" fmla="*/ 115888 h 243973"/>
              <a:gd name="connsiteX23" fmla="*/ 315132 w 406622"/>
              <a:gd name="connsiteY23" fmla="*/ 139065 h 243973"/>
              <a:gd name="connsiteX24" fmla="*/ 298868 w 406622"/>
              <a:gd name="connsiteY24" fmla="*/ 160616 h 243973"/>
              <a:gd name="connsiteX25" fmla="*/ 298461 w 406622"/>
              <a:gd name="connsiteY25" fmla="*/ 167935 h 243973"/>
              <a:gd name="connsiteX26" fmla="*/ 307813 w 406622"/>
              <a:gd name="connsiteY26" fmla="*/ 190706 h 243973"/>
              <a:gd name="connsiteX27" fmla="*/ 313100 w 406622"/>
              <a:gd name="connsiteY27" fmla="*/ 195586 h 243973"/>
              <a:gd name="connsiteX28" fmla="*/ 339530 w 406622"/>
              <a:gd name="connsiteY28" fmla="*/ 199245 h 243973"/>
              <a:gd name="connsiteX29" fmla="*/ 340343 w 406622"/>
              <a:gd name="connsiteY29" fmla="*/ 209004 h 243973"/>
              <a:gd name="connsiteX30" fmla="*/ 293988 w 406622"/>
              <a:gd name="connsiteY30" fmla="*/ 209004 h 243973"/>
              <a:gd name="connsiteX31" fmla="*/ 215104 w 406622"/>
              <a:gd name="connsiteY31" fmla="*/ 136625 h 243973"/>
              <a:gd name="connsiteX32" fmla="*/ 136219 w 406622"/>
              <a:gd name="connsiteY32" fmla="*/ 209004 h 243973"/>
              <a:gd name="connsiteX33" fmla="*/ 89863 w 406622"/>
              <a:gd name="connsiteY33" fmla="*/ 209004 h 243973"/>
              <a:gd name="connsiteX34" fmla="*/ 90677 w 406622"/>
              <a:gd name="connsiteY34" fmla="*/ 199245 h 243973"/>
              <a:gd name="connsiteX35" fmla="*/ 117107 w 406622"/>
              <a:gd name="connsiteY35" fmla="*/ 195586 h 243973"/>
              <a:gd name="connsiteX36" fmla="*/ 122394 w 406622"/>
              <a:gd name="connsiteY36" fmla="*/ 190706 h 243973"/>
              <a:gd name="connsiteX37" fmla="*/ 131745 w 406622"/>
              <a:gd name="connsiteY37" fmla="*/ 167935 h 243973"/>
              <a:gd name="connsiteX38" fmla="*/ 132152 w 406622"/>
              <a:gd name="connsiteY38" fmla="*/ 160616 h 243973"/>
              <a:gd name="connsiteX39" fmla="*/ 280976 w 406622"/>
              <a:gd name="connsiteY39" fmla="*/ 208597 h 243973"/>
              <a:gd name="connsiteX40" fmla="*/ 150044 w 406622"/>
              <a:gd name="connsiteY40" fmla="*/ 208597 h 243973"/>
              <a:gd name="connsiteX41" fmla="*/ 215511 w 406622"/>
              <a:gd name="connsiteY41" fmla="*/ 149231 h 243973"/>
              <a:gd name="connsiteX42" fmla="*/ 280976 w 406622"/>
              <a:gd name="connsiteY42" fmla="*/ 208597 h 243973"/>
              <a:gd name="connsiteX43" fmla="*/ 43509 w 406622"/>
              <a:gd name="connsiteY43" fmla="*/ 43509 h 243973"/>
              <a:gd name="connsiteX44" fmla="*/ 387104 w 406622"/>
              <a:gd name="connsiteY44" fmla="*/ 43509 h 243973"/>
              <a:gd name="connsiteX45" fmla="*/ 387104 w 406622"/>
              <a:gd name="connsiteY45" fmla="*/ 208597 h 243973"/>
              <a:gd name="connsiteX46" fmla="*/ 353762 w 406622"/>
              <a:gd name="connsiteY46" fmla="*/ 208597 h 243973"/>
              <a:gd name="connsiteX47" fmla="*/ 352135 w 406622"/>
              <a:gd name="connsiteY47" fmla="*/ 191926 h 243973"/>
              <a:gd name="connsiteX48" fmla="*/ 346442 w 406622"/>
              <a:gd name="connsiteY48" fmla="*/ 186640 h 243973"/>
              <a:gd name="connsiteX49" fmla="*/ 319199 w 406622"/>
              <a:gd name="connsiteY49" fmla="*/ 182574 h 243973"/>
              <a:gd name="connsiteX50" fmla="*/ 311880 w 406622"/>
              <a:gd name="connsiteY50" fmla="*/ 164682 h 243973"/>
              <a:gd name="connsiteX51" fmla="*/ 328551 w 406622"/>
              <a:gd name="connsiteY51" fmla="*/ 142725 h 243973"/>
              <a:gd name="connsiteX52" fmla="*/ 328551 w 406622"/>
              <a:gd name="connsiteY52" fmla="*/ 134999 h 243973"/>
              <a:gd name="connsiteX53" fmla="*/ 295614 w 406622"/>
              <a:gd name="connsiteY53" fmla="*/ 102063 h 243973"/>
              <a:gd name="connsiteX54" fmla="*/ 287889 w 406622"/>
              <a:gd name="connsiteY54" fmla="*/ 102063 h 243973"/>
              <a:gd name="connsiteX55" fmla="*/ 265931 w 406622"/>
              <a:gd name="connsiteY55" fmla="*/ 118734 h 243973"/>
              <a:gd name="connsiteX56" fmla="*/ 248040 w 406622"/>
              <a:gd name="connsiteY56" fmla="*/ 111415 h 243973"/>
              <a:gd name="connsiteX57" fmla="*/ 243973 w 406622"/>
              <a:gd name="connsiteY57" fmla="*/ 84171 h 243973"/>
              <a:gd name="connsiteX58" fmla="*/ 238687 w 406622"/>
              <a:gd name="connsiteY58" fmla="*/ 78478 h 243973"/>
              <a:gd name="connsiteX59" fmla="*/ 191926 w 406622"/>
              <a:gd name="connsiteY59" fmla="*/ 78478 h 243973"/>
              <a:gd name="connsiteX60" fmla="*/ 186639 w 406622"/>
              <a:gd name="connsiteY60" fmla="*/ 84171 h 243973"/>
              <a:gd name="connsiteX61" fmla="*/ 182573 w 406622"/>
              <a:gd name="connsiteY61" fmla="*/ 111415 h 243973"/>
              <a:gd name="connsiteX62" fmla="*/ 164683 w 406622"/>
              <a:gd name="connsiteY62" fmla="*/ 118734 h 243973"/>
              <a:gd name="connsiteX63" fmla="*/ 142725 w 406622"/>
              <a:gd name="connsiteY63" fmla="*/ 102063 h 243973"/>
              <a:gd name="connsiteX64" fmla="*/ 134999 w 406622"/>
              <a:gd name="connsiteY64" fmla="*/ 102063 h 243973"/>
              <a:gd name="connsiteX65" fmla="*/ 102063 w 406622"/>
              <a:gd name="connsiteY65" fmla="*/ 134999 h 243973"/>
              <a:gd name="connsiteX66" fmla="*/ 102063 w 406622"/>
              <a:gd name="connsiteY66" fmla="*/ 142725 h 243973"/>
              <a:gd name="connsiteX67" fmla="*/ 118734 w 406622"/>
              <a:gd name="connsiteY67" fmla="*/ 164682 h 243973"/>
              <a:gd name="connsiteX68" fmla="*/ 111414 w 406622"/>
              <a:gd name="connsiteY68" fmla="*/ 182574 h 243973"/>
              <a:gd name="connsiteX69" fmla="*/ 84171 w 406622"/>
              <a:gd name="connsiteY69" fmla="*/ 186640 h 243973"/>
              <a:gd name="connsiteX70" fmla="*/ 78478 w 406622"/>
              <a:gd name="connsiteY70" fmla="*/ 191926 h 243973"/>
              <a:gd name="connsiteX71" fmla="*/ 76852 w 406622"/>
              <a:gd name="connsiteY71" fmla="*/ 208597 h 243973"/>
              <a:gd name="connsiteX72" fmla="*/ 43509 w 406622"/>
              <a:gd name="connsiteY72" fmla="*/ 208597 h 243973"/>
              <a:gd name="connsiteX73" fmla="*/ 43509 w 406622"/>
              <a:gd name="connsiteY73" fmla="*/ 43509 h 243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06622" h="243973">
                <a:moveTo>
                  <a:pt x="37003" y="222016"/>
                </a:moveTo>
                <a:lnTo>
                  <a:pt x="393610" y="222016"/>
                </a:lnTo>
                <a:cubicBezTo>
                  <a:pt x="397269" y="222016"/>
                  <a:pt x="400116" y="219169"/>
                  <a:pt x="400116" y="215510"/>
                </a:cubicBezTo>
                <a:lnTo>
                  <a:pt x="400116" y="37003"/>
                </a:lnTo>
                <a:cubicBezTo>
                  <a:pt x="400116" y="33343"/>
                  <a:pt x="397269" y="30497"/>
                  <a:pt x="393610" y="30497"/>
                </a:cubicBezTo>
                <a:lnTo>
                  <a:pt x="37003" y="30497"/>
                </a:lnTo>
                <a:cubicBezTo>
                  <a:pt x="33343" y="30497"/>
                  <a:pt x="30497" y="33343"/>
                  <a:pt x="30497" y="37003"/>
                </a:cubicBezTo>
                <a:lnTo>
                  <a:pt x="30497" y="215510"/>
                </a:lnTo>
                <a:cubicBezTo>
                  <a:pt x="30497" y="219169"/>
                  <a:pt x="33343" y="222016"/>
                  <a:pt x="37003" y="222016"/>
                </a:cubicBezTo>
                <a:close/>
                <a:moveTo>
                  <a:pt x="132152" y="160616"/>
                </a:moveTo>
                <a:lnTo>
                  <a:pt x="115888" y="139065"/>
                </a:lnTo>
                <a:cubicBezTo>
                  <a:pt x="122394" y="130526"/>
                  <a:pt x="130120" y="122800"/>
                  <a:pt x="139065" y="115888"/>
                </a:cubicBezTo>
                <a:lnTo>
                  <a:pt x="160616" y="132152"/>
                </a:lnTo>
                <a:cubicBezTo>
                  <a:pt x="162649" y="133779"/>
                  <a:pt x="165496" y="133779"/>
                  <a:pt x="167935" y="132559"/>
                </a:cubicBezTo>
                <a:cubicBezTo>
                  <a:pt x="175254" y="128493"/>
                  <a:pt x="182573" y="125240"/>
                  <a:pt x="190706" y="123207"/>
                </a:cubicBezTo>
                <a:cubicBezTo>
                  <a:pt x="193146" y="122394"/>
                  <a:pt x="195179" y="120360"/>
                  <a:pt x="195585" y="117921"/>
                </a:cubicBezTo>
                <a:lnTo>
                  <a:pt x="199245" y="91490"/>
                </a:lnTo>
                <a:cubicBezTo>
                  <a:pt x="210224" y="89864"/>
                  <a:pt x="220796" y="89864"/>
                  <a:pt x="231775" y="91490"/>
                </a:cubicBezTo>
                <a:lnTo>
                  <a:pt x="235435" y="117921"/>
                </a:lnTo>
                <a:cubicBezTo>
                  <a:pt x="235842" y="120360"/>
                  <a:pt x="237874" y="122800"/>
                  <a:pt x="240314" y="123207"/>
                </a:cubicBezTo>
                <a:cubicBezTo>
                  <a:pt x="248040" y="125240"/>
                  <a:pt x="255766" y="128493"/>
                  <a:pt x="263085" y="132559"/>
                </a:cubicBezTo>
                <a:cubicBezTo>
                  <a:pt x="265524" y="133779"/>
                  <a:pt x="268371" y="133779"/>
                  <a:pt x="270404" y="132152"/>
                </a:cubicBezTo>
                <a:lnTo>
                  <a:pt x="291954" y="115888"/>
                </a:lnTo>
                <a:cubicBezTo>
                  <a:pt x="300494" y="122394"/>
                  <a:pt x="308220" y="130526"/>
                  <a:pt x="315132" y="139065"/>
                </a:cubicBezTo>
                <a:lnTo>
                  <a:pt x="298868" y="160616"/>
                </a:lnTo>
                <a:cubicBezTo>
                  <a:pt x="297241" y="162649"/>
                  <a:pt x="297241" y="165496"/>
                  <a:pt x="298461" y="167935"/>
                </a:cubicBezTo>
                <a:cubicBezTo>
                  <a:pt x="302527" y="175255"/>
                  <a:pt x="305779" y="182574"/>
                  <a:pt x="307813" y="190706"/>
                </a:cubicBezTo>
                <a:cubicBezTo>
                  <a:pt x="308626" y="193146"/>
                  <a:pt x="310660" y="195179"/>
                  <a:pt x="313100" y="195586"/>
                </a:cubicBezTo>
                <a:lnTo>
                  <a:pt x="339530" y="199245"/>
                </a:lnTo>
                <a:cubicBezTo>
                  <a:pt x="339937" y="202498"/>
                  <a:pt x="339937" y="205751"/>
                  <a:pt x="340343" y="209004"/>
                </a:cubicBezTo>
                <a:lnTo>
                  <a:pt x="293988" y="209004"/>
                </a:lnTo>
                <a:cubicBezTo>
                  <a:pt x="290735" y="168342"/>
                  <a:pt x="256579" y="136625"/>
                  <a:pt x="215104" y="136625"/>
                </a:cubicBezTo>
                <a:cubicBezTo>
                  <a:pt x="173627" y="136625"/>
                  <a:pt x="139878" y="168749"/>
                  <a:pt x="136219" y="209004"/>
                </a:cubicBezTo>
                <a:lnTo>
                  <a:pt x="89863" y="209004"/>
                </a:lnTo>
                <a:cubicBezTo>
                  <a:pt x="89863" y="205751"/>
                  <a:pt x="90270" y="202498"/>
                  <a:pt x="90677" y="199245"/>
                </a:cubicBezTo>
                <a:lnTo>
                  <a:pt x="117107" y="195586"/>
                </a:lnTo>
                <a:cubicBezTo>
                  <a:pt x="119547" y="195179"/>
                  <a:pt x="121987" y="193146"/>
                  <a:pt x="122394" y="190706"/>
                </a:cubicBezTo>
                <a:cubicBezTo>
                  <a:pt x="124426" y="182980"/>
                  <a:pt x="127680" y="175255"/>
                  <a:pt x="131745" y="167935"/>
                </a:cubicBezTo>
                <a:cubicBezTo>
                  <a:pt x="133779" y="165496"/>
                  <a:pt x="133372" y="162649"/>
                  <a:pt x="132152" y="160616"/>
                </a:cubicBezTo>
                <a:close/>
                <a:moveTo>
                  <a:pt x="280976" y="208597"/>
                </a:moveTo>
                <a:lnTo>
                  <a:pt x="150044" y="208597"/>
                </a:lnTo>
                <a:cubicBezTo>
                  <a:pt x="153296" y="175255"/>
                  <a:pt x="181353" y="149231"/>
                  <a:pt x="215511" y="149231"/>
                </a:cubicBezTo>
                <a:cubicBezTo>
                  <a:pt x="249260" y="149637"/>
                  <a:pt x="277724" y="175661"/>
                  <a:pt x="280976" y="208597"/>
                </a:cubicBezTo>
                <a:close/>
                <a:moveTo>
                  <a:pt x="43509" y="43509"/>
                </a:moveTo>
                <a:lnTo>
                  <a:pt x="387104" y="43509"/>
                </a:lnTo>
                <a:lnTo>
                  <a:pt x="387104" y="208597"/>
                </a:lnTo>
                <a:lnTo>
                  <a:pt x="353762" y="208597"/>
                </a:lnTo>
                <a:cubicBezTo>
                  <a:pt x="353355" y="202905"/>
                  <a:pt x="352948" y="197618"/>
                  <a:pt x="352135" y="191926"/>
                </a:cubicBezTo>
                <a:cubicBezTo>
                  <a:pt x="351728" y="189080"/>
                  <a:pt x="349288" y="187046"/>
                  <a:pt x="346442" y="186640"/>
                </a:cubicBezTo>
                <a:lnTo>
                  <a:pt x="319199" y="182574"/>
                </a:lnTo>
                <a:cubicBezTo>
                  <a:pt x="317166" y="176475"/>
                  <a:pt x="314725" y="170375"/>
                  <a:pt x="311880" y="164682"/>
                </a:cubicBezTo>
                <a:lnTo>
                  <a:pt x="328551" y="142725"/>
                </a:lnTo>
                <a:cubicBezTo>
                  <a:pt x="330177" y="140285"/>
                  <a:pt x="330177" y="137439"/>
                  <a:pt x="328551" y="134999"/>
                </a:cubicBezTo>
                <a:cubicBezTo>
                  <a:pt x="319606" y="122394"/>
                  <a:pt x="308220" y="111008"/>
                  <a:pt x="295614" y="102063"/>
                </a:cubicBezTo>
                <a:cubicBezTo>
                  <a:pt x="293174" y="100436"/>
                  <a:pt x="289922" y="100436"/>
                  <a:pt x="287889" y="102063"/>
                </a:cubicBezTo>
                <a:lnTo>
                  <a:pt x="265931" y="118734"/>
                </a:lnTo>
                <a:cubicBezTo>
                  <a:pt x="260238" y="115888"/>
                  <a:pt x="254139" y="113448"/>
                  <a:pt x="248040" y="111415"/>
                </a:cubicBezTo>
                <a:lnTo>
                  <a:pt x="243973" y="84171"/>
                </a:lnTo>
                <a:cubicBezTo>
                  <a:pt x="243566" y="81324"/>
                  <a:pt x="241534" y="78885"/>
                  <a:pt x="238687" y="78478"/>
                </a:cubicBezTo>
                <a:cubicBezTo>
                  <a:pt x="223235" y="76039"/>
                  <a:pt x="207785" y="76039"/>
                  <a:pt x="191926" y="78478"/>
                </a:cubicBezTo>
                <a:cubicBezTo>
                  <a:pt x="189079" y="78885"/>
                  <a:pt x="187046" y="81324"/>
                  <a:pt x="186639" y="84171"/>
                </a:cubicBezTo>
                <a:lnTo>
                  <a:pt x="182573" y="111415"/>
                </a:lnTo>
                <a:cubicBezTo>
                  <a:pt x="176474" y="113448"/>
                  <a:pt x="170375" y="115888"/>
                  <a:pt x="164683" y="118734"/>
                </a:cubicBezTo>
                <a:lnTo>
                  <a:pt x="142725" y="102063"/>
                </a:lnTo>
                <a:cubicBezTo>
                  <a:pt x="140285" y="100436"/>
                  <a:pt x="137439" y="100436"/>
                  <a:pt x="134999" y="102063"/>
                </a:cubicBezTo>
                <a:cubicBezTo>
                  <a:pt x="122394" y="111008"/>
                  <a:pt x="111008" y="122394"/>
                  <a:pt x="102063" y="134999"/>
                </a:cubicBezTo>
                <a:cubicBezTo>
                  <a:pt x="100436" y="137439"/>
                  <a:pt x="100436" y="140285"/>
                  <a:pt x="102063" y="142725"/>
                </a:cubicBezTo>
                <a:lnTo>
                  <a:pt x="118734" y="164682"/>
                </a:lnTo>
                <a:cubicBezTo>
                  <a:pt x="115888" y="170375"/>
                  <a:pt x="113448" y="176475"/>
                  <a:pt x="111414" y="182574"/>
                </a:cubicBezTo>
                <a:lnTo>
                  <a:pt x="84171" y="186640"/>
                </a:lnTo>
                <a:cubicBezTo>
                  <a:pt x="81324" y="187046"/>
                  <a:pt x="78885" y="189080"/>
                  <a:pt x="78478" y="191926"/>
                </a:cubicBezTo>
                <a:cubicBezTo>
                  <a:pt x="77665" y="197618"/>
                  <a:pt x="76852" y="202905"/>
                  <a:pt x="76852" y="208597"/>
                </a:cubicBezTo>
                <a:lnTo>
                  <a:pt x="43509" y="208597"/>
                </a:lnTo>
                <a:lnTo>
                  <a:pt x="43509" y="43509"/>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81" name="Freeform: Shape 180">
            <a:extLst>
              <a:ext uri="{FF2B5EF4-FFF2-40B4-BE49-F238E27FC236}">
                <a16:creationId xmlns:a16="http://schemas.microsoft.com/office/drawing/2014/main" id="{8FA05083-FE0A-6987-21D5-C21BFAE332A0}"/>
              </a:ext>
            </a:extLst>
          </p:cNvPr>
          <p:cNvSpPr/>
          <p:nvPr/>
        </p:nvSpPr>
        <p:spPr>
          <a:xfrm>
            <a:off x="5732417" y="5372879"/>
            <a:ext cx="773937" cy="773937"/>
          </a:xfrm>
          <a:custGeom>
            <a:avLst/>
            <a:gdLst>
              <a:gd name="connsiteX0" fmla="*/ 848620 w 853906"/>
              <a:gd name="connsiteY0" fmla="*/ 439559 h 853906"/>
              <a:gd name="connsiteX1" fmla="*/ 439558 w 853906"/>
              <a:gd name="connsiteY1" fmla="*/ 848621 h 853906"/>
              <a:gd name="connsiteX2" fmla="*/ 30496 w 853906"/>
              <a:gd name="connsiteY2" fmla="*/ 439559 h 853906"/>
              <a:gd name="connsiteX3" fmla="*/ 439558 w 853906"/>
              <a:gd name="connsiteY3" fmla="*/ 30497 h 853906"/>
              <a:gd name="connsiteX4" fmla="*/ 848620 w 853906"/>
              <a:gd name="connsiteY4" fmla="*/ 439559 h 853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906" h="853906">
                <a:moveTo>
                  <a:pt x="848620" y="439559"/>
                </a:moveTo>
                <a:cubicBezTo>
                  <a:pt x="848620" y="665478"/>
                  <a:pt x="665476" y="848621"/>
                  <a:pt x="439558" y="848621"/>
                </a:cubicBezTo>
                <a:cubicBezTo>
                  <a:pt x="213639" y="848621"/>
                  <a:pt x="30496" y="665477"/>
                  <a:pt x="30496" y="439559"/>
                </a:cubicBezTo>
                <a:cubicBezTo>
                  <a:pt x="30496" y="213639"/>
                  <a:pt x="213640" y="30497"/>
                  <a:pt x="439558" y="30497"/>
                </a:cubicBezTo>
                <a:cubicBezTo>
                  <a:pt x="665478" y="30497"/>
                  <a:pt x="848620" y="213641"/>
                  <a:pt x="848620" y="439559"/>
                </a:cubicBezTo>
                <a:close/>
              </a:path>
            </a:pathLst>
          </a:custGeom>
          <a:solidFill>
            <a:srgbClr val="002753"/>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82" name="Freeform: Shape 181">
            <a:extLst>
              <a:ext uri="{FF2B5EF4-FFF2-40B4-BE49-F238E27FC236}">
                <a16:creationId xmlns:a16="http://schemas.microsoft.com/office/drawing/2014/main" id="{49728EBD-2219-F370-924B-1E87857AB092}"/>
              </a:ext>
            </a:extLst>
          </p:cNvPr>
          <p:cNvSpPr/>
          <p:nvPr/>
        </p:nvSpPr>
        <p:spPr>
          <a:xfrm>
            <a:off x="5873569" y="5595110"/>
            <a:ext cx="479103" cy="331688"/>
          </a:xfrm>
          <a:custGeom>
            <a:avLst/>
            <a:gdLst>
              <a:gd name="connsiteX0" fmla="*/ 510717 w 528608"/>
              <a:gd name="connsiteY0" fmla="*/ 30497 h 365959"/>
              <a:gd name="connsiteX1" fmla="*/ 213477 w 528608"/>
              <a:gd name="connsiteY1" fmla="*/ 30497 h 365959"/>
              <a:gd name="connsiteX2" fmla="*/ 205751 w 528608"/>
              <a:gd name="connsiteY2" fmla="*/ 38223 h 365959"/>
              <a:gd name="connsiteX3" fmla="*/ 205751 w 528608"/>
              <a:gd name="connsiteY3" fmla="*/ 91490 h 365959"/>
              <a:gd name="connsiteX4" fmla="*/ 133372 w 528608"/>
              <a:gd name="connsiteY4" fmla="*/ 91490 h 365959"/>
              <a:gd name="connsiteX5" fmla="*/ 30497 w 528608"/>
              <a:gd name="connsiteY5" fmla="*/ 194365 h 365959"/>
              <a:gd name="connsiteX6" fmla="*/ 48794 w 528608"/>
              <a:gd name="connsiteY6" fmla="*/ 253326 h 365959"/>
              <a:gd name="connsiteX7" fmla="*/ 91490 w 528608"/>
              <a:gd name="connsiteY7" fmla="*/ 288295 h 365959"/>
              <a:gd name="connsiteX8" fmla="*/ 91490 w 528608"/>
              <a:gd name="connsiteY8" fmla="*/ 350508 h 365959"/>
              <a:gd name="connsiteX9" fmla="*/ 96775 w 528608"/>
              <a:gd name="connsiteY9" fmla="*/ 357827 h 365959"/>
              <a:gd name="connsiteX10" fmla="*/ 99216 w 528608"/>
              <a:gd name="connsiteY10" fmla="*/ 358234 h 365959"/>
              <a:gd name="connsiteX11" fmla="*/ 105315 w 528608"/>
              <a:gd name="connsiteY11" fmla="*/ 354982 h 365959"/>
              <a:gd name="connsiteX12" fmla="*/ 148823 w 528608"/>
              <a:gd name="connsiteY12" fmla="*/ 297241 h 365959"/>
              <a:gd name="connsiteX13" fmla="*/ 240313 w 528608"/>
              <a:gd name="connsiteY13" fmla="*/ 297241 h 365959"/>
              <a:gd name="connsiteX14" fmla="*/ 334244 w 528608"/>
              <a:gd name="connsiteY14" fmla="*/ 236247 h 365959"/>
              <a:gd name="connsiteX15" fmla="*/ 404995 w 528608"/>
              <a:gd name="connsiteY15" fmla="*/ 236247 h 365959"/>
              <a:gd name="connsiteX16" fmla="*/ 451350 w 528608"/>
              <a:gd name="connsiteY16" fmla="*/ 298054 h 365959"/>
              <a:gd name="connsiteX17" fmla="*/ 457450 w 528608"/>
              <a:gd name="connsiteY17" fmla="*/ 300900 h 365959"/>
              <a:gd name="connsiteX18" fmla="*/ 459890 w 528608"/>
              <a:gd name="connsiteY18" fmla="*/ 300493 h 365959"/>
              <a:gd name="connsiteX19" fmla="*/ 465176 w 528608"/>
              <a:gd name="connsiteY19" fmla="*/ 293174 h 365959"/>
              <a:gd name="connsiteX20" fmla="*/ 465176 w 528608"/>
              <a:gd name="connsiteY20" fmla="*/ 235840 h 365959"/>
              <a:gd name="connsiteX21" fmla="*/ 511123 w 528608"/>
              <a:gd name="connsiteY21" fmla="*/ 235840 h 365959"/>
              <a:gd name="connsiteX22" fmla="*/ 518849 w 528608"/>
              <a:gd name="connsiteY22" fmla="*/ 228114 h 365959"/>
              <a:gd name="connsiteX23" fmla="*/ 518849 w 528608"/>
              <a:gd name="connsiteY23" fmla="*/ 37409 h 365959"/>
              <a:gd name="connsiteX24" fmla="*/ 510717 w 528608"/>
              <a:gd name="connsiteY24" fmla="*/ 30497 h 365959"/>
              <a:gd name="connsiteX25" fmla="*/ 239907 w 528608"/>
              <a:gd name="connsiteY25" fmla="*/ 282196 h 365959"/>
              <a:gd name="connsiteX26" fmla="*/ 144757 w 528608"/>
              <a:gd name="connsiteY26" fmla="*/ 282196 h 365959"/>
              <a:gd name="connsiteX27" fmla="*/ 138657 w 528608"/>
              <a:gd name="connsiteY27" fmla="*/ 285448 h 365959"/>
              <a:gd name="connsiteX28" fmla="*/ 106535 w 528608"/>
              <a:gd name="connsiteY28" fmla="*/ 328144 h 365959"/>
              <a:gd name="connsiteX29" fmla="*/ 106535 w 528608"/>
              <a:gd name="connsiteY29" fmla="*/ 283416 h 365959"/>
              <a:gd name="connsiteX30" fmla="*/ 101656 w 528608"/>
              <a:gd name="connsiteY30" fmla="*/ 276503 h 365959"/>
              <a:gd name="connsiteX31" fmla="*/ 61399 w 528608"/>
              <a:gd name="connsiteY31" fmla="*/ 244786 h 365959"/>
              <a:gd name="connsiteX32" fmla="*/ 45541 w 528608"/>
              <a:gd name="connsiteY32" fmla="*/ 194772 h 365959"/>
              <a:gd name="connsiteX33" fmla="*/ 133372 w 528608"/>
              <a:gd name="connsiteY33" fmla="*/ 106942 h 365959"/>
              <a:gd name="connsiteX34" fmla="*/ 213477 w 528608"/>
              <a:gd name="connsiteY34" fmla="*/ 106942 h 365959"/>
              <a:gd name="connsiteX35" fmla="*/ 240313 w 528608"/>
              <a:gd name="connsiteY35" fmla="*/ 106942 h 365959"/>
              <a:gd name="connsiteX36" fmla="*/ 302120 w 528608"/>
              <a:gd name="connsiteY36" fmla="*/ 132559 h 365959"/>
              <a:gd name="connsiteX37" fmla="*/ 327737 w 528608"/>
              <a:gd name="connsiteY37" fmla="*/ 194365 h 365959"/>
              <a:gd name="connsiteX38" fmla="*/ 322044 w 528608"/>
              <a:gd name="connsiteY38" fmla="*/ 226082 h 365959"/>
              <a:gd name="connsiteX39" fmla="*/ 322044 w 528608"/>
              <a:gd name="connsiteY39" fmla="*/ 226082 h 365959"/>
              <a:gd name="connsiteX40" fmla="*/ 239907 w 528608"/>
              <a:gd name="connsiteY40" fmla="*/ 282196 h 365959"/>
              <a:gd name="connsiteX41" fmla="*/ 502991 w 528608"/>
              <a:gd name="connsiteY41" fmla="*/ 221203 h 365959"/>
              <a:gd name="connsiteX42" fmla="*/ 457043 w 528608"/>
              <a:gd name="connsiteY42" fmla="*/ 221203 h 365959"/>
              <a:gd name="connsiteX43" fmla="*/ 449317 w 528608"/>
              <a:gd name="connsiteY43" fmla="*/ 228929 h 365959"/>
              <a:gd name="connsiteX44" fmla="*/ 449317 w 528608"/>
              <a:gd name="connsiteY44" fmla="*/ 270811 h 365959"/>
              <a:gd name="connsiteX45" fmla="*/ 414348 w 528608"/>
              <a:gd name="connsiteY45" fmla="*/ 224455 h 365959"/>
              <a:gd name="connsiteX46" fmla="*/ 408248 w 528608"/>
              <a:gd name="connsiteY46" fmla="*/ 221608 h 365959"/>
              <a:gd name="connsiteX47" fmla="*/ 339123 w 528608"/>
              <a:gd name="connsiteY47" fmla="*/ 221608 h 365959"/>
              <a:gd name="connsiteX48" fmla="*/ 339529 w 528608"/>
              <a:gd name="connsiteY48" fmla="*/ 219983 h 365959"/>
              <a:gd name="connsiteX49" fmla="*/ 341562 w 528608"/>
              <a:gd name="connsiteY49" fmla="*/ 209817 h 365959"/>
              <a:gd name="connsiteX50" fmla="*/ 341968 w 528608"/>
              <a:gd name="connsiteY50" fmla="*/ 206564 h 365959"/>
              <a:gd name="connsiteX51" fmla="*/ 342782 w 528608"/>
              <a:gd name="connsiteY51" fmla="*/ 194365 h 365959"/>
              <a:gd name="connsiteX52" fmla="*/ 312693 w 528608"/>
              <a:gd name="connsiteY52" fmla="*/ 121580 h 365959"/>
              <a:gd name="connsiteX53" fmla="*/ 239907 w 528608"/>
              <a:gd name="connsiteY53" fmla="*/ 91490 h 365959"/>
              <a:gd name="connsiteX54" fmla="*/ 220796 w 528608"/>
              <a:gd name="connsiteY54" fmla="*/ 91490 h 365959"/>
              <a:gd name="connsiteX55" fmla="*/ 220796 w 528608"/>
              <a:gd name="connsiteY55" fmla="*/ 45541 h 365959"/>
              <a:gd name="connsiteX56" fmla="*/ 502991 w 528608"/>
              <a:gd name="connsiteY56" fmla="*/ 45541 h 365959"/>
              <a:gd name="connsiteX57" fmla="*/ 502991 w 528608"/>
              <a:gd name="connsiteY57" fmla="*/ 221203 h 365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528608" h="365959">
                <a:moveTo>
                  <a:pt x="510717" y="30497"/>
                </a:moveTo>
                <a:lnTo>
                  <a:pt x="213477" y="30497"/>
                </a:lnTo>
                <a:cubicBezTo>
                  <a:pt x="209410" y="30497"/>
                  <a:pt x="205751" y="33749"/>
                  <a:pt x="205751" y="38223"/>
                </a:cubicBezTo>
                <a:lnTo>
                  <a:pt x="205751" y="91490"/>
                </a:lnTo>
                <a:lnTo>
                  <a:pt x="133372" y="91490"/>
                </a:lnTo>
                <a:cubicBezTo>
                  <a:pt x="76444" y="91490"/>
                  <a:pt x="30497" y="137844"/>
                  <a:pt x="30497" y="194365"/>
                </a:cubicBezTo>
                <a:cubicBezTo>
                  <a:pt x="30497" y="215509"/>
                  <a:pt x="37002" y="235840"/>
                  <a:pt x="48794" y="253326"/>
                </a:cubicBezTo>
                <a:cubicBezTo>
                  <a:pt x="59774" y="268777"/>
                  <a:pt x="74411" y="280569"/>
                  <a:pt x="91490" y="288295"/>
                </a:cubicBezTo>
                <a:lnTo>
                  <a:pt x="91490" y="350508"/>
                </a:lnTo>
                <a:cubicBezTo>
                  <a:pt x="91490" y="353761"/>
                  <a:pt x="93523" y="356607"/>
                  <a:pt x="96775" y="357827"/>
                </a:cubicBezTo>
                <a:cubicBezTo>
                  <a:pt x="97589" y="358234"/>
                  <a:pt x="98402" y="358234"/>
                  <a:pt x="99216" y="358234"/>
                </a:cubicBezTo>
                <a:cubicBezTo>
                  <a:pt x="101656" y="358234"/>
                  <a:pt x="103688" y="357014"/>
                  <a:pt x="105315" y="354982"/>
                </a:cubicBezTo>
                <a:lnTo>
                  <a:pt x="148823" y="297241"/>
                </a:lnTo>
                <a:lnTo>
                  <a:pt x="240313" y="297241"/>
                </a:lnTo>
                <a:cubicBezTo>
                  <a:pt x="280975" y="297241"/>
                  <a:pt x="317978" y="272843"/>
                  <a:pt x="334244" y="236247"/>
                </a:cubicBezTo>
                <a:lnTo>
                  <a:pt x="404995" y="236247"/>
                </a:lnTo>
                <a:lnTo>
                  <a:pt x="451350" y="298054"/>
                </a:lnTo>
                <a:cubicBezTo>
                  <a:pt x="452977" y="300087"/>
                  <a:pt x="455010" y="300900"/>
                  <a:pt x="457450" y="300900"/>
                </a:cubicBezTo>
                <a:cubicBezTo>
                  <a:pt x="458263" y="300900"/>
                  <a:pt x="459076" y="300900"/>
                  <a:pt x="459890" y="300493"/>
                </a:cubicBezTo>
                <a:cubicBezTo>
                  <a:pt x="463142" y="299273"/>
                  <a:pt x="465176" y="296428"/>
                  <a:pt x="465176" y="293174"/>
                </a:cubicBezTo>
                <a:lnTo>
                  <a:pt x="465176" y="235840"/>
                </a:lnTo>
                <a:lnTo>
                  <a:pt x="511123" y="235840"/>
                </a:lnTo>
                <a:cubicBezTo>
                  <a:pt x="515190" y="235840"/>
                  <a:pt x="518849" y="232588"/>
                  <a:pt x="518849" y="228114"/>
                </a:cubicBezTo>
                <a:lnTo>
                  <a:pt x="518849" y="37409"/>
                </a:lnTo>
                <a:cubicBezTo>
                  <a:pt x="518443" y="33749"/>
                  <a:pt x="514783" y="30497"/>
                  <a:pt x="510717" y="30497"/>
                </a:cubicBezTo>
                <a:close/>
                <a:moveTo>
                  <a:pt x="239907" y="282196"/>
                </a:moveTo>
                <a:lnTo>
                  <a:pt x="144757" y="282196"/>
                </a:lnTo>
                <a:cubicBezTo>
                  <a:pt x="142318" y="282196"/>
                  <a:pt x="140284" y="283416"/>
                  <a:pt x="138657" y="285448"/>
                </a:cubicBezTo>
                <a:lnTo>
                  <a:pt x="106535" y="328144"/>
                </a:lnTo>
                <a:lnTo>
                  <a:pt x="106535" y="283416"/>
                </a:lnTo>
                <a:cubicBezTo>
                  <a:pt x="106535" y="280162"/>
                  <a:pt x="104501" y="277317"/>
                  <a:pt x="101656" y="276503"/>
                </a:cubicBezTo>
                <a:cubicBezTo>
                  <a:pt x="85390" y="269997"/>
                  <a:pt x="71159" y="259018"/>
                  <a:pt x="61399" y="244786"/>
                </a:cubicBezTo>
                <a:cubicBezTo>
                  <a:pt x="51234" y="230148"/>
                  <a:pt x="45541" y="212664"/>
                  <a:pt x="45541" y="194772"/>
                </a:cubicBezTo>
                <a:cubicBezTo>
                  <a:pt x="45541" y="146384"/>
                  <a:pt x="84984" y="106942"/>
                  <a:pt x="133372" y="106942"/>
                </a:cubicBezTo>
                <a:lnTo>
                  <a:pt x="213477" y="106942"/>
                </a:lnTo>
                <a:lnTo>
                  <a:pt x="240313" y="106942"/>
                </a:lnTo>
                <a:cubicBezTo>
                  <a:pt x="263897" y="106942"/>
                  <a:pt x="285855" y="115888"/>
                  <a:pt x="302120" y="132559"/>
                </a:cubicBezTo>
                <a:cubicBezTo>
                  <a:pt x="318792" y="149230"/>
                  <a:pt x="327737" y="171188"/>
                  <a:pt x="327737" y="194365"/>
                </a:cubicBezTo>
                <a:cubicBezTo>
                  <a:pt x="327737" y="205344"/>
                  <a:pt x="325704" y="215916"/>
                  <a:pt x="322044" y="226082"/>
                </a:cubicBezTo>
                <a:lnTo>
                  <a:pt x="322044" y="226082"/>
                </a:lnTo>
                <a:cubicBezTo>
                  <a:pt x="309032" y="259425"/>
                  <a:pt x="276096" y="282196"/>
                  <a:pt x="239907" y="282196"/>
                </a:cubicBezTo>
                <a:close/>
                <a:moveTo>
                  <a:pt x="502991" y="221203"/>
                </a:moveTo>
                <a:lnTo>
                  <a:pt x="457043" y="221203"/>
                </a:lnTo>
                <a:cubicBezTo>
                  <a:pt x="452977" y="221203"/>
                  <a:pt x="449317" y="224455"/>
                  <a:pt x="449317" y="228929"/>
                </a:cubicBezTo>
                <a:lnTo>
                  <a:pt x="449317" y="270811"/>
                </a:lnTo>
                <a:lnTo>
                  <a:pt x="414348" y="224455"/>
                </a:lnTo>
                <a:cubicBezTo>
                  <a:pt x="412721" y="222422"/>
                  <a:pt x="410687" y="221608"/>
                  <a:pt x="408248" y="221608"/>
                </a:cubicBezTo>
                <a:lnTo>
                  <a:pt x="339123" y="221608"/>
                </a:lnTo>
                <a:cubicBezTo>
                  <a:pt x="339123" y="221203"/>
                  <a:pt x="339123" y="220796"/>
                  <a:pt x="339529" y="219983"/>
                </a:cubicBezTo>
                <a:cubicBezTo>
                  <a:pt x="340343" y="216729"/>
                  <a:pt x="341155" y="213477"/>
                  <a:pt x="341562" y="209817"/>
                </a:cubicBezTo>
                <a:cubicBezTo>
                  <a:pt x="341562" y="208597"/>
                  <a:pt x="341968" y="207783"/>
                  <a:pt x="341968" y="206564"/>
                </a:cubicBezTo>
                <a:cubicBezTo>
                  <a:pt x="342375" y="202498"/>
                  <a:pt x="342782" y="198432"/>
                  <a:pt x="342782" y="194365"/>
                </a:cubicBezTo>
                <a:cubicBezTo>
                  <a:pt x="342782" y="166715"/>
                  <a:pt x="332210" y="141098"/>
                  <a:pt x="312693" y="121580"/>
                </a:cubicBezTo>
                <a:cubicBezTo>
                  <a:pt x="293174" y="102063"/>
                  <a:pt x="267557" y="91490"/>
                  <a:pt x="239907" y="91490"/>
                </a:cubicBezTo>
                <a:lnTo>
                  <a:pt x="220796" y="91490"/>
                </a:lnTo>
                <a:lnTo>
                  <a:pt x="220796" y="45541"/>
                </a:lnTo>
                <a:lnTo>
                  <a:pt x="502991" y="45541"/>
                </a:lnTo>
                <a:lnTo>
                  <a:pt x="502991" y="221203"/>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83" name="Freeform: Shape 182">
            <a:extLst>
              <a:ext uri="{FF2B5EF4-FFF2-40B4-BE49-F238E27FC236}">
                <a16:creationId xmlns:a16="http://schemas.microsoft.com/office/drawing/2014/main" id="{84D083BD-B72B-4D91-D434-A5DC7327F362}"/>
              </a:ext>
            </a:extLst>
          </p:cNvPr>
          <p:cNvSpPr/>
          <p:nvPr/>
        </p:nvSpPr>
        <p:spPr>
          <a:xfrm>
            <a:off x="5921847" y="5712306"/>
            <a:ext cx="73708" cy="36854"/>
          </a:xfrm>
          <a:custGeom>
            <a:avLst/>
            <a:gdLst>
              <a:gd name="connsiteX0" fmla="*/ 38223 w 81324"/>
              <a:gd name="connsiteY0" fmla="*/ 45949 h 40662"/>
              <a:gd name="connsiteX1" fmla="*/ 68719 w 81324"/>
              <a:gd name="connsiteY1" fmla="*/ 45949 h 40662"/>
              <a:gd name="connsiteX2" fmla="*/ 76445 w 81324"/>
              <a:gd name="connsiteY2" fmla="*/ 38223 h 40662"/>
              <a:gd name="connsiteX3" fmla="*/ 68719 w 81324"/>
              <a:gd name="connsiteY3" fmla="*/ 30497 h 40662"/>
              <a:gd name="connsiteX4" fmla="*/ 38223 w 81324"/>
              <a:gd name="connsiteY4" fmla="*/ 30497 h 40662"/>
              <a:gd name="connsiteX5" fmla="*/ 30497 w 81324"/>
              <a:gd name="connsiteY5" fmla="*/ 38223 h 40662"/>
              <a:gd name="connsiteX6" fmla="*/ 38223 w 81324"/>
              <a:gd name="connsiteY6" fmla="*/ 45949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324" h="40662">
                <a:moveTo>
                  <a:pt x="38223" y="45949"/>
                </a:moveTo>
                <a:lnTo>
                  <a:pt x="68719" y="45949"/>
                </a:lnTo>
                <a:cubicBezTo>
                  <a:pt x="72784" y="45949"/>
                  <a:pt x="76445" y="42696"/>
                  <a:pt x="76445" y="38223"/>
                </a:cubicBezTo>
                <a:cubicBezTo>
                  <a:pt x="76445" y="34156"/>
                  <a:pt x="73192" y="30497"/>
                  <a:pt x="68719" y="30497"/>
                </a:cubicBezTo>
                <a:lnTo>
                  <a:pt x="38223" y="30497"/>
                </a:lnTo>
                <a:cubicBezTo>
                  <a:pt x="34156" y="30497"/>
                  <a:pt x="30497" y="33750"/>
                  <a:pt x="30497" y="38223"/>
                </a:cubicBezTo>
                <a:cubicBezTo>
                  <a:pt x="30497" y="42696"/>
                  <a:pt x="34156" y="45949"/>
                  <a:pt x="38223" y="4594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84" name="Freeform: Shape 183">
            <a:extLst>
              <a:ext uri="{FF2B5EF4-FFF2-40B4-BE49-F238E27FC236}">
                <a16:creationId xmlns:a16="http://schemas.microsoft.com/office/drawing/2014/main" id="{E2309637-5367-EC52-C605-90879CD1F404}"/>
              </a:ext>
            </a:extLst>
          </p:cNvPr>
          <p:cNvSpPr/>
          <p:nvPr/>
        </p:nvSpPr>
        <p:spPr>
          <a:xfrm>
            <a:off x="5969758" y="5712306"/>
            <a:ext cx="110563" cy="36854"/>
          </a:xfrm>
          <a:custGeom>
            <a:avLst/>
            <a:gdLst>
              <a:gd name="connsiteX0" fmla="*/ 38223 w 121986"/>
              <a:gd name="connsiteY0" fmla="*/ 45949 h 40662"/>
              <a:gd name="connsiteX1" fmla="*/ 111821 w 121986"/>
              <a:gd name="connsiteY1" fmla="*/ 45949 h 40662"/>
              <a:gd name="connsiteX2" fmla="*/ 119547 w 121986"/>
              <a:gd name="connsiteY2" fmla="*/ 38223 h 40662"/>
              <a:gd name="connsiteX3" fmla="*/ 111821 w 121986"/>
              <a:gd name="connsiteY3" fmla="*/ 30497 h 40662"/>
              <a:gd name="connsiteX4" fmla="*/ 38223 w 121986"/>
              <a:gd name="connsiteY4" fmla="*/ 30497 h 40662"/>
              <a:gd name="connsiteX5" fmla="*/ 30497 w 121986"/>
              <a:gd name="connsiteY5" fmla="*/ 38223 h 40662"/>
              <a:gd name="connsiteX6" fmla="*/ 38223 w 121986"/>
              <a:gd name="connsiteY6" fmla="*/ 45949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86" h="40662">
                <a:moveTo>
                  <a:pt x="38223" y="45949"/>
                </a:moveTo>
                <a:lnTo>
                  <a:pt x="111821" y="45949"/>
                </a:lnTo>
                <a:cubicBezTo>
                  <a:pt x="115888" y="45949"/>
                  <a:pt x="119547" y="42696"/>
                  <a:pt x="119547" y="38223"/>
                </a:cubicBezTo>
                <a:cubicBezTo>
                  <a:pt x="119547" y="34156"/>
                  <a:pt x="116295" y="30497"/>
                  <a:pt x="111821" y="30497"/>
                </a:cubicBezTo>
                <a:lnTo>
                  <a:pt x="38223" y="30497"/>
                </a:lnTo>
                <a:cubicBezTo>
                  <a:pt x="34156" y="30497"/>
                  <a:pt x="30497" y="33750"/>
                  <a:pt x="30497" y="38223"/>
                </a:cubicBezTo>
                <a:cubicBezTo>
                  <a:pt x="30904" y="42696"/>
                  <a:pt x="34156" y="45949"/>
                  <a:pt x="38223" y="4594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85" name="Freeform: Shape 184">
            <a:extLst>
              <a:ext uri="{FF2B5EF4-FFF2-40B4-BE49-F238E27FC236}">
                <a16:creationId xmlns:a16="http://schemas.microsoft.com/office/drawing/2014/main" id="{9448FC3A-3D7D-636A-CBE2-AA83C04B3647}"/>
              </a:ext>
            </a:extLst>
          </p:cNvPr>
          <p:cNvSpPr/>
          <p:nvPr/>
        </p:nvSpPr>
        <p:spPr>
          <a:xfrm>
            <a:off x="5921847" y="5740315"/>
            <a:ext cx="184271" cy="36854"/>
          </a:xfrm>
          <a:custGeom>
            <a:avLst/>
            <a:gdLst>
              <a:gd name="connsiteX0" fmla="*/ 190706 w 203311"/>
              <a:gd name="connsiteY0" fmla="*/ 30497 h 40662"/>
              <a:gd name="connsiteX1" fmla="*/ 38223 w 203311"/>
              <a:gd name="connsiteY1" fmla="*/ 30497 h 40662"/>
              <a:gd name="connsiteX2" fmla="*/ 30497 w 203311"/>
              <a:gd name="connsiteY2" fmla="*/ 38223 h 40662"/>
              <a:gd name="connsiteX3" fmla="*/ 38223 w 203311"/>
              <a:gd name="connsiteY3" fmla="*/ 45949 h 40662"/>
              <a:gd name="connsiteX4" fmla="*/ 190706 w 203311"/>
              <a:gd name="connsiteY4" fmla="*/ 45949 h 40662"/>
              <a:gd name="connsiteX5" fmla="*/ 198432 w 203311"/>
              <a:gd name="connsiteY5" fmla="*/ 38223 h 40662"/>
              <a:gd name="connsiteX6" fmla="*/ 190706 w 203311"/>
              <a:gd name="connsiteY6" fmla="*/ 30497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311" h="40662">
                <a:moveTo>
                  <a:pt x="190706" y="30497"/>
                </a:moveTo>
                <a:lnTo>
                  <a:pt x="38223" y="30497"/>
                </a:lnTo>
                <a:cubicBezTo>
                  <a:pt x="34156" y="30497"/>
                  <a:pt x="30497" y="33749"/>
                  <a:pt x="30497" y="38223"/>
                </a:cubicBezTo>
                <a:cubicBezTo>
                  <a:pt x="30497" y="42289"/>
                  <a:pt x="33749" y="45949"/>
                  <a:pt x="38223" y="45949"/>
                </a:cubicBezTo>
                <a:lnTo>
                  <a:pt x="190706" y="45949"/>
                </a:lnTo>
                <a:cubicBezTo>
                  <a:pt x="194771" y="45949"/>
                  <a:pt x="198432" y="42695"/>
                  <a:pt x="198432" y="38223"/>
                </a:cubicBezTo>
                <a:cubicBezTo>
                  <a:pt x="198432" y="33749"/>
                  <a:pt x="194771" y="30497"/>
                  <a:pt x="190706" y="30497"/>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86" name="Freeform: Shape 185">
            <a:extLst>
              <a:ext uri="{FF2B5EF4-FFF2-40B4-BE49-F238E27FC236}">
                <a16:creationId xmlns:a16="http://schemas.microsoft.com/office/drawing/2014/main" id="{D5D1D614-9B70-ECA3-7FF4-00706ED3A547}"/>
              </a:ext>
            </a:extLst>
          </p:cNvPr>
          <p:cNvSpPr/>
          <p:nvPr/>
        </p:nvSpPr>
        <p:spPr>
          <a:xfrm>
            <a:off x="5921847" y="5767956"/>
            <a:ext cx="147417" cy="36854"/>
          </a:xfrm>
          <a:custGeom>
            <a:avLst/>
            <a:gdLst>
              <a:gd name="connsiteX0" fmla="*/ 144350 w 162648"/>
              <a:gd name="connsiteY0" fmla="*/ 30497 h 40662"/>
              <a:gd name="connsiteX1" fmla="*/ 38223 w 162648"/>
              <a:gd name="connsiteY1" fmla="*/ 30497 h 40662"/>
              <a:gd name="connsiteX2" fmla="*/ 30497 w 162648"/>
              <a:gd name="connsiteY2" fmla="*/ 38223 h 40662"/>
              <a:gd name="connsiteX3" fmla="*/ 38223 w 162648"/>
              <a:gd name="connsiteY3" fmla="*/ 45949 h 40662"/>
              <a:gd name="connsiteX4" fmla="*/ 144350 w 162648"/>
              <a:gd name="connsiteY4" fmla="*/ 45949 h 40662"/>
              <a:gd name="connsiteX5" fmla="*/ 152076 w 162648"/>
              <a:gd name="connsiteY5" fmla="*/ 38223 h 40662"/>
              <a:gd name="connsiteX6" fmla="*/ 144350 w 162648"/>
              <a:gd name="connsiteY6" fmla="*/ 30497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648" h="40662">
                <a:moveTo>
                  <a:pt x="144350" y="30497"/>
                </a:moveTo>
                <a:lnTo>
                  <a:pt x="38223" y="30497"/>
                </a:lnTo>
                <a:cubicBezTo>
                  <a:pt x="34156" y="30497"/>
                  <a:pt x="30497" y="33749"/>
                  <a:pt x="30497" y="38223"/>
                </a:cubicBezTo>
                <a:cubicBezTo>
                  <a:pt x="30497" y="42289"/>
                  <a:pt x="33749" y="45949"/>
                  <a:pt x="38223" y="45949"/>
                </a:cubicBezTo>
                <a:lnTo>
                  <a:pt x="144350" y="45949"/>
                </a:lnTo>
                <a:cubicBezTo>
                  <a:pt x="148417" y="45949"/>
                  <a:pt x="152076" y="42695"/>
                  <a:pt x="152076" y="38223"/>
                </a:cubicBezTo>
                <a:cubicBezTo>
                  <a:pt x="152076" y="33749"/>
                  <a:pt x="148417" y="30497"/>
                  <a:pt x="144350" y="30497"/>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87" name="Freeform: Shape 186">
            <a:extLst>
              <a:ext uri="{FF2B5EF4-FFF2-40B4-BE49-F238E27FC236}">
                <a16:creationId xmlns:a16="http://schemas.microsoft.com/office/drawing/2014/main" id="{78927298-9E84-3F2D-D9C6-35C5540C3775}"/>
              </a:ext>
            </a:extLst>
          </p:cNvPr>
          <p:cNvSpPr/>
          <p:nvPr/>
        </p:nvSpPr>
        <p:spPr>
          <a:xfrm>
            <a:off x="6170612" y="5692037"/>
            <a:ext cx="147417" cy="36854"/>
          </a:xfrm>
          <a:custGeom>
            <a:avLst/>
            <a:gdLst>
              <a:gd name="connsiteX0" fmla="*/ 152483 w 162648"/>
              <a:gd name="connsiteY0" fmla="*/ 30497 h 40662"/>
              <a:gd name="connsiteX1" fmla="*/ 38223 w 162648"/>
              <a:gd name="connsiteY1" fmla="*/ 30497 h 40662"/>
              <a:gd name="connsiteX2" fmla="*/ 30497 w 162648"/>
              <a:gd name="connsiteY2" fmla="*/ 38223 h 40662"/>
              <a:gd name="connsiteX3" fmla="*/ 38223 w 162648"/>
              <a:gd name="connsiteY3" fmla="*/ 45949 h 40662"/>
              <a:gd name="connsiteX4" fmla="*/ 152483 w 162648"/>
              <a:gd name="connsiteY4" fmla="*/ 45949 h 40662"/>
              <a:gd name="connsiteX5" fmla="*/ 160209 w 162648"/>
              <a:gd name="connsiteY5" fmla="*/ 38223 h 40662"/>
              <a:gd name="connsiteX6" fmla="*/ 152483 w 162648"/>
              <a:gd name="connsiteY6" fmla="*/ 30497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648" h="40662">
                <a:moveTo>
                  <a:pt x="152483" y="30497"/>
                </a:moveTo>
                <a:lnTo>
                  <a:pt x="38223" y="30497"/>
                </a:lnTo>
                <a:cubicBezTo>
                  <a:pt x="34156" y="30497"/>
                  <a:pt x="30497" y="33749"/>
                  <a:pt x="30497" y="38223"/>
                </a:cubicBezTo>
                <a:cubicBezTo>
                  <a:pt x="30497" y="42288"/>
                  <a:pt x="33749" y="45949"/>
                  <a:pt x="38223" y="45949"/>
                </a:cubicBezTo>
                <a:lnTo>
                  <a:pt x="152483" y="45949"/>
                </a:lnTo>
                <a:cubicBezTo>
                  <a:pt x="156549" y="45949"/>
                  <a:pt x="160209" y="42695"/>
                  <a:pt x="160209" y="38223"/>
                </a:cubicBezTo>
                <a:cubicBezTo>
                  <a:pt x="160209" y="33749"/>
                  <a:pt x="156549" y="30497"/>
                  <a:pt x="152483" y="30497"/>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88" name="Freeform: Shape 187">
            <a:extLst>
              <a:ext uri="{FF2B5EF4-FFF2-40B4-BE49-F238E27FC236}">
                <a16:creationId xmlns:a16="http://schemas.microsoft.com/office/drawing/2014/main" id="{1ABC9C23-23B5-F148-0891-1620B01016B4}"/>
              </a:ext>
            </a:extLst>
          </p:cNvPr>
          <p:cNvSpPr/>
          <p:nvPr/>
        </p:nvSpPr>
        <p:spPr>
          <a:xfrm>
            <a:off x="6142973" y="5664027"/>
            <a:ext cx="184271" cy="36854"/>
          </a:xfrm>
          <a:custGeom>
            <a:avLst/>
            <a:gdLst>
              <a:gd name="connsiteX0" fmla="*/ 38223 w 203311"/>
              <a:gd name="connsiteY0" fmla="*/ 45949 h 40662"/>
              <a:gd name="connsiteX1" fmla="*/ 182980 w 203311"/>
              <a:gd name="connsiteY1" fmla="*/ 45949 h 40662"/>
              <a:gd name="connsiteX2" fmla="*/ 190706 w 203311"/>
              <a:gd name="connsiteY2" fmla="*/ 38223 h 40662"/>
              <a:gd name="connsiteX3" fmla="*/ 182980 w 203311"/>
              <a:gd name="connsiteY3" fmla="*/ 30497 h 40662"/>
              <a:gd name="connsiteX4" fmla="*/ 38223 w 203311"/>
              <a:gd name="connsiteY4" fmla="*/ 30497 h 40662"/>
              <a:gd name="connsiteX5" fmla="*/ 30497 w 203311"/>
              <a:gd name="connsiteY5" fmla="*/ 38223 h 40662"/>
              <a:gd name="connsiteX6" fmla="*/ 38223 w 203311"/>
              <a:gd name="connsiteY6" fmla="*/ 45949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311" h="40662">
                <a:moveTo>
                  <a:pt x="38223" y="45949"/>
                </a:moveTo>
                <a:lnTo>
                  <a:pt x="182980" y="45949"/>
                </a:lnTo>
                <a:cubicBezTo>
                  <a:pt x="187045" y="45949"/>
                  <a:pt x="190706" y="42695"/>
                  <a:pt x="190706" y="38223"/>
                </a:cubicBezTo>
                <a:cubicBezTo>
                  <a:pt x="190706" y="34156"/>
                  <a:pt x="187452" y="30497"/>
                  <a:pt x="182980" y="30497"/>
                </a:cubicBezTo>
                <a:lnTo>
                  <a:pt x="38223" y="30497"/>
                </a:lnTo>
                <a:cubicBezTo>
                  <a:pt x="34156" y="30497"/>
                  <a:pt x="30497" y="33749"/>
                  <a:pt x="30497" y="38223"/>
                </a:cubicBezTo>
                <a:cubicBezTo>
                  <a:pt x="30497" y="42695"/>
                  <a:pt x="34156" y="45949"/>
                  <a:pt x="38223" y="4594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89" name="Freeform: Shape 188">
            <a:extLst>
              <a:ext uri="{FF2B5EF4-FFF2-40B4-BE49-F238E27FC236}">
                <a16:creationId xmlns:a16="http://schemas.microsoft.com/office/drawing/2014/main" id="{A8DB57F7-3E2E-3BDA-7E0A-E3C7EB749124}"/>
              </a:ext>
            </a:extLst>
          </p:cNvPr>
          <p:cNvSpPr/>
          <p:nvPr/>
        </p:nvSpPr>
        <p:spPr>
          <a:xfrm>
            <a:off x="6205256" y="5636386"/>
            <a:ext cx="110563" cy="36854"/>
          </a:xfrm>
          <a:custGeom>
            <a:avLst/>
            <a:gdLst>
              <a:gd name="connsiteX0" fmla="*/ 38223 w 121986"/>
              <a:gd name="connsiteY0" fmla="*/ 45949 h 40662"/>
              <a:gd name="connsiteX1" fmla="*/ 114667 w 121986"/>
              <a:gd name="connsiteY1" fmla="*/ 45949 h 40662"/>
              <a:gd name="connsiteX2" fmla="*/ 122392 w 121986"/>
              <a:gd name="connsiteY2" fmla="*/ 38223 h 40662"/>
              <a:gd name="connsiteX3" fmla="*/ 114667 w 121986"/>
              <a:gd name="connsiteY3" fmla="*/ 30497 h 40662"/>
              <a:gd name="connsiteX4" fmla="*/ 38223 w 121986"/>
              <a:gd name="connsiteY4" fmla="*/ 30497 h 40662"/>
              <a:gd name="connsiteX5" fmla="*/ 30497 w 121986"/>
              <a:gd name="connsiteY5" fmla="*/ 38223 h 40662"/>
              <a:gd name="connsiteX6" fmla="*/ 38223 w 121986"/>
              <a:gd name="connsiteY6" fmla="*/ 45949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86" h="40662">
                <a:moveTo>
                  <a:pt x="38223" y="45949"/>
                </a:moveTo>
                <a:lnTo>
                  <a:pt x="114667" y="45949"/>
                </a:lnTo>
                <a:cubicBezTo>
                  <a:pt x="118733" y="45949"/>
                  <a:pt x="122392" y="42695"/>
                  <a:pt x="122392" y="38223"/>
                </a:cubicBezTo>
                <a:cubicBezTo>
                  <a:pt x="122392" y="34156"/>
                  <a:pt x="119140" y="30497"/>
                  <a:pt x="114667" y="30497"/>
                </a:cubicBezTo>
                <a:lnTo>
                  <a:pt x="38223" y="30497"/>
                </a:lnTo>
                <a:cubicBezTo>
                  <a:pt x="34156" y="30497"/>
                  <a:pt x="30497" y="33749"/>
                  <a:pt x="30497" y="38223"/>
                </a:cubicBezTo>
                <a:cubicBezTo>
                  <a:pt x="30497" y="42695"/>
                  <a:pt x="33749" y="45949"/>
                  <a:pt x="38223" y="4594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90" name="Freeform: Shape 189">
            <a:extLst>
              <a:ext uri="{FF2B5EF4-FFF2-40B4-BE49-F238E27FC236}">
                <a16:creationId xmlns:a16="http://schemas.microsoft.com/office/drawing/2014/main" id="{164836B1-F316-ED70-E636-9F0597FDDFE9}"/>
              </a:ext>
            </a:extLst>
          </p:cNvPr>
          <p:cNvSpPr/>
          <p:nvPr/>
        </p:nvSpPr>
        <p:spPr>
          <a:xfrm>
            <a:off x="6156608" y="5636386"/>
            <a:ext cx="73708" cy="36854"/>
          </a:xfrm>
          <a:custGeom>
            <a:avLst/>
            <a:gdLst>
              <a:gd name="connsiteX0" fmla="*/ 38223 w 81324"/>
              <a:gd name="connsiteY0" fmla="*/ 45949 h 40662"/>
              <a:gd name="connsiteX1" fmla="*/ 68719 w 81324"/>
              <a:gd name="connsiteY1" fmla="*/ 45949 h 40662"/>
              <a:gd name="connsiteX2" fmla="*/ 76445 w 81324"/>
              <a:gd name="connsiteY2" fmla="*/ 38223 h 40662"/>
              <a:gd name="connsiteX3" fmla="*/ 68719 w 81324"/>
              <a:gd name="connsiteY3" fmla="*/ 30497 h 40662"/>
              <a:gd name="connsiteX4" fmla="*/ 38223 w 81324"/>
              <a:gd name="connsiteY4" fmla="*/ 30497 h 40662"/>
              <a:gd name="connsiteX5" fmla="*/ 30497 w 81324"/>
              <a:gd name="connsiteY5" fmla="*/ 38223 h 40662"/>
              <a:gd name="connsiteX6" fmla="*/ 38223 w 81324"/>
              <a:gd name="connsiteY6" fmla="*/ 45949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324" h="40662">
                <a:moveTo>
                  <a:pt x="38223" y="45949"/>
                </a:moveTo>
                <a:lnTo>
                  <a:pt x="68719" y="45949"/>
                </a:lnTo>
                <a:cubicBezTo>
                  <a:pt x="72786" y="45949"/>
                  <a:pt x="76445" y="42695"/>
                  <a:pt x="76445" y="38223"/>
                </a:cubicBezTo>
                <a:cubicBezTo>
                  <a:pt x="76445" y="34156"/>
                  <a:pt x="73192" y="30497"/>
                  <a:pt x="68719" y="30497"/>
                </a:cubicBezTo>
                <a:lnTo>
                  <a:pt x="38223" y="30497"/>
                </a:lnTo>
                <a:cubicBezTo>
                  <a:pt x="34156" y="30497"/>
                  <a:pt x="30497" y="33749"/>
                  <a:pt x="30497" y="38223"/>
                </a:cubicBezTo>
                <a:cubicBezTo>
                  <a:pt x="30904" y="42695"/>
                  <a:pt x="34156" y="45949"/>
                  <a:pt x="38223" y="4594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92" name="Freeform: Shape 191">
            <a:extLst>
              <a:ext uri="{FF2B5EF4-FFF2-40B4-BE49-F238E27FC236}">
                <a16:creationId xmlns:a16="http://schemas.microsoft.com/office/drawing/2014/main" id="{9876B3E8-C68F-482E-9B5C-5D4931F543BF}"/>
              </a:ext>
            </a:extLst>
          </p:cNvPr>
          <p:cNvSpPr/>
          <p:nvPr/>
        </p:nvSpPr>
        <p:spPr>
          <a:xfrm>
            <a:off x="3728377" y="2206201"/>
            <a:ext cx="995060" cy="995060"/>
          </a:xfrm>
          <a:custGeom>
            <a:avLst/>
            <a:gdLst>
              <a:gd name="connsiteX0" fmla="*/ 949378 w 1097879"/>
              <a:gd name="connsiteY0" fmla="*/ 421729 h 1097879"/>
              <a:gd name="connsiteX1" fmla="*/ 712245 w 1097879"/>
              <a:gd name="connsiteY1" fmla="*/ 949377 h 1097879"/>
              <a:gd name="connsiteX2" fmla="*/ 184596 w 1097879"/>
              <a:gd name="connsiteY2" fmla="*/ 712244 h 1097879"/>
              <a:gd name="connsiteX3" fmla="*/ 421729 w 1097879"/>
              <a:gd name="connsiteY3" fmla="*/ 184595 h 1097879"/>
              <a:gd name="connsiteX4" fmla="*/ 949378 w 1097879"/>
              <a:gd name="connsiteY4" fmla="*/ 421729 h 10978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879" h="1097879">
                <a:moveTo>
                  <a:pt x="949378" y="421729"/>
                </a:moveTo>
                <a:cubicBezTo>
                  <a:pt x="1029602" y="632917"/>
                  <a:pt x="923433" y="869154"/>
                  <a:pt x="712245" y="949377"/>
                </a:cubicBezTo>
                <a:cubicBezTo>
                  <a:pt x="501056" y="1029601"/>
                  <a:pt x="264820" y="923433"/>
                  <a:pt x="184596" y="712244"/>
                </a:cubicBezTo>
                <a:cubicBezTo>
                  <a:pt x="104372" y="501056"/>
                  <a:pt x="210541" y="264819"/>
                  <a:pt x="421729" y="184595"/>
                </a:cubicBezTo>
                <a:cubicBezTo>
                  <a:pt x="632919" y="104371"/>
                  <a:pt x="869154" y="210540"/>
                  <a:pt x="949378" y="421729"/>
                </a:cubicBezTo>
                <a:close/>
              </a:path>
            </a:pathLst>
          </a:custGeom>
          <a:solidFill>
            <a:srgbClr val="002753"/>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grpSp>
        <p:nvGrpSpPr>
          <p:cNvPr id="193" name="Group 192">
            <a:extLst>
              <a:ext uri="{FF2B5EF4-FFF2-40B4-BE49-F238E27FC236}">
                <a16:creationId xmlns:a16="http://schemas.microsoft.com/office/drawing/2014/main" id="{C85D8FE6-38C6-3D3B-32A9-E90EED119321}"/>
              </a:ext>
            </a:extLst>
          </p:cNvPr>
          <p:cNvGrpSpPr/>
          <p:nvPr/>
        </p:nvGrpSpPr>
        <p:grpSpPr>
          <a:xfrm>
            <a:off x="3994011" y="2522585"/>
            <a:ext cx="479103" cy="368541"/>
            <a:chOff x="3847742" y="2229971"/>
            <a:chExt cx="561238" cy="431722"/>
          </a:xfrm>
        </p:grpSpPr>
        <p:sp>
          <p:nvSpPr>
            <p:cNvPr id="194" name="Freeform: Shape 193">
              <a:extLst>
                <a:ext uri="{FF2B5EF4-FFF2-40B4-BE49-F238E27FC236}">
                  <a16:creationId xmlns:a16="http://schemas.microsoft.com/office/drawing/2014/main" id="{5EFF4CCB-484F-65E9-F9F3-01408D96D29D}"/>
                </a:ext>
              </a:extLst>
            </p:cNvPr>
            <p:cNvSpPr/>
            <p:nvPr/>
          </p:nvSpPr>
          <p:spPr>
            <a:xfrm>
              <a:off x="3871055" y="2274331"/>
              <a:ext cx="129517" cy="129517"/>
            </a:xfrm>
            <a:custGeom>
              <a:avLst/>
              <a:gdLst>
                <a:gd name="connsiteX0" fmla="*/ 31311 w 121986"/>
                <a:gd name="connsiteY0" fmla="*/ 73293 h 121986"/>
                <a:gd name="connsiteX1" fmla="*/ 31716 w 121986"/>
                <a:gd name="connsiteY1" fmla="*/ 75327 h 121986"/>
                <a:gd name="connsiteX2" fmla="*/ 33343 w 121986"/>
                <a:gd name="connsiteY2" fmla="*/ 77360 h 121986"/>
                <a:gd name="connsiteX3" fmla="*/ 33343 w 121986"/>
                <a:gd name="connsiteY3" fmla="*/ 77766 h 121986"/>
                <a:gd name="connsiteX4" fmla="*/ 33343 w 121986"/>
                <a:gd name="connsiteY4" fmla="*/ 77766 h 121986"/>
                <a:gd name="connsiteX5" fmla="*/ 33343 w 121986"/>
                <a:gd name="connsiteY5" fmla="*/ 77766 h 121986"/>
                <a:gd name="connsiteX6" fmla="*/ 67499 w 121986"/>
                <a:gd name="connsiteY6" fmla="*/ 112329 h 121986"/>
                <a:gd name="connsiteX7" fmla="*/ 72786 w 121986"/>
                <a:gd name="connsiteY7" fmla="*/ 114769 h 121986"/>
                <a:gd name="connsiteX8" fmla="*/ 78072 w 121986"/>
                <a:gd name="connsiteY8" fmla="*/ 112736 h 121986"/>
                <a:gd name="connsiteX9" fmla="*/ 78072 w 121986"/>
                <a:gd name="connsiteY9" fmla="*/ 101757 h 121986"/>
                <a:gd name="connsiteX10" fmla="*/ 56928 w 121986"/>
                <a:gd name="connsiteY10" fmla="*/ 80206 h 121986"/>
                <a:gd name="connsiteX11" fmla="*/ 122394 w 121986"/>
                <a:gd name="connsiteY11" fmla="*/ 80206 h 121986"/>
                <a:gd name="connsiteX12" fmla="*/ 130120 w 121986"/>
                <a:gd name="connsiteY12" fmla="*/ 72481 h 121986"/>
                <a:gd name="connsiteX13" fmla="*/ 122394 w 121986"/>
                <a:gd name="connsiteY13" fmla="*/ 64755 h 121986"/>
                <a:gd name="connsiteX14" fmla="*/ 56928 w 121986"/>
                <a:gd name="connsiteY14" fmla="*/ 64755 h 121986"/>
                <a:gd name="connsiteX15" fmla="*/ 78072 w 121986"/>
                <a:gd name="connsiteY15" fmla="*/ 43610 h 121986"/>
                <a:gd name="connsiteX16" fmla="*/ 78072 w 121986"/>
                <a:gd name="connsiteY16" fmla="*/ 32631 h 121986"/>
                <a:gd name="connsiteX17" fmla="*/ 67094 w 121986"/>
                <a:gd name="connsiteY17" fmla="*/ 32631 h 121986"/>
                <a:gd name="connsiteX18" fmla="*/ 32531 w 121986"/>
                <a:gd name="connsiteY18" fmla="*/ 66788 h 121986"/>
                <a:gd name="connsiteX19" fmla="*/ 32531 w 121986"/>
                <a:gd name="connsiteY19" fmla="*/ 66788 h 121986"/>
                <a:gd name="connsiteX20" fmla="*/ 30904 w 121986"/>
                <a:gd name="connsiteY20" fmla="*/ 69228 h 121986"/>
                <a:gd name="connsiteX21" fmla="*/ 30497 w 121986"/>
                <a:gd name="connsiteY21" fmla="*/ 72074 h 121986"/>
                <a:gd name="connsiteX22" fmla="*/ 30497 w 121986"/>
                <a:gd name="connsiteY22" fmla="*/ 72074 h 121986"/>
                <a:gd name="connsiteX23" fmla="*/ 31311 w 121986"/>
                <a:gd name="connsiteY23" fmla="*/ 73293 h 12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86" h="121986">
                  <a:moveTo>
                    <a:pt x="31311" y="73293"/>
                  </a:moveTo>
                  <a:cubicBezTo>
                    <a:pt x="31311" y="74107"/>
                    <a:pt x="31311" y="74513"/>
                    <a:pt x="31716" y="75327"/>
                  </a:cubicBezTo>
                  <a:cubicBezTo>
                    <a:pt x="32124" y="76140"/>
                    <a:pt x="32531" y="76953"/>
                    <a:pt x="33343" y="77360"/>
                  </a:cubicBezTo>
                  <a:cubicBezTo>
                    <a:pt x="33343" y="77360"/>
                    <a:pt x="33343" y="77360"/>
                    <a:pt x="33343" y="77766"/>
                  </a:cubicBezTo>
                  <a:lnTo>
                    <a:pt x="33343" y="77766"/>
                  </a:lnTo>
                  <a:cubicBezTo>
                    <a:pt x="33343" y="77766"/>
                    <a:pt x="33343" y="77766"/>
                    <a:pt x="33343" y="77766"/>
                  </a:cubicBezTo>
                  <a:lnTo>
                    <a:pt x="67499" y="112329"/>
                  </a:lnTo>
                  <a:cubicBezTo>
                    <a:pt x="69126" y="113956"/>
                    <a:pt x="70753" y="114769"/>
                    <a:pt x="72786" y="114769"/>
                  </a:cubicBezTo>
                  <a:cubicBezTo>
                    <a:pt x="74818" y="114769"/>
                    <a:pt x="76852" y="113956"/>
                    <a:pt x="78072" y="112736"/>
                  </a:cubicBezTo>
                  <a:cubicBezTo>
                    <a:pt x="80919" y="109890"/>
                    <a:pt x="80919" y="105010"/>
                    <a:pt x="78072" y="101757"/>
                  </a:cubicBezTo>
                  <a:lnTo>
                    <a:pt x="56928" y="80206"/>
                  </a:lnTo>
                  <a:lnTo>
                    <a:pt x="122394" y="80206"/>
                  </a:lnTo>
                  <a:cubicBezTo>
                    <a:pt x="126460" y="80206"/>
                    <a:pt x="130120" y="76953"/>
                    <a:pt x="130120" y="72481"/>
                  </a:cubicBezTo>
                  <a:cubicBezTo>
                    <a:pt x="130120" y="68414"/>
                    <a:pt x="126866" y="64755"/>
                    <a:pt x="122394" y="64755"/>
                  </a:cubicBezTo>
                  <a:lnTo>
                    <a:pt x="56928" y="64755"/>
                  </a:lnTo>
                  <a:lnTo>
                    <a:pt x="78072" y="43610"/>
                  </a:lnTo>
                  <a:cubicBezTo>
                    <a:pt x="80919" y="40764"/>
                    <a:pt x="80919" y="35884"/>
                    <a:pt x="78072" y="32631"/>
                  </a:cubicBezTo>
                  <a:cubicBezTo>
                    <a:pt x="75225" y="29785"/>
                    <a:pt x="70346" y="29785"/>
                    <a:pt x="67094" y="32631"/>
                  </a:cubicBezTo>
                  <a:lnTo>
                    <a:pt x="32531" y="66788"/>
                  </a:lnTo>
                  <a:lnTo>
                    <a:pt x="32531" y="66788"/>
                  </a:lnTo>
                  <a:cubicBezTo>
                    <a:pt x="31716" y="67601"/>
                    <a:pt x="31311" y="68414"/>
                    <a:pt x="30904" y="69228"/>
                  </a:cubicBezTo>
                  <a:cubicBezTo>
                    <a:pt x="30497" y="70040"/>
                    <a:pt x="30497" y="71261"/>
                    <a:pt x="30497" y="72074"/>
                  </a:cubicBezTo>
                  <a:lnTo>
                    <a:pt x="30497" y="72074"/>
                  </a:lnTo>
                  <a:cubicBezTo>
                    <a:pt x="31311" y="72887"/>
                    <a:pt x="31311" y="72887"/>
                    <a:pt x="31311" y="73293"/>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95" name="Freeform: Shape 194">
              <a:extLst>
                <a:ext uri="{FF2B5EF4-FFF2-40B4-BE49-F238E27FC236}">
                  <a16:creationId xmlns:a16="http://schemas.microsoft.com/office/drawing/2014/main" id="{47ADA5E9-2CD8-3997-E1FC-95C2DC3478F1}"/>
                </a:ext>
              </a:extLst>
            </p:cNvPr>
            <p:cNvSpPr/>
            <p:nvPr/>
          </p:nvSpPr>
          <p:spPr>
            <a:xfrm>
              <a:off x="3944448" y="2278324"/>
              <a:ext cx="129517" cy="43172"/>
            </a:xfrm>
            <a:custGeom>
              <a:avLst/>
              <a:gdLst>
                <a:gd name="connsiteX0" fmla="*/ 38223 w 121986"/>
                <a:gd name="connsiteY0" fmla="*/ 45948 h 40662"/>
                <a:gd name="connsiteX1" fmla="*/ 84171 w 121986"/>
                <a:gd name="connsiteY1" fmla="*/ 45948 h 40662"/>
                <a:gd name="connsiteX2" fmla="*/ 91897 w 121986"/>
                <a:gd name="connsiteY2" fmla="*/ 38223 h 40662"/>
                <a:gd name="connsiteX3" fmla="*/ 84171 w 121986"/>
                <a:gd name="connsiteY3" fmla="*/ 30497 h 40662"/>
                <a:gd name="connsiteX4" fmla="*/ 38223 w 121986"/>
                <a:gd name="connsiteY4" fmla="*/ 30497 h 40662"/>
                <a:gd name="connsiteX5" fmla="*/ 30497 w 121986"/>
                <a:gd name="connsiteY5" fmla="*/ 38223 h 40662"/>
                <a:gd name="connsiteX6" fmla="*/ 38223 w 121986"/>
                <a:gd name="connsiteY6" fmla="*/ 45948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86" h="40662">
                  <a:moveTo>
                    <a:pt x="38223" y="45948"/>
                  </a:moveTo>
                  <a:lnTo>
                    <a:pt x="84171" y="45948"/>
                  </a:lnTo>
                  <a:cubicBezTo>
                    <a:pt x="88236" y="45948"/>
                    <a:pt x="91897" y="42695"/>
                    <a:pt x="91897" y="38223"/>
                  </a:cubicBezTo>
                  <a:cubicBezTo>
                    <a:pt x="91897" y="34156"/>
                    <a:pt x="88643" y="30497"/>
                    <a:pt x="84171" y="30497"/>
                  </a:cubicBezTo>
                  <a:lnTo>
                    <a:pt x="38223" y="30497"/>
                  </a:lnTo>
                  <a:cubicBezTo>
                    <a:pt x="34156" y="30497"/>
                    <a:pt x="30497" y="33750"/>
                    <a:pt x="30497" y="38223"/>
                  </a:cubicBezTo>
                  <a:cubicBezTo>
                    <a:pt x="30904" y="42288"/>
                    <a:pt x="34156" y="45948"/>
                    <a:pt x="38223" y="45948"/>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96" name="Freeform: Shape 195">
              <a:extLst>
                <a:ext uri="{FF2B5EF4-FFF2-40B4-BE49-F238E27FC236}">
                  <a16:creationId xmlns:a16="http://schemas.microsoft.com/office/drawing/2014/main" id="{17F69556-DD5B-B4B6-8169-993724CFA092}"/>
                </a:ext>
              </a:extLst>
            </p:cNvPr>
            <p:cNvSpPr/>
            <p:nvPr/>
          </p:nvSpPr>
          <p:spPr>
            <a:xfrm>
              <a:off x="4235859" y="2493213"/>
              <a:ext cx="129517" cy="129517"/>
            </a:xfrm>
            <a:custGeom>
              <a:avLst/>
              <a:gdLst>
                <a:gd name="connsiteX0" fmla="*/ 129713 w 121986"/>
                <a:gd name="connsiteY0" fmla="*/ 71667 h 121986"/>
                <a:gd name="connsiteX1" fmla="*/ 129306 w 121986"/>
                <a:gd name="connsiteY1" fmla="*/ 69634 h 121986"/>
                <a:gd name="connsiteX2" fmla="*/ 127679 w 121986"/>
                <a:gd name="connsiteY2" fmla="*/ 67601 h 121986"/>
                <a:gd name="connsiteX3" fmla="*/ 127679 w 121986"/>
                <a:gd name="connsiteY3" fmla="*/ 67194 h 121986"/>
                <a:gd name="connsiteX4" fmla="*/ 127679 w 121986"/>
                <a:gd name="connsiteY4" fmla="*/ 67194 h 121986"/>
                <a:gd name="connsiteX5" fmla="*/ 127679 w 121986"/>
                <a:gd name="connsiteY5" fmla="*/ 67194 h 121986"/>
                <a:gd name="connsiteX6" fmla="*/ 93523 w 121986"/>
                <a:gd name="connsiteY6" fmla="*/ 32632 h 121986"/>
                <a:gd name="connsiteX7" fmla="*/ 82544 w 121986"/>
                <a:gd name="connsiteY7" fmla="*/ 32632 h 121986"/>
                <a:gd name="connsiteX8" fmla="*/ 82544 w 121986"/>
                <a:gd name="connsiteY8" fmla="*/ 43611 h 121986"/>
                <a:gd name="connsiteX9" fmla="*/ 103688 w 121986"/>
                <a:gd name="connsiteY9" fmla="*/ 65162 h 121986"/>
                <a:gd name="connsiteX10" fmla="*/ 38223 w 121986"/>
                <a:gd name="connsiteY10" fmla="*/ 65162 h 121986"/>
                <a:gd name="connsiteX11" fmla="*/ 30497 w 121986"/>
                <a:gd name="connsiteY11" fmla="*/ 72887 h 121986"/>
                <a:gd name="connsiteX12" fmla="*/ 38223 w 121986"/>
                <a:gd name="connsiteY12" fmla="*/ 80613 h 121986"/>
                <a:gd name="connsiteX13" fmla="*/ 103688 w 121986"/>
                <a:gd name="connsiteY13" fmla="*/ 80613 h 121986"/>
                <a:gd name="connsiteX14" fmla="*/ 82544 w 121986"/>
                <a:gd name="connsiteY14" fmla="*/ 101757 h 121986"/>
                <a:gd name="connsiteX15" fmla="*/ 82544 w 121986"/>
                <a:gd name="connsiteY15" fmla="*/ 112736 h 121986"/>
                <a:gd name="connsiteX16" fmla="*/ 87831 w 121986"/>
                <a:gd name="connsiteY16" fmla="*/ 115176 h 121986"/>
                <a:gd name="connsiteX17" fmla="*/ 93117 w 121986"/>
                <a:gd name="connsiteY17" fmla="*/ 113143 h 121986"/>
                <a:gd name="connsiteX18" fmla="*/ 127679 w 121986"/>
                <a:gd name="connsiteY18" fmla="*/ 78987 h 121986"/>
                <a:gd name="connsiteX19" fmla="*/ 127679 w 121986"/>
                <a:gd name="connsiteY19" fmla="*/ 78987 h 121986"/>
                <a:gd name="connsiteX20" fmla="*/ 129306 w 121986"/>
                <a:gd name="connsiteY20" fmla="*/ 76547 h 121986"/>
                <a:gd name="connsiteX21" fmla="*/ 129713 w 121986"/>
                <a:gd name="connsiteY21" fmla="*/ 73700 h 121986"/>
                <a:gd name="connsiteX22" fmla="*/ 129713 w 121986"/>
                <a:gd name="connsiteY22" fmla="*/ 73700 h 121986"/>
                <a:gd name="connsiteX23" fmla="*/ 129713 w 121986"/>
                <a:gd name="connsiteY23" fmla="*/ 71667 h 12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86" h="121986">
                  <a:moveTo>
                    <a:pt x="129713" y="71667"/>
                  </a:moveTo>
                  <a:cubicBezTo>
                    <a:pt x="129713" y="70854"/>
                    <a:pt x="129713" y="70041"/>
                    <a:pt x="129306" y="69634"/>
                  </a:cubicBezTo>
                  <a:cubicBezTo>
                    <a:pt x="128899" y="68821"/>
                    <a:pt x="128493" y="68008"/>
                    <a:pt x="127679" y="67601"/>
                  </a:cubicBezTo>
                  <a:cubicBezTo>
                    <a:pt x="127679" y="67601"/>
                    <a:pt x="127679" y="67601"/>
                    <a:pt x="127679" y="67194"/>
                  </a:cubicBezTo>
                  <a:lnTo>
                    <a:pt x="127679" y="67194"/>
                  </a:lnTo>
                  <a:cubicBezTo>
                    <a:pt x="127679" y="67194"/>
                    <a:pt x="127679" y="67194"/>
                    <a:pt x="127679" y="67194"/>
                  </a:cubicBezTo>
                  <a:lnTo>
                    <a:pt x="93523" y="32632"/>
                  </a:lnTo>
                  <a:cubicBezTo>
                    <a:pt x="90677" y="29785"/>
                    <a:pt x="85797" y="29785"/>
                    <a:pt x="82544" y="32632"/>
                  </a:cubicBezTo>
                  <a:cubicBezTo>
                    <a:pt x="79698" y="35478"/>
                    <a:pt x="79698" y="40358"/>
                    <a:pt x="82544" y="43611"/>
                  </a:cubicBezTo>
                  <a:lnTo>
                    <a:pt x="103688" y="65162"/>
                  </a:lnTo>
                  <a:lnTo>
                    <a:pt x="38223" y="65162"/>
                  </a:lnTo>
                  <a:cubicBezTo>
                    <a:pt x="34156" y="65162"/>
                    <a:pt x="30497" y="68415"/>
                    <a:pt x="30497" y="72887"/>
                  </a:cubicBezTo>
                  <a:cubicBezTo>
                    <a:pt x="30497" y="76953"/>
                    <a:pt x="33749" y="80613"/>
                    <a:pt x="38223" y="80613"/>
                  </a:cubicBezTo>
                  <a:lnTo>
                    <a:pt x="103688" y="80613"/>
                  </a:lnTo>
                  <a:lnTo>
                    <a:pt x="82544" y="101757"/>
                  </a:lnTo>
                  <a:cubicBezTo>
                    <a:pt x="79698" y="104604"/>
                    <a:pt x="79698" y="109483"/>
                    <a:pt x="82544" y="112736"/>
                  </a:cubicBezTo>
                  <a:cubicBezTo>
                    <a:pt x="84171" y="114362"/>
                    <a:pt x="85797" y="115176"/>
                    <a:pt x="87831" y="115176"/>
                  </a:cubicBezTo>
                  <a:cubicBezTo>
                    <a:pt x="89863" y="115176"/>
                    <a:pt x="91897" y="114362"/>
                    <a:pt x="93117" y="113143"/>
                  </a:cubicBezTo>
                  <a:lnTo>
                    <a:pt x="127679" y="78987"/>
                  </a:lnTo>
                  <a:lnTo>
                    <a:pt x="127679" y="78987"/>
                  </a:lnTo>
                  <a:cubicBezTo>
                    <a:pt x="128493" y="78173"/>
                    <a:pt x="128899" y="77360"/>
                    <a:pt x="129306" y="76547"/>
                  </a:cubicBezTo>
                  <a:cubicBezTo>
                    <a:pt x="129713" y="75734"/>
                    <a:pt x="129713" y="74514"/>
                    <a:pt x="129713" y="73700"/>
                  </a:cubicBezTo>
                  <a:cubicBezTo>
                    <a:pt x="129713" y="73700"/>
                    <a:pt x="129713" y="73700"/>
                    <a:pt x="129713" y="73700"/>
                  </a:cubicBezTo>
                  <a:cubicBezTo>
                    <a:pt x="129713" y="72074"/>
                    <a:pt x="129713" y="72074"/>
                    <a:pt x="129713" y="71667"/>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97" name="Freeform: Shape 196">
              <a:extLst>
                <a:ext uri="{FF2B5EF4-FFF2-40B4-BE49-F238E27FC236}">
                  <a16:creationId xmlns:a16="http://schemas.microsoft.com/office/drawing/2014/main" id="{3003BC09-8D2D-0F7D-75B4-C476DDA9707D}"/>
                </a:ext>
              </a:extLst>
            </p:cNvPr>
            <p:cNvSpPr/>
            <p:nvPr/>
          </p:nvSpPr>
          <p:spPr>
            <a:xfrm>
              <a:off x="4203480" y="2561965"/>
              <a:ext cx="129517" cy="43172"/>
            </a:xfrm>
            <a:custGeom>
              <a:avLst/>
              <a:gdLst>
                <a:gd name="connsiteX0" fmla="*/ 84171 w 121986"/>
                <a:gd name="connsiteY0" fmla="*/ 30497 h 40662"/>
                <a:gd name="connsiteX1" fmla="*/ 38223 w 121986"/>
                <a:gd name="connsiteY1" fmla="*/ 30497 h 40662"/>
                <a:gd name="connsiteX2" fmla="*/ 30497 w 121986"/>
                <a:gd name="connsiteY2" fmla="*/ 38223 h 40662"/>
                <a:gd name="connsiteX3" fmla="*/ 38223 w 121986"/>
                <a:gd name="connsiteY3" fmla="*/ 45949 h 40662"/>
                <a:gd name="connsiteX4" fmla="*/ 84171 w 121986"/>
                <a:gd name="connsiteY4" fmla="*/ 45949 h 40662"/>
                <a:gd name="connsiteX5" fmla="*/ 91897 w 121986"/>
                <a:gd name="connsiteY5" fmla="*/ 38223 h 40662"/>
                <a:gd name="connsiteX6" fmla="*/ 84171 w 121986"/>
                <a:gd name="connsiteY6" fmla="*/ 30497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86" h="40662">
                  <a:moveTo>
                    <a:pt x="84171" y="30497"/>
                  </a:moveTo>
                  <a:lnTo>
                    <a:pt x="38223" y="30497"/>
                  </a:lnTo>
                  <a:cubicBezTo>
                    <a:pt x="34156" y="30497"/>
                    <a:pt x="30497" y="33750"/>
                    <a:pt x="30497" y="38223"/>
                  </a:cubicBezTo>
                  <a:cubicBezTo>
                    <a:pt x="30497" y="42289"/>
                    <a:pt x="33749" y="45949"/>
                    <a:pt x="38223" y="45949"/>
                  </a:cubicBezTo>
                  <a:lnTo>
                    <a:pt x="84171" y="45949"/>
                  </a:lnTo>
                  <a:cubicBezTo>
                    <a:pt x="88236" y="45949"/>
                    <a:pt x="91897" y="42695"/>
                    <a:pt x="91897" y="38223"/>
                  </a:cubicBezTo>
                  <a:cubicBezTo>
                    <a:pt x="91897" y="33750"/>
                    <a:pt x="88236" y="30497"/>
                    <a:pt x="84171" y="30497"/>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198" name="Freeform: Shape 197">
              <a:extLst>
                <a:ext uri="{FF2B5EF4-FFF2-40B4-BE49-F238E27FC236}">
                  <a16:creationId xmlns:a16="http://schemas.microsoft.com/office/drawing/2014/main" id="{BF56B2DB-0375-D836-3847-936FAEAB27F1}"/>
                </a:ext>
              </a:extLst>
            </p:cNvPr>
            <p:cNvSpPr/>
            <p:nvPr/>
          </p:nvSpPr>
          <p:spPr>
            <a:xfrm>
              <a:off x="3847742" y="2229971"/>
              <a:ext cx="561238" cy="431722"/>
            </a:xfrm>
            <a:custGeom>
              <a:avLst/>
              <a:gdLst>
                <a:gd name="connsiteX0" fmla="*/ 495266 w 528608"/>
                <a:gd name="connsiteY0" fmla="*/ 30497 h 406622"/>
                <a:gd name="connsiteX1" fmla="*/ 220796 w 528608"/>
                <a:gd name="connsiteY1" fmla="*/ 30497 h 406622"/>
                <a:gd name="connsiteX2" fmla="*/ 198025 w 528608"/>
                <a:gd name="connsiteY2" fmla="*/ 53268 h 406622"/>
                <a:gd name="connsiteX3" fmla="*/ 198025 w 528608"/>
                <a:gd name="connsiteY3" fmla="*/ 182980 h 406622"/>
                <a:gd name="connsiteX4" fmla="*/ 53267 w 528608"/>
                <a:gd name="connsiteY4" fmla="*/ 182980 h 406622"/>
                <a:gd name="connsiteX5" fmla="*/ 30497 w 528608"/>
                <a:gd name="connsiteY5" fmla="*/ 205751 h 406622"/>
                <a:gd name="connsiteX6" fmla="*/ 30497 w 528608"/>
                <a:gd name="connsiteY6" fmla="*/ 381005 h 406622"/>
                <a:gd name="connsiteX7" fmla="*/ 53267 w 528608"/>
                <a:gd name="connsiteY7" fmla="*/ 403776 h 406622"/>
                <a:gd name="connsiteX8" fmla="*/ 327737 w 528608"/>
                <a:gd name="connsiteY8" fmla="*/ 403776 h 406622"/>
                <a:gd name="connsiteX9" fmla="*/ 350508 w 528608"/>
                <a:gd name="connsiteY9" fmla="*/ 381005 h 406622"/>
                <a:gd name="connsiteX10" fmla="*/ 350508 w 528608"/>
                <a:gd name="connsiteY10" fmla="*/ 251293 h 406622"/>
                <a:gd name="connsiteX11" fmla="*/ 495266 w 528608"/>
                <a:gd name="connsiteY11" fmla="*/ 251293 h 406622"/>
                <a:gd name="connsiteX12" fmla="*/ 518036 w 528608"/>
                <a:gd name="connsiteY12" fmla="*/ 228522 h 406622"/>
                <a:gd name="connsiteX13" fmla="*/ 518036 w 528608"/>
                <a:gd name="connsiteY13" fmla="*/ 53268 h 406622"/>
                <a:gd name="connsiteX14" fmla="*/ 495266 w 528608"/>
                <a:gd name="connsiteY14" fmla="*/ 30497 h 406622"/>
                <a:gd name="connsiteX15" fmla="*/ 358234 w 528608"/>
                <a:gd name="connsiteY15" fmla="*/ 150451 h 406622"/>
                <a:gd name="connsiteX16" fmla="*/ 340343 w 528608"/>
                <a:gd name="connsiteY16" fmla="*/ 136219 h 406622"/>
                <a:gd name="connsiteX17" fmla="*/ 340343 w 528608"/>
                <a:gd name="connsiteY17" fmla="*/ 136219 h 406622"/>
                <a:gd name="connsiteX18" fmla="*/ 337903 w 528608"/>
                <a:gd name="connsiteY18" fmla="*/ 134185 h 406622"/>
                <a:gd name="connsiteX19" fmla="*/ 225675 w 528608"/>
                <a:gd name="connsiteY19" fmla="*/ 45542 h 406622"/>
                <a:gd name="connsiteX20" fmla="*/ 490792 w 528608"/>
                <a:gd name="connsiteY20" fmla="*/ 45542 h 406622"/>
                <a:gd name="connsiteX21" fmla="*/ 378565 w 528608"/>
                <a:gd name="connsiteY21" fmla="*/ 134185 h 406622"/>
                <a:gd name="connsiteX22" fmla="*/ 376531 w 528608"/>
                <a:gd name="connsiteY22" fmla="*/ 135812 h 406622"/>
                <a:gd name="connsiteX23" fmla="*/ 358234 w 528608"/>
                <a:gd name="connsiteY23" fmla="*/ 150451 h 406622"/>
                <a:gd name="connsiteX24" fmla="*/ 502991 w 528608"/>
                <a:gd name="connsiteY24" fmla="*/ 55708 h 406622"/>
                <a:gd name="connsiteX25" fmla="*/ 502991 w 528608"/>
                <a:gd name="connsiteY25" fmla="*/ 226895 h 406622"/>
                <a:gd name="connsiteX26" fmla="*/ 394423 w 528608"/>
                <a:gd name="connsiteY26" fmla="*/ 141505 h 406622"/>
                <a:gd name="connsiteX27" fmla="*/ 502991 w 528608"/>
                <a:gd name="connsiteY27" fmla="*/ 55708 h 406622"/>
                <a:gd name="connsiteX28" fmla="*/ 213477 w 528608"/>
                <a:gd name="connsiteY28" fmla="*/ 55708 h 406622"/>
                <a:gd name="connsiteX29" fmla="*/ 322044 w 528608"/>
                <a:gd name="connsiteY29" fmla="*/ 141505 h 406622"/>
                <a:gd name="connsiteX30" fmla="*/ 268777 w 528608"/>
                <a:gd name="connsiteY30" fmla="*/ 183387 h 406622"/>
                <a:gd name="connsiteX31" fmla="*/ 213477 w 528608"/>
                <a:gd name="connsiteY31" fmla="*/ 183387 h 406622"/>
                <a:gd name="connsiteX32" fmla="*/ 213477 w 528608"/>
                <a:gd name="connsiteY32" fmla="*/ 55708 h 406622"/>
                <a:gd name="connsiteX33" fmla="*/ 154109 w 528608"/>
                <a:gd name="connsiteY33" fmla="*/ 293988 h 406622"/>
                <a:gd name="connsiteX34" fmla="*/ 45541 w 528608"/>
                <a:gd name="connsiteY34" fmla="*/ 379379 h 406622"/>
                <a:gd name="connsiteX35" fmla="*/ 45541 w 528608"/>
                <a:gd name="connsiteY35" fmla="*/ 208191 h 406622"/>
                <a:gd name="connsiteX36" fmla="*/ 154109 w 528608"/>
                <a:gd name="connsiteY36" fmla="*/ 293988 h 406622"/>
                <a:gd name="connsiteX37" fmla="*/ 166308 w 528608"/>
                <a:gd name="connsiteY37" fmla="*/ 303340 h 406622"/>
                <a:gd name="connsiteX38" fmla="*/ 185420 w 528608"/>
                <a:gd name="connsiteY38" fmla="*/ 318385 h 406622"/>
                <a:gd name="connsiteX39" fmla="*/ 186232 w 528608"/>
                <a:gd name="connsiteY39" fmla="*/ 318792 h 406622"/>
                <a:gd name="connsiteX40" fmla="*/ 187045 w 528608"/>
                <a:gd name="connsiteY40" fmla="*/ 319199 h 406622"/>
                <a:gd name="connsiteX41" fmla="*/ 189892 w 528608"/>
                <a:gd name="connsiteY41" fmla="*/ 320012 h 406622"/>
                <a:gd name="connsiteX42" fmla="*/ 189892 w 528608"/>
                <a:gd name="connsiteY42" fmla="*/ 320012 h 406622"/>
                <a:gd name="connsiteX43" fmla="*/ 189892 w 528608"/>
                <a:gd name="connsiteY43" fmla="*/ 320012 h 406622"/>
                <a:gd name="connsiteX44" fmla="*/ 192739 w 528608"/>
                <a:gd name="connsiteY44" fmla="*/ 319199 h 406622"/>
                <a:gd name="connsiteX45" fmla="*/ 193551 w 528608"/>
                <a:gd name="connsiteY45" fmla="*/ 318792 h 406622"/>
                <a:gd name="connsiteX46" fmla="*/ 194771 w 528608"/>
                <a:gd name="connsiteY46" fmla="*/ 318385 h 406622"/>
                <a:gd name="connsiteX47" fmla="*/ 213882 w 528608"/>
                <a:gd name="connsiteY47" fmla="*/ 303340 h 406622"/>
                <a:gd name="connsiteX48" fmla="*/ 322451 w 528608"/>
                <a:gd name="connsiteY48" fmla="*/ 388731 h 406622"/>
                <a:gd name="connsiteX49" fmla="*/ 57333 w 528608"/>
                <a:gd name="connsiteY49" fmla="*/ 388731 h 406622"/>
                <a:gd name="connsiteX50" fmla="*/ 166308 w 528608"/>
                <a:gd name="connsiteY50" fmla="*/ 303340 h 406622"/>
                <a:gd name="connsiteX51" fmla="*/ 335463 w 528608"/>
                <a:gd name="connsiteY51" fmla="*/ 208191 h 406622"/>
                <a:gd name="connsiteX52" fmla="*/ 335463 w 528608"/>
                <a:gd name="connsiteY52" fmla="*/ 244380 h 406622"/>
                <a:gd name="connsiteX53" fmla="*/ 335463 w 528608"/>
                <a:gd name="connsiteY53" fmla="*/ 379379 h 406622"/>
                <a:gd name="connsiteX54" fmla="*/ 226895 w 528608"/>
                <a:gd name="connsiteY54" fmla="*/ 293988 h 406622"/>
                <a:gd name="connsiteX55" fmla="*/ 335463 w 528608"/>
                <a:gd name="connsiteY55" fmla="*/ 208191 h 406622"/>
                <a:gd name="connsiteX56" fmla="*/ 210630 w 528608"/>
                <a:gd name="connsiteY56" fmla="*/ 287076 h 406622"/>
                <a:gd name="connsiteX57" fmla="*/ 208596 w 528608"/>
                <a:gd name="connsiteY57" fmla="*/ 288702 h 406622"/>
                <a:gd name="connsiteX58" fmla="*/ 190299 w 528608"/>
                <a:gd name="connsiteY58" fmla="*/ 302934 h 406622"/>
                <a:gd name="connsiteX59" fmla="*/ 172000 w 528608"/>
                <a:gd name="connsiteY59" fmla="*/ 288702 h 406622"/>
                <a:gd name="connsiteX60" fmla="*/ 169968 w 528608"/>
                <a:gd name="connsiteY60" fmla="*/ 287076 h 406622"/>
                <a:gd name="connsiteX61" fmla="*/ 57740 w 528608"/>
                <a:gd name="connsiteY61" fmla="*/ 198432 h 406622"/>
                <a:gd name="connsiteX62" fmla="*/ 205344 w 528608"/>
                <a:gd name="connsiteY62" fmla="*/ 198432 h 406622"/>
                <a:gd name="connsiteX63" fmla="*/ 322451 w 528608"/>
                <a:gd name="connsiteY63" fmla="*/ 198432 h 406622"/>
                <a:gd name="connsiteX64" fmla="*/ 210630 w 528608"/>
                <a:gd name="connsiteY64" fmla="*/ 287076 h 406622"/>
                <a:gd name="connsiteX65" fmla="*/ 327737 w 528608"/>
                <a:gd name="connsiteY65" fmla="*/ 182980 h 406622"/>
                <a:gd name="connsiteX66" fmla="*/ 293581 w 528608"/>
                <a:gd name="connsiteY66" fmla="*/ 182980 h 406622"/>
                <a:gd name="connsiteX67" fmla="*/ 334244 w 528608"/>
                <a:gd name="connsiteY67" fmla="*/ 150857 h 406622"/>
                <a:gd name="connsiteX68" fmla="*/ 353355 w 528608"/>
                <a:gd name="connsiteY68" fmla="*/ 165902 h 406622"/>
                <a:gd name="connsiteX69" fmla="*/ 354168 w 528608"/>
                <a:gd name="connsiteY69" fmla="*/ 166309 h 406622"/>
                <a:gd name="connsiteX70" fmla="*/ 354980 w 528608"/>
                <a:gd name="connsiteY70" fmla="*/ 166715 h 406622"/>
                <a:gd name="connsiteX71" fmla="*/ 357827 w 528608"/>
                <a:gd name="connsiteY71" fmla="*/ 167529 h 406622"/>
                <a:gd name="connsiteX72" fmla="*/ 357827 w 528608"/>
                <a:gd name="connsiteY72" fmla="*/ 167529 h 406622"/>
                <a:gd name="connsiteX73" fmla="*/ 357827 w 528608"/>
                <a:gd name="connsiteY73" fmla="*/ 167529 h 406622"/>
                <a:gd name="connsiteX74" fmla="*/ 360674 w 528608"/>
                <a:gd name="connsiteY74" fmla="*/ 166715 h 406622"/>
                <a:gd name="connsiteX75" fmla="*/ 361487 w 528608"/>
                <a:gd name="connsiteY75" fmla="*/ 166309 h 406622"/>
                <a:gd name="connsiteX76" fmla="*/ 362706 w 528608"/>
                <a:gd name="connsiteY76" fmla="*/ 165902 h 406622"/>
                <a:gd name="connsiteX77" fmla="*/ 381818 w 528608"/>
                <a:gd name="connsiteY77" fmla="*/ 150857 h 406622"/>
                <a:gd name="connsiteX78" fmla="*/ 490386 w 528608"/>
                <a:gd name="connsiteY78" fmla="*/ 236248 h 406622"/>
                <a:gd name="connsiteX79" fmla="*/ 350101 w 528608"/>
                <a:gd name="connsiteY79" fmla="*/ 236248 h 406622"/>
                <a:gd name="connsiteX80" fmla="*/ 350101 w 528608"/>
                <a:gd name="connsiteY80" fmla="*/ 205751 h 406622"/>
                <a:gd name="connsiteX81" fmla="*/ 327737 w 528608"/>
                <a:gd name="connsiteY81" fmla="*/ 182980 h 406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28608" h="406622">
                  <a:moveTo>
                    <a:pt x="495266" y="30497"/>
                  </a:moveTo>
                  <a:lnTo>
                    <a:pt x="220796" y="30497"/>
                  </a:lnTo>
                  <a:cubicBezTo>
                    <a:pt x="208190" y="30497"/>
                    <a:pt x="198025" y="40662"/>
                    <a:pt x="198025" y="53268"/>
                  </a:cubicBezTo>
                  <a:lnTo>
                    <a:pt x="198025" y="182980"/>
                  </a:lnTo>
                  <a:lnTo>
                    <a:pt x="53267" y="182980"/>
                  </a:lnTo>
                  <a:cubicBezTo>
                    <a:pt x="40662" y="182980"/>
                    <a:pt x="30497" y="193146"/>
                    <a:pt x="30497" y="205751"/>
                  </a:cubicBezTo>
                  <a:lnTo>
                    <a:pt x="30497" y="381005"/>
                  </a:lnTo>
                  <a:cubicBezTo>
                    <a:pt x="30497" y="393611"/>
                    <a:pt x="40662" y="403776"/>
                    <a:pt x="53267" y="403776"/>
                  </a:cubicBezTo>
                  <a:lnTo>
                    <a:pt x="327737" y="403776"/>
                  </a:lnTo>
                  <a:cubicBezTo>
                    <a:pt x="340343" y="403776"/>
                    <a:pt x="350508" y="393611"/>
                    <a:pt x="350508" y="381005"/>
                  </a:cubicBezTo>
                  <a:lnTo>
                    <a:pt x="350508" y="251293"/>
                  </a:lnTo>
                  <a:lnTo>
                    <a:pt x="495266" y="251293"/>
                  </a:lnTo>
                  <a:cubicBezTo>
                    <a:pt x="507871" y="251293"/>
                    <a:pt x="518036" y="241127"/>
                    <a:pt x="518036" y="228522"/>
                  </a:cubicBezTo>
                  <a:lnTo>
                    <a:pt x="518036" y="53268"/>
                  </a:lnTo>
                  <a:cubicBezTo>
                    <a:pt x="518443" y="41069"/>
                    <a:pt x="507871" y="30497"/>
                    <a:pt x="495266" y="30497"/>
                  </a:cubicBezTo>
                  <a:close/>
                  <a:moveTo>
                    <a:pt x="358234" y="150451"/>
                  </a:moveTo>
                  <a:lnTo>
                    <a:pt x="340343" y="136219"/>
                  </a:lnTo>
                  <a:lnTo>
                    <a:pt x="340343" y="136219"/>
                  </a:lnTo>
                  <a:cubicBezTo>
                    <a:pt x="339529" y="135405"/>
                    <a:pt x="338716" y="134592"/>
                    <a:pt x="337903" y="134185"/>
                  </a:cubicBezTo>
                  <a:lnTo>
                    <a:pt x="225675" y="45542"/>
                  </a:lnTo>
                  <a:lnTo>
                    <a:pt x="490792" y="45542"/>
                  </a:lnTo>
                  <a:lnTo>
                    <a:pt x="378565" y="134185"/>
                  </a:lnTo>
                  <a:cubicBezTo>
                    <a:pt x="377751" y="134592"/>
                    <a:pt x="376938" y="134999"/>
                    <a:pt x="376531" y="135812"/>
                  </a:cubicBezTo>
                  <a:lnTo>
                    <a:pt x="358234" y="150451"/>
                  </a:lnTo>
                  <a:close/>
                  <a:moveTo>
                    <a:pt x="502991" y="55708"/>
                  </a:moveTo>
                  <a:lnTo>
                    <a:pt x="502991" y="226895"/>
                  </a:lnTo>
                  <a:lnTo>
                    <a:pt x="394423" y="141505"/>
                  </a:lnTo>
                  <a:lnTo>
                    <a:pt x="502991" y="55708"/>
                  </a:lnTo>
                  <a:close/>
                  <a:moveTo>
                    <a:pt x="213477" y="55708"/>
                  </a:moveTo>
                  <a:lnTo>
                    <a:pt x="322044" y="141505"/>
                  </a:lnTo>
                  <a:lnTo>
                    <a:pt x="268777" y="183387"/>
                  </a:lnTo>
                  <a:lnTo>
                    <a:pt x="213477" y="183387"/>
                  </a:lnTo>
                  <a:lnTo>
                    <a:pt x="213477" y="55708"/>
                  </a:lnTo>
                  <a:close/>
                  <a:moveTo>
                    <a:pt x="154109" y="293988"/>
                  </a:moveTo>
                  <a:lnTo>
                    <a:pt x="45541" y="379379"/>
                  </a:lnTo>
                  <a:lnTo>
                    <a:pt x="45541" y="208191"/>
                  </a:lnTo>
                  <a:lnTo>
                    <a:pt x="154109" y="293988"/>
                  </a:lnTo>
                  <a:close/>
                  <a:moveTo>
                    <a:pt x="166308" y="303340"/>
                  </a:moveTo>
                  <a:lnTo>
                    <a:pt x="185420" y="318385"/>
                  </a:lnTo>
                  <a:cubicBezTo>
                    <a:pt x="185825" y="318792"/>
                    <a:pt x="186232" y="318792"/>
                    <a:pt x="186232" y="318792"/>
                  </a:cubicBezTo>
                  <a:cubicBezTo>
                    <a:pt x="186639" y="318792"/>
                    <a:pt x="186639" y="319199"/>
                    <a:pt x="187045" y="319199"/>
                  </a:cubicBezTo>
                  <a:cubicBezTo>
                    <a:pt x="187859" y="319605"/>
                    <a:pt x="189079" y="320012"/>
                    <a:pt x="189892" y="320012"/>
                  </a:cubicBezTo>
                  <a:lnTo>
                    <a:pt x="189892" y="320012"/>
                  </a:lnTo>
                  <a:lnTo>
                    <a:pt x="189892" y="320012"/>
                  </a:lnTo>
                  <a:cubicBezTo>
                    <a:pt x="190706" y="320012"/>
                    <a:pt x="191926" y="319605"/>
                    <a:pt x="192739" y="319199"/>
                  </a:cubicBezTo>
                  <a:cubicBezTo>
                    <a:pt x="193146" y="319199"/>
                    <a:pt x="193146" y="318792"/>
                    <a:pt x="193551" y="318792"/>
                  </a:cubicBezTo>
                  <a:cubicBezTo>
                    <a:pt x="193958" y="318792"/>
                    <a:pt x="194365" y="318385"/>
                    <a:pt x="194771" y="318385"/>
                  </a:cubicBezTo>
                  <a:lnTo>
                    <a:pt x="213882" y="303340"/>
                  </a:lnTo>
                  <a:lnTo>
                    <a:pt x="322451" y="388731"/>
                  </a:lnTo>
                  <a:lnTo>
                    <a:pt x="57333" y="388731"/>
                  </a:lnTo>
                  <a:lnTo>
                    <a:pt x="166308" y="303340"/>
                  </a:lnTo>
                  <a:close/>
                  <a:moveTo>
                    <a:pt x="335463" y="208191"/>
                  </a:moveTo>
                  <a:lnTo>
                    <a:pt x="335463" y="244380"/>
                  </a:lnTo>
                  <a:lnTo>
                    <a:pt x="335463" y="379379"/>
                  </a:lnTo>
                  <a:lnTo>
                    <a:pt x="226895" y="293988"/>
                  </a:lnTo>
                  <a:lnTo>
                    <a:pt x="335463" y="208191"/>
                  </a:lnTo>
                  <a:close/>
                  <a:moveTo>
                    <a:pt x="210630" y="287076"/>
                  </a:moveTo>
                  <a:cubicBezTo>
                    <a:pt x="209816" y="287482"/>
                    <a:pt x="209003" y="287889"/>
                    <a:pt x="208596" y="288702"/>
                  </a:cubicBezTo>
                  <a:lnTo>
                    <a:pt x="190299" y="302934"/>
                  </a:lnTo>
                  <a:lnTo>
                    <a:pt x="172000" y="288702"/>
                  </a:lnTo>
                  <a:cubicBezTo>
                    <a:pt x="171188" y="287889"/>
                    <a:pt x="170781" y="287482"/>
                    <a:pt x="169968" y="287076"/>
                  </a:cubicBezTo>
                  <a:lnTo>
                    <a:pt x="57740" y="198432"/>
                  </a:lnTo>
                  <a:lnTo>
                    <a:pt x="205344" y="198432"/>
                  </a:lnTo>
                  <a:lnTo>
                    <a:pt x="322451" y="198432"/>
                  </a:lnTo>
                  <a:lnTo>
                    <a:pt x="210630" y="287076"/>
                  </a:lnTo>
                  <a:close/>
                  <a:moveTo>
                    <a:pt x="327737" y="182980"/>
                  </a:moveTo>
                  <a:lnTo>
                    <a:pt x="293581" y="182980"/>
                  </a:lnTo>
                  <a:lnTo>
                    <a:pt x="334244" y="150857"/>
                  </a:lnTo>
                  <a:lnTo>
                    <a:pt x="353355" y="165902"/>
                  </a:lnTo>
                  <a:cubicBezTo>
                    <a:pt x="353761" y="166309"/>
                    <a:pt x="354168" y="166309"/>
                    <a:pt x="354168" y="166309"/>
                  </a:cubicBezTo>
                  <a:cubicBezTo>
                    <a:pt x="354575" y="166309"/>
                    <a:pt x="354575" y="166715"/>
                    <a:pt x="354980" y="166715"/>
                  </a:cubicBezTo>
                  <a:cubicBezTo>
                    <a:pt x="355794" y="167122"/>
                    <a:pt x="357014" y="167529"/>
                    <a:pt x="357827" y="167529"/>
                  </a:cubicBezTo>
                  <a:lnTo>
                    <a:pt x="357827" y="167529"/>
                  </a:lnTo>
                  <a:lnTo>
                    <a:pt x="357827" y="167529"/>
                  </a:lnTo>
                  <a:cubicBezTo>
                    <a:pt x="358640" y="167529"/>
                    <a:pt x="359860" y="167122"/>
                    <a:pt x="360674" y="166715"/>
                  </a:cubicBezTo>
                  <a:cubicBezTo>
                    <a:pt x="361079" y="166715"/>
                    <a:pt x="361079" y="166309"/>
                    <a:pt x="361487" y="166309"/>
                  </a:cubicBezTo>
                  <a:cubicBezTo>
                    <a:pt x="361894" y="166309"/>
                    <a:pt x="362299" y="165902"/>
                    <a:pt x="362706" y="165902"/>
                  </a:cubicBezTo>
                  <a:lnTo>
                    <a:pt x="381818" y="150857"/>
                  </a:lnTo>
                  <a:lnTo>
                    <a:pt x="490386" y="236248"/>
                  </a:lnTo>
                  <a:lnTo>
                    <a:pt x="350101" y="236248"/>
                  </a:lnTo>
                  <a:lnTo>
                    <a:pt x="350101" y="205751"/>
                  </a:lnTo>
                  <a:cubicBezTo>
                    <a:pt x="350508" y="193553"/>
                    <a:pt x="340343" y="182980"/>
                    <a:pt x="327737" y="182980"/>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grpSp>
      <p:sp>
        <p:nvSpPr>
          <p:cNvPr id="200" name="Freeform: Shape 199">
            <a:extLst>
              <a:ext uri="{FF2B5EF4-FFF2-40B4-BE49-F238E27FC236}">
                <a16:creationId xmlns:a16="http://schemas.microsoft.com/office/drawing/2014/main" id="{9682C4BA-1C3B-615B-1198-D0CF8C7D26D7}"/>
              </a:ext>
            </a:extLst>
          </p:cNvPr>
          <p:cNvSpPr/>
          <p:nvPr/>
        </p:nvSpPr>
        <p:spPr>
          <a:xfrm>
            <a:off x="6649996" y="1476797"/>
            <a:ext cx="773936" cy="773936"/>
          </a:xfrm>
          <a:custGeom>
            <a:avLst/>
            <a:gdLst>
              <a:gd name="connsiteX0" fmla="*/ 44418 w 853906"/>
              <a:gd name="connsiteY0" fmla="*/ 545542 h 853906"/>
              <a:gd name="connsiteX1" fmla="*/ 545376 w 853906"/>
              <a:gd name="connsiteY1" fmla="*/ 834651 h 853906"/>
              <a:gd name="connsiteX2" fmla="*/ 834485 w 853906"/>
              <a:gd name="connsiteY2" fmla="*/ 333692 h 853906"/>
              <a:gd name="connsiteX3" fmla="*/ 333527 w 853906"/>
              <a:gd name="connsiteY3" fmla="*/ 44583 h 853906"/>
              <a:gd name="connsiteX4" fmla="*/ 44418 w 853906"/>
              <a:gd name="connsiteY4" fmla="*/ 545542 h 853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906" h="853906">
                <a:moveTo>
                  <a:pt x="44418" y="545542"/>
                </a:moveTo>
                <a:cubicBezTo>
                  <a:pt x="102971" y="763898"/>
                  <a:pt x="327020" y="893204"/>
                  <a:pt x="545376" y="834651"/>
                </a:cubicBezTo>
                <a:cubicBezTo>
                  <a:pt x="763732" y="776097"/>
                  <a:pt x="893039" y="552048"/>
                  <a:pt x="834485" y="333692"/>
                </a:cubicBezTo>
                <a:cubicBezTo>
                  <a:pt x="775932" y="115336"/>
                  <a:pt x="551883" y="-13970"/>
                  <a:pt x="333527" y="44583"/>
                </a:cubicBezTo>
                <a:cubicBezTo>
                  <a:pt x="115576" y="103137"/>
                  <a:pt x="-13729" y="327593"/>
                  <a:pt x="44418" y="545542"/>
                </a:cubicBezTo>
                <a:close/>
              </a:path>
            </a:pathLst>
          </a:custGeom>
          <a:solidFill>
            <a:srgbClr val="002753"/>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01" name="Freeform: Shape 200">
            <a:extLst>
              <a:ext uri="{FF2B5EF4-FFF2-40B4-BE49-F238E27FC236}">
                <a16:creationId xmlns:a16="http://schemas.microsoft.com/office/drawing/2014/main" id="{FD6975CF-D19F-D4E3-CAD8-DB6F28DDCD41}"/>
              </a:ext>
            </a:extLst>
          </p:cNvPr>
          <p:cNvSpPr/>
          <p:nvPr/>
        </p:nvSpPr>
        <p:spPr>
          <a:xfrm>
            <a:off x="6996144" y="1729117"/>
            <a:ext cx="110563" cy="36854"/>
          </a:xfrm>
          <a:custGeom>
            <a:avLst/>
            <a:gdLst>
              <a:gd name="connsiteX0" fmla="*/ 38223 w 121986"/>
              <a:gd name="connsiteY0" fmla="*/ 45949 h 40662"/>
              <a:gd name="connsiteX1" fmla="*/ 106942 w 121986"/>
              <a:gd name="connsiteY1" fmla="*/ 45949 h 40662"/>
              <a:gd name="connsiteX2" fmla="*/ 114668 w 121986"/>
              <a:gd name="connsiteY2" fmla="*/ 38223 h 40662"/>
              <a:gd name="connsiteX3" fmla="*/ 106942 w 121986"/>
              <a:gd name="connsiteY3" fmla="*/ 30497 h 40662"/>
              <a:gd name="connsiteX4" fmla="*/ 38223 w 121986"/>
              <a:gd name="connsiteY4" fmla="*/ 30497 h 40662"/>
              <a:gd name="connsiteX5" fmla="*/ 30497 w 121986"/>
              <a:gd name="connsiteY5" fmla="*/ 38223 h 40662"/>
              <a:gd name="connsiteX6" fmla="*/ 38223 w 121986"/>
              <a:gd name="connsiteY6" fmla="*/ 45949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86" h="40662">
                <a:moveTo>
                  <a:pt x="38223" y="45949"/>
                </a:moveTo>
                <a:lnTo>
                  <a:pt x="106942" y="45949"/>
                </a:lnTo>
                <a:cubicBezTo>
                  <a:pt x="111008" y="45949"/>
                  <a:pt x="114668" y="42695"/>
                  <a:pt x="114668" y="38223"/>
                </a:cubicBezTo>
                <a:cubicBezTo>
                  <a:pt x="114668" y="34157"/>
                  <a:pt x="111414" y="30497"/>
                  <a:pt x="106942" y="30497"/>
                </a:cubicBezTo>
                <a:lnTo>
                  <a:pt x="38223" y="30497"/>
                </a:lnTo>
                <a:cubicBezTo>
                  <a:pt x="34156" y="30497"/>
                  <a:pt x="30497" y="33750"/>
                  <a:pt x="30497" y="38223"/>
                </a:cubicBezTo>
                <a:cubicBezTo>
                  <a:pt x="30497" y="42695"/>
                  <a:pt x="34156" y="45949"/>
                  <a:pt x="38223" y="4594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02" name="Freeform: Shape 201">
            <a:extLst>
              <a:ext uri="{FF2B5EF4-FFF2-40B4-BE49-F238E27FC236}">
                <a16:creationId xmlns:a16="http://schemas.microsoft.com/office/drawing/2014/main" id="{5F5C27B2-0FC5-9959-1DF3-D574AD6F44D0}"/>
              </a:ext>
            </a:extLst>
          </p:cNvPr>
          <p:cNvSpPr/>
          <p:nvPr/>
        </p:nvSpPr>
        <p:spPr>
          <a:xfrm>
            <a:off x="6947865" y="1756757"/>
            <a:ext cx="221125" cy="36854"/>
          </a:xfrm>
          <a:custGeom>
            <a:avLst/>
            <a:gdLst>
              <a:gd name="connsiteX0" fmla="*/ 38223 w 243973"/>
              <a:gd name="connsiteY0" fmla="*/ 45949 h 40662"/>
              <a:gd name="connsiteX1" fmla="*/ 213477 w 243973"/>
              <a:gd name="connsiteY1" fmla="*/ 45949 h 40662"/>
              <a:gd name="connsiteX2" fmla="*/ 221203 w 243973"/>
              <a:gd name="connsiteY2" fmla="*/ 38223 h 40662"/>
              <a:gd name="connsiteX3" fmla="*/ 213477 w 243973"/>
              <a:gd name="connsiteY3" fmla="*/ 30497 h 40662"/>
              <a:gd name="connsiteX4" fmla="*/ 38223 w 243973"/>
              <a:gd name="connsiteY4" fmla="*/ 30497 h 40662"/>
              <a:gd name="connsiteX5" fmla="*/ 30497 w 243973"/>
              <a:gd name="connsiteY5" fmla="*/ 38223 h 40662"/>
              <a:gd name="connsiteX6" fmla="*/ 38223 w 243973"/>
              <a:gd name="connsiteY6" fmla="*/ 45949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3973" h="40662">
                <a:moveTo>
                  <a:pt x="38223" y="45949"/>
                </a:moveTo>
                <a:lnTo>
                  <a:pt x="213477" y="45949"/>
                </a:lnTo>
                <a:cubicBezTo>
                  <a:pt x="217543" y="45949"/>
                  <a:pt x="221203" y="42695"/>
                  <a:pt x="221203" y="38223"/>
                </a:cubicBezTo>
                <a:cubicBezTo>
                  <a:pt x="221203" y="34157"/>
                  <a:pt x="217949" y="30497"/>
                  <a:pt x="213477" y="30497"/>
                </a:cubicBezTo>
                <a:lnTo>
                  <a:pt x="38223" y="30497"/>
                </a:lnTo>
                <a:cubicBezTo>
                  <a:pt x="34156" y="30497"/>
                  <a:pt x="30497" y="33750"/>
                  <a:pt x="30497" y="38223"/>
                </a:cubicBezTo>
                <a:cubicBezTo>
                  <a:pt x="30497" y="42695"/>
                  <a:pt x="33749" y="45949"/>
                  <a:pt x="38223" y="4594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03" name="Freeform: Shape 202">
            <a:extLst>
              <a:ext uri="{FF2B5EF4-FFF2-40B4-BE49-F238E27FC236}">
                <a16:creationId xmlns:a16="http://schemas.microsoft.com/office/drawing/2014/main" id="{F55839E3-B26F-8DB3-04E8-2F7E847890A2}"/>
              </a:ext>
            </a:extLst>
          </p:cNvPr>
          <p:cNvSpPr/>
          <p:nvPr/>
        </p:nvSpPr>
        <p:spPr>
          <a:xfrm>
            <a:off x="6947865" y="1784398"/>
            <a:ext cx="221125" cy="36854"/>
          </a:xfrm>
          <a:custGeom>
            <a:avLst/>
            <a:gdLst>
              <a:gd name="connsiteX0" fmla="*/ 38223 w 243973"/>
              <a:gd name="connsiteY0" fmla="*/ 45949 h 40662"/>
              <a:gd name="connsiteX1" fmla="*/ 213477 w 243973"/>
              <a:gd name="connsiteY1" fmla="*/ 45949 h 40662"/>
              <a:gd name="connsiteX2" fmla="*/ 221203 w 243973"/>
              <a:gd name="connsiteY2" fmla="*/ 38223 h 40662"/>
              <a:gd name="connsiteX3" fmla="*/ 213477 w 243973"/>
              <a:gd name="connsiteY3" fmla="*/ 30497 h 40662"/>
              <a:gd name="connsiteX4" fmla="*/ 38223 w 243973"/>
              <a:gd name="connsiteY4" fmla="*/ 30497 h 40662"/>
              <a:gd name="connsiteX5" fmla="*/ 30497 w 243973"/>
              <a:gd name="connsiteY5" fmla="*/ 38223 h 40662"/>
              <a:gd name="connsiteX6" fmla="*/ 38223 w 243973"/>
              <a:gd name="connsiteY6" fmla="*/ 45949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3973" h="40662">
                <a:moveTo>
                  <a:pt x="38223" y="45949"/>
                </a:moveTo>
                <a:lnTo>
                  <a:pt x="213477" y="45949"/>
                </a:lnTo>
                <a:cubicBezTo>
                  <a:pt x="217543" y="45949"/>
                  <a:pt x="221203" y="42695"/>
                  <a:pt x="221203" y="38223"/>
                </a:cubicBezTo>
                <a:cubicBezTo>
                  <a:pt x="221203" y="34157"/>
                  <a:pt x="217949" y="30497"/>
                  <a:pt x="213477" y="30497"/>
                </a:cubicBezTo>
                <a:lnTo>
                  <a:pt x="38223" y="30497"/>
                </a:lnTo>
                <a:cubicBezTo>
                  <a:pt x="34156" y="30497"/>
                  <a:pt x="30497" y="33750"/>
                  <a:pt x="30497" y="38223"/>
                </a:cubicBezTo>
                <a:cubicBezTo>
                  <a:pt x="30497" y="42695"/>
                  <a:pt x="33749" y="45949"/>
                  <a:pt x="38223" y="4594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04" name="Freeform: Shape 203">
            <a:extLst>
              <a:ext uri="{FF2B5EF4-FFF2-40B4-BE49-F238E27FC236}">
                <a16:creationId xmlns:a16="http://schemas.microsoft.com/office/drawing/2014/main" id="{9497A90D-FA5D-6284-42CE-2B6C31AEF3B8}"/>
              </a:ext>
            </a:extLst>
          </p:cNvPr>
          <p:cNvSpPr/>
          <p:nvPr/>
        </p:nvSpPr>
        <p:spPr>
          <a:xfrm>
            <a:off x="6947865" y="1839679"/>
            <a:ext cx="221125" cy="36854"/>
          </a:xfrm>
          <a:custGeom>
            <a:avLst/>
            <a:gdLst>
              <a:gd name="connsiteX0" fmla="*/ 38223 w 243973"/>
              <a:gd name="connsiteY0" fmla="*/ 45949 h 40662"/>
              <a:gd name="connsiteX1" fmla="*/ 236654 w 243973"/>
              <a:gd name="connsiteY1" fmla="*/ 45949 h 40662"/>
              <a:gd name="connsiteX2" fmla="*/ 244379 w 243973"/>
              <a:gd name="connsiteY2" fmla="*/ 38223 h 40662"/>
              <a:gd name="connsiteX3" fmla="*/ 236654 w 243973"/>
              <a:gd name="connsiteY3" fmla="*/ 30497 h 40662"/>
              <a:gd name="connsiteX4" fmla="*/ 38223 w 243973"/>
              <a:gd name="connsiteY4" fmla="*/ 30497 h 40662"/>
              <a:gd name="connsiteX5" fmla="*/ 30497 w 243973"/>
              <a:gd name="connsiteY5" fmla="*/ 38223 h 40662"/>
              <a:gd name="connsiteX6" fmla="*/ 38223 w 243973"/>
              <a:gd name="connsiteY6" fmla="*/ 45949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3973" h="40662">
                <a:moveTo>
                  <a:pt x="38223" y="45949"/>
                </a:moveTo>
                <a:lnTo>
                  <a:pt x="236654" y="45949"/>
                </a:lnTo>
                <a:cubicBezTo>
                  <a:pt x="240720" y="45949"/>
                  <a:pt x="244379" y="42695"/>
                  <a:pt x="244379" y="38223"/>
                </a:cubicBezTo>
                <a:cubicBezTo>
                  <a:pt x="244379" y="34157"/>
                  <a:pt x="241127" y="30497"/>
                  <a:pt x="236654" y="30497"/>
                </a:cubicBezTo>
                <a:lnTo>
                  <a:pt x="38223" y="30497"/>
                </a:lnTo>
                <a:cubicBezTo>
                  <a:pt x="34156" y="30497"/>
                  <a:pt x="30497" y="33750"/>
                  <a:pt x="30497" y="38223"/>
                </a:cubicBezTo>
                <a:cubicBezTo>
                  <a:pt x="30497" y="42695"/>
                  <a:pt x="33749" y="45949"/>
                  <a:pt x="38223" y="4594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05" name="Freeform: Shape 204">
            <a:extLst>
              <a:ext uri="{FF2B5EF4-FFF2-40B4-BE49-F238E27FC236}">
                <a16:creationId xmlns:a16="http://schemas.microsoft.com/office/drawing/2014/main" id="{F4F0C1B0-CB82-87D7-2137-DADA9D1ACE5F}"/>
              </a:ext>
            </a:extLst>
          </p:cNvPr>
          <p:cNvSpPr/>
          <p:nvPr/>
        </p:nvSpPr>
        <p:spPr>
          <a:xfrm>
            <a:off x="6927227" y="1867320"/>
            <a:ext cx="257980" cy="36854"/>
          </a:xfrm>
          <a:custGeom>
            <a:avLst/>
            <a:gdLst>
              <a:gd name="connsiteX0" fmla="*/ 38223 w 284635"/>
              <a:gd name="connsiteY0" fmla="*/ 45949 h 40662"/>
              <a:gd name="connsiteX1" fmla="*/ 259425 w 284635"/>
              <a:gd name="connsiteY1" fmla="*/ 45949 h 40662"/>
              <a:gd name="connsiteX2" fmla="*/ 267150 w 284635"/>
              <a:gd name="connsiteY2" fmla="*/ 38223 h 40662"/>
              <a:gd name="connsiteX3" fmla="*/ 259425 w 284635"/>
              <a:gd name="connsiteY3" fmla="*/ 30497 h 40662"/>
              <a:gd name="connsiteX4" fmla="*/ 38223 w 284635"/>
              <a:gd name="connsiteY4" fmla="*/ 30497 h 40662"/>
              <a:gd name="connsiteX5" fmla="*/ 30497 w 284635"/>
              <a:gd name="connsiteY5" fmla="*/ 38223 h 40662"/>
              <a:gd name="connsiteX6" fmla="*/ 38223 w 284635"/>
              <a:gd name="connsiteY6" fmla="*/ 45949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4635" h="40662">
                <a:moveTo>
                  <a:pt x="38223" y="45949"/>
                </a:moveTo>
                <a:lnTo>
                  <a:pt x="259425" y="45949"/>
                </a:lnTo>
                <a:cubicBezTo>
                  <a:pt x="263490" y="45949"/>
                  <a:pt x="267150" y="42695"/>
                  <a:pt x="267150" y="38223"/>
                </a:cubicBezTo>
                <a:cubicBezTo>
                  <a:pt x="267150" y="34157"/>
                  <a:pt x="263897" y="30497"/>
                  <a:pt x="259425" y="30497"/>
                </a:cubicBezTo>
                <a:lnTo>
                  <a:pt x="38223" y="30497"/>
                </a:lnTo>
                <a:cubicBezTo>
                  <a:pt x="34156" y="30497"/>
                  <a:pt x="30497" y="33750"/>
                  <a:pt x="30497" y="38223"/>
                </a:cubicBezTo>
                <a:cubicBezTo>
                  <a:pt x="30497" y="42695"/>
                  <a:pt x="33749" y="45949"/>
                  <a:pt x="38223" y="4594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06" name="Freeform: Shape 205">
            <a:extLst>
              <a:ext uri="{FF2B5EF4-FFF2-40B4-BE49-F238E27FC236}">
                <a16:creationId xmlns:a16="http://schemas.microsoft.com/office/drawing/2014/main" id="{3C68F8AA-6312-7C4B-AF9B-C8F61D2D8666}"/>
              </a:ext>
            </a:extLst>
          </p:cNvPr>
          <p:cNvSpPr/>
          <p:nvPr/>
        </p:nvSpPr>
        <p:spPr>
          <a:xfrm>
            <a:off x="6926858" y="1895329"/>
            <a:ext cx="257980" cy="36854"/>
          </a:xfrm>
          <a:custGeom>
            <a:avLst/>
            <a:gdLst>
              <a:gd name="connsiteX0" fmla="*/ 259425 w 284635"/>
              <a:gd name="connsiteY0" fmla="*/ 30497 h 40662"/>
              <a:gd name="connsiteX1" fmla="*/ 38223 w 284635"/>
              <a:gd name="connsiteY1" fmla="*/ 30497 h 40662"/>
              <a:gd name="connsiteX2" fmla="*/ 30497 w 284635"/>
              <a:gd name="connsiteY2" fmla="*/ 38223 h 40662"/>
              <a:gd name="connsiteX3" fmla="*/ 38223 w 284635"/>
              <a:gd name="connsiteY3" fmla="*/ 45948 h 40662"/>
              <a:gd name="connsiteX4" fmla="*/ 259425 w 284635"/>
              <a:gd name="connsiteY4" fmla="*/ 45948 h 40662"/>
              <a:gd name="connsiteX5" fmla="*/ 267151 w 284635"/>
              <a:gd name="connsiteY5" fmla="*/ 38223 h 40662"/>
              <a:gd name="connsiteX6" fmla="*/ 259425 w 284635"/>
              <a:gd name="connsiteY6" fmla="*/ 30497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4635" h="40662">
                <a:moveTo>
                  <a:pt x="259425" y="30497"/>
                </a:moveTo>
                <a:lnTo>
                  <a:pt x="38223" y="30497"/>
                </a:lnTo>
                <a:cubicBezTo>
                  <a:pt x="34156" y="30497"/>
                  <a:pt x="30497" y="33750"/>
                  <a:pt x="30497" y="38223"/>
                </a:cubicBezTo>
                <a:cubicBezTo>
                  <a:pt x="30497" y="42288"/>
                  <a:pt x="33749" y="45948"/>
                  <a:pt x="38223" y="45948"/>
                </a:cubicBezTo>
                <a:lnTo>
                  <a:pt x="259425" y="45948"/>
                </a:lnTo>
                <a:cubicBezTo>
                  <a:pt x="263492" y="45948"/>
                  <a:pt x="267151" y="42695"/>
                  <a:pt x="267151" y="38223"/>
                </a:cubicBezTo>
                <a:cubicBezTo>
                  <a:pt x="267151" y="33750"/>
                  <a:pt x="263897" y="30497"/>
                  <a:pt x="259425" y="30497"/>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07" name="Freeform: Shape 206">
            <a:extLst>
              <a:ext uri="{FF2B5EF4-FFF2-40B4-BE49-F238E27FC236}">
                <a16:creationId xmlns:a16="http://schemas.microsoft.com/office/drawing/2014/main" id="{383888E4-1475-3CE0-F656-1477793D6617}"/>
              </a:ext>
            </a:extLst>
          </p:cNvPr>
          <p:cNvSpPr/>
          <p:nvPr/>
        </p:nvSpPr>
        <p:spPr>
          <a:xfrm>
            <a:off x="6926858" y="1936605"/>
            <a:ext cx="110563" cy="36854"/>
          </a:xfrm>
          <a:custGeom>
            <a:avLst/>
            <a:gdLst>
              <a:gd name="connsiteX0" fmla="*/ 114668 w 121986"/>
              <a:gd name="connsiteY0" fmla="*/ 30497 h 40662"/>
              <a:gd name="connsiteX1" fmla="*/ 38223 w 121986"/>
              <a:gd name="connsiteY1" fmla="*/ 30497 h 40662"/>
              <a:gd name="connsiteX2" fmla="*/ 30497 w 121986"/>
              <a:gd name="connsiteY2" fmla="*/ 38223 h 40662"/>
              <a:gd name="connsiteX3" fmla="*/ 38223 w 121986"/>
              <a:gd name="connsiteY3" fmla="*/ 45949 h 40662"/>
              <a:gd name="connsiteX4" fmla="*/ 114668 w 121986"/>
              <a:gd name="connsiteY4" fmla="*/ 45949 h 40662"/>
              <a:gd name="connsiteX5" fmla="*/ 122394 w 121986"/>
              <a:gd name="connsiteY5" fmla="*/ 38223 h 40662"/>
              <a:gd name="connsiteX6" fmla="*/ 114668 w 121986"/>
              <a:gd name="connsiteY6" fmla="*/ 30497 h 4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86" h="40662">
                <a:moveTo>
                  <a:pt x="114668" y="30497"/>
                </a:moveTo>
                <a:lnTo>
                  <a:pt x="38223" y="30497"/>
                </a:lnTo>
                <a:cubicBezTo>
                  <a:pt x="34156" y="30497"/>
                  <a:pt x="30497" y="33750"/>
                  <a:pt x="30497" y="38223"/>
                </a:cubicBezTo>
                <a:cubicBezTo>
                  <a:pt x="30497" y="42288"/>
                  <a:pt x="33749" y="45949"/>
                  <a:pt x="38223" y="45949"/>
                </a:cubicBezTo>
                <a:lnTo>
                  <a:pt x="114668" y="45949"/>
                </a:lnTo>
                <a:cubicBezTo>
                  <a:pt x="118734" y="45949"/>
                  <a:pt x="122394" y="42695"/>
                  <a:pt x="122394" y="38223"/>
                </a:cubicBezTo>
                <a:cubicBezTo>
                  <a:pt x="122394" y="34156"/>
                  <a:pt x="118734" y="30497"/>
                  <a:pt x="114668" y="30497"/>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08" name="Freeform: Shape 207">
            <a:extLst>
              <a:ext uri="{FF2B5EF4-FFF2-40B4-BE49-F238E27FC236}">
                <a16:creationId xmlns:a16="http://schemas.microsoft.com/office/drawing/2014/main" id="{E8CD0A5E-9C14-693F-320A-C07C65EB9E46}"/>
              </a:ext>
            </a:extLst>
          </p:cNvPr>
          <p:cNvSpPr/>
          <p:nvPr/>
        </p:nvSpPr>
        <p:spPr>
          <a:xfrm>
            <a:off x="6892214" y="1632559"/>
            <a:ext cx="331687" cy="479103"/>
          </a:xfrm>
          <a:custGeom>
            <a:avLst/>
            <a:gdLst>
              <a:gd name="connsiteX0" fmla="*/ 342782 w 365959"/>
              <a:gd name="connsiteY0" fmla="*/ 111415 h 528608"/>
              <a:gd name="connsiteX1" fmla="*/ 341157 w 365959"/>
              <a:gd name="connsiteY1" fmla="*/ 108975 h 528608"/>
              <a:gd name="connsiteX2" fmla="*/ 302934 w 365959"/>
              <a:gd name="connsiteY2" fmla="*/ 70752 h 528608"/>
              <a:gd name="connsiteX3" fmla="*/ 264711 w 365959"/>
              <a:gd name="connsiteY3" fmla="*/ 32530 h 528608"/>
              <a:gd name="connsiteX4" fmla="*/ 262272 w 365959"/>
              <a:gd name="connsiteY4" fmla="*/ 30903 h 528608"/>
              <a:gd name="connsiteX5" fmla="*/ 259425 w 365959"/>
              <a:gd name="connsiteY5" fmla="*/ 30497 h 528608"/>
              <a:gd name="connsiteX6" fmla="*/ 38223 w 365959"/>
              <a:gd name="connsiteY6" fmla="*/ 30497 h 528608"/>
              <a:gd name="connsiteX7" fmla="*/ 30497 w 365959"/>
              <a:gd name="connsiteY7" fmla="*/ 38223 h 528608"/>
              <a:gd name="connsiteX8" fmla="*/ 30497 w 365959"/>
              <a:gd name="connsiteY8" fmla="*/ 457450 h 528608"/>
              <a:gd name="connsiteX9" fmla="*/ 38223 w 365959"/>
              <a:gd name="connsiteY9" fmla="*/ 465176 h 528608"/>
              <a:gd name="connsiteX10" fmla="*/ 41882 w 365959"/>
              <a:gd name="connsiteY10" fmla="*/ 463956 h 528608"/>
              <a:gd name="connsiteX11" fmla="*/ 45541 w 365959"/>
              <a:gd name="connsiteY11" fmla="*/ 465176 h 528608"/>
              <a:gd name="connsiteX12" fmla="*/ 213884 w 365959"/>
              <a:gd name="connsiteY12" fmla="*/ 465176 h 528608"/>
              <a:gd name="connsiteX13" fmla="*/ 213884 w 365959"/>
              <a:gd name="connsiteY13" fmla="*/ 513564 h 528608"/>
              <a:gd name="connsiteX14" fmla="*/ 218356 w 365959"/>
              <a:gd name="connsiteY14" fmla="*/ 520477 h 528608"/>
              <a:gd name="connsiteX15" fmla="*/ 226489 w 365959"/>
              <a:gd name="connsiteY15" fmla="*/ 519257 h 528608"/>
              <a:gd name="connsiteX16" fmla="*/ 251699 w 365959"/>
              <a:gd name="connsiteY16" fmla="*/ 498519 h 528608"/>
              <a:gd name="connsiteX17" fmla="*/ 276910 w 365959"/>
              <a:gd name="connsiteY17" fmla="*/ 519257 h 528608"/>
              <a:gd name="connsiteX18" fmla="*/ 281789 w 365959"/>
              <a:gd name="connsiteY18" fmla="*/ 520883 h 528608"/>
              <a:gd name="connsiteX19" fmla="*/ 285043 w 365959"/>
              <a:gd name="connsiteY19" fmla="*/ 520070 h 528608"/>
              <a:gd name="connsiteX20" fmla="*/ 289515 w 365959"/>
              <a:gd name="connsiteY20" fmla="*/ 513157 h 528608"/>
              <a:gd name="connsiteX21" fmla="*/ 289515 w 365959"/>
              <a:gd name="connsiteY21" fmla="*/ 464770 h 528608"/>
              <a:gd name="connsiteX22" fmla="*/ 328144 w 365959"/>
              <a:gd name="connsiteY22" fmla="*/ 464770 h 528608"/>
              <a:gd name="connsiteX23" fmla="*/ 331804 w 365959"/>
              <a:gd name="connsiteY23" fmla="*/ 463549 h 528608"/>
              <a:gd name="connsiteX24" fmla="*/ 335463 w 365959"/>
              <a:gd name="connsiteY24" fmla="*/ 464770 h 528608"/>
              <a:gd name="connsiteX25" fmla="*/ 343189 w 365959"/>
              <a:gd name="connsiteY25" fmla="*/ 457044 h 528608"/>
              <a:gd name="connsiteX26" fmla="*/ 343189 w 365959"/>
              <a:gd name="connsiteY26" fmla="*/ 113854 h 528608"/>
              <a:gd name="connsiteX27" fmla="*/ 342782 w 365959"/>
              <a:gd name="connsiteY27" fmla="*/ 111415 h 528608"/>
              <a:gd name="connsiteX28" fmla="*/ 239094 w 365959"/>
              <a:gd name="connsiteY28" fmla="*/ 458670 h 528608"/>
              <a:gd name="connsiteX29" fmla="*/ 227302 w 365959"/>
              <a:gd name="connsiteY29" fmla="*/ 451757 h 528608"/>
              <a:gd name="connsiteX30" fmla="*/ 214696 w 365959"/>
              <a:gd name="connsiteY30" fmla="*/ 424107 h 528608"/>
              <a:gd name="connsiteX31" fmla="*/ 252106 w 365959"/>
              <a:gd name="connsiteY31" fmla="*/ 386697 h 528608"/>
              <a:gd name="connsiteX32" fmla="*/ 289515 w 365959"/>
              <a:gd name="connsiteY32" fmla="*/ 424107 h 528608"/>
              <a:gd name="connsiteX33" fmla="*/ 276910 w 365959"/>
              <a:gd name="connsiteY33" fmla="*/ 452164 h 528608"/>
              <a:gd name="connsiteX34" fmla="*/ 276504 w 365959"/>
              <a:gd name="connsiteY34" fmla="*/ 452571 h 528608"/>
              <a:gd name="connsiteX35" fmla="*/ 239094 w 365959"/>
              <a:gd name="connsiteY35" fmla="*/ 458670 h 528608"/>
              <a:gd name="connsiteX36" fmla="*/ 252106 w 365959"/>
              <a:gd name="connsiteY36" fmla="*/ 371246 h 528608"/>
              <a:gd name="connsiteX37" fmla="*/ 199652 w 365959"/>
              <a:gd name="connsiteY37" fmla="*/ 423700 h 528608"/>
              <a:gd name="connsiteX38" fmla="*/ 206565 w 365959"/>
              <a:gd name="connsiteY38" fmla="*/ 450131 h 528608"/>
              <a:gd name="connsiteX39" fmla="*/ 46356 w 365959"/>
              <a:gd name="connsiteY39" fmla="*/ 450131 h 528608"/>
              <a:gd name="connsiteX40" fmla="*/ 46356 w 365959"/>
              <a:gd name="connsiteY40" fmla="*/ 45949 h 528608"/>
              <a:gd name="connsiteX41" fmla="*/ 252106 w 365959"/>
              <a:gd name="connsiteY41" fmla="*/ 45949 h 528608"/>
              <a:gd name="connsiteX42" fmla="*/ 252106 w 365959"/>
              <a:gd name="connsiteY42" fmla="*/ 114668 h 528608"/>
              <a:gd name="connsiteX43" fmla="*/ 259832 w 365959"/>
              <a:gd name="connsiteY43" fmla="*/ 122393 h 528608"/>
              <a:gd name="connsiteX44" fmla="*/ 328551 w 365959"/>
              <a:gd name="connsiteY44" fmla="*/ 122393 h 528608"/>
              <a:gd name="connsiteX45" fmla="*/ 328551 w 365959"/>
              <a:gd name="connsiteY45" fmla="*/ 450131 h 528608"/>
              <a:gd name="connsiteX46" fmla="*/ 297648 w 365959"/>
              <a:gd name="connsiteY46" fmla="*/ 450131 h 528608"/>
              <a:gd name="connsiteX47" fmla="*/ 304560 w 365959"/>
              <a:gd name="connsiteY47" fmla="*/ 423700 h 528608"/>
              <a:gd name="connsiteX48" fmla="*/ 252106 w 365959"/>
              <a:gd name="connsiteY48" fmla="*/ 371246 h 528608"/>
              <a:gd name="connsiteX49" fmla="*/ 317572 w 365959"/>
              <a:gd name="connsiteY49" fmla="*/ 106942 h 528608"/>
              <a:gd name="connsiteX50" fmla="*/ 267558 w 365959"/>
              <a:gd name="connsiteY50" fmla="*/ 106942 h 528608"/>
              <a:gd name="connsiteX51" fmla="*/ 267558 w 365959"/>
              <a:gd name="connsiteY51" fmla="*/ 56927 h 528608"/>
              <a:gd name="connsiteX52" fmla="*/ 292768 w 365959"/>
              <a:gd name="connsiteY52" fmla="*/ 82138 h 528608"/>
              <a:gd name="connsiteX53" fmla="*/ 317572 w 365959"/>
              <a:gd name="connsiteY53" fmla="*/ 106942 h 528608"/>
              <a:gd name="connsiteX54" fmla="*/ 274470 w 365959"/>
              <a:gd name="connsiteY54" fmla="*/ 497299 h 528608"/>
              <a:gd name="connsiteX55" fmla="*/ 256986 w 365959"/>
              <a:gd name="connsiteY55" fmla="*/ 482660 h 528608"/>
              <a:gd name="connsiteX56" fmla="*/ 252106 w 365959"/>
              <a:gd name="connsiteY56" fmla="*/ 481034 h 528608"/>
              <a:gd name="connsiteX57" fmla="*/ 247227 w 365959"/>
              <a:gd name="connsiteY57" fmla="*/ 482660 h 528608"/>
              <a:gd name="connsiteX58" fmla="*/ 229741 w 365959"/>
              <a:gd name="connsiteY58" fmla="*/ 497299 h 528608"/>
              <a:gd name="connsiteX59" fmla="*/ 229741 w 365959"/>
              <a:gd name="connsiteY59" fmla="*/ 471275 h 528608"/>
              <a:gd name="connsiteX60" fmla="*/ 232588 w 365959"/>
              <a:gd name="connsiteY60" fmla="*/ 472495 h 528608"/>
              <a:gd name="connsiteX61" fmla="*/ 234215 w 365959"/>
              <a:gd name="connsiteY61" fmla="*/ 473308 h 528608"/>
              <a:gd name="connsiteX62" fmla="*/ 241534 w 365959"/>
              <a:gd name="connsiteY62" fmla="*/ 475341 h 528608"/>
              <a:gd name="connsiteX63" fmla="*/ 244786 w 365959"/>
              <a:gd name="connsiteY63" fmla="*/ 475748 h 528608"/>
              <a:gd name="connsiteX64" fmla="*/ 249667 w 365959"/>
              <a:gd name="connsiteY64" fmla="*/ 476155 h 528608"/>
              <a:gd name="connsiteX65" fmla="*/ 252106 w 365959"/>
              <a:gd name="connsiteY65" fmla="*/ 476561 h 528608"/>
              <a:gd name="connsiteX66" fmla="*/ 254546 w 365959"/>
              <a:gd name="connsiteY66" fmla="*/ 476155 h 528608"/>
              <a:gd name="connsiteX67" fmla="*/ 259425 w 365959"/>
              <a:gd name="connsiteY67" fmla="*/ 475748 h 528608"/>
              <a:gd name="connsiteX68" fmla="*/ 262678 w 365959"/>
              <a:gd name="connsiteY68" fmla="*/ 475341 h 528608"/>
              <a:gd name="connsiteX69" fmla="*/ 269998 w 365959"/>
              <a:gd name="connsiteY69" fmla="*/ 473308 h 528608"/>
              <a:gd name="connsiteX70" fmla="*/ 271623 w 365959"/>
              <a:gd name="connsiteY70" fmla="*/ 472495 h 528608"/>
              <a:gd name="connsiteX71" fmla="*/ 274470 w 365959"/>
              <a:gd name="connsiteY71" fmla="*/ 471275 h 528608"/>
              <a:gd name="connsiteX72" fmla="*/ 274470 w 365959"/>
              <a:gd name="connsiteY72" fmla="*/ 497299 h 52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65959" h="528608">
                <a:moveTo>
                  <a:pt x="342782" y="111415"/>
                </a:moveTo>
                <a:cubicBezTo>
                  <a:pt x="342376" y="110601"/>
                  <a:pt x="341969" y="109788"/>
                  <a:pt x="341157" y="108975"/>
                </a:cubicBezTo>
                <a:lnTo>
                  <a:pt x="302934" y="70752"/>
                </a:lnTo>
                <a:lnTo>
                  <a:pt x="264711" y="32530"/>
                </a:lnTo>
                <a:cubicBezTo>
                  <a:pt x="263897" y="31716"/>
                  <a:pt x="263085" y="31310"/>
                  <a:pt x="262272" y="30903"/>
                </a:cubicBezTo>
                <a:cubicBezTo>
                  <a:pt x="261458" y="30497"/>
                  <a:pt x="260238" y="30497"/>
                  <a:pt x="259425" y="30497"/>
                </a:cubicBezTo>
                <a:lnTo>
                  <a:pt x="38223" y="30497"/>
                </a:lnTo>
                <a:cubicBezTo>
                  <a:pt x="34156" y="30497"/>
                  <a:pt x="30497" y="33750"/>
                  <a:pt x="30497" y="38223"/>
                </a:cubicBezTo>
                <a:lnTo>
                  <a:pt x="30497" y="457450"/>
                </a:lnTo>
                <a:cubicBezTo>
                  <a:pt x="30497" y="461516"/>
                  <a:pt x="33750" y="465176"/>
                  <a:pt x="38223" y="465176"/>
                </a:cubicBezTo>
                <a:cubicBezTo>
                  <a:pt x="39442" y="465176"/>
                  <a:pt x="41069" y="464770"/>
                  <a:pt x="41882" y="463956"/>
                </a:cubicBezTo>
                <a:cubicBezTo>
                  <a:pt x="43102" y="464770"/>
                  <a:pt x="44322" y="465176"/>
                  <a:pt x="45541" y="465176"/>
                </a:cubicBezTo>
                <a:lnTo>
                  <a:pt x="213884" y="465176"/>
                </a:lnTo>
                <a:lnTo>
                  <a:pt x="213884" y="513564"/>
                </a:lnTo>
                <a:cubicBezTo>
                  <a:pt x="213884" y="516410"/>
                  <a:pt x="215511" y="519257"/>
                  <a:pt x="218356" y="520477"/>
                </a:cubicBezTo>
                <a:cubicBezTo>
                  <a:pt x="221203" y="521696"/>
                  <a:pt x="224049" y="521290"/>
                  <a:pt x="226489" y="519257"/>
                </a:cubicBezTo>
                <a:lnTo>
                  <a:pt x="251699" y="498519"/>
                </a:lnTo>
                <a:lnTo>
                  <a:pt x="276910" y="519257"/>
                </a:lnTo>
                <a:cubicBezTo>
                  <a:pt x="278129" y="520477"/>
                  <a:pt x="280163" y="520883"/>
                  <a:pt x="281789" y="520883"/>
                </a:cubicBezTo>
                <a:cubicBezTo>
                  <a:pt x="283009" y="520883"/>
                  <a:pt x="283823" y="520477"/>
                  <a:pt x="285043" y="520070"/>
                </a:cubicBezTo>
                <a:cubicBezTo>
                  <a:pt x="287889" y="518850"/>
                  <a:pt x="289515" y="516004"/>
                  <a:pt x="289515" y="513157"/>
                </a:cubicBezTo>
                <a:lnTo>
                  <a:pt x="289515" y="464770"/>
                </a:lnTo>
                <a:lnTo>
                  <a:pt x="328144" y="464770"/>
                </a:lnTo>
                <a:cubicBezTo>
                  <a:pt x="329364" y="464770"/>
                  <a:pt x="330991" y="464362"/>
                  <a:pt x="331804" y="463549"/>
                </a:cubicBezTo>
                <a:cubicBezTo>
                  <a:pt x="333024" y="464362"/>
                  <a:pt x="334244" y="464770"/>
                  <a:pt x="335463" y="464770"/>
                </a:cubicBezTo>
                <a:cubicBezTo>
                  <a:pt x="339530" y="464770"/>
                  <a:pt x="343189" y="461516"/>
                  <a:pt x="343189" y="457044"/>
                </a:cubicBezTo>
                <a:lnTo>
                  <a:pt x="343189" y="113854"/>
                </a:lnTo>
                <a:cubicBezTo>
                  <a:pt x="343596" y="113447"/>
                  <a:pt x="343189" y="112635"/>
                  <a:pt x="342782" y="111415"/>
                </a:cubicBezTo>
                <a:close/>
                <a:moveTo>
                  <a:pt x="239094" y="458670"/>
                </a:moveTo>
                <a:cubicBezTo>
                  <a:pt x="235028" y="457044"/>
                  <a:pt x="230961" y="454604"/>
                  <a:pt x="227302" y="451757"/>
                </a:cubicBezTo>
                <a:cubicBezTo>
                  <a:pt x="219576" y="444845"/>
                  <a:pt x="214696" y="434679"/>
                  <a:pt x="214696" y="424107"/>
                </a:cubicBezTo>
                <a:cubicBezTo>
                  <a:pt x="214696" y="403369"/>
                  <a:pt x="231368" y="386697"/>
                  <a:pt x="252106" y="386697"/>
                </a:cubicBezTo>
                <a:cubicBezTo>
                  <a:pt x="272843" y="386697"/>
                  <a:pt x="289515" y="403369"/>
                  <a:pt x="289515" y="424107"/>
                </a:cubicBezTo>
                <a:cubicBezTo>
                  <a:pt x="289515" y="434679"/>
                  <a:pt x="285043" y="444438"/>
                  <a:pt x="276910" y="452164"/>
                </a:cubicBezTo>
                <a:cubicBezTo>
                  <a:pt x="276910" y="452164"/>
                  <a:pt x="276910" y="452164"/>
                  <a:pt x="276504" y="452571"/>
                </a:cubicBezTo>
                <a:cubicBezTo>
                  <a:pt x="266338" y="460703"/>
                  <a:pt x="251292" y="462736"/>
                  <a:pt x="239094" y="458670"/>
                </a:cubicBezTo>
                <a:close/>
                <a:moveTo>
                  <a:pt x="252106" y="371246"/>
                </a:moveTo>
                <a:cubicBezTo>
                  <a:pt x="223235" y="371246"/>
                  <a:pt x="199652" y="394830"/>
                  <a:pt x="199652" y="423700"/>
                </a:cubicBezTo>
                <a:cubicBezTo>
                  <a:pt x="199652" y="433052"/>
                  <a:pt x="202091" y="441998"/>
                  <a:pt x="206565" y="450131"/>
                </a:cubicBezTo>
                <a:lnTo>
                  <a:pt x="46356" y="450131"/>
                </a:lnTo>
                <a:lnTo>
                  <a:pt x="46356" y="45949"/>
                </a:lnTo>
                <a:lnTo>
                  <a:pt x="252106" y="45949"/>
                </a:lnTo>
                <a:lnTo>
                  <a:pt x="252106" y="114668"/>
                </a:lnTo>
                <a:cubicBezTo>
                  <a:pt x="252106" y="118734"/>
                  <a:pt x="255359" y="122393"/>
                  <a:pt x="259832" y="122393"/>
                </a:cubicBezTo>
                <a:lnTo>
                  <a:pt x="328551" y="122393"/>
                </a:lnTo>
                <a:lnTo>
                  <a:pt x="328551" y="450131"/>
                </a:lnTo>
                <a:lnTo>
                  <a:pt x="297648" y="450131"/>
                </a:lnTo>
                <a:cubicBezTo>
                  <a:pt x="302120" y="442405"/>
                  <a:pt x="304560" y="433052"/>
                  <a:pt x="304560" y="423700"/>
                </a:cubicBezTo>
                <a:cubicBezTo>
                  <a:pt x="304560" y="394830"/>
                  <a:pt x="280976" y="371246"/>
                  <a:pt x="252106" y="371246"/>
                </a:cubicBezTo>
                <a:close/>
                <a:moveTo>
                  <a:pt x="317572" y="106942"/>
                </a:moveTo>
                <a:lnTo>
                  <a:pt x="267558" y="106942"/>
                </a:lnTo>
                <a:lnTo>
                  <a:pt x="267558" y="56927"/>
                </a:lnTo>
                <a:lnTo>
                  <a:pt x="292768" y="82138"/>
                </a:lnTo>
                <a:lnTo>
                  <a:pt x="317572" y="106942"/>
                </a:lnTo>
                <a:close/>
                <a:moveTo>
                  <a:pt x="274470" y="497299"/>
                </a:moveTo>
                <a:lnTo>
                  <a:pt x="256986" y="482660"/>
                </a:lnTo>
                <a:cubicBezTo>
                  <a:pt x="255766" y="481441"/>
                  <a:pt x="253732" y="481034"/>
                  <a:pt x="252106" y="481034"/>
                </a:cubicBezTo>
                <a:cubicBezTo>
                  <a:pt x="250479" y="481034"/>
                  <a:pt x="248447" y="481441"/>
                  <a:pt x="247227" y="482660"/>
                </a:cubicBezTo>
                <a:lnTo>
                  <a:pt x="229741" y="497299"/>
                </a:lnTo>
                <a:lnTo>
                  <a:pt x="229741" y="471275"/>
                </a:lnTo>
                <a:cubicBezTo>
                  <a:pt x="230555" y="471682"/>
                  <a:pt x="231775" y="472088"/>
                  <a:pt x="232588" y="472495"/>
                </a:cubicBezTo>
                <a:cubicBezTo>
                  <a:pt x="232995" y="472902"/>
                  <a:pt x="233808" y="472902"/>
                  <a:pt x="234215" y="473308"/>
                </a:cubicBezTo>
                <a:cubicBezTo>
                  <a:pt x="236654" y="474122"/>
                  <a:pt x="239094" y="474935"/>
                  <a:pt x="241534" y="475341"/>
                </a:cubicBezTo>
                <a:cubicBezTo>
                  <a:pt x="242754" y="475748"/>
                  <a:pt x="243566" y="475748"/>
                  <a:pt x="244786" y="475748"/>
                </a:cubicBezTo>
                <a:cubicBezTo>
                  <a:pt x="246413" y="476155"/>
                  <a:pt x="248040" y="476155"/>
                  <a:pt x="249667" y="476155"/>
                </a:cubicBezTo>
                <a:cubicBezTo>
                  <a:pt x="250479" y="476155"/>
                  <a:pt x="251292" y="476561"/>
                  <a:pt x="252106" y="476561"/>
                </a:cubicBezTo>
                <a:cubicBezTo>
                  <a:pt x="252919" y="476561"/>
                  <a:pt x="253732" y="476561"/>
                  <a:pt x="254546" y="476155"/>
                </a:cubicBezTo>
                <a:cubicBezTo>
                  <a:pt x="256173" y="476155"/>
                  <a:pt x="257798" y="475748"/>
                  <a:pt x="259425" y="475748"/>
                </a:cubicBezTo>
                <a:cubicBezTo>
                  <a:pt x="260645" y="475748"/>
                  <a:pt x="261458" y="475341"/>
                  <a:pt x="262678" y="475341"/>
                </a:cubicBezTo>
                <a:cubicBezTo>
                  <a:pt x="265117" y="474935"/>
                  <a:pt x="267558" y="474122"/>
                  <a:pt x="269998" y="473308"/>
                </a:cubicBezTo>
                <a:cubicBezTo>
                  <a:pt x="270404" y="473308"/>
                  <a:pt x="271218" y="472902"/>
                  <a:pt x="271623" y="472495"/>
                </a:cubicBezTo>
                <a:cubicBezTo>
                  <a:pt x="272437" y="472088"/>
                  <a:pt x="273657" y="471682"/>
                  <a:pt x="274470" y="471275"/>
                </a:cubicBezTo>
                <a:lnTo>
                  <a:pt x="274470" y="497299"/>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10" name="Freeform: Shape 209">
            <a:extLst>
              <a:ext uri="{FF2B5EF4-FFF2-40B4-BE49-F238E27FC236}">
                <a16:creationId xmlns:a16="http://schemas.microsoft.com/office/drawing/2014/main" id="{779F3A48-DDFC-117B-127B-40D768678D6D}"/>
              </a:ext>
            </a:extLst>
          </p:cNvPr>
          <p:cNvSpPr/>
          <p:nvPr/>
        </p:nvSpPr>
        <p:spPr>
          <a:xfrm>
            <a:off x="7373144" y="2155200"/>
            <a:ext cx="884498" cy="884498"/>
          </a:xfrm>
          <a:custGeom>
            <a:avLst/>
            <a:gdLst>
              <a:gd name="connsiteX0" fmla="*/ 565691 w 975893"/>
              <a:gd name="connsiteY0" fmla="*/ 98215 h 975893"/>
              <a:gd name="connsiteX1" fmla="*/ 906440 w 975893"/>
              <a:gd name="connsiteY1" fmla="*/ 565690 h 975893"/>
              <a:gd name="connsiteX2" fmla="*/ 438964 w 975893"/>
              <a:gd name="connsiteY2" fmla="*/ 906439 h 975893"/>
              <a:gd name="connsiteX3" fmla="*/ 98215 w 975893"/>
              <a:gd name="connsiteY3" fmla="*/ 438963 h 975893"/>
              <a:gd name="connsiteX4" fmla="*/ 565691 w 975893"/>
              <a:gd name="connsiteY4" fmla="*/ 98215 h 975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893" h="975893">
                <a:moveTo>
                  <a:pt x="565691" y="98215"/>
                </a:moveTo>
                <a:cubicBezTo>
                  <a:pt x="788876" y="133209"/>
                  <a:pt x="941435" y="342506"/>
                  <a:pt x="906440" y="565690"/>
                </a:cubicBezTo>
                <a:cubicBezTo>
                  <a:pt x="871445" y="788876"/>
                  <a:pt x="662149" y="941434"/>
                  <a:pt x="438964" y="906439"/>
                </a:cubicBezTo>
                <a:cubicBezTo>
                  <a:pt x="215779" y="871444"/>
                  <a:pt x="63221" y="662148"/>
                  <a:pt x="98215" y="438963"/>
                </a:cubicBezTo>
                <a:cubicBezTo>
                  <a:pt x="133210" y="215779"/>
                  <a:pt x="342506" y="63220"/>
                  <a:pt x="565691" y="98215"/>
                </a:cubicBezTo>
                <a:close/>
              </a:path>
            </a:pathLst>
          </a:custGeom>
          <a:solidFill>
            <a:srgbClr val="002753"/>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11" name="Freeform: Shape 210">
            <a:extLst>
              <a:ext uri="{FF2B5EF4-FFF2-40B4-BE49-F238E27FC236}">
                <a16:creationId xmlns:a16="http://schemas.microsoft.com/office/drawing/2014/main" id="{928CE270-473D-3EBD-58D6-130DFFDA293C}"/>
              </a:ext>
            </a:extLst>
          </p:cNvPr>
          <p:cNvSpPr/>
          <p:nvPr/>
        </p:nvSpPr>
        <p:spPr>
          <a:xfrm>
            <a:off x="7611550" y="2381986"/>
            <a:ext cx="405395" cy="405395"/>
          </a:xfrm>
          <a:custGeom>
            <a:avLst/>
            <a:gdLst>
              <a:gd name="connsiteX0" fmla="*/ 446534 w 447284"/>
              <a:gd name="connsiteY0" fmla="*/ 116904 h 447284"/>
              <a:gd name="connsiteX1" fmla="*/ 243223 w 447284"/>
              <a:gd name="connsiteY1" fmla="*/ 31107 h 447284"/>
              <a:gd name="connsiteX2" fmla="*/ 237937 w 447284"/>
              <a:gd name="connsiteY2" fmla="*/ 31107 h 447284"/>
              <a:gd name="connsiteX3" fmla="*/ 34625 w 447284"/>
              <a:gd name="connsiteY3" fmla="*/ 116904 h 447284"/>
              <a:gd name="connsiteX4" fmla="*/ 30558 w 447284"/>
              <a:gd name="connsiteY4" fmla="*/ 124223 h 447284"/>
              <a:gd name="connsiteX5" fmla="*/ 37064 w 447284"/>
              <a:gd name="connsiteY5" fmla="*/ 129509 h 447284"/>
              <a:gd name="connsiteX6" fmla="*/ 68781 w 447284"/>
              <a:gd name="connsiteY6" fmla="*/ 129509 h 447284"/>
              <a:gd name="connsiteX7" fmla="*/ 68781 w 447284"/>
              <a:gd name="connsiteY7" fmla="*/ 155939 h 447284"/>
              <a:gd name="connsiteX8" fmla="*/ 75287 w 447284"/>
              <a:gd name="connsiteY8" fmla="*/ 162446 h 447284"/>
              <a:gd name="connsiteX9" fmla="*/ 81793 w 447284"/>
              <a:gd name="connsiteY9" fmla="*/ 162446 h 447284"/>
              <a:gd name="connsiteX10" fmla="*/ 81793 w 447284"/>
              <a:gd name="connsiteY10" fmla="*/ 373889 h 447284"/>
              <a:gd name="connsiteX11" fmla="*/ 75287 w 447284"/>
              <a:gd name="connsiteY11" fmla="*/ 373889 h 447284"/>
              <a:gd name="connsiteX12" fmla="*/ 68781 w 447284"/>
              <a:gd name="connsiteY12" fmla="*/ 380395 h 447284"/>
              <a:gd name="connsiteX13" fmla="*/ 68781 w 447284"/>
              <a:gd name="connsiteY13" fmla="*/ 406825 h 447284"/>
              <a:gd name="connsiteX14" fmla="*/ 42351 w 447284"/>
              <a:gd name="connsiteY14" fmla="*/ 406825 h 447284"/>
              <a:gd name="connsiteX15" fmla="*/ 35845 w 447284"/>
              <a:gd name="connsiteY15" fmla="*/ 413331 h 447284"/>
              <a:gd name="connsiteX16" fmla="*/ 35845 w 447284"/>
              <a:gd name="connsiteY16" fmla="*/ 446268 h 447284"/>
              <a:gd name="connsiteX17" fmla="*/ 42351 w 447284"/>
              <a:gd name="connsiteY17" fmla="*/ 452774 h 447284"/>
              <a:gd name="connsiteX18" fmla="*/ 438809 w 447284"/>
              <a:gd name="connsiteY18" fmla="*/ 452774 h 447284"/>
              <a:gd name="connsiteX19" fmla="*/ 445313 w 447284"/>
              <a:gd name="connsiteY19" fmla="*/ 446268 h 447284"/>
              <a:gd name="connsiteX20" fmla="*/ 445313 w 447284"/>
              <a:gd name="connsiteY20" fmla="*/ 413331 h 447284"/>
              <a:gd name="connsiteX21" fmla="*/ 438809 w 447284"/>
              <a:gd name="connsiteY21" fmla="*/ 406825 h 447284"/>
              <a:gd name="connsiteX22" fmla="*/ 412377 w 447284"/>
              <a:gd name="connsiteY22" fmla="*/ 406825 h 447284"/>
              <a:gd name="connsiteX23" fmla="*/ 412377 w 447284"/>
              <a:gd name="connsiteY23" fmla="*/ 380395 h 447284"/>
              <a:gd name="connsiteX24" fmla="*/ 405872 w 447284"/>
              <a:gd name="connsiteY24" fmla="*/ 373889 h 447284"/>
              <a:gd name="connsiteX25" fmla="*/ 399365 w 447284"/>
              <a:gd name="connsiteY25" fmla="*/ 373889 h 447284"/>
              <a:gd name="connsiteX26" fmla="*/ 399365 w 447284"/>
              <a:gd name="connsiteY26" fmla="*/ 162446 h 447284"/>
              <a:gd name="connsiteX27" fmla="*/ 405872 w 447284"/>
              <a:gd name="connsiteY27" fmla="*/ 162446 h 447284"/>
              <a:gd name="connsiteX28" fmla="*/ 412377 w 447284"/>
              <a:gd name="connsiteY28" fmla="*/ 155939 h 447284"/>
              <a:gd name="connsiteX29" fmla="*/ 412377 w 447284"/>
              <a:gd name="connsiteY29" fmla="*/ 129509 h 447284"/>
              <a:gd name="connsiteX30" fmla="*/ 444095 w 447284"/>
              <a:gd name="connsiteY30" fmla="*/ 129509 h 447284"/>
              <a:gd name="connsiteX31" fmla="*/ 450600 w 447284"/>
              <a:gd name="connsiteY31" fmla="*/ 124223 h 447284"/>
              <a:gd name="connsiteX32" fmla="*/ 446534 w 447284"/>
              <a:gd name="connsiteY32" fmla="*/ 116904 h 447284"/>
              <a:gd name="connsiteX33" fmla="*/ 240377 w 447284"/>
              <a:gd name="connsiteY33" fmla="*/ 44118 h 447284"/>
              <a:gd name="connsiteX34" fmla="*/ 411156 w 447284"/>
              <a:gd name="connsiteY34" fmla="*/ 116091 h 447284"/>
              <a:gd name="connsiteX35" fmla="*/ 405465 w 447284"/>
              <a:gd name="connsiteY35" fmla="*/ 116091 h 447284"/>
              <a:gd name="connsiteX36" fmla="*/ 74881 w 447284"/>
              <a:gd name="connsiteY36" fmla="*/ 116091 h 447284"/>
              <a:gd name="connsiteX37" fmla="*/ 69188 w 447284"/>
              <a:gd name="connsiteY37" fmla="*/ 116091 h 447284"/>
              <a:gd name="connsiteX38" fmla="*/ 240377 w 447284"/>
              <a:gd name="connsiteY38" fmla="*/ 44118 h 447284"/>
              <a:gd name="connsiteX39" fmla="*/ 95212 w 447284"/>
              <a:gd name="connsiteY39" fmla="*/ 162446 h 447284"/>
              <a:gd name="connsiteX40" fmla="*/ 101717 w 447284"/>
              <a:gd name="connsiteY40" fmla="*/ 162446 h 447284"/>
              <a:gd name="connsiteX41" fmla="*/ 101717 w 447284"/>
              <a:gd name="connsiteY41" fmla="*/ 182370 h 447284"/>
              <a:gd name="connsiteX42" fmla="*/ 108223 w 447284"/>
              <a:gd name="connsiteY42" fmla="*/ 188876 h 447284"/>
              <a:gd name="connsiteX43" fmla="*/ 108223 w 447284"/>
              <a:gd name="connsiteY43" fmla="*/ 347459 h 447284"/>
              <a:gd name="connsiteX44" fmla="*/ 101717 w 447284"/>
              <a:gd name="connsiteY44" fmla="*/ 353964 h 447284"/>
              <a:gd name="connsiteX45" fmla="*/ 101717 w 447284"/>
              <a:gd name="connsiteY45" fmla="*/ 373889 h 447284"/>
              <a:gd name="connsiteX46" fmla="*/ 95212 w 447284"/>
              <a:gd name="connsiteY46" fmla="*/ 373889 h 447284"/>
              <a:gd name="connsiteX47" fmla="*/ 95212 w 447284"/>
              <a:gd name="connsiteY47" fmla="*/ 162446 h 447284"/>
              <a:gd name="connsiteX48" fmla="*/ 200933 w 447284"/>
              <a:gd name="connsiteY48" fmla="*/ 162446 h 447284"/>
              <a:gd name="connsiteX49" fmla="*/ 200933 w 447284"/>
              <a:gd name="connsiteY49" fmla="*/ 182370 h 447284"/>
              <a:gd name="connsiteX50" fmla="*/ 207439 w 447284"/>
              <a:gd name="connsiteY50" fmla="*/ 188876 h 447284"/>
              <a:gd name="connsiteX51" fmla="*/ 207439 w 447284"/>
              <a:gd name="connsiteY51" fmla="*/ 347459 h 447284"/>
              <a:gd name="connsiteX52" fmla="*/ 200933 w 447284"/>
              <a:gd name="connsiteY52" fmla="*/ 353964 h 447284"/>
              <a:gd name="connsiteX53" fmla="*/ 200933 w 447284"/>
              <a:gd name="connsiteY53" fmla="*/ 373889 h 447284"/>
              <a:gd name="connsiteX54" fmla="*/ 181009 w 447284"/>
              <a:gd name="connsiteY54" fmla="*/ 373889 h 447284"/>
              <a:gd name="connsiteX55" fmla="*/ 181009 w 447284"/>
              <a:gd name="connsiteY55" fmla="*/ 353964 h 447284"/>
              <a:gd name="connsiteX56" fmla="*/ 174503 w 447284"/>
              <a:gd name="connsiteY56" fmla="*/ 347459 h 447284"/>
              <a:gd name="connsiteX57" fmla="*/ 174503 w 447284"/>
              <a:gd name="connsiteY57" fmla="*/ 188876 h 447284"/>
              <a:gd name="connsiteX58" fmla="*/ 181009 w 447284"/>
              <a:gd name="connsiteY58" fmla="*/ 182370 h 447284"/>
              <a:gd name="connsiteX59" fmla="*/ 181009 w 447284"/>
              <a:gd name="connsiteY59" fmla="*/ 162446 h 447284"/>
              <a:gd name="connsiteX60" fmla="*/ 200933 w 447284"/>
              <a:gd name="connsiteY60" fmla="*/ 162446 h 447284"/>
              <a:gd name="connsiteX61" fmla="*/ 300149 w 447284"/>
              <a:gd name="connsiteY61" fmla="*/ 162446 h 447284"/>
              <a:gd name="connsiteX62" fmla="*/ 300149 w 447284"/>
              <a:gd name="connsiteY62" fmla="*/ 182370 h 447284"/>
              <a:gd name="connsiteX63" fmla="*/ 306656 w 447284"/>
              <a:gd name="connsiteY63" fmla="*/ 188876 h 447284"/>
              <a:gd name="connsiteX64" fmla="*/ 306656 w 447284"/>
              <a:gd name="connsiteY64" fmla="*/ 347459 h 447284"/>
              <a:gd name="connsiteX65" fmla="*/ 300149 w 447284"/>
              <a:gd name="connsiteY65" fmla="*/ 353964 h 447284"/>
              <a:gd name="connsiteX66" fmla="*/ 300149 w 447284"/>
              <a:gd name="connsiteY66" fmla="*/ 373889 h 447284"/>
              <a:gd name="connsiteX67" fmla="*/ 280225 w 447284"/>
              <a:gd name="connsiteY67" fmla="*/ 373889 h 447284"/>
              <a:gd name="connsiteX68" fmla="*/ 280225 w 447284"/>
              <a:gd name="connsiteY68" fmla="*/ 353964 h 447284"/>
              <a:gd name="connsiteX69" fmla="*/ 273720 w 447284"/>
              <a:gd name="connsiteY69" fmla="*/ 347459 h 447284"/>
              <a:gd name="connsiteX70" fmla="*/ 273720 w 447284"/>
              <a:gd name="connsiteY70" fmla="*/ 188876 h 447284"/>
              <a:gd name="connsiteX71" fmla="*/ 280225 w 447284"/>
              <a:gd name="connsiteY71" fmla="*/ 182370 h 447284"/>
              <a:gd name="connsiteX72" fmla="*/ 280225 w 447284"/>
              <a:gd name="connsiteY72" fmla="*/ 162446 h 447284"/>
              <a:gd name="connsiteX73" fmla="*/ 300149 w 447284"/>
              <a:gd name="connsiteY73" fmla="*/ 162446 h 447284"/>
              <a:gd name="connsiteX74" fmla="*/ 313161 w 447284"/>
              <a:gd name="connsiteY74" fmla="*/ 360877 h 447284"/>
              <a:gd name="connsiteX75" fmla="*/ 366022 w 447284"/>
              <a:gd name="connsiteY75" fmla="*/ 360877 h 447284"/>
              <a:gd name="connsiteX76" fmla="*/ 366022 w 447284"/>
              <a:gd name="connsiteY76" fmla="*/ 373889 h 447284"/>
              <a:gd name="connsiteX77" fmla="*/ 313161 w 447284"/>
              <a:gd name="connsiteY77" fmla="*/ 373889 h 447284"/>
              <a:gd name="connsiteX78" fmla="*/ 313161 w 447284"/>
              <a:gd name="connsiteY78" fmla="*/ 360877 h 447284"/>
              <a:gd name="connsiteX79" fmla="*/ 359517 w 447284"/>
              <a:gd name="connsiteY79" fmla="*/ 347459 h 447284"/>
              <a:gd name="connsiteX80" fmla="*/ 319666 w 447284"/>
              <a:gd name="connsiteY80" fmla="*/ 347459 h 447284"/>
              <a:gd name="connsiteX81" fmla="*/ 319666 w 447284"/>
              <a:gd name="connsiteY81" fmla="*/ 188876 h 447284"/>
              <a:gd name="connsiteX82" fmla="*/ 359517 w 447284"/>
              <a:gd name="connsiteY82" fmla="*/ 188876 h 447284"/>
              <a:gd name="connsiteX83" fmla="*/ 359517 w 447284"/>
              <a:gd name="connsiteY83" fmla="*/ 347459 h 447284"/>
              <a:gd name="connsiteX84" fmla="*/ 366022 w 447284"/>
              <a:gd name="connsiteY84" fmla="*/ 175864 h 447284"/>
              <a:gd name="connsiteX85" fmla="*/ 313161 w 447284"/>
              <a:gd name="connsiteY85" fmla="*/ 175864 h 447284"/>
              <a:gd name="connsiteX86" fmla="*/ 313161 w 447284"/>
              <a:gd name="connsiteY86" fmla="*/ 162852 h 447284"/>
              <a:gd name="connsiteX87" fmla="*/ 366022 w 447284"/>
              <a:gd name="connsiteY87" fmla="*/ 162852 h 447284"/>
              <a:gd name="connsiteX88" fmla="*/ 366022 w 447284"/>
              <a:gd name="connsiteY88" fmla="*/ 175864 h 447284"/>
              <a:gd name="connsiteX89" fmla="*/ 220858 w 447284"/>
              <a:gd name="connsiteY89" fmla="*/ 188876 h 447284"/>
              <a:gd name="connsiteX90" fmla="*/ 260708 w 447284"/>
              <a:gd name="connsiteY90" fmla="*/ 188876 h 447284"/>
              <a:gd name="connsiteX91" fmla="*/ 260708 w 447284"/>
              <a:gd name="connsiteY91" fmla="*/ 347459 h 447284"/>
              <a:gd name="connsiteX92" fmla="*/ 220858 w 447284"/>
              <a:gd name="connsiteY92" fmla="*/ 347459 h 447284"/>
              <a:gd name="connsiteX93" fmla="*/ 220858 w 447284"/>
              <a:gd name="connsiteY93" fmla="*/ 188876 h 447284"/>
              <a:gd name="connsiteX94" fmla="*/ 213945 w 447284"/>
              <a:gd name="connsiteY94" fmla="*/ 360877 h 447284"/>
              <a:gd name="connsiteX95" fmla="*/ 266806 w 447284"/>
              <a:gd name="connsiteY95" fmla="*/ 360877 h 447284"/>
              <a:gd name="connsiteX96" fmla="*/ 266806 w 447284"/>
              <a:gd name="connsiteY96" fmla="*/ 373889 h 447284"/>
              <a:gd name="connsiteX97" fmla="*/ 213945 w 447284"/>
              <a:gd name="connsiteY97" fmla="*/ 373889 h 447284"/>
              <a:gd name="connsiteX98" fmla="*/ 213945 w 447284"/>
              <a:gd name="connsiteY98" fmla="*/ 360877 h 447284"/>
              <a:gd name="connsiteX99" fmla="*/ 266806 w 447284"/>
              <a:gd name="connsiteY99" fmla="*/ 175864 h 447284"/>
              <a:gd name="connsiteX100" fmla="*/ 213945 w 447284"/>
              <a:gd name="connsiteY100" fmla="*/ 175864 h 447284"/>
              <a:gd name="connsiteX101" fmla="*/ 213945 w 447284"/>
              <a:gd name="connsiteY101" fmla="*/ 162852 h 447284"/>
              <a:gd name="connsiteX102" fmla="*/ 266806 w 447284"/>
              <a:gd name="connsiteY102" fmla="*/ 162852 h 447284"/>
              <a:gd name="connsiteX103" fmla="*/ 266806 w 447284"/>
              <a:gd name="connsiteY103" fmla="*/ 175864 h 447284"/>
              <a:gd name="connsiteX104" fmla="*/ 121642 w 447284"/>
              <a:gd name="connsiteY104" fmla="*/ 188876 h 447284"/>
              <a:gd name="connsiteX105" fmla="*/ 161491 w 447284"/>
              <a:gd name="connsiteY105" fmla="*/ 188876 h 447284"/>
              <a:gd name="connsiteX106" fmla="*/ 161491 w 447284"/>
              <a:gd name="connsiteY106" fmla="*/ 347459 h 447284"/>
              <a:gd name="connsiteX107" fmla="*/ 121642 w 447284"/>
              <a:gd name="connsiteY107" fmla="*/ 347459 h 447284"/>
              <a:gd name="connsiteX108" fmla="*/ 121642 w 447284"/>
              <a:gd name="connsiteY108" fmla="*/ 188876 h 447284"/>
              <a:gd name="connsiteX109" fmla="*/ 115136 w 447284"/>
              <a:gd name="connsiteY109" fmla="*/ 360877 h 447284"/>
              <a:gd name="connsiteX110" fmla="*/ 167997 w 447284"/>
              <a:gd name="connsiteY110" fmla="*/ 360877 h 447284"/>
              <a:gd name="connsiteX111" fmla="*/ 167997 w 447284"/>
              <a:gd name="connsiteY111" fmla="*/ 373889 h 447284"/>
              <a:gd name="connsiteX112" fmla="*/ 115136 w 447284"/>
              <a:gd name="connsiteY112" fmla="*/ 373889 h 447284"/>
              <a:gd name="connsiteX113" fmla="*/ 115136 w 447284"/>
              <a:gd name="connsiteY113" fmla="*/ 360877 h 447284"/>
              <a:gd name="connsiteX114" fmla="*/ 167997 w 447284"/>
              <a:gd name="connsiteY114" fmla="*/ 175864 h 447284"/>
              <a:gd name="connsiteX115" fmla="*/ 115136 w 447284"/>
              <a:gd name="connsiteY115" fmla="*/ 175864 h 447284"/>
              <a:gd name="connsiteX116" fmla="*/ 115136 w 447284"/>
              <a:gd name="connsiteY116" fmla="*/ 162852 h 447284"/>
              <a:gd name="connsiteX117" fmla="*/ 167997 w 447284"/>
              <a:gd name="connsiteY117" fmla="*/ 162852 h 447284"/>
              <a:gd name="connsiteX118" fmla="*/ 167997 w 447284"/>
              <a:gd name="connsiteY118" fmla="*/ 175864 h 447284"/>
              <a:gd name="connsiteX119" fmla="*/ 432301 w 447284"/>
              <a:gd name="connsiteY119" fmla="*/ 440169 h 447284"/>
              <a:gd name="connsiteX120" fmla="*/ 49264 w 447284"/>
              <a:gd name="connsiteY120" fmla="*/ 440169 h 447284"/>
              <a:gd name="connsiteX121" fmla="*/ 49264 w 447284"/>
              <a:gd name="connsiteY121" fmla="*/ 420244 h 447284"/>
              <a:gd name="connsiteX122" fmla="*/ 75694 w 447284"/>
              <a:gd name="connsiteY122" fmla="*/ 420244 h 447284"/>
              <a:gd name="connsiteX123" fmla="*/ 406277 w 447284"/>
              <a:gd name="connsiteY123" fmla="*/ 420244 h 447284"/>
              <a:gd name="connsiteX124" fmla="*/ 432708 w 447284"/>
              <a:gd name="connsiteY124" fmla="*/ 420244 h 447284"/>
              <a:gd name="connsiteX125" fmla="*/ 432708 w 447284"/>
              <a:gd name="connsiteY125" fmla="*/ 440169 h 447284"/>
              <a:gd name="connsiteX126" fmla="*/ 81793 w 447284"/>
              <a:gd name="connsiteY126" fmla="*/ 406825 h 447284"/>
              <a:gd name="connsiteX127" fmla="*/ 81793 w 447284"/>
              <a:gd name="connsiteY127" fmla="*/ 387308 h 447284"/>
              <a:gd name="connsiteX128" fmla="*/ 108223 w 447284"/>
              <a:gd name="connsiteY128" fmla="*/ 387308 h 447284"/>
              <a:gd name="connsiteX129" fmla="*/ 174503 w 447284"/>
              <a:gd name="connsiteY129" fmla="*/ 387308 h 447284"/>
              <a:gd name="connsiteX130" fmla="*/ 207439 w 447284"/>
              <a:gd name="connsiteY130" fmla="*/ 387308 h 447284"/>
              <a:gd name="connsiteX131" fmla="*/ 273720 w 447284"/>
              <a:gd name="connsiteY131" fmla="*/ 387308 h 447284"/>
              <a:gd name="connsiteX132" fmla="*/ 306656 w 447284"/>
              <a:gd name="connsiteY132" fmla="*/ 387308 h 447284"/>
              <a:gd name="connsiteX133" fmla="*/ 372936 w 447284"/>
              <a:gd name="connsiteY133" fmla="*/ 387308 h 447284"/>
              <a:gd name="connsiteX134" fmla="*/ 399365 w 447284"/>
              <a:gd name="connsiteY134" fmla="*/ 387308 h 447284"/>
              <a:gd name="connsiteX135" fmla="*/ 399365 w 447284"/>
              <a:gd name="connsiteY135" fmla="*/ 407232 h 447284"/>
              <a:gd name="connsiteX136" fmla="*/ 81793 w 447284"/>
              <a:gd name="connsiteY136" fmla="*/ 407232 h 447284"/>
              <a:gd name="connsiteX137" fmla="*/ 385946 w 447284"/>
              <a:gd name="connsiteY137" fmla="*/ 373889 h 447284"/>
              <a:gd name="connsiteX138" fmla="*/ 379441 w 447284"/>
              <a:gd name="connsiteY138" fmla="*/ 373889 h 447284"/>
              <a:gd name="connsiteX139" fmla="*/ 379441 w 447284"/>
              <a:gd name="connsiteY139" fmla="*/ 353964 h 447284"/>
              <a:gd name="connsiteX140" fmla="*/ 372936 w 447284"/>
              <a:gd name="connsiteY140" fmla="*/ 347459 h 447284"/>
              <a:gd name="connsiteX141" fmla="*/ 372936 w 447284"/>
              <a:gd name="connsiteY141" fmla="*/ 188876 h 447284"/>
              <a:gd name="connsiteX142" fmla="*/ 379441 w 447284"/>
              <a:gd name="connsiteY142" fmla="*/ 182370 h 447284"/>
              <a:gd name="connsiteX143" fmla="*/ 379441 w 447284"/>
              <a:gd name="connsiteY143" fmla="*/ 162446 h 447284"/>
              <a:gd name="connsiteX144" fmla="*/ 385946 w 447284"/>
              <a:gd name="connsiteY144" fmla="*/ 162446 h 447284"/>
              <a:gd name="connsiteX145" fmla="*/ 385946 w 447284"/>
              <a:gd name="connsiteY145" fmla="*/ 373889 h 447284"/>
              <a:gd name="connsiteX146" fmla="*/ 398958 w 447284"/>
              <a:gd name="connsiteY146" fmla="*/ 149433 h 447284"/>
              <a:gd name="connsiteX147" fmla="*/ 372529 w 447284"/>
              <a:gd name="connsiteY147" fmla="*/ 149433 h 447284"/>
              <a:gd name="connsiteX148" fmla="*/ 306249 w 447284"/>
              <a:gd name="connsiteY148" fmla="*/ 149433 h 447284"/>
              <a:gd name="connsiteX149" fmla="*/ 273313 w 447284"/>
              <a:gd name="connsiteY149" fmla="*/ 149433 h 447284"/>
              <a:gd name="connsiteX150" fmla="*/ 207033 w 447284"/>
              <a:gd name="connsiteY150" fmla="*/ 149433 h 447284"/>
              <a:gd name="connsiteX151" fmla="*/ 174097 w 447284"/>
              <a:gd name="connsiteY151" fmla="*/ 149433 h 447284"/>
              <a:gd name="connsiteX152" fmla="*/ 107817 w 447284"/>
              <a:gd name="connsiteY152" fmla="*/ 149433 h 447284"/>
              <a:gd name="connsiteX153" fmla="*/ 81386 w 447284"/>
              <a:gd name="connsiteY153" fmla="*/ 149433 h 447284"/>
              <a:gd name="connsiteX154" fmla="*/ 81386 w 447284"/>
              <a:gd name="connsiteY154" fmla="*/ 129509 h 447284"/>
              <a:gd name="connsiteX155" fmla="*/ 398551 w 447284"/>
              <a:gd name="connsiteY155" fmla="*/ 129509 h 447284"/>
              <a:gd name="connsiteX156" fmla="*/ 398551 w 447284"/>
              <a:gd name="connsiteY156" fmla="*/ 149433 h 447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447284" h="447284">
                <a:moveTo>
                  <a:pt x="446534" y="116904"/>
                </a:moveTo>
                <a:lnTo>
                  <a:pt x="243223" y="31107"/>
                </a:lnTo>
                <a:cubicBezTo>
                  <a:pt x="241595" y="30293"/>
                  <a:pt x="239563" y="30293"/>
                  <a:pt x="237937" y="31107"/>
                </a:cubicBezTo>
                <a:lnTo>
                  <a:pt x="34625" y="116904"/>
                </a:lnTo>
                <a:cubicBezTo>
                  <a:pt x="31779" y="118124"/>
                  <a:pt x="30152" y="121377"/>
                  <a:pt x="30558" y="124223"/>
                </a:cubicBezTo>
                <a:cubicBezTo>
                  <a:pt x="31372" y="127476"/>
                  <a:pt x="33812" y="129509"/>
                  <a:pt x="37064" y="129509"/>
                </a:cubicBezTo>
                <a:lnTo>
                  <a:pt x="68781" y="129509"/>
                </a:lnTo>
                <a:lnTo>
                  <a:pt x="68781" y="155939"/>
                </a:lnTo>
                <a:cubicBezTo>
                  <a:pt x="68781" y="159599"/>
                  <a:pt x="71627" y="162446"/>
                  <a:pt x="75287" y="162446"/>
                </a:cubicBezTo>
                <a:lnTo>
                  <a:pt x="81793" y="162446"/>
                </a:lnTo>
                <a:lnTo>
                  <a:pt x="81793" y="373889"/>
                </a:lnTo>
                <a:lnTo>
                  <a:pt x="75287" y="373889"/>
                </a:lnTo>
                <a:cubicBezTo>
                  <a:pt x="71627" y="373889"/>
                  <a:pt x="68781" y="376736"/>
                  <a:pt x="68781" y="380395"/>
                </a:cubicBezTo>
                <a:lnTo>
                  <a:pt x="68781" y="406825"/>
                </a:lnTo>
                <a:lnTo>
                  <a:pt x="42351" y="406825"/>
                </a:lnTo>
                <a:cubicBezTo>
                  <a:pt x="38691" y="406825"/>
                  <a:pt x="35845" y="409672"/>
                  <a:pt x="35845" y="413331"/>
                </a:cubicBezTo>
                <a:lnTo>
                  <a:pt x="35845" y="446268"/>
                </a:lnTo>
                <a:cubicBezTo>
                  <a:pt x="35845" y="449927"/>
                  <a:pt x="38691" y="452774"/>
                  <a:pt x="42351" y="452774"/>
                </a:cubicBezTo>
                <a:lnTo>
                  <a:pt x="438809" y="452774"/>
                </a:lnTo>
                <a:cubicBezTo>
                  <a:pt x="442467" y="452774"/>
                  <a:pt x="445313" y="449927"/>
                  <a:pt x="445313" y="446268"/>
                </a:cubicBezTo>
                <a:lnTo>
                  <a:pt x="445313" y="413331"/>
                </a:lnTo>
                <a:cubicBezTo>
                  <a:pt x="445313" y="409672"/>
                  <a:pt x="442467" y="406825"/>
                  <a:pt x="438809" y="406825"/>
                </a:cubicBezTo>
                <a:lnTo>
                  <a:pt x="412377" y="406825"/>
                </a:lnTo>
                <a:lnTo>
                  <a:pt x="412377" y="380395"/>
                </a:lnTo>
                <a:cubicBezTo>
                  <a:pt x="412377" y="376736"/>
                  <a:pt x="409530" y="373889"/>
                  <a:pt x="405872" y="373889"/>
                </a:cubicBezTo>
                <a:lnTo>
                  <a:pt x="399365" y="373889"/>
                </a:lnTo>
                <a:lnTo>
                  <a:pt x="399365" y="162446"/>
                </a:lnTo>
                <a:lnTo>
                  <a:pt x="405872" y="162446"/>
                </a:lnTo>
                <a:cubicBezTo>
                  <a:pt x="409530" y="162446"/>
                  <a:pt x="412377" y="159599"/>
                  <a:pt x="412377" y="155939"/>
                </a:cubicBezTo>
                <a:lnTo>
                  <a:pt x="412377" y="129509"/>
                </a:lnTo>
                <a:lnTo>
                  <a:pt x="444095" y="129509"/>
                </a:lnTo>
                <a:cubicBezTo>
                  <a:pt x="447346" y="129509"/>
                  <a:pt x="449786" y="127476"/>
                  <a:pt x="450600" y="124223"/>
                </a:cubicBezTo>
                <a:cubicBezTo>
                  <a:pt x="451007" y="120970"/>
                  <a:pt x="449379" y="118124"/>
                  <a:pt x="446534" y="116904"/>
                </a:cubicBezTo>
                <a:close/>
                <a:moveTo>
                  <a:pt x="240377" y="44118"/>
                </a:moveTo>
                <a:lnTo>
                  <a:pt x="411156" y="116091"/>
                </a:lnTo>
                <a:lnTo>
                  <a:pt x="405465" y="116091"/>
                </a:lnTo>
                <a:lnTo>
                  <a:pt x="74881" y="116091"/>
                </a:lnTo>
                <a:lnTo>
                  <a:pt x="69188" y="116091"/>
                </a:lnTo>
                <a:lnTo>
                  <a:pt x="240377" y="44118"/>
                </a:lnTo>
                <a:close/>
                <a:moveTo>
                  <a:pt x="95212" y="162446"/>
                </a:moveTo>
                <a:lnTo>
                  <a:pt x="101717" y="162446"/>
                </a:lnTo>
                <a:lnTo>
                  <a:pt x="101717" y="182370"/>
                </a:lnTo>
                <a:cubicBezTo>
                  <a:pt x="101717" y="186030"/>
                  <a:pt x="104564" y="188876"/>
                  <a:pt x="108223" y="188876"/>
                </a:cubicBezTo>
                <a:lnTo>
                  <a:pt x="108223" y="347459"/>
                </a:lnTo>
                <a:cubicBezTo>
                  <a:pt x="104564" y="347459"/>
                  <a:pt x="101717" y="350305"/>
                  <a:pt x="101717" y="353964"/>
                </a:cubicBezTo>
                <a:lnTo>
                  <a:pt x="101717" y="373889"/>
                </a:lnTo>
                <a:lnTo>
                  <a:pt x="95212" y="373889"/>
                </a:lnTo>
                <a:lnTo>
                  <a:pt x="95212" y="162446"/>
                </a:lnTo>
                <a:close/>
                <a:moveTo>
                  <a:pt x="200933" y="162446"/>
                </a:moveTo>
                <a:lnTo>
                  <a:pt x="200933" y="182370"/>
                </a:lnTo>
                <a:cubicBezTo>
                  <a:pt x="200933" y="186030"/>
                  <a:pt x="203780" y="188876"/>
                  <a:pt x="207439" y="188876"/>
                </a:cubicBezTo>
                <a:lnTo>
                  <a:pt x="207439" y="347459"/>
                </a:lnTo>
                <a:cubicBezTo>
                  <a:pt x="203780" y="347459"/>
                  <a:pt x="200933" y="350305"/>
                  <a:pt x="200933" y="353964"/>
                </a:cubicBezTo>
                <a:lnTo>
                  <a:pt x="200933" y="373889"/>
                </a:lnTo>
                <a:lnTo>
                  <a:pt x="181009" y="373889"/>
                </a:lnTo>
                <a:lnTo>
                  <a:pt x="181009" y="353964"/>
                </a:lnTo>
                <a:cubicBezTo>
                  <a:pt x="181009" y="350305"/>
                  <a:pt x="178162" y="347459"/>
                  <a:pt x="174503" y="347459"/>
                </a:cubicBezTo>
                <a:lnTo>
                  <a:pt x="174503" y="188876"/>
                </a:lnTo>
                <a:cubicBezTo>
                  <a:pt x="178162" y="188876"/>
                  <a:pt x="181009" y="186030"/>
                  <a:pt x="181009" y="182370"/>
                </a:cubicBezTo>
                <a:lnTo>
                  <a:pt x="181009" y="162446"/>
                </a:lnTo>
                <a:lnTo>
                  <a:pt x="200933" y="162446"/>
                </a:lnTo>
                <a:close/>
                <a:moveTo>
                  <a:pt x="300149" y="162446"/>
                </a:moveTo>
                <a:lnTo>
                  <a:pt x="300149" y="182370"/>
                </a:lnTo>
                <a:cubicBezTo>
                  <a:pt x="300149" y="186030"/>
                  <a:pt x="302996" y="188876"/>
                  <a:pt x="306656" y="188876"/>
                </a:cubicBezTo>
                <a:lnTo>
                  <a:pt x="306656" y="347459"/>
                </a:lnTo>
                <a:cubicBezTo>
                  <a:pt x="302996" y="347459"/>
                  <a:pt x="300149" y="350305"/>
                  <a:pt x="300149" y="353964"/>
                </a:cubicBezTo>
                <a:lnTo>
                  <a:pt x="300149" y="373889"/>
                </a:lnTo>
                <a:lnTo>
                  <a:pt x="280225" y="373889"/>
                </a:lnTo>
                <a:lnTo>
                  <a:pt x="280225" y="353964"/>
                </a:lnTo>
                <a:cubicBezTo>
                  <a:pt x="280225" y="350305"/>
                  <a:pt x="277378" y="347459"/>
                  <a:pt x="273720" y="347459"/>
                </a:cubicBezTo>
                <a:lnTo>
                  <a:pt x="273720" y="188876"/>
                </a:lnTo>
                <a:cubicBezTo>
                  <a:pt x="277378" y="188876"/>
                  <a:pt x="280225" y="186030"/>
                  <a:pt x="280225" y="182370"/>
                </a:cubicBezTo>
                <a:lnTo>
                  <a:pt x="280225" y="162446"/>
                </a:lnTo>
                <a:lnTo>
                  <a:pt x="300149" y="162446"/>
                </a:lnTo>
                <a:close/>
                <a:moveTo>
                  <a:pt x="313161" y="360877"/>
                </a:moveTo>
                <a:lnTo>
                  <a:pt x="366022" y="360877"/>
                </a:lnTo>
                <a:lnTo>
                  <a:pt x="366022" y="373889"/>
                </a:lnTo>
                <a:lnTo>
                  <a:pt x="313161" y="373889"/>
                </a:lnTo>
                <a:lnTo>
                  <a:pt x="313161" y="360877"/>
                </a:lnTo>
                <a:close/>
                <a:moveTo>
                  <a:pt x="359517" y="347459"/>
                </a:moveTo>
                <a:lnTo>
                  <a:pt x="319666" y="347459"/>
                </a:lnTo>
                <a:lnTo>
                  <a:pt x="319666" y="188876"/>
                </a:lnTo>
                <a:lnTo>
                  <a:pt x="359517" y="188876"/>
                </a:lnTo>
                <a:lnTo>
                  <a:pt x="359517" y="347459"/>
                </a:lnTo>
                <a:close/>
                <a:moveTo>
                  <a:pt x="366022" y="175864"/>
                </a:moveTo>
                <a:lnTo>
                  <a:pt x="313161" y="175864"/>
                </a:lnTo>
                <a:lnTo>
                  <a:pt x="313161" y="162852"/>
                </a:lnTo>
                <a:lnTo>
                  <a:pt x="366022" y="162852"/>
                </a:lnTo>
                <a:lnTo>
                  <a:pt x="366022" y="175864"/>
                </a:lnTo>
                <a:close/>
                <a:moveTo>
                  <a:pt x="220858" y="188876"/>
                </a:moveTo>
                <a:lnTo>
                  <a:pt x="260708" y="188876"/>
                </a:lnTo>
                <a:lnTo>
                  <a:pt x="260708" y="347459"/>
                </a:lnTo>
                <a:lnTo>
                  <a:pt x="220858" y="347459"/>
                </a:lnTo>
                <a:lnTo>
                  <a:pt x="220858" y="188876"/>
                </a:lnTo>
                <a:close/>
                <a:moveTo>
                  <a:pt x="213945" y="360877"/>
                </a:moveTo>
                <a:lnTo>
                  <a:pt x="266806" y="360877"/>
                </a:lnTo>
                <a:lnTo>
                  <a:pt x="266806" y="373889"/>
                </a:lnTo>
                <a:lnTo>
                  <a:pt x="213945" y="373889"/>
                </a:lnTo>
                <a:lnTo>
                  <a:pt x="213945" y="360877"/>
                </a:lnTo>
                <a:close/>
                <a:moveTo>
                  <a:pt x="266806" y="175864"/>
                </a:moveTo>
                <a:lnTo>
                  <a:pt x="213945" y="175864"/>
                </a:lnTo>
                <a:lnTo>
                  <a:pt x="213945" y="162852"/>
                </a:lnTo>
                <a:lnTo>
                  <a:pt x="266806" y="162852"/>
                </a:lnTo>
                <a:lnTo>
                  <a:pt x="266806" y="175864"/>
                </a:lnTo>
                <a:close/>
                <a:moveTo>
                  <a:pt x="121642" y="188876"/>
                </a:moveTo>
                <a:lnTo>
                  <a:pt x="161491" y="188876"/>
                </a:lnTo>
                <a:lnTo>
                  <a:pt x="161491" y="347459"/>
                </a:lnTo>
                <a:lnTo>
                  <a:pt x="121642" y="347459"/>
                </a:lnTo>
                <a:lnTo>
                  <a:pt x="121642" y="188876"/>
                </a:lnTo>
                <a:close/>
                <a:moveTo>
                  <a:pt x="115136" y="360877"/>
                </a:moveTo>
                <a:lnTo>
                  <a:pt x="167997" y="360877"/>
                </a:lnTo>
                <a:lnTo>
                  <a:pt x="167997" y="373889"/>
                </a:lnTo>
                <a:lnTo>
                  <a:pt x="115136" y="373889"/>
                </a:lnTo>
                <a:lnTo>
                  <a:pt x="115136" y="360877"/>
                </a:lnTo>
                <a:close/>
                <a:moveTo>
                  <a:pt x="167997" y="175864"/>
                </a:moveTo>
                <a:lnTo>
                  <a:pt x="115136" y="175864"/>
                </a:lnTo>
                <a:lnTo>
                  <a:pt x="115136" y="162852"/>
                </a:lnTo>
                <a:lnTo>
                  <a:pt x="167997" y="162852"/>
                </a:lnTo>
                <a:lnTo>
                  <a:pt x="167997" y="175864"/>
                </a:lnTo>
                <a:close/>
                <a:moveTo>
                  <a:pt x="432301" y="440169"/>
                </a:moveTo>
                <a:lnTo>
                  <a:pt x="49264" y="440169"/>
                </a:lnTo>
                <a:lnTo>
                  <a:pt x="49264" y="420244"/>
                </a:lnTo>
                <a:lnTo>
                  <a:pt x="75694" y="420244"/>
                </a:lnTo>
                <a:lnTo>
                  <a:pt x="406277" y="420244"/>
                </a:lnTo>
                <a:lnTo>
                  <a:pt x="432708" y="420244"/>
                </a:lnTo>
                <a:lnTo>
                  <a:pt x="432708" y="440169"/>
                </a:lnTo>
                <a:close/>
                <a:moveTo>
                  <a:pt x="81793" y="406825"/>
                </a:moveTo>
                <a:lnTo>
                  <a:pt x="81793" y="387308"/>
                </a:lnTo>
                <a:lnTo>
                  <a:pt x="108223" y="387308"/>
                </a:lnTo>
                <a:lnTo>
                  <a:pt x="174503" y="387308"/>
                </a:lnTo>
                <a:lnTo>
                  <a:pt x="207439" y="387308"/>
                </a:lnTo>
                <a:lnTo>
                  <a:pt x="273720" y="387308"/>
                </a:lnTo>
                <a:lnTo>
                  <a:pt x="306656" y="387308"/>
                </a:lnTo>
                <a:lnTo>
                  <a:pt x="372936" y="387308"/>
                </a:lnTo>
                <a:lnTo>
                  <a:pt x="399365" y="387308"/>
                </a:lnTo>
                <a:lnTo>
                  <a:pt x="399365" y="407232"/>
                </a:lnTo>
                <a:lnTo>
                  <a:pt x="81793" y="407232"/>
                </a:lnTo>
                <a:close/>
                <a:moveTo>
                  <a:pt x="385946" y="373889"/>
                </a:moveTo>
                <a:lnTo>
                  <a:pt x="379441" y="373889"/>
                </a:lnTo>
                <a:lnTo>
                  <a:pt x="379441" y="353964"/>
                </a:lnTo>
                <a:cubicBezTo>
                  <a:pt x="379441" y="350305"/>
                  <a:pt x="376594" y="347459"/>
                  <a:pt x="372936" y="347459"/>
                </a:cubicBezTo>
                <a:lnTo>
                  <a:pt x="372936" y="188876"/>
                </a:lnTo>
                <a:cubicBezTo>
                  <a:pt x="376594" y="188876"/>
                  <a:pt x="379441" y="186030"/>
                  <a:pt x="379441" y="182370"/>
                </a:cubicBezTo>
                <a:lnTo>
                  <a:pt x="379441" y="162446"/>
                </a:lnTo>
                <a:lnTo>
                  <a:pt x="385946" y="162446"/>
                </a:lnTo>
                <a:lnTo>
                  <a:pt x="385946" y="373889"/>
                </a:lnTo>
                <a:close/>
                <a:moveTo>
                  <a:pt x="398958" y="149433"/>
                </a:moveTo>
                <a:lnTo>
                  <a:pt x="372529" y="149433"/>
                </a:lnTo>
                <a:lnTo>
                  <a:pt x="306249" y="149433"/>
                </a:lnTo>
                <a:lnTo>
                  <a:pt x="273313" y="149433"/>
                </a:lnTo>
                <a:lnTo>
                  <a:pt x="207033" y="149433"/>
                </a:lnTo>
                <a:lnTo>
                  <a:pt x="174097" y="149433"/>
                </a:lnTo>
                <a:lnTo>
                  <a:pt x="107817" y="149433"/>
                </a:lnTo>
                <a:lnTo>
                  <a:pt x="81386" y="149433"/>
                </a:lnTo>
                <a:lnTo>
                  <a:pt x="81386" y="129509"/>
                </a:lnTo>
                <a:lnTo>
                  <a:pt x="398551" y="129509"/>
                </a:lnTo>
                <a:lnTo>
                  <a:pt x="398551" y="149433"/>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12" name="Freeform: Shape 211">
            <a:extLst>
              <a:ext uri="{FF2B5EF4-FFF2-40B4-BE49-F238E27FC236}">
                <a16:creationId xmlns:a16="http://schemas.microsoft.com/office/drawing/2014/main" id="{064F5DBE-C1B2-94BF-E543-72059D94608A}"/>
              </a:ext>
            </a:extLst>
          </p:cNvPr>
          <p:cNvSpPr/>
          <p:nvPr/>
        </p:nvSpPr>
        <p:spPr>
          <a:xfrm>
            <a:off x="7777818" y="2405757"/>
            <a:ext cx="73708" cy="73708"/>
          </a:xfrm>
          <a:custGeom>
            <a:avLst/>
            <a:gdLst>
              <a:gd name="connsiteX0" fmla="*/ 56928 w 81324"/>
              <a:gd name="connsiteY0" fmla="*/ 83358 h 81324"/>
              <a:gd name="connsiteX1" fmla="*/ 83357 w 81324"/>
              <a:gd name="connsiteY1" fmla="*/ 56927 h 81324"/>
              <a:gd name="connsiteX2" fmla="*/ 56928 w 81324"/>
              <a:gd name="connsiteY2" fmla="*/ 30497 h 81324"/>
              <a:gd name="connsiteX3" fmla="*/ 30497 w 81324"/>
              <a:gd name="connsiteY3" fmla="*/ 56927 h 81324"/>
              <a:gd name="connsiteX4" fmla="*/ 56928 w 81324"/>
              <a:gd name="connsiteY4" fmla="*/ 83358 h 81324"/>
              <a:gd name="connsiteX5" fmla="*/ 56928 w 81324"/>
              <a:gd name="connsiteY5" fmla="*/ 43915 h 81324"/>
              <a:gd name="connsiteX6" fmla="*/ 69940 w 81324"/>
              <a:gd name="connsiteY6" fmla="*/ 56927 h 81324"/>
              <a:gd name="connsiteX7" fmla="*/ 56928 w 81324"/>
              <a:gd name="connsiteY7" fmla="*/ 70346 h 81324"/>
              <a:gd name="connsiteX8" fmla="*/ 43509 w 81324"/>
              <a:gd name="connsiteY8" fmla="*/ 56927 h 81324"/>
              <a:gd name="connsiteX9" fmla="*/ 56928 w 81324"/>
              <a:gd name="connsiteY9" fmla="*/ 43915 h 81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324" h="81324">
                <a:moveTo>
                  <a:pt x="56928" y="83358"/>
                </a:moveTo>
                <a:cubicBezTo>
                  <a:pt x="71566" y="83358"/>
                  <a:pt x="83357" y="71566"/>
                  <a:pt x="83357" y="56927"/>
                </a:cubicBezTo>
                <a:cubicBezTo>
                  <a:pt x="83357" y="42289"/>
                  <a:pt x="71566" y="30497"/>
                  <a:pt x="56928" y="30497"/>
                </a:cubicBezTo>
                <a:cubicBezTo>
                  <a:pt x="42289" y="30497"/>
                  <a:pt x="30497" y="42289"/>
                  <a:pt x="30497" y="56927"/>
                </a:cubicBezTo>
                <a:cubicBezTo>
                  <a:pt x="30497" y="71566"/>
                  <a:pt x="42289" y="83358"/>
                  <a:pt x="56928" y="83358"/>
                </a:cubicBezTo>
                <a:close/>
                <a:moveTo>
                  <a:pt x="56928" y="43915"/>
                </a:moveTo>
                <a:cubicBezTo>
                  <a:pt x="64247" y="43915"/>
                  <a:pt x="69940" y="50015"/>
                  <a:pt x="69940" y="56927"/>
                </a:cubicBezTo>
                <a:cubicBezTo>
                  <a:pt x="69940" y="63840"/>
                  <a:pt x="63840" y="70346"/>
                  <a:pt x="56928" y="70346"/>
                </a:cubicBezTo>
                <a:cubicBezTo>
                  <a:pt x="49609" y="70346"/>
                  <a:pt x="43509" y="64246"/>
                  <a:pt x="43509" y="56927"/>
                </a:cubicBezTo>
                <a:cubicBezTo>
                  <a:pt x="43509" y="49608"/>
                  <a:pt x="49609" y="43915"/>
                  <a:pt x="56928" y="43915"/>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14" name="Freeform: Shape 213">
            <a:extLst>
              <a:ext uri="{FF2B5EF4-FFF2-40B4-BE49-F238E27FC236}">
                <a16:creationId xmlns:a16="http://schemas.microsoft.com/office/drawing/2014/main" id="{CF6E6D8A-C1BD-EE79-83AB-8F8DBF152935}"/>
              </a:ext>
            </a:extLst>
          </p:cNvPr>
          <p:cNvSpPr/>
          <p:nvPr/>
        </p:nvSpPr>
        <p:spPr>
          <a:xfrm>
            <a:off x="3849543" y="4335072"/>
            <a:ext cx="884498" cy="884498"/>
          </a:xfrm>
          <a:custGeom>
            <a:avLst/>
            <a:gdLst>
              <a:gd name="connsiteX0" fmla="*/ 565691 w 975893"/>
              <a:gd name="connsiteY0" fmla="*/ 98215 h 975893"/>
              <a:gd name="connsiteX1" fmla="*/ 906439 w 975893"/>
              <a:gd name="connsiteY1" fmla="*/ 565691 h 975893"/>
              <a:gd name="connsiteX2" fmla="*/ 438963 w 975893"/>
              <a:gd name="connsiteY2" fmla="*/ 906440 h 975893"/>
              <a:gd name="connsiteX3" fmla="*/ 98215 w 975893"/>
              <a:gd name="connsiteY3" fmla="*/ 438964 h 975893"/>
              <a:gd name="connsiteX4" fmla="*/ 565691 w 975893"/>
              <a:gd name="connsiteY4" fmla="*/ 98215 h 975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893" h="975893">
                <a:moveTo>
                  <a:pt x="565691" y="98215"/>
                </a:moveTo>
                <a:cubicBezTo>
                  <a:pt x="788876" y="133210"/>
                  <a:pt x="941434" y="342507"/>
                  <a:pt x="906439" y="565691"/>
                </a:cubicBezTo>
                <a:cubicBezTo>
                  <a:pt x="871444" y="788877"/>
                  <a:pt x="662148" y="941434"/>
                  <a:pt x="438963" y="906440"/>
                </a:cubicBezTo>
                <a:cubicBezTo>
                  <a:pt x="215778" y="871445"/>
                  <a:pt x="63220" y="662148"/>
                  <a:pt x="98215" y="438964"/>
                </a:cubicBezTo>
                <a:cubicBezTo>
                  <a:pt x="133210" y="215778"/>
                  <a:pt x="342506" y="63220"/>
                  <a:pt x="565691" y="98215"/>
                </a:cubicBezTo>
                <a:close/>
              </a:path>
            </a:pathLst>
          </a:custGeom>
          <a:solidFill>
            <a:srgbClr val="002753"/>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15" name="Freeform: Shape 214">
            <a:extLst>
              <a:ext uri="{FF2B5EF4-FFF2-40B4-BE49-F238E27FC236}">
                <a16:creationId xmlns:a16="http://schemas.microsoft.com/office/drawing/2014/main" id="{5EA44F22-780B-AD7D-A58C-F00876717C51}"/>
              </a:ext>
            </a:extLst>
          </p:cNvPr>
          <p:cNvSpPr/>
          <p:nvPr/>
        </p:nvSpPr>
        <p:spPr>
          <a:xfrm>
            <a:off x="4104573" y="4571396"/>
            <a:ext cx="368541" cy="405395"/>
          </a:xfrm>
          <a:custGeom>
            <a:avLst/>
            <a:gdLst>
              <a:gd name="connsiteX0" fmla="*/ 222015 w 406622"/>
              <a:gd name="connsiteY0" fmla="*/ 453282 h 447284"/>
              <a:gd name="connsiteX1" fmla="*/ 219982 w 406622"/>
              <a:gd name="connsiteY1" fmla="*/ 452875 h 447284"/>
              <a:gd name="connsiteX2" fmla="*/ 91490 w 406622"/>
              <a:gd name="connsiteY2" fmla="*/ 371551 h 447284"/>
              <a:gd name="connsiteX3" fmla="*/ 37002 w 406622"/>
              <a:gd name="connsiteY3" fmla="*/ 242652 h 447284"/>
              <a:gd name="connsiteX4" fmla="*/ 30497 w 406622"/>
              <a:gd name="connsiteY4" fmla="*/ 83256 h 447284"/>
              <a:gd name="connsiteX5" fmla="*/ 32529 w 406622"/>
              <a:gd name="connsiteY5" fmla="*/ 78376 h 447284"/>
              <a:gd name="connsiteX6" fmla="*/ 37409 w 406622"/>
              <a:gd name="connsiteY6" fmla="*/ 76750 h 447284"/>
              <a:gd name="connsiteX7" fmla="*/ 217949 w 406622"/>
              <a:gd name="connsiteY7" fmla="*/ 32022 h 447284"/>
              <a:gd name="connsiteX8" fmla="*/ 226082 w 406622"/>
              <a:gd name="connsiteY8" fmla="*/ 32022 h 447284"/>
              <a:gd name="connsiteX9" fmla="*/ 406622 w 406622"/>
              <a:gd name="connsiteY9" fmla="*/ 76750 h 447284"/>
              <a:gd name="connsiteX10" fmla="*/ 411501 w 406622"/>
              <a:gd name="connsiteY10" fmla="*/ 78376 h 447284"/>
              <a:gd name="connsiteX11" fmla="*/ 413534 w 406622"/>
              <a:gd name="connsiteY11" fmla="*/ 83256 h 447284"/>
              <a:gd name="connsiteX12" fmla="*/ 407028 w 406622"/>
              <a:gd name="connsiteY12" fmla="*/ 242652 h 447284"/>
              <a:gd name="connsiteX13" fmla="*/ 352541 w 406622"/>
              <a:gd name="connsiteY13" fmla="*/ 371551 h 447284"/>
              <a:gd name="connsiteX14" fmla="*/ 224048 w 406622"/>
              <a:gd name="connsiteY14" fmla="*/ 452875 h 447284"/>
              <a:gd name="connsiteX15" fmla="*/ 222015 w 406622"/>
              <a:gd name="connsiteY15" fmla="*/ 453282 h 447284"/>
              <a:gd name="connsiteX16" fmla="*/ 43508 w 406622"/>
              <a:gd name="connsiteY16" fmla="*/ 90169 h 447284"/>
              <a:gd name="connsiteX17" fmla="*/ 50014 w 406622"/>
              <a:gd name="connsiteY17" fmla="*/ 241025 h 447284"/>
              <a:gd name="connsiteX18" fmla="*/ 101249 w 406622"/>
              <a:gd name="connsiteY18" fmla="*/ 363012 h 447284"/>
              <a:gd name="connsiteX19" fmla="*/ 222015 w 406622"/>
              <a:gd name="connsiteY19" fmla="*/ 439457 h 447284"/>
              <a:gd name="connsiteX20" fmla="*/ 342782 w 406622"/>
              <a:gd name="connsiteY20" fmla="*/ 363012 h 447284"/>
              <a:gd name="connsiteX21" fmla="*/ 394017 w 406622"/>
              <a:gd name="connsiteY21" fmla="*/ 241025 h 447284"/>
              <a:gd name="connsiteX22" fmla="*/ 400522 w 406622"/>
              <a:gd name="connsiteY22" fmla="*/ 90169 h 447284"/>
              <a:gd name="connsiteX23" fmla="*/ 222015 w 406622"/>
              <a:gd name="connsiteY23" fmla="*/ 45033 h 447284"/>
              <a:gd name="connsiteX24" fmla="*/ 43508 w 406622"/>
              <a:gd name="connsiteY24" fmla="*/ 90169 h 447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06622" h="447284">
                <a:moveTo>
                  <a:pt x="222015" y="453282"/>
                </a:moveTo>
                <a:cubicBezTo>
                  <a:pt x="221203" y="453282"/>
                  <a:pt x="220796" y="453282"/>
                  <a:pt x="219982" y="452875"/>
                </a:cubicBezTo>
                <a:cubicBezTo>
                  <a:pt x="216729" y="451655"/>
                  <a:pt x="138251" y="425225"/>
                  <a:pt x="91490" y="371551"/>
                </a:cubicBezTo>
                <a:cubicBezTo>
                  <a:pt x="58554" y="333735"/>
                  <a:pt x="44322" y="299986"/>
                  <a:pt x="37002" y="242652"/>
                </a:cubicBezTo>
                <a:cubicBezTo>
                  <a:pt x="31309" y="198330"/>
                  <a:pt x="30497" y="105621"/>
                  <a:pt x="30497" y="83256"/>
                </a:cubicBezTo>
                <a:cubicBezTo>
                  <a:pt x="30497" y="81630"/>
                  <a:pt x="31309" y="79596"/>
                  <a:pt x="32529" y="78376"/>
                </a:cubicBezTo>
                <a:cubicBezTo>
                  <a:pt x="33749" y="77157"/>
                  <a:pt x="35782" y="76344"/>
                  <a:pt x="37409" y="76750"/>
                </a:cubicBezTo>
                <a:cubicBezTo>
                  <a:pt x="152483" y="83256"/>
                  <a:pt x="217136" y="32428"/>
                  <a:pt x="217949" y="32022"/>
                </a:cubicBezTo>
                <a:cubicBezTo>
                  <a:pt x="220389" y="29988"/>
                  <a:pt x="223642" y="29988"/>
                  <a:pt x="226082" y="32022"/>
                </a:cubicBezTo>
                <a:cubicBezTo>
                  <a:pt x="226895" y="32428"/>
                  <a:pt x="291954" y="83256"/>
                  <a:pt x="406622" y="76750"/>
                </a:cubicBezTo>
                <a:cubicBezTo>
                  <a:pt x="408248" y="76750"/>
                  <a:pt x="410282" y="77157"/>
                  <a:pt x="411501" y="78376"/>
                </a:cubicBezTo>
                <a:cubicBezTo>
                  <a:pt x="412721" y="79596"/>
                  <a:pt x="413534" y="81223"/>
                  <a:pt x="413534" y="83256"/>
                </a:cubicBezTo>
                <a:cubicBezTo>
                  <a:pt x="413534" y="105621"/>
                  <a:pt x="412314" y="198330"/>
                  <a:pt x="407028" y="242652"/>
                </a:cubicBezTo>
                <a:cubicBezTo>
                  <a:pt x="399709" y="300392"/>
                  <a:pt x="385477" y="334142"/>
                  <a:pt x="352541" y="371551"/>
                </a:cubicBezTo>
                <a:cubicBezTo>
                  <a:pt x="305779" y="425225"/>
                  <a:pt x="227302" y="451655"/>
                  <a:pt x="224048" y="452875"/>
                </a:cubicBezTo>
                <a:cubicBezTo>
                  <a:pt x="223235" y="453282"/>
                  <a:pt x="222828" y="453282"/>
                  <a:pt x="222015" y="453282"/>
                </a:cubicBezTo>
                <a:close/>
                <a:moveTo>
                  <a:pt x="43508" y="90169"/>
                </a:moveTo>
                <a:cubicBezTo>
                  <a:pt x="43508" y="120258"/>
                  <a:pt x="45134" y="201176"/>
                  <a:pt x="50014" y="241025"/>
                </a:cubicBezTo>
                <a:cubicBezTo>
                  <a:pt x="56927" y="295512"/>
                  <a:pt x="70345" y="327636"/>
                  <a:pt x="101249" y="363012"/>
                </a:cubicBezTo>
                <a:cubicBezTo>
                  <a:pt x="141504" y="408960"/>
                  <a:pt x="209003" y="434984"/>
                  <a:pt x="222015" y="439457"/>
                </a:cubicBezTo>
                <a:cubicBezTo>
                  <a:pt x="234621" y="434984"/>
                  <a:pt x="302120" y="408960"/>
                  <a:pt x="342782" y="363012"/>
                </a:cubicBezTo>
                <a:cubicBezTo>
                  <a:pt x="373686" y="327636"/>
                  <a:pt x="387104" y="295512"/>
                  <a:pt x="394017" y="241025"/>
                </a:cubicBezTo>
                <a:cubicBezTo>
                  <a:pt x="398896" y="201176"/>
                  <a:pt x="400522" y="120258"/>
                  <a:pt x="400522" y="90169"/>
                </a:cubicBezTo>
                <a:cubicBezTo>
                  <a:pt x="299680" y="93828"/>
                  <a:pt x="238280" y="56418"/>
                  <a:pt x="222015" y="45033"/>
                </a:cubicBezTo>
                <a:cubicBezTo>
                  <a:pt x="205751" y="56418"/>
                  <a:pt x="144350" y="93828"/>
                  <a:pt x="43508" y="90169"/>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16" name="Freeform: Shape 215">
            <a:extLst>
              <a:ext uri="{FF2B5EF4-FFF2-40B4-BE49-F238E27FC236}">
                <a16:creationId xmlns:a16="http://schemas.microsoft.com/office/drawing/2014/main" id="{740B321E-1E7F-27C5-1D02-5142C5AF4F07}"/>
              </a:ext>
            </a:extLst>
          </p:cNvPr>
          <p:cNvSpPr/>
          <p:nvPr/>
        </p:nvSpPr>
        <p:spPr>
          <a:xfrm>
            <a:off x="4134793" y="4606591"/>
            <a:ext cx="331687" cy="368541"/>
          </a:xfrm>
          <a:custGeom>
            <a:avLst/>
            <a:gdLst>
              <a:gd name="connsiteX0" fmla="*/ 188673 w 365959"/>
              <a:gd name="connsiteY0" fmla="*/ 379074 h 406622"/>
              <a:gd name="connsiteX1" fmla="*/ 186234 w 365959"/>
              <a:gd name="connsiteY1" fmla="*/ 378667 h 406622"/>
              <a:gd name="connsiteX2" fmla="*/ 82951 w 365959"/>
              <a:gd name="connsiteY2" fmla="*/ 311168 h 406622"/>
              <a:gd name="connsiteX3" fmla="*/ 36597 w 365959"/>
              <a:gd name="connsiteY3" fmla="*/ 199754 h 406622"/>
              <a:gd name="connsiteX4" fmla="*/ 30497 w 365959"/>
              <a:gd name="connsiteY4" fmla="*/ 77767 h 406622"/>
              <a:gd name="connsiteX5" fmla="*/ 37003 w 365959"/>
              <a:gd name="connsiteY5" fmla="*/ 70854 h 406622"/>
              <a:gd name="connsiteX6" fmla="*/ 185420 w 365959"/>
              <a:gd name="connsiteY6" fmla="*/ 31412 h 406622"/>
              <a:gd name="connsiteX7" fmla="*/ 191926 w 365959"/>
              <a:gd name="connsiteY7" fmla="*/ 31412 h 406622"/>
              <a:gd name="connsiteX8" fmla="*/ 340344 w 365959"/>
              <a:gd name="connsiteY8" fmla="*/ 70854 h 406622"/>
              <a:gd name="connsiteX9" fmla="*/ 346849 w 365959"/>
              <a:gd name="connsiteY9" fmla="*/ 77767 h 406622"/>
              <a:gd name="connsiteX10" fmla="*/ 340750 w 365959"/>
              <a:gd name="connsiteY10" fmla="*/ 199754 h 406622"/>
              <a:gd name="connsiteX11" fmla="*/ 294395 w 365959"/>
              <a:gd name="connsiteY11" fmla="*/ 311168 h 406622"/>
              <a:gd name="connsiteX12" fmla="*/ 191113 w 365959"/>
              <a:gd name="connsiteY12" fmla="*/ 378667 h 406622"/>
              <a:gd name="connsiteX13" fmla="*/ 188673 w 365959"/>
              <a:gd name="connsiteY13" fmla="*/ 379074 h 406622"/>
              <a:gd name="connsiteX14" fmla="*/ 43509 w 365959"/>
              <a:gd name="connsiteY14" fmla="*/ 84273 h 406622"/>
              <a:gd name="connsiteX15" fmla="*/ 49202 w 365959"/>
              <a:gd name="connsiteY15" fmla="*/ 198127 h 406622"/>
              <a:gd name="connsiteX16" fmla="*/ 92710 w 365959"/>
              <a:gd name="connsiteY16" fmla="*/ 302629 h 406622"/>
              <a:gd name="connsiteX17" fmla="*/ 188673 w 365959"/>
              <a:gd name="connsiteY17" fmla="*/ 365655 h 406622"/>
              <a:gd name="connsiteX18" fmla="*/ 284230 w 365959"/>
              <a:gd name="connsiteY18" fmla="*/ 302629 h 406622"/>
              <a:gd name="connsiteX19" fmla="*/ 327737 w 365959"/>
              <a:gd name="connsiteY19" fmla="*/ 198127 h 406622"/>
              <a:gd name="connsiteX20" fmla="*/ 333431 w 365959"/>
              <a:gd name="connsiteY20" fmla="*/ 84273 h 406622"/>
              <a:gd name="connsiteX21" fmla="*/ 188673 w 365959"/>
              <a:gd name="connsiteY21" fmla="*/ 45238 h 406622"/>
              <a:gd name="connsiteX22" fmla="*/ 43509 w 365959"/>
              <a:gd name="connsiteY22" fmla="*/ 84273 h 406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5959" h="406622">
                <a:moveTo>
                  <a:pt x="188673" y="379074"/>
                </a:moveTo>
                <a:cubicBezTo>
                  <a:pt x="187861" y="379074"/>
                  <a:pt x="187046" y="379074"/>
                  <a:pt x="186234" y="378667"/>
                </a:cubicBezTo>
                <a:cubicBezTo>
                  <a:pt x="165903" y="370536"/>
                  <a:pt x="114668" y="347358"/>
                  <a:pt x="82951" y="311168"/>
                </a:cubicBezTo>
                <a:cubicBezTo>
                  <a:pt x="54487" y="278639"/>
                  <a:pt x="42696" y="250581"/>
                  <a:pt x="36597" y="199754"/>
                </a:cubicBezTo>
                <a:cubicBezTo>
                  <a:pt x="32531" y="166817"/>
                  <a:pt x="30904" y="103791"/>
                  <a:pt x="30497" y="77767"/>
                </a:cubicBezTo>
                <a:cubicBezTo>
                  <a:pt x="30497" y="74108"/>
                  <a:pt x="33343" y="71261"/>
                  <a:pt x="37003" y="70854"/>
                </a:cubicBezTo>
                <a:cubicBezTo>
                  <a:pt x="110196" y="68414"/>
                  <a:pt x="161429" y="45238"/>
                  <a:pt x="185420" y="31412"/>
                </a:cubicBezTo>
                <a:cubicBezTo>
                  <a:pt x="187453" y="30192"/>
                  <a:pt x="189893" y="30192"/>
                  <a:pt x="191926" y="31412"/>
                </a:cubicBezTo>
                <a:cubicBezTo>
                  <a:pt x="215916" y="45238"/>
                  <a:pt x="267558" y="68414"/>
                  <a:pt x="340344" y="70854"/>
                </a:cubicBezTo>
                <a:cubicBezTo>
                  <a:pt x="344003" y="70854"/>
                  <a:pt x="346849" y="74108"/>
                  <a:pt x="346849" y="77767"/>
                </a:cubicBezTo>
                <a:cubicBezTo>
                  <a:pt x="346443" y="103384"/>
                  <a:pt x="344816" y="166410"/>
                  <a:pt x="340750" y="199754"/>
                </a:cubicBezTo>
                <a:cubicBezTo>
                  <a:pt x="334244" y="250581"/>
                  <a:pt x="322858" y="278639"/>
                  <a:pt x="294395" y="311168"/>
                </a:cubicBezTo>
                <a:cubicBezTo>
                  <a:pt x="261459" y="348578"/>
                  <a:pt x="207378" y="372568"/>
                  <a:pt x="191113" y="378667"/>
                </a:cubicBezTo>
                <a:cubicBezTo>
                  <a:pt x="190300" y="379074"/>
                  <a:pt x="189486" y="379074"/>
                  <a:pt x="188673" y="379074"/>
                </a:cubicBezTo>
                <a:close/>
                <a:moveTo>
                  <a:pt x="43509" y="84273"/>
                </a:moveTo>
                <a:cubicBezTo>
                  <a:pt x="43916" y="109484"/>
                  <a:pt x="45543" y="168037"/>
                  <a:pt x="49202" y="198127"/>
                </a:cubicBezTo>
                <a:cubicBezTo>
                  <a:pt x="55301" y="246109"/>
                  <a:pt x="66280" y="272132"/>
                  <a:pt x="92710" y="302629"/>
                </a:cubicBezTo>
                <a:cubicBezTo>
                  <a:pt x="121174" y="335158"/>
                  <a:pt x="167529" y="357116"/>
                  <a:pt x="188673" y="365655"/>
                </a:cubicBezTo>
                <a:cubicBezTo>
                  <a:pt x="219577" y="353050"/>
                  <a:pt x="260239" y="329873"/>
                  <a:pt x="284230" y="302629"/>
                </a:cubicBezTo>
                <a:cubicBezTo>
                  <a:pt x="310660" y="272539"/>
                  <a:pt x="321638" y="246109"/>
                  <a:pt x="327737" y="198127"/>
                </a:cubicBezTo>
                <a:cubicBezTo>
                  <a:pt x="331398" y="168037"/>
                  <a:pt x="333024" y="109484"/>
                  <a:pt x="333431" y="84273"/>
                </a:cubicBezTo>
                <a:cubicBezTo>
                  <a:pt x="263899" y="80614"/>
                  <a:pt x="214291" y="59063"/>
                  <a:pt x="188673" y="45238"/>
                </a:cubicBezTo>
                <a:cubicBezTo>
                  <a:pt x="163056" y="59063"/>
                  <a:pt x="113041" y="80614"/>
                  <a:pt x="43509" y="84273"/>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17" name="Freeform: Shape 216">
            <a:extLst>
              <a:ext uri="{FF2B5EF4-FFF2-40B4-BE49-F238E27FC236}">
                <a16:creationId xmlns:a16="http://schemas.microsoft.com/office/drawing/2014/main" id="{85B3425F-7FE0-2419-81AB-87FE7F2DD25D}"/>
              </a:ext>
            </a:extLst>
          </p:cNvPr>
          <p:cNvSpPr/>
          <p:nvPr/>
        </p:nvSpPr>
        <p:spPr>
          <a:xfrm>
            <a:off x="4194128" y="4673021"/>
            <a:ext cx="221125" cy="221125"/>
          </a:xfrm>
          <a:custGeom>
            <a:avLst/>
            <a:gdLst>
              <a:gd name="connsiteX0" fmla="*/ 123206 w 243973"/>
              <a:gd name="connsiteY0" fmla="*/ 215509 h 243973"/>
              <a:gd name="connsiteX1" fmla="*/ 30497 w 243973"/>
              <a:gd name="connsiteY1" fmla="*/ 123206 h 243973"/>
              <a:gd name="connsiteX2" fmla="*/ 123206 w 243973"/>
              <a:gd name="connsiteY2" fmla="*/ 30497 h 243973"/>
              <a:gd name="connsiteX3" fmla="*/ 215509 w 243973"/>
              <a:gd name="connsiteY3" fmla="*/ 123206 h 243973"/>
              <a:gd name="connsiteX4" fmla="*/ 123206 w 243973"/>
              <a:gd name="connsiteY4" fmla="*/ 215509 h 243973"/>
              <a:gd name="connsiteX5" fmla="*/ 123206 w 243973"/>
              <a:gd name="connsiteY5" fmla="*/ 43915 h 243973"/>
              <a:gd name="connsiteX6" fmla="*/ 43915 w 243973"/>
              <a:gd name="connsiteY6" fmla="*/ 123206 h 243973"/>
              <a:gd name="connsiteX7" fmla="*/ 123206 w 243973"/>
              <a:gd name="connsiteY7" fmla="*/ 202497 h 243973"/>
              <a:gd name="connsiteX8" fmla="*/ 202497 w 243973"/>
              <a:gd name="connsiteY8" fmla="*/ 123206 h 243973"/>
              <a:gd name="connsiteX9" fmla="*/ 123206 w 243973"/>
              <a:gd name="connsiteY9" fmla="*/ 43915 h 243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3973" h="243973">
                <a:moveTo>
                  <a:pt x="123206" y="215509"/>
                </a:moveTo>
                <a:cubicBezTo>
                  <a:pt x="72379" y="215509"/>
                  <a:pt x="30497" y="174034"/>
                  <a:pt x="30497" y="123206"/>
                </a:cubicBezTo>
                <a:cubicBezTo>
                  <a:pt x="30497" y="72379"/>
                  <a:pt x="71972" y="30497"/>
                  <a:pt x="123206" y="30497"/>
                </a:cubicBezTo>
                <a:cubicBezTo>
                  <a:pt x="174034" y="30497"/>
                  <a:pt x="215509" y="71972"/>
                  <a:pt x="215509" y="123206"/>
                </a:cubicBezTo>
                <a:cubicBezTo>
                  <a:pt x="215509" y="174034"/>
                  <a:pt x="174034" y="215509"/>
                  <a:pt x="123206" y="215509"/>
                </a:cubicBezTo>
                <a:close/>
                <a:moveTo>
                  <a:pt x="123206" y="43915"/>
                </a:moveTo>
                <a:cubicBezTo>
                  <a:pt x="79291" y="43915"/>
                  <a:pt x="43915" y="79291"/>
                  <a:pt x="43915" y="123206"/>
                </a:cubicBezTo>
                <a:cubicBezTo>
                  <a:pt x="43915" y="167121"/>
                  <a:pt x="79291" y="202497"/>
                  <a:pt x="123206" y="202497"/>
                </a:cubicBezTo>
                <a:cubicBezTo>
                  <a:pt x="167121" y="202497"/>
                  <a:pt x="202497" y="167121"/>
                  <a:pt x="202497" y="123206"/>
                </a:cubicBezTo>
                <a:cubicBezTo>
                  <a:pt x="202497" y="79291"/>
                  <a:pt x="166715" y="43915"/>
                  <a:pt x="123206" y="43915"/>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18" name="Freeform: Shape 217">
            <a:extLst>
              <a:ext uri="{FF2B5EF4-FFF2-40B4-BE49-F238E27FC236}">
                <a16:creationId xmlns:a16="http://schemas.microsoft.com/office/drawing/2014/main" id="{B328197B-3CB9-5D82-09D4-395A04B46EA3}"/>
              </a:ext>
            </a:extLst>
          </p:cNvPr>
          <p:cNvSpPr/>
          <p:nvPr/>
        </p:nvSpPr>
        <p:spPr>
          <a:xfrm>
            <a:off x="4236327" y="4721014"/>
            <a:ext cx="110563" cy="110563"/>
          </a:xfrm>
          <a:custGeom>
            <a:avLst/>
            <a:gdLst>
              <a:gd name="connsiteX0" fmla="*/ 74208 w 121986"/>
              <a:gd name="connsiteY0" fmla="*/ 114170 h 121986"/>
              <a:gd name="connsiteX1" fmla="*/ 69735 w 121986"/>
              <a:gd name="connsiteY1" fmla="*/ 112137 h 121986"/>
              <a:gd name="connsiteX2" fmla="*/ 32326 w 121986"/>
              <a:gd name="connsiteY2" fmla="*/ 74728 h 121986"/>
              <a:gd name="connsiteX3" fmla="*/ 32326 w 121986"/>
              <a:gd name="connsiteY3" fmla="*/ 65375 h 121986"/>
              <a:gd name="connsiteX4" fmla="*/ 41678 w 121986"/>
              <a:gd name="connsiteY4" fmla="*/ 65375 h 121986"/>
              <a:gd name="connsiteX5" fmla="*/ 73394 w 121986"/>
              <a:gd name="connsiteY5" fmla="*/ 97091 h 121986"/>
              <a:gd name="connsiteX6" fmla="*/ 117310 w 121986"/>
              <a:gd name="connsiteY6" fmla="*/ 33253 h 121986"/>
              <a:gd name="connsiteX7" fmla="*/ 126663 w 121986"/>
              <a:gd name="connsiteY7" fmla="*/ 31626 h 121986"/>
              <a:gd name="connsiteX8" fmla="*/ 128289 w 121986"/>
              <a:gd name="connsiteY8" fmla="*/ 40979 h 121986"/>
              <a:gd name="connsiteX9" fmla="*/ 79900 w 121986"/>
              <a:gd name="connsiteY9" fmla="*/ 111323 h 121986"/>
              <a:gd name="connsiteX10" fmla="*/ 75021 w 121986"/>
              <a:gd name="connsiteY10" fmla="*/ 114170 h 121986"/>
              <a:gd name="connsiteX11" fmla="*/ 74208 w 121986"/>
              <a:gd name="connsiteY11" fmla="*/ 114170 h 12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86" h="121986">
                <a:moveTo>
                  <a:pt x="74208" y="114170"/>
                </a:moveTo>
                <a:cubicBezTo>
                  <a:pt x="72582" y="114170"/>
                  <a:pt x="70955" y="113357"/>
                  <a:pt x="69735" y="112137"/>
                </a:cubicBezTo>
                <a:lnTo>
                  <a:pt x="32326" y="74728"/>
                </a:lnTo>
                <a:cubicBezTo>
                  <a:pt x="29887" y="72288"/>
                  <a:pt x="29887" y="67815"/>
                  <a:pt x="32326" y="65375"/>
                </a:cubicBezTo>
                <a:cubicBezTo>
                  <a:pt x="34766" y="62935"/>
                  <a:pt x="39238" y="62935"/>
                  <a:pt x="41678" y="65375"/>
                </a:cubicBezTo>
                <a:lnTo>
                  <a:pt x="73394" y="97091"/>
                </a:lnTo>
                <a:lnTo>
                  <a:pt x="117310" y="33253"/>
                </a:lnTo>
                <a:cubicBezTo>
                  <a:pt x="119343" y="30406"/>
                  <a:pt x="123409" y="29593"/>
                  <a:pt x="126663" y="31626"/>
                </a:cubicBezTo>
                <a:cubicBezTo>
                  <a:pt x="129508" y="33658"/>
                  <a:pt x="130322" y="37725"/>
                  <a:pt x="128289" y="40979"/>
                </a:cubicBezTo>
                <a:lnTo>
                  <a:pt x="79900" y="111323"/>
                </a:lnTo>
                <a:cubicBezTo>
                  <a:pt x="78681" y="112950"/>
                  <a:pt x="77055" y="114170"/>
                  <a:pt x="75021" y="114170"/>
                </a:cubicBezTo>
                <a:cubicBezTo>
                  <a:pt x="74614" y="114170"/>
                  <a:pt x="74614" y="114170"/>
                  <a:pt x="74208" y="114170"/>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20" name="Freeform: Shape 219">
            <a:extLst>
              <a:ext uri="{FF2B5EF4-FFF2-40B4-BE49-F238E27FC236}">
                <a16:creationId xmlns:a16="http://schemas.microsoft.com/office/drawing/2014/main" id="{0FC0DE28-CAFE-4445-3E57-B8999D6B9E2C}"/>
              </a:ext>
            </a:extLst>
          </p:cNvPr>
          <p:cNvSpPr/>
          <p:nvPr/>
        </p:nvSpPr>
        <p:spPr>
          <a:xfrm>
            <a:off x="7740227" y="3239028"/>
            <a:ext cx="773937" cy="773937"/>
          </a:xfrm>
          <a:custGeom>
            <a:avLst/>
            <a:gdLst>
              <a:gd name="connsiteX0" fmla="*/ 848619 w 853906"/>
              <a:gd name="connsiteY0" fmla="*/ 439559 h 853906"/>
              <a:gd name="connsiteX1" fmla="*/ 439558 w 853906"/>
              <a:gd name="connsiteY1" fmla="*/ 848621 h 853906"/>
              <a:gd name="connsiteX2" fmla="*/ 30496 w 853906"/>
              <a:gd name="connsiteY2" fmla="*/ 439559 h 853906"/>
              <a:gd name="connsiteX3" fmla="*/ 439558 w 853906"/>
              <a:gd name="connsiteY3" fmla="*/ 30497 h 853906"/>
              <a:gd name="connsiteX4" fmla="*/ 848619 w 853906"/>
              <a:gd name="connsiteY4" fmla="*/ 439559 h 853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906" h="853906">
                <a:moveTo>
                  <a:pt x="848619" y="439559"/>
                </a:moveTo>
                <a:cubicBezTo>
                  <a:pt x="848619" y="665478"/>
                  <a:pt x="665476" y="848621"/>
                  <a:pt x="439558" y="848621"/>
                </a:cubicBezTo>
                <a:cubicBezTo>
                  <a:pt x="213639" y="848621"/>
                  <a:pt x="30496" y="665477"/>
                  <a:pt x="30496" y="439559"/>
                </a:cubicBezTo>
                <a:cubicBezTo>
                  <a:pt x="30496" y="213640"/>
                  <a:pt x="213639" y="30497"/>
                  <a:pt x="439558" y="30497"/>
                </a:cubicBezTo>
                <a:cubicBezTo>
                  <a:pt x="665476" y="30497"/>
                  <a:pt x="848619" y="213641"/>
                  <a:pt x="848619" y="439559"/>
                </a:cubicBezTo>
                <a:close/>
              </a:path>
            </a:pathLst>
          </a:custGeom>
          <a:solidFill>
            <a:srgbClr val="002753"/>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21" name="Freeform: Shape 220">
            <a:extLst>
              <a:ext uri="{FF2B5EF4-FFF2-40B4-BE49-F238E27FC236}">
                <a16:creationId xmlns:a16="http://schemas.microsoft.com/office/drawing/2014/main" id="{6FF5845F-3555-FE72-DE4E-EF9A454A1809}"/>
              </a:ext>
            </a:extLst>
          </p:cNvPr>
          <p:cNvSpPr/>
          <p:nvPr/>
        </p:nvSpPr>
        <p:spPr>
          <a:xfrm>
            <a:off x="7944031" y="3442831"/>
            <a:ext cx="257980" cy="257980"/>
          </a:xfrm>
          <a:custGeom>
            <a:avLst/>
            <a:gdLst>
              <a:gd name="connsiteX0" fmla="*/ 222422 w 284635"/>
              <a:gd name="connsiteY0" fmla="*/ 63434 h 284635"/>
              <a:gd name="connsiteX1" fmla="*/ 63434 w 284635"/>
              <a:gd name="connsiteY1" fmla="*/ 63434 h 284635"/>
              <a:gd name="connsiteX2" fmla="*/ 63434 w 284635"/>
              <a:gd name="connsiteY2" fmla="*/ 222423 h 284635"/>
              <a:gd name="connsiteX3" fmla="*/ 142725 w 284635"/>
              <a:gd name="connsiteY3" fmla="*/ 255359 h 284635"/>
              <a:gd name="connsiteX4" fmla="*/ 222017 w 284635"/>
              <a:gd name="connsiteY4" fmla="*/ 222423 h 284635"/>
              <a:gd name="connsiteX5" fmla="*/ 222422 w 284635"/>
              <a:gd name="connsiteY5" fmla="*/ 63434 h 284635"/>
              <a:gd name="connsiteX6" fmla="*/ 213070 w 284635"/>
              <a:gd name="connsiteY6" fmla="*/ 213070 h 284635"/>
              <a:gd name="connsiteX7" fmla="*/ 72785 w 284635"/>
              <a:gd name="connsiteY7" fmla="*/ 213070 h 284635"/>
              <a:gd name="connsiteX8" fmla="*/ 72785 w 284635"/>
              <a:gd name="connsiteY8" fmla="*/ 72785 h 284635"/>
              <a:gd name="connsiteX9" fmla="*/ 213070 w 284635"/>
              <a:gd name="connsiteY9" fmla="*/ 72785 h 284635"/>
              <a:gd name="connsiteX10" fmla="*/ 213070 w 284635"/>
              <a:gd name="connsiteY10" fmla="*/ 213070 h 284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4635" h="284635">
                <a:moveTo>
                  <a:pt x="222422" y="63434"/>
                </a:moveTo>
                <a:cubicBezTo>
                  <a:pt x="178508" y="19518"/>
                  <a:pt x="107349" y="19518"/>
                  <a:pt x="63434" y="63434"/>
                </a:cubicBezTo>
                <a:cubicBezTo>
                  <a:pt x="19518" y="107348"/>
                  <a:pt x="19518" y="178507"/>
                  <a:pt x="63434" y="222423"/>
                </a:cubicBezTo>
                <a:cubicBezTo>
                  <a:pt x="85390" y="244380"/>
                  <a:pt x="114261" y="255359"/>
                  <a:pt x="142725" y="255359"/>
                </a:cubicBezTo>
                <a:cubicBezTo>
                  <a:pt x="171594" y="255359"/>
                  <a:pt x="200058" y="244380"/>
                  <a:pt x="222017" y="222423"/>
                </a:cubicBezTo>
                <a:cubicBezTo>
                  <a:pt x="265931" y="178507"/>
                  <a:pt x="265931" y="107348"/>
                  <a:pt x="222422" y="63434"/>
                </a:cubicBezTo>
                <a:close/>
                <a:moveTo>
                  <a:pt x="213070" y="213070"/>
                </a:moveTo>
                <a:cubicBezTo>
                  <a:pt x="174441" y="251700"/>
                  <a:pt x="111415" y="251700"/>
                  <a:pt x="72785" y="213070"/>
                </a:cubicBezTo>
                <a:cubicBezTo>
                  <a:pt x="34155" y="174441"/>
                  <a:pt x="34155" y="111415"/>
                  <a:pt x="72785" y="72785"/>
                </a:cubicBezTo>
                <a:cubicBezTo>
                  <a:pt x="111415" y="34157"/>
                  <a:pt x="174441" y="34157"/>
                  <a:pt x="213070" y="72785"/>
                </a:cubicBezTo>
                <a:cubicBezTo>
                  <a:pt x="251700" y="111415"/>
                  <a:pt x="251700" y="174441"/>
                  <a:pt x="213070" y="213070"/>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22" name="Freeform: Shape 221">
            <a:extLst>
              <a:ext uri="{FF2B5EF4-FFF2-40B4-BE49-F238E27FC236}">
                <a16:creationId xmlns:a16="http://schemas.microsoft.com/office/drawing/2014/main" id="{DB605303-5CA1-2506-0B66-60B2BC680B46}"/>
              </a:ext>
            </a:extLst>
          </p:cNvPr>
          <p:cNvSpPr/>
          <p:nvPr/>
        </p:nvSpPr>
        <p:spPr>
          <a:xfrm>
            <a:off x="7967987" y="3538651"/>
            <a:ext cx="73708" cy="110563"/>
          </a:xfrm>
          <a:custGeom>
            <a:avLst/>
            <a:gdLst>
              <a:gd name="connsiteX0" fmla="*/ 43506 w 81324"/>
              <a:gd name="connsiteY0" fmla="*/ 37003 h 121986"/>
              <a:gd name="connsiteX1" fmla="*/ 37002 w 81324"/>
              <a:gd name="connsiteY1" fmla="*/ 30497 h 121986"/>
              <a:gd name="connsiteX2" fmla="*/ 30497 w 81324"/>
              <a:gd name="connsiteY2" fmla="*/ 37003 h 121986"/>
              <a:gd name="connsiteX3" fmla="*/ 55707 w 81324"/>
              <a:gd name="connsiteY3" fmla="*/ 97590 h 121986"/>
              <a:gd name="connsiteX4" fmla="*/ 60179 w 81324"/>
              <a:gd name="connsiteY4" fmla="*/ 99623 h 121986"/>
              <a:gd name="connsiteX5" fmla="*/ 64652 w 81324"/>
              <a:gd name="connsiteY5" fmla="*/ 97590 h 121986"/>
              <a:gd name="connsiteX6" fmla="*/ 64652 w 81324"/>
              <a:gd name="connsiteY6" fmla="*/ 88238 h 121986"/>
              <a:gd name="connsiteX7" fmla="*/ 43506 w 81324"/>
              <a:gd name="connsiteY7" fmla="*/ 37003 h 12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324" h="121986">
                <a:moveTo>
                  <a:pt x="43506" y="37003"/>
                </a:moveTo>
                <a:cubicBezTo>
                  <a:pt x="43506" y="33343"/>
                  <a:pt x="40662" y="30497"/>
                  <a:pt x="37002" y="30497"/>
                </a:cubicBezTo>
                <a:cubicBezTo>
                  <a:pt x="33341" y="30497"/>
                  <a:pt x="30497" y="33343"/>
                  <a:pt x="30497" y="37003"/>
                </a:cubicBezTo>
                <a:cubicBezTo>
                  <a:pt x="30497" y="59774"/>
                  <a:pt x="39441" y="81324"/>
                  <a:pt x="55707" y="97590"/>
                </a:cubicBezTo>
                <a:cubicBezTo>
                  <a:pt x="56926" y="98810"/>
                  <a:pt x="58551" y="99623"/>
                  <a:pt x="60179" y="99623"/>
                </a:cubicBezTo>
                <a:cubicBezTo>
                  <a:pt x="61805" y="99623"/>
                  <a:pt x="63433" y="98810"/>
                  <a:pt x="64652" y="97590"/>
                </a:cubicBezTo>
                <a:cubicBezTo>
                  <a:pt x="67091" y="95151"/>
                  <a:pt x="67091" y="90677"/>
                  <a:pt x="64652" y="88238"/>
                </a:cubicBezTo>
                <a:cubicBezTo>
                  <a:pt x="51232" y="74820"/>
                  <a:pt x="43506" y="56521"/>
                  <a:pt x="43506" y="37003"/>
                </a:cubicBez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23" name="Freeform: Shape 222">
            <a:extLst>
              <a:ext uri="{FF2B5EF4-FFF2-40B4-BE49-F238E27FC236}">
                <a16:creationId xmlns:a16="http://schemas.microsoft.com/office/drawing/2014/main" id="{AFD1268E-3C0D-88F7-0C8A-612C155323A4}"/>
              </a:ext>
            </a:extLst>
          </p:cNvPr>
          <p:cNvSpPr/>
          <p:nvPr/>
        </p:nvSpPr>
        <p:spPr>
          <a:xfrm>
            <a:off x="7920168" y="3419337"/>
            <a:ext cx="405395" cy="405395"/>
          </a:xfrm>
          <a:custGeom>
            <a:avLst/>
            <a:gdLst>
              <a:gd name="connsiteX0" fmla="*/ 449621 w 447284"/>
              <a:gd name="connsiteY0" fmla="*/ 411806 h 447284"/>
              <a:gd name="connsiteX1" fmla="*/ 426443 w 447284"/>
              <a:gd name="connsiteY1" fmla="*/ 388629 h 447284"/>
              <a:gd name="connsiteX2" fmla="*/ 426443 w 447284"/>
              <a:gd name="connsiteY2" fmla="*/ 388629 h 447284"/>
              <a:gd name="connsiteX3" fmla="*/ 426443 w 447284"/>
              <a:gd name="connsiteY3" fmla="*/ 388629 h 447284"/>
              <a:gd name="connsiteX4" fmla="*/ 300391 w 447284"/>
              <a:gd name="connsiteY4" fmla="*/ 262576 h 447284"/>
              <a:gd name="connsiteX5" fmla="*/ 291040 w 447284"/>
              <a:gd name="connsiteY5" fmla="*/ 262576 h 447284"/>
              <a:gd name="connsiteX6" fmla="*/ 291040 w 447284"/>
              <a:gd name="connsiteY6" fmla="*/ 262576 h 447284"/>
              <a:gd name="connsiteX7" fmla="*/ 280467 w 447284"/>
              <a:gd name="connsiteY7" fmla="*/ 252004 h 447284"/>
              <a:gd name="connsiteX8" fmla="*/ 267455 w 447284"/>
              <a:gd name="connsiteY8" fmla="*/ 71057 h 447284"/>
              <a:gd name="connsiteX9" fmla="*/ 71056 w 447284"/>
              <a:gd name="connsiteY9" fmla="*/ 71057 h 447284"/>
              <a:gd name="connsiteX10" fmla="*/ 71056 w 447284"/>
              <a:gd name="connsiteY10" fmla="*/ 267456 h 447284"/>
              <a:gd name="connsiteX11" fmla="*/ 169053 w 447284"/>
              <a:gd name="connsiteY11" fmla="*/ 308118 h 447284"/>
              <a:gd name="connsiteX12" fmla="*/ 252003 w 447284"/>
              <a:gd name="connsiteY12" fmla="*/ 280467 h 447284"/>
              <a:gd name="connsiteX13" fmla="*/ 262576 w 447284"/>
              <a:gd name="connsiteY13" fmla="*/ 291040 h 447284"/>
              <a:gd name="connsiteX14" fmla="*/ 262576 w 447284"/>
              <a:gd name="connsiteY14" fmla="*/ 291040 h 447284"/>
              <a:gd name="connsiteX15" fmla="*/ 260543 w 447284"/>
              <a:gd name="connsiteY15" fmla="*/ 295513 h 447284"/>
              <a:gd name="connsiteX16" fmla="*/ 262576 w 447284"/>
              <a:gd name="connsiteY16" fmla="*/ 299985 h 447284"/>
              <a:gd name="connsiteX17" fmla="*/ 388628 w 447284"/>
              <a:gd name="connsiteY17" fmla="*/ 426038 h 447284"/>
              <a:gd name="connsiteX18" fmla="*/ 388628 w 447284"/>
              <a:gd name="connsiteY18" fmla="*/ 426038 h 447284"/>
              <a:gd name="connsiteX19" fmla="*/ 388628 w 447284"/>
              <a:gd name="connsiteY19" fmla="*/ 426038 h 447284"/>
              <a:gd name="connsiteX20" fmla="*/ 411806 w 447284"/>
              <a:gd name="connsiteY20" fmla="*/ 449216 h 447284"/>
              <a:gd name="connsiteX21" fmla="*/ 416278 w 447284"/>
              <a:gd name="connsiteY21" fmla="*/ 451249 h 447284"/>
              <a:gd name="connsiteX22" fmla="*/ 420752 w 447284"/>
              <a:gd name="connsiteY22" fmla="*/ 449216 h 447284"/>
              <a:gd name="connsiteX23" fmla="*/ 448810 w 447284"/>
              <a:gd name="connsiteY23" fmla="*/ 421159 h 447284"/>
              <a:gd name="connsiteX24" fmla="*/ 449621 w 447284"/>
              <a:gd name="connsiteY24" fmla="*/ 411806 h 447284"/>
              <a:gd name="connsiteX25" fmla="*/ 299984 w 447284"/>
              <a:gd name="connsiteY25" fmla="*/ 318284 h 447284"/>
              <a:gd name="connsiteX26" fmla="*/ 318690 w 447284"/>
              <a:gd name="connsiteY26" fmla="*/ 299578 h 447284"/>
              <a:gd name="connsiteX27" fmla="*/ 412213 w 447284"/>
              <a:gd name="connsiteY27" fmla="*/ 393102 h 447284"/>
              <a:gd name="connsiteX28" fmla="*/ 393507 w 447284"/>
              <a:gd name="connsiteY28" fmla="*/ 411806 h 447284"/>
              <a:gd name="connsiteX29" fmla="*/ 299984 w 447284"/>
              <a:gd name="connsiteY29" fmla="*/ 318284 h 447284"/>
              <a:gd name="connsiteX30" fmla="*/ 80410 w 447284"/>
              <a:gd name="connsiteY30" fmla="*/ 257696 h 447284"/>
              <a:gd name="connsiteX31" fmla="*/ 80410 w 447284"/>
              <a:gd name="connsiteY31" fmla="*/ 80003 h 447284"/>
              <a:gd name="connsiteX32" fmla="*/ 169053 w 447284"/>
              <a:gd name="connsiteY32" fmla="*/ 43407 h 447284"/>
              <a:gd name="connsiteX33" fmla="*/ 257697 w 447284"/>
              <a:gd name="connsiteY33" fmla="*/ 80003 h 447284"/>
              <a:gd name="connsiteX34" fmla="*/ 257697 w 447284"/>
              <a:gd name="connsiteY34" fmla="*/ 257696 h 447284"/>
              <a:gd name="connsiteX35" fmla="*/ 80410 w 447284"/>
              <a:gd name="connsiteY35" fmla="*/ 257696 h 447284"/>
              <a:gd name="connsiteX36" fmla="*/ 262576 w 447284"/>
              <a:gd name="connsiteY36" fmla="*/ 271521 h 447284"/>
              <a:gd name="connsiteX37" fmla="*/ 271927 w 447284"/>
              <a:gd name="connsiteY37" fmla="*/ 262170 h 447284"/>
              <a:gd name="connsiteX38" fmla="*/ 281281 w 447284"/>
              <a:gd name="connsiteY38" fmla="*/ 271521 h 447284"/>
              <a:gd name="connsiteX39" fmla="*/ 271927 w 447284"/>
              <a:gd name="connsiteY39" fmla="*/ 280874 h 447284"/>
              <a:gd name="connsiteX40" fmla="*/ 262576 w 447284"/>
              <a:gd name="connsiteY40" fmla="*/ 271521 h 447284"/>
              <a:gd name="connsiteX41" fmla="*/ 295105 w 447284"/>
              <a:gd name="connsiteY41" fmla="*/ 275995 h 447284"/>
              <a:gd name="connsiteX42" fmla="*/ 308931 w 447284"/>
              <a:gd name="connsiteY42" fmla="*/ 289820 h 447284"/>
              <a:gd name="connsiteX43" fmla="*/ 290226 w 447284"/>
              <a:gd name="connsiteY43" fmla="*/ 308524 h 447284"/>
              <a:gd name="connsiteX44" fmla="*/ 276402 w 447284"/>
              <a:gd name="connsiteY44" fmla="*/ 294699 h 447284"/>
              <a:gd name="connsiteX45" fmla="*/ 295105 w 447284"/>
              <a:gd name="connsiteY45" fmla="*/ 275995 h 447284"/>
              <a:gd name="connsiteX46" fmla="*/ 416685 w 447284"/>
              <a:gd name="connsiteY46" fmla="*/ 434984 h 447284"/>
              <a:gd name="connsiteX47" fmla="*/ 402861 w 447284"/>
              <a:gd name="connsiteY47" fmla="*/ 421159 h 447284"/>
              <a:gd name="connsiteX48" fmla="*/ 421564 w 447284"/>
              <a:gd name="connsiteY48" fmla="*/ 402454 h 447284"/>
              <a:gd name="connsiteX49" fmla="*/ 435390 w 447284"/>
              <a:gd name="connsiteY49" fmla="*/ 416279 h 447284"/>
              <a:gd name="connsiteX50" fmla="*/ 416685 w 447284"/>
              <a:gd name="connsiteY50" fmla="*/ 434984 h 447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47284" h="447284">
                <a:moveTo>
                  <a:pt x="449621" y="411806"/>
                </a:moveTo>
                <a:lnTo>
                  <a:pt x="426443" y="388629"/>
                </a:lnTo>
                <a:cubicBezTo>
                  <a:pt x="426443" y="388629"/>
                  <a:pt x="426443" y="388629"/>
                  <a:pt x="426443" y="388629"/>
                </a:cubicBezTo>
                <a:lnTo>
                  <a:pt x="426443" y="388629"/>
                </a:lnTo>
                <a:lnTo>
                  <a:pt x="300391" y="262576"/>
                </a:lnTo>
                <a:cubicBezTo>
                  <a:pt x="297952" y="260136"/>
                  <a:pt x="293480" y="260136"/>
                  <a:pt x="291040" y="262576"/>
                </a:cubicBezTo>
                <a:lnTo>
                  <a:pt x="291040" y="262576"/>
                </a:lnTo>
                <a:lnTo>
                  <a:pt x="280467" y="252004"/>
                </a:lnTo>
                <a:cubicBezTo>
                  <a:pt x="321130" y="197517"/>
                  <a:pt x="317064" y="120258"/>
                  <a:pt x="267455" y="71057"/>
                </a:cubicBezTo>
                <a:cubicBezTo>
                  <a:pt x="213374" y="16977"/>
                  <a:pt x="125137" y="16977"/>
                  <a:pt x="71056" y="71057"/>
                </a:cubicBezTo>
                <a:cubicBezTo>
                  <a:pt x="16977" y="125138"/>
                  <a:pt x="16977" y="213375"/>
                  <a:pt x="71056" y="267456"/>
                </a:cubicBezTo>
                <a:cubicBezTo>
                  <a:pt x="98301" y="294699"/>
                  <a:pt x="133677" y="308118"/>
                  <a:pt x="169053" y="308118"/>
                </a:cubicBezTo>
                <a:cubicBezTo>
                  <a:pt x="198329" y="308118"/>
                  <a:pt x="227607" y="298766"/>
                  <a:pt x="252003" y="280467"/>
                </a:cubicBezTo>
                <a:lnTo>
                  <a:pt x="262576" y="291040"/>
                </a:lnTo>
                <a:lnTo>
                  <a:pt x="262576" y="291040"/>
                </a:lnTo>
                <a:cubicBezTo>
                  <a:pt x="261355" y="292259"/>
                  <a:pt x="260543" y="293886"/>
                  <a:pt x="260543" y="295513"/>
                </a:cubicBezTo>
                <a:cubicBezTo>
                  <a:pt x="260543" y="297139"/>
                  <a:pt x="261355" y="298766"/>
                  <a:pt x="262576" y="299985"/>
                </a:cubicBezTo>
                <a:lnTo>
                  <a:pt x="388628" y="426038"/>
                </a:lnTo>
                <a:lnTo>
                  <a:pt x="388628" y="426038"/>
                </a:lnTo>
                <a:lnTo>
                  <a:pt x="388628" y="426038"/>
                </a:lnTo>
                <a:lnTo>
                  <a:pt x="411806" y="449216"/>
                </a:lnTo>
                <a:cubicBezTo>
                  <a:pt x="413027" y="450436"/>
                  <a:pt x="414652" y="451249"/>
                  <a:pt x="416278" y="451249"/>
                </a:cubicBezTo>
                <a:cubicBezTo>
                  <a:pt x="417906" y="451249"/>
                  <a:pt x="419531" y="450436"/>
                  <a:pt x="420752" y="449216"/>
                </a:cubicBezTo>
                <a:lnTo>
                  <a:pt x="448810" y="421159"/>
                </a:lnTo>
                <a:cubicBezTo>
                  <a:pt x="452061" y="418313"/>
                  <a:pt x="452061" y="414246"/>
                  <a:pt x="449621" y="411806"/>
                </a:cubicBezTo>
                <a:close/>
                <a:moveTo>
                  <a:pt x="299984" y="318284"/>
                </a:moveTo>
                <a:lnTo>
                  <a:pt x="318690" y="299578"/>
                </a:lnTo>
                <a:lnTo>
                  <a:pt x="412213" y="393102"/>
                </a:lnTo>
                <a:lnTo>
                  <a:pt x="393507" y="411806"/>
                </a:lnTo>
                <a:lnTo>
                  <a:pt x="299984" y="318284"/>
                </a:lnTo>
                <a:close/>
                <a:moveTo>
                  <a:pt x="80410" y="257696"/>
                </a:moveTo>
                <a:cubicBezTo>
                  <a:pt x="31615" y="208902"/>
                  <a:pt x="31615" y="129203"/>
                  <a:pt x="80410" y="80003"/>
                </a:cubicBezTo>
                <a:cubicBezTo>
                  <a:pt x="104806" y="55605"/>
                  <a:pt x="136928" y="43407"/>
                  <a:pt x="169053" y="43407"/>
                </a:cubicBezTo>
                <a:cubicBezTo>
                  <a:pt x="201175" y="43407"/>
                  <a:pt x="233298" y="55605"/>
                  <a:pt x="257697" y="80003"/>
                </a:cubicBezTo>
                <a:cubicBezTo>
                  <a:pt x="306492" y="128798"/>
                  <a:pt x="306492" y="208495"/>
                  <a:pt x="257697" y="257696"/>
                </a:cubicBezTo>
                <a:cubicBezTo>
                  <a:pt x="208901" y="306491"/>
                  <a:pt x="129203" y="306491"/>
                  <a:pt x="80410" y="257696"/>
                </a:cubicBezTo>
                <a:close/>
                <a:moveTo>
                  <a:pt x="262576" y="271521"/>
                </a:moveTo>
                <a:lnTo>
                  <a:pt x="271927" y="262170"/>
                </a:lnTo>
                <a:lnTo>
                  <a:pt x="281281" y="271521"/>
                </a:lnTo>
                <a:lnTo>
                  <a:pt x="271927" y="280874"/>
                </a:lnTo>
                <a:lnTo>
                  <a:pt x="262576" y="271521"/>
                </a:lnTo>
                <a:close/>
                <a:moveTo>
                  <a:pt x="295105" y="275995"/>
                </a:moveTo>
                <a:lnTo>
                  <a:pt x="308931" y="289820"/>
                </a:lnTo>
                <a:lnTo>
                  <a:pt x="290226" y="308524"/>
                </a:lnTo>
                <a:lnTo>
                  <a:pt x="276402" y="294699"/>
                </a:lnTo>
                <a:lnTo>
                  <a:pt x="295105" y="275995"/>
                </a:lnTo>
                <a:close/>
                <a:moveTo>
                  <a:pt x="416685" y="434984"/>
                </a:moveTo>
                <a:lnTo>
                  <a:pt x="402861" y="421159"/>
                </a:lnTo>
                <a:lnTo>
                  <a:pt x="421564" y="402454"/>
                </a:lnTo>
                <a:lnTo>
                  <a:pt x="435390" y="416279"/>
                </a:lnTo>
                <a:lnTo>
                  <a:pt x="416685" y="434984"/>
                </a:lnTo>
                <a:close/>
              </a:path>
            </a:pathLst>
          </a:custGeom>
          <a:solidFill>
            <a:srgbClr val="FFFFFF"/>
          </a:solidFill>
          <a:ln w="9525" cap="flat">
            <a:noFill/>
            <a:prstDash val="solid"/>
            <a:miter/>
          </a:ln>
        </p:spPr>
        <p:txBody>
          <a:bodyPr rtlCol="0" anchor="ctr"/>
          <a:lstStyle/>
          <a:p>
            <a:pPr>
              <a:defRPr/>
            </a:pP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24" name="Rectangle 223">
            <a:extLst>
              <a:ext uri="{FF2B5EF4-FFF2-40B4-BE49-F238E27FC236}">
                <a16:creationId xmlns:a16="http://schemas.microsoft.com/office/drawing/2014/main" id="{4BBB4CC2-8C8E-45AB-6048-B53DF7EBFA1B}"/>
              </a:ext>
            </a:extLst>
          </p:cNvPr>
          <p:cNvSpPr/>
          <p:nvPr/>
        </p:nvSpPr>
        <p:spPr>
          <a:xfrm>
            <a:off x="6649996" y="1228643"/>
            <a:ext cx="4934221" cy="287258"/>
          </a:xfrm>
          <a:prstGeom prst="rect">
            <a:avLst/>
          </a:prstGeom>
        </p:spPr>
        <p:txBody>
          <a:bodyPr wrap="square">
            <a:spAutoFit/>
          </a:bodyPr>
          <a:lstStyle/>
          <a:p>
            <a:pPr>
              <a:lnSpc>
                <a:spcPct val="110000"/>
              </a:lnSpc>
              <a:defRPr/>
            </a:pPr>
            <a:r>
              <a:rPr lang="en-US" sz="1200">
                <a:solidFill>
                  <a:prstClr val="black"/>
                </a:solidFill>
                <a:latin typeface="Aptos" panose="02110004020202020204"/>
                <a:ea typeface="Calibri" panose="020F0502020204030204" pitchFamily="34" charset="0"/>
                <a:cs typeface="Calibri" panose="020F0502020204030204" pitchFamily="34" charset="0"/>
              </a:rPr>
              <a:t>Re-writing Excise Rules &amp; Rajasthan Treasury Rules/Manual </a:t>
            </a:r>
            <a:r>
              <a:rPr lang="en-US" sz="1200" b="1">
                <a:solidFill>
                  <a:prstClr val="black"/>
                </a:solidFill>
                <a:latin typeface="Aptos" panose="02110004020202020204"/>
                <a:ea typeface="Calibri" panose="020F0502020204030204" pitchFamily="34" charset="0"/>
                <a:cs typeface="Calibri" panose="020F0502020204030204" pitchFamily="34" charset="0"/>
              </a:rPr>
              <a:t>(DTA)</a:t>
            </a:r>
          </a:p>
        </p:txBody>
      </p:sp>
      <p:sp>
        <p:nvSpPr>
          <p:cNvPr id="225" name="Rectangle 224">
            <a:extLst>
              <a:ext uri="{FF2B5EF4-FFF2-40B4-BE49-F238E27FC236}">
                <a16:creationId xmlns:a16="http://schemas.microsoft.com/office/drawing/2014/main" id="{0BCE77BF-4BDC-CCFF-FAC3-F66EE2D1DF69}"/>
              </a:ext>
            </a:extLst>
          </p:cNvPr>
          <p:cNvSpPr/>
          <p:nvPr/>
        </p:nvSpPr>
        <p:spPr>
          <a:xfrm>
            <a:off x="8239002" y="2067626"/>
            <a:ext cx="3189591" cy="693523"/>
          </a:xfrm>
          <a:prstGeom prst="rect">
            <a:avLst/>
          </a:prstGeom>
        </p:spPr>
        <p:txBody>
          <a:bodyPr wrap="square">
            <a:spAutoFit/>
          </a:bodyPr>
          <a:lstStyle/>
          <a:p>
            <a:pPr>
              <a:lnSpc>
                <a:spcPct val="110000"/>
              </a:lnSpc>
              <a:defRPr/>
            </a:pPr>
            <a:r>
              <a:rPr lang="en-US" sz="1200">
                <a:solidFill>
                  <a:prstClr val="black"/>
                </a:solidFill>
                <a:latin typeface="Aptos" panose="02110004020202020204"/>
                <a:ea typeface="Calibri" panose="020F0502020204030204" pitchFamily="34" charset="0"/>
                <a:cs typeface="Calibri" panose="020F0502020204030204" pitchFamily="34" charset="0"/>
              </a:rPr>
              <a:t>Strengthening  Decentralized Participative Planning and Public Investment Management in Rajasthan (</a:t>
            </a:r>
            <a:r>
              <a:rPr lang="en-US" sz="1200" b="1">
                <a:solidFill>
                  <a:prstClr val="black"/>
                </a:solidFill>
                <a:latin typeface="Aptos" panose="02110004020202020204"/>
                <a:ea typeface="Calibri" panose="020F0502020204030204" pitchFamily="34" charset="0"/>
                <a:cs typeface="Calibri" panose="020F0502020204030204" pitchFamily="34" charset="0"/>
              </a:rPr>
              <a:t>Finance Department-EAD)</a:t>
            </a:r>
            <a:endParaRPr lang="en-US" sz="1200">
              <a:solidFill>
                <a:prstClr val="black"/>
              </a:solidFill>
              <a:latin typeface="Aptos" panose="02110004020202020204"/>
              <a:ea typeface="Calibri" panose="020F0502020204030204" pitchFamily="34" charset="0"/>
              <a:cs typeface="Calibri" panose="020F0502020204030204" pitchFamily="34" charset="0"/>
            </a:endParaRPr>
          </a:p>
        </p:txBody>
      </p:sp>
      <p:sp>
        <p:nvSpPr>
          <p:cNvPr id="226" name="Rectangle 225">
            <a:extLst>
              <a:ext uri="{FF2B5EF4-FFF2-40B4-BE49-F238E27FC236}">
                <a16:creationId xmlns:a16="http://schemas.microsoft.com/office/drawing/2014/main" id="{8D21D3F6-BE4C-059B-9AEF-8A056F07DE26}"/>
              </a:ext>
            </a:extLst>
          </p:cNvPr>
          <p:cNvSpPr/>
          <p:nvPr/>
        </p:nvSpPr>
        <p:spPr>
          <a:xfrm>
            <a:off x="8669205" y="2870529"/>
            <a:ext cx="2809441" cy="693523"/>
          </a:xfrm>
          <a:prstGeom prst="rect">
            <a:avLst/>
          </a:prstGeom>
        </p:spPr>
        <p:txBody>
          <a:bodyPr wrap="square">
            <a:spAutoFit/>
          </a:bodyPr>
          <a:lstStyle/>
          <a:p>
            <a:pPr>
              <a:lnSpc>
                <a:spcPct val="110000"/>
              </a:lnSpc>
              <a:defRPr/>
            </a:pPr>
            <a:r>
              <a:rPr lang="en-US" sz="1200">
                <a:solidFill>
                  <a:prstClr val="black"/>
                </a:solidFill>
                <a:latin typeface="Aptos" panose="02110004020202020204"/>
                <a:ea typeface="Calibri" panose="020F0502020204030204" pitchFamily="34" charset="0"/>
                <a:cs typeface="Calibri" panose="020F0502020204030204" pitchFamily="34" charset="0"/>
              </a:rPr>
              <a:t>Consultancy Services for Capacity Development on RTTP Act &amp; Rules (</a:t>
            </a:r>
            <a:r>
              <a:rPr lang="en-US" sz="1200" b="1">
                <a:solidFill>
                  <a:prstClr val="black"/>
                </a:solidFill>
                <a:latin typeface="Aptos" panose="02110004020202020204"/>
                <a:ea typeface="Calibri" panose="020F0502020204030204" pitchFamily="34" charset="0"/>
                <a:cs typeface="Calibri" panose="020F0502020204030204" pitchFamily="34" charset="0"/>
              </a:rPr>
              <a:t>Finance Department-EAD)</a:t>
            </a:r>
            <a:endParaRPr lang="en-US" sz="1200">
              <a:solidFill>
                <a:prstClr val="black"/>
              </a:solidFill>
              <a:latin typeface="Aptos" panose="02110004020202020204"/>
              <a:ea typeface="Calibri" panose="020F0502020204030204" pitchFamily="34" charset="0"/>
              <a:cs typeface="Calibri" panose="020F0502020204030204" pitchFamily="34" charset="0"/>
            </a:endParaRPr>
          </a:p>
        </p:txBody>
      </p:sp>
      <p:sp>
        <p:nvSpPr>
          <p:cNvPr id="227" name="Rectangle 226">
            <a:extLst>
              <a:ext uri="{FF2B5EF4-FFF2-40B4-BE49-F238E27FC236}">
                <a16:creationId xmlns:a16="http://schemas.microsoft.com/office/drawing/2014/main" id="{DEF0ACD4-77F5-803F-4D3C-A0DBD5B0CA3A}"/>
              </a:ext>
            </a:extLst>
          </p:cNvPr>
          <p:cNvSpPr/>
          <p:nvPr/>
        </p:nvSpPr>
        <p:spPr>
          <a:xfrm>
            <a:off x="8386093" y="4529731"/>
            <a:ext cx="3293370" cy="693523"/>
          </a:xfrm>
          <a:prstGeom prst="rect">
            <a:avLst/>
          </a:prstGeom>
        </p:spPr>
        <p:txBody>
          <a:bodyPr wrap="square">
            <a:spAutoFit/>
          </a:bodyPr>
          <a:lstStyle/>
          <a:p>
            <a:pPr>
              <a:lnSpc>
                <a:spcPct val="110000"/>
              </a:lnSpc>
              <a:defRPr/>
            </a:pPr>
            <a:r>
              <a:rPr lang="en-US" sz="1200">
                <a:solidFill>
                  <a:prstClr val="black"/>
                </a:solidFill>
                <a:latin typeface="Aptos" panose="02110004020202020204"/>
                <a:ea typeface="Calibri" panose="020F0502020204030204" pitchFamily="34" charset="0"/>
                <a:cs typeface="Calibri" panose="020F0502020204030204" pitchFamily="34" charset="0"/>
              </a:rPr>
              <a:t>Consultancy Services to Support the Finance Department to Establish the Public Finance Management Institute (</a:t>
            </a:r>
            <a:r>
              <a:rPr lang="en-US" sz="1200" b="1">
                <a:solidFill>
                  <a:prstClr val="black"/>
                </a:solidFill>
                <a:latin typeface="Aptos" panose="02110004020202020204"/>
                <a:ea typeface="Calibri" panose="020F0502020204030204" pitchFamily="34" charset="0"/>
                <a:cs typeface="Calibri" panose="020F0502020204030204" pitchFamily="34" charset="0"/>
              </a:rPr>
              <a:t>Finance Department)</a:t>
            </a:r>
            <a:endParaRPr lang="en-US" sz="1200">
              <a:solidFill>
                <a:prstClr val="black"/>
              </a:solidFill>
              <a:latin typeface="Aptos" panose="02110004020202020204"/>
              <a:ea typeface="Calibri" panose="020F0502020204030204" pitchFamily="34" charset="0"/>
              <a:cs typeface="Calibri" panose="020F0502020204030204" pitchFamily="34" charset="0"/>
            </a:endParaRPr>
          </a:p>
        </p:txBody>
      </p:sp>
      <p:sp>
        <p:nvSpPr>
          <p:cNvPr id="228" name="Rectangle 227">
            <a:extLst>
              <a:ext uri="{FF2B5EF4-FFF2-40B4-BE49-F238E27FC236}">
                <a16:creationId xmlns:a16="http://schemas.microsoft.com/office/drawing/2014/main" id="{0EDE14D0-6B76-D72D-D265-C0788825DE3F}"/>
              </a:ext>
            </a:extLst>
          </p:cNvPr>
          <p:cNvSpPr/>
          <p:nvPr/>
        </p:nvSpPr>
        <p:spPr>
          <a:xfrm>
            <a:off x="7735740" y="5267970"/>
            <a:ext cx="3943723" cy="693523"/>
          </a:xfrm>
          <a:prstGeom prst="rect">
            <a:avLst/>
          </a:prstGeom>
        </p:spPr>
        <p:txBody>
          <a:bodyPr wrap="square">
            <a:spAutoFit/>
          </a:bodyPr>
          <a:lstStyle/>
          <a:p>
            <a:pPr>
              <a:lnSpc>
                <a:spcPct val="110000"/>
              </a:lnSpc>
              <a:defRPr/>
            </a:pPr>
            <a:r>
              <a:rPr lang="en-US" sz="1200">
                <a:solidFill>
                  <a:prstClr val="black"/>
                </a:solidFill>
                <a:latin typeface="Aptos" panose="02110004020202020204"/>
                <a:ea typeface="Calibri" panose="020F0502020204030204" pitchFamily="34" charset="0"/>
                <a:cs typeface="Calibri" panose="020F0502020204030204" pitchFamily="34" charset="0"/>
              </a:rPr>
              <a:t>Institutional Assessment of the Commercial Taxes Department (CTD) including GST Readiness Assessment and Developing a Road Map </a:t>
            </a:r>
            <a:r>
              <a:rPr lang="en-US" sz="1200" b="1">
                <a:solidFill>
                  <a:prstClr val="black"/>
                </a:solidFill>
                <a:latin typeface="Aptos" panose="02110004020202020204"/>
                <a:ea typeface="Calibri" panose="020F0502020204030204" pitchFamily="34" charset="0"/>
                <a:cs typeface="Calibri" panose="020F0502020204030204" pitchFamily="34" charset="0"/>
              </a:rPr>
              <a:t>(Commercial Taxes Dept)</a:t>
            </a:r>
            <a:r>
              <a:rPr lang="en-US" sz="1200">
                <a:solidFill>
                  <a:prstClr val="black"/>
                </a:solidFill>
                <a:latin typeface="Aptos" panose="02110004020202020204"/>
                <a:ea typeface="Calibri" panose="020F0502020204030204" pitchFamily="34" charset="0"/>
                <a:cs typeface="Calibri" panose="020F0502020204030204" pitchFamily="34" charset="0"/>
              </a:rPr>
              <a:t> </a:t>
            </a:r>
          </a:p>
        </p:txBody>
      </p:sp>
      <p:sp>
        <p:nvSpPr>
          <p:cNvPr id="229" name="Rectangle 228">
            <a:extLst>
              <a:ext uri="{FF2B5EF4-FFF2-40B4-BE49-F238E27FC236}">
                <a16:creationId xmlns:a16="http://schemas.microsoft.com/office/drawing/2014/main" id="{948180A9-B3ED-28DF-024C-8A8C9C9991C0}"/>
              </a:ext>
            </a:extLst>
          </p:cNvPr>
          <p:cNvSpPr/>
          <p:nvPr/>
        </p:nvSpPr>
        <p:spPr>
          <a:xfrm>
            <a:off x="1346130" y="5881232"/>
            <a:ext cx="4409839" cy="490391"/>
          </a:xfrm>
          <a:prstGeom prst="rect">
            <a:avLst/>
          </a:prstGeom>
        </p:spPr>
        <p:txBody>
          <a:bodyPr wrap="square">
            <a:spAutoFit/>
          </a:bodyPr>
          <a:lstStyle/>
          <a:p>
            <a:pPr algn="r">
              <a:lnSpc>
                <a:spcPct val="110000"/>
              </a:lnSpc>
              <a:defRPr/>
            </a:pPr>
            <a:r>
              <a:rPr lang="en-US" sz="1200" err="1">
                <a:solidFill>
                  <a:srgbClr val="272E3A"/>
                </a:solidFill>
                <a:latin typeface="Aptos" panose="02110004020202020204"/>
                <a:ea typeface="Calibri" panose="020F0502020204030204" pitchFamily="34" charset="0"/>
                <a:cs typeface="Calibri" panose="020F0502020204030204" pitchFamily="34" charset="0"/>
              </a:rPr>
              <a:t>RajERP</a:t>
            </a:r>
            <a:r>
              <a:rPr lang="en-US" sz="1200">
                <a:solidFill>
                  <a:srgbClr val="272E3A"/>
                </a:solidFill>
                <a:latin typeface="Aptos" panose="02110004020202020204"/>
                <a:ea typeface="Calibri" panose="020F0502020204030204" pitchFamily="34" charset="0"/>
                <a:cs typeface="Calibri" panose="020F0502020204030204" pitchFamily="34" charset="0"/>
              </a:rPr>
              <a:t>, </a:t>
            </a:r>
            <a:r>
              <a:rPr lang="en-US" sz="1200" err="1">
                <a:solidFill>
                  <a:srgbClr val="272E3A"/>
                </a:solidFill>
                <a:latin typeface="Aptos" panose="02110004020202020204"/>
                <a:ea typeface="Calibri" panose="020F0502020204030204" pitchFamily="34" charset="0"/>
                <a:cs typeface="Calibri" panose="020F0502020204030204" pitchFamily="34" charset="0"/>
              </a:rPr>
              <a:t>RajKAJ</a:t>
            </a:r>
            <a:r>
              <a:rPr lang="en-US" sz="1200">
                <a:solidFill>
                  <a:srgbClr val="272E3A"/>
                </a:solidFill>
                <a:latin typeface="Aptos" panose="02110004020202020204"/>
                <a:ea typeface="Calibri" panose="020F0502020204030204" pitchFamily="34" charset="0"/>
                <a:cs typeface="Calibri" panose="020F0502020204030204" pitchFamily="34" charset="0"/>
              </a:rPr>
              <a:t>, Unified Portals for Urban and Industry Departments </a:t>
            </a:r>
            <a:r>
              <a:rPr lang="en-US" sz="1200" b="1">
                <a:solidFill>
                  <a:prstClr val="black"/>
                </a:solidFill>
                <a:latin typeface="Aptos" panose="02110004020202020204"/>
                <a:ea typeface="Calibri" panose="020F0502020204030204" pitchFamily="34" charset="0"/>
                <a:cs typeface="Calibri" panose="020F0502020204030204" pitchFamily="34" charset="0"/>
              </a:rPr>
              <a:t>(DoIT&amp;C)</a:t>
            </a: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30" name="Rectangle 229">
            <a:extLst>
              <a:ext uri="{FF2B5EF4-FFF2-40B4-BE49-F238E27FC236}">
                <a16:creationId xmlns:a16="http://schemas.microsoft.com/office/drawing/2014/main" id="{3CEA1A46-56A9-313B-FECE-FD2313938521}"/>
              </a:ext>
            </a:extLst>
          </p:cNvPr>
          <p:cNvSpPr/>
          <p:nvPr/>
        </p:nvSpPr>
        <p:spPr>
          <a:xfrm>
            <a:off x="1126597" y="5227781"/>
            <a:ext cx="3431220" cy="490391"/>
          </a:xfrm>
          <a:prstGeom prst="rect">
            <a:avLst/>
          </a:prstGeom>
        </p:spPr>
        <p:txBody>
          <a:bodyPr wrap="square">
            <a:spAutoFit/>
          </a:bodyPr>
          <a:lstStyle/>
          <a:p>
            <a:pPr algn="r">
              <a:lnSpc>
                <a:spcPct val="110000"/>
              </a:lnSpc>
              <a:defRPr/>
            </a:pPr>
            <a:r>
              <a:rPr lang="en-US" sz="1200">
                <a:solidFill>
                  <a:srgbClr val="272E3A"/>
                </a:solidFill>
                <a:latin typeface="Aptos" panose="02110004020202020204"/>
                <a:ea typeface="Calibri" panose="020F0502020204030204" pitchFamily="34" charset="0"/>
                <a:cs typeface="Calibri" panose="020F0502020204030204" pitchFamily="34" charset="0"/>
              </a:rPr>
              <a:t>E-Bazaar &amp; Rajasthan Supply &amp; Inventory Management System (</a:t>
            </a:r>
            <a:r>
              <a:rPr lang="en-US" sz="1200" err="1">
                <a:solidFill>
                  <a:srgbClr val="272E3A"/>
                </a:solidFill>
                <a:latin typeface="Aptos" panose="02110004020202020204"/>
                <a:ea typeface="Calibri" panose="020F0502020204030204" pitchFamily="34" charset="0"/>
                <a:cs typeface="Calibri" panose="020F0502020204030204" pitchFamily="34" charset="0"/>
              </a:rPr>
              <a:t>RajSIMS</a:t>
            </a:r>
            <a:r>
              <a:rPr lang="en-US" sz="1200">
                <a:solidFill>
                  <a:srgbClr val="272E3A"/>
                </a:solidFill>
                <a:latin typeface="Aptos" panose="02110004020202020204"/>
                <a:ea typeface="Calibri" panose="020F0502020204030204" pitchFamily="34" charset="0"/>
                <a:cs typeface="Calibri" panose="020F0502020204030204" pitchFamily="34" charset="0"/>
              </a:rPr>
              <a:t>) </a:t>
            </a:r>
            <a:r>
              <a:rPr lang="en-US" sz="1200" b="1">
                <a:solidFill>
                  <a:prstClr val="black"/>
                </a:solidFill>
                <a:latin typeface="Aptos" panose="02110004020202020204"/>
                <a:ea typeface="Calibri" panose="020F0502020204030204" pitchFamily="34" charset="0"/>
                <a:cs typeface="Calibri" panose="020F0502020204030204" pitchFamily="34" charset="0"/>
              </a:rPr>
              <a:t>(DoIT&amp;C)</a:t>
            </a: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31" name="Rectangle 230">
            <a:extLst>
              <a:ext uri="{FF2B5EF4-FFF2-40B4-BE49-F238E27FC236}">
                <a16:creationId xmlns:a16="http://schemas.microsoft.com/office/drawing/2014/main" id="{49B55E79-3DCE-A975-B504-670BB1CAFF79}"/>
              </a:ext>
            </a:extLst>
          </p:cNvPr>
          <p:cNvSpPr/>
          <p:nvPr/>
        </p:nvSpPr>
        <p:spPr>
          <a:xfrm>
            <a:off x="1190632" y="4281129"/>
            <a:ext cx="2662511" cy="693523"/>
          </a:xfrm>
          <a:prstGeom prst="rect">
            <a:avLst/>
          </a:prstGeom>
        </p:spPr>
        <p:txBody>
          <a:bodyPr wrap="square">
            <a:spAutoFit/>
          </a:bodyPr>
          <a:lstStyle/>
          <a:p>
            <a:pPr algn="r">
              <a:lnSpc>
                <a:spcPct val="110000"/>
              </a:lnSpc>
              <a:defRPr/>
            </a:pPr>
            <a:r>
              <a:rPr lang="en-US" sz="1200">
                <a:solidFill>
                  <a:srgbClr val="272E3A"/>
                </a:solidFill>
                <a:latin typeface="Aptos" panose="02110004020202020204"/>
                <a:ea typeface="Calibri" panose="020F0502020204030204" pitchFamily="34" charset="0"/>
                <a:cs typeface="Calibri" panose="020F0502020204030204" pitchFamily="34" charset="0"/>
              </a:rPr>
              <a:t>Forest: Wildlife Surveillance &amp; Anti-poaching System(WS&amp;APS) &amp; FMDSS) </a:t>
            </a:r>
            <a:r>
              <a:rPr lang="en-US" sz="1200" b="1">
                <a:solidFill>
                  <a:prstClr val="black"/>
                </a:solidFill>
                <a:latin typeface="Aptos" panose="02110004020202020204"/>
                <a:ea typeface="Calibri" panose="020F0502020204030204" pitchFamily="34" charset="0"/>
                <a:cs typeface="Calibri" panose="020F0502020204030204" pitchFamily="34" charset="0"/>
              </a:rPr>
              <a:t>(DoIT&amp;C)</a:t>
            </a: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32" name="Rectangle 231">
            <a:extLst>
              <a:ext uri="{FF2B5EF4-FFF2-40B4-BE49-F238E27FC236}">
                <a16:creationId xmlns:a16="http://schemas.microsoft.com/office/drawing/2014/main" id="{63AB07B2-23D3-434C-7452-FA47986D0FEC}"/>
              </a:ext>
            </a:extLst>
          </p:cNvPr>
          <p:cNvSpPr/>
          <p:nvPr/>
        </p:nvSpPr>
        <p:spPr>
          <a:xfrm>
            <a:off x="1220239" y="3686049"/>
            <a:ext cx="2447917" cy="490391"/>
          </a:xfrm>
          <a:prstGeom prst="rect">
            <a:avLst/>
          </a:prstGeom>
        </p:spPr>
        <p:txBody>
          <a:bodyPr wrap="square">
            <a:spAutoFit/>
          </a:bodyPr>
          <a:lstStyle/>
          <a:p>
            <a:pPr algn="r">
              <a:lnSpc>
                <a:spcPct val="110000"/>
              </a:lnSpc>
              <a:defRPr/>
            </a:pPr>
            <a:r>
              <a:rPr lang="en-US" sz="1200">
                <a:solidFill>
                  <a:srgbClr val="272E3A"/>
                </a:solidFill>
                <a:latin typeface="Aptos" panose="02110004020202020204"/>
                <a:ea typeface="Calibri" panose="020F0502020204030204" pitchFamily="34" charset="0"/>
                <a:cs typeface="Calibri" panose="020F0502020204030204" pitchFamily="34" charset="0"/>
              </a:rPr>
              <a:t>Rajasthan Centre for Advance Technologies </a:t>
            </a:r>
            <a:r>
              <a:rPr lang="en-US" sz="1200" b="1">
                <a:solidFill>
                  <a:prstClr val="black"/>
                </a:solidFill>
                <a:latin typeface="Aptos" panose="02110004020202020204"/>
                <a:ea typeface="Calibri" panose="020F0502020204030204" pitchFamily="34" charset="0"/>
                <a:cs typeface="Calibri" panose="020F0502020204030204" pitchFamily="34" charset="0"/>
              </a:rPr>
              <a:t>(DoIT&amp;C)</a:t>
            </a: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33" name="Rectangle 232">
            <a:extLst>
              <a:ext uri="{FF2B5EF4-FFF2-40B4-BE49-F238E27FC236}">
                <a16:creationId xmlns:a16="http://schemas.microsoft.com/office/drawing/2014/main" id="{4DE88D9C-A574-4BC5-55E3-EFE8D29C7712}"/>
              </a:ext>
            </a:extLst>
          </p:cNvPr>
          <p:cNvSpPr/>
          <p:nvPr/>
        </p:nvSpPr>
        <p:spPr>
          <a:xfrm>
            <a:off x="303746" y="2993309"/>
            <a:ext cx="3382725" cy="490391"/>
          </a:xfrm>
          <a:prstGeom prst="rect">
            <a:avLst/>
          </a:prstGeom>
        </p:spPr>
        <p:txBody>
          <a:bodyPr wrap="square">
            <a:spAutoFit/>
          </a:bodyPr>
          <a:lstStyle/>
          <a:p>
            <a:pPr algn="r">
              <a:lnSpc>
                <a:spcPct val="110000"/>
              </a:lnSpc>
              <a:defRPr/>
            </a:pPr>
            <a:r>
              <a:rPr lang="en-US" sz="1200">
                <a:solidFill>
                  <a:srgbClr val="272E3A"/>
                </a:solidFill>
                <a:latin typeface="Aptos" panose="02110004020202020204"/>
                <a:ea typeface="Calibri" panose="020F0502020204030204" pitchFamily="34" charset="0"/>
                <a:cs typeface="Calibri" panose="020F0502020204030204" pitchFamily="34" charset="0"/>
              </a:rPr>
              <a:t>Education: Raj NOC, Digital Library, HTE Portal, Doctor’s Registration, Kaushal Darpan </a:t>
            </a:r>
            <a:r>
              <a:rPr lang="en-US" sz="1200" b="1">
                <a:solidFill>
                  <a:prstClr val="black"/>
                </a:solidFill>
                <a:latin typeface="Aptos" panose="02110004020202020204"/>
                <a:ea typeface="Calibri" panose="020F0502020204030204" pitchFamily="34" charset="0"/>
                <a:cs typeface="Calibri" panose="020F0502020204030204" pitchFamily="34" charset="0"/>
              </a:rPr>
              <a:t>(DoIT&amp;C)</a:t>
            </a:r>
            <a:r>
              <a:rPr lang="en-US" sz="1200">
                <a:solidFill>
                  <a:srgbClr val="272E3A"/>
                </a:solidFill>
                <a:latin typeface="Aptos" panose="02110004020202020204"/>
                <a:ea typeface="Calibri" panose="020F0502020204030204" pitchFamily="34" charset="0"/>
                <a:cs typeface="Calibri" panose="020F0502020204030204" pitchFamily="34" charset="0"/>
              </a:rPr>
              <a:t> </a:t>
            </a:r>
          </a:p>
        </p:txBody>
      </p:sp>
      <p:sp>
        <p:nvSpPr>
          <p:cNvPr id="234" name="Rectangle 233">
            <a:extLst>
              <a:ext uri="{FF2B5EF4-FFF2-40B4-BE49-F238E27FC236}">
                <a16:creationId xmlns:a16="http://schemas.microsoft.com/office/drawing/2014/main" id="{F9540C6E-6B51-0686-F510-44641BAE334B}"/>
              </a:ext>
            </a:extLst>
          </p:cNvPr>
          <p:cNvSpPr/>
          <p:nvPr/>
        </p:nvSpPr>
        <p:spPr>
          <a:xfrm>
            <a:off x="359817" y="2394905"/>
            <a:ext cx="3572346" cy="487614"/>
          </a:xfrm>
          <a:prstGeom prst="rect">
            <a:avLst/>
          </a:prstGeom>
        </p:spPr>
        <p:txBody>
          <a:bodyPr wrap="square">
            <a:spAutoFit/>
          </a:bodyPr>
          <a:lstStyle/>
          <a:p>
            <a:pPr algn="r">
              <a:lnSpc>
                <a:spcPct val="110000"/>
              </a:lnSpc>
              <a:defRPr/>
            </a:pPr>
            <a:r>
              <a:rPr lang="en-US" sz="1200">
                <a:solidFill>
                  <a:srgbClr val="272E3A"/>
                </a:solidFill>
                <a:latin typeface="Aptos" panose="02110004020202020204"/>
                <a:ea typeface="Calibri" panose="020F0502020204030204" pitchFamily="34" charset="0"/>
                <a:cs typeface="Calibri" panose="020F0502020204030204" pitchFamily="34" charset="0"/>
              </a:rPr>
              <a:t>E-Mitra:- Service Delivery Channel &amp; Rajasthan Payment Platform </a:t>
            </a:r>
            <a:r>
              <a:rPr lang="en-US" sz="1200" b="1">
                <a:solidFill>
                  <a:prstClr val="black"/>
                </a:solidFill>
                <a:latin typeface="Aptos" panose="02110004020202020204"/>
                <a:ea typeface="Calibri" panose="020F0502020204030204" pitchFamily="34" charset="0"/>
                <a:cs typeface="Calibri" panose="020F0502020204030204" pitchFamily="34" charset="0"/>
              </a:rPr>
              <a:t>(DoIT&amp;C)</a:t>
            </a:r>
            <a:endParaRPr lang="en-US" sz="1200">
              <a:solidFill>
                <a:srgbClr val="272E3A"/>
              </a:solidFill>
              <a:latin typeface="Aptos" panose="02110004020202020204"/>
              <a:ea typeface="Calibri" panose="020F0502020204030204" pitchFamily="34" charset="0"/>
              <a:cs typeface="Calibri" panose="020F0502020204030204" pitchFamily="34" charset="0"/>
            </a:endParaRPr>
          </a:p>
        </p:txBody>
      </p:sp>
      <p:sp>
        <p:nvSpPr>
          <p:cNvPr id="235" name="Rectangle 234">
            <a:extLst>
              <a:ext uri="{FF2B5EF4-FFF2-40B4-BE49-F238E27FC236}">
                <a16:creationId xmlns:a16="http://schemas.microsoft.com/office/drawing/2014/main" id="{FC1C3C0C-5EDE-F074-7C00-00B0E5B0EC9D}"/>
              </a:ext>
            </a:extLst>
          </p:cNvPr>
          <p:cNvSpPr/>
          <p:nvPr/>
        </p:nvSpPr>
        <p:spPr>
          <a:xfrm>
            <a:off x="4232786" y="1004098"/>
            <a:ext cx="7769311" cy="287258"/>
          </a:xfrm>
          <a:prstGeom prst="rect">
            <a:avLst/>
          </a:prstGeom>
        </p:spPr>
        <p:txBody>
          <a:bodyPr wrap="square">
            <a:spAutoFit/>
          </a:bodyPr>
          <a:lstStyle/>
          <a:p>
            <a:pPr algn="r">
              <a:lnSpc>
                <a:spcPct val="110000"/>
              </a:lnSpc>
              <a:defRPr/>
            </a:pPr>
            <a:r>
              <a:rPr lang="en-US" sz="1200">
                <a:solidFill>
                  <a:prstClr val="black"/>
                </a:solidFill>
                <a:latin typeface="Aptos" panose="02110004020202020204"/>
                <a:ea typeface="Calibri" panose="020F0502020204030204" pitchFamily="34" charset="0"/>
                <a:cs typeface="Calibri" panose="020F0502020204030204" pitchFamily="34" charset="0"/>
              </a:rPr>
              <a:t>Integrated Tax Management System (ITMS) for Rajasthan </a:t>
            </a:r>
            <a:r>
              <a:rPr lang="en-US" sz="1200" b="1">
                <a:solidFill>
                  <a:prstClr val="black"/>
                </a:solidFill>
                <a:latin typeface="Aptos" panose="02110004020202020204"/>
                <a:ea typeface="Calibri" panose="020F0502020204030204" pitchFamily="34" charset="0"/>
                <a:cs typeface="Calibri" panose="020F0502020204030204" pitchFamily="34" charset="0"/>
              </a:rPr>
              <a:t>(Commercial Taxes Department)</a:t>
            </a:r>
            <a:r>
              <a:rPr lang="en-US" sz="1200">
                <a:solidFill>
                  <a:prstClr val="black"/>
                </a:solidFill>
                <a:latin typeface="Aptos" panose="02110004020202020204"/>
                <a:ea typeface="Calibri" panose="020F0502020204030204" pitchFamily="34" charset="0"/>
                <a:cs typeface="Calibri" panose="020F0502020204030204" pitchFamily="34" charset="0"/>
              </a:rPr>
              <a:t>  </a:t>
            </a:r>
          </a:p>
        </p:txBody>
      </p:sp>
      <p:sp>
        <p:nvSpPr>
          <p:cNvPr id="236" name="Rectangle 235">
            <a:extLst>
              <a:ext uri="{FF2B5EF4-FFF2-40B4-BE49-F238E27FC236}">
                <a16:creationId xmlns:a16="http://schemas.microsoft.com/office/drawing/2014/main" id="{3481B6F7-82AF-11B6-9CFF-7383CECDC90B}"/>
              </a:ext>
            </a:extLst>
          </p:cNvPr>
          <p:cNvSpPr/>
          <p:nvPr/>
        </p:nvSpPr>
        <p:spPr>
          <a:xfrm>
            <a:off x="7618735" y="1622282"/>
            <a:ext cx="3901463" cy="490391"/>
          </a:xfrm>
          <a:prstGeom prst="rect">
            <a:avLst/>
          </a:prstGeom>
        </p:spPr>
        <p:txBody>
          <a:bodyPr wrap="square">
            <a:spAutoFit/>
          </a:bodyPr>
          <a:lstStyle/>
          <a:p>
            <a:pPr>
              <a:lnSpc>
                <a:spcPct val="110000"/>
              </a:lnSpc>
              <a:defRPr/>
            </a:pPr>
            <a:r>
              <a:rPr lang="en-US" sz="1200">
                <a:solidFill>
                  <a:prstClr val="black"/>
                </a:solidFill>
                <a:latin typeface="Aptos" panose="02110004020202020204"/>
                <a:ea typeface="Calibri" panose="020F0502020204030204" pitchFamily="34" charset="0"/>
                <a:cs typeface="Calibri" panose="020F0502020204030204" pitchFamily="34" charset="0"/>
              </a:rPr>
              <a:t>Technical Support Group for smooth implementation of IEMS 2.0  (</a:t>
            </a:r>
            <a:r>
              <a:rPr lang="en-US" sz="1200" b="1">
                <a:solidFill>
                  <a:prstClr val="black"/>
                </a:solidFill>
                <a:latin typeface="Aptos" panose="02110004020202020204"/>
                <a:ea typeface="Calibri" panose="020F0502020204030204" pitchFamily="34" charset="0"/>
                <a:cs typeface="Calibri" panose="020F0502020204030204" pitchFamily="34" charset="0"/>
              </a:rPr>
              <a:t>Excise Department</a:t>
            </a:r>
            <a:r>
              <a:rPr lang="en-US" sz="1200">
                <a:solidFill>
                  <a:prstClr val="black"/>
                </a:solidFill>
                <a:latin typeface="Aptos" panose="02110004020202020204"/>
                <a:ea typeface="Calibri" panose="020F0502020204030204" pitchFamily="34" charset="0"/>
                <a:cs typeface="Calibri" panose="020F0502020204030204" pitchFamily="34" charset="0"/>
              </a:rPr>
              <a:t>)</a:t>
            </a:r>
          </a:p>
        </p:txBody>
      </p:sp>
      <p:sp>
        <p:nvSpPr>
          <p:cNvPr id="237" name="Text Placeholder 1">
            <a:extLst>
              <a:ext uri="{FF2B5EF4-FFF2-40B4-BE49-F238E27FC236}">
                <a16:creationId xmlns:a16="http://schemas.microsoft.com/office/drawing/2014/main" id="{71D3AABB-CEBE-11AD-F873-B3372094990A}"/>
              </a:ext>
            </a:extLst>
          </p:cNvPr>
          <p:cNvSpPr txBox="1">
            <a:spLocks/>
          </p:cNvSpPr>
          <p:nvPr/>
        </p:nvSpPr>
        <p:spPr>
          <a:xfrm>
            <a:off x="224363" y="1610836"/>
            <a:ext cx="4415144" cy="6464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30000"/>
              </a:lnSpc>
              <a:spcBef>
                <a:spcPts val="0"/>
              </a:spcBef>
              <a:buFont typeface="Arial" panose="020B0604020202020204" pitchFamily="34" charset="0"/>
              <a:buNone/>
            </a:pPr>
            <a:r>
              <a:rPr lang="en-US" sz="1200">
                <a:solidFill>
                  <a:prstClr val="black"/>
                </a:solidFill>
                <a:latin typeface="Aptos" panose="02110004020202020204"/>
                <a:ea typeface="Calibri" panose="020F0502020204030204" pitchFamily="34" charset="0"/>
                <a:cs typeface="Calibri" panose="020F0502020204030204" pitchFamily="34" charset="0"/>
              </a:rPr>
              <a:t>     Setting up of Technical </a:t>
            </a:r>
            <a:r>
              <a:rPr lang="en-US" sz="1200" err="1">
                <a:solidFill>
                  <a:prstClr val="black"/>
                </a:solidFill>
                <a:latin typeface="Aptos" panose="02110004020202020204"/>
                <a:ea typeface="Calibri" panose="020F0502020204030204" pitchFamily="34" charset="0"/>
                <a:cs typeface="Calibri" panose="020F0502020204030204" pitchFamily="34" charset="0"/>
              </a:rPr>
              <a:t>Suport</a:t>
            </a:r>
            <a:r>
              <a:rPr lang="en-US" sz="1200">
                <a:solidFill>
                  <a:prstClr val="black"/>
                </a:solidFill>
                <a:latin typeface="Aptos" panose="02110004020202020204"/>
                <a:ea typeface="Calibri" panose="020F0502020204030204" pitchFamily="34" charset="0"/>
                <a:cs typeface="Calibri" panose="020F0502020204030204" pitchFamily="34" charset="0"/>
              </a:rPr>
              <a:t> Unit (TSU) for DRI&amp;EO</a:t>
            </a:r>
          </a:p>
          <a:p>
            <a:pPr marL="0" indent="0" algn="r">
              <a:lnSpc>
                <a:spcPct val="130000"/>
              </a:lnSpc>
              <a:spcBef>
                <a:spcPts val="0"/>
              </a:spcBef>
              <a:buFont typeface="Arial" panose="020B0604020202020204" pitchFamily="34" charset="0"/>
              <a:buNone/>
            </a:pPr>
            <a:r>
              <a:rPr lang="en-US" sz="1200" b="1">
                <a:solidFill>
                  <a:prstClr val="black"/>
                </a:solidFill>
                <a:latin typeface="Aptos" panose="02110004020202020204"/>
                <a:ea typeface="Calibri" panose="020F0502020204030204" pitchFamily="34" charset="0"/>
                <a:cs typeface="Calibri" panose="020F0502020204030204" pitchFamily="34" charset="0"/>
              </a:rPr>
              <a:t>(Directorate of Revenue Intelligence and Economic Offences)</a:t>
            </a:r>
          </a:p>
        </p:txBody>
      </p:sp>
      <p:sp>
        <p:nvSpPr>
          <p:cNvPr id="238" name="Rectangle 237">
            <a:extLst>
              <a:ext uri="{FF2B5EF4-FFF2-40B4-BE49-F238E27FC236}">
                <a16:creationId xmlns:a16="http://schemas.microsoft.com/office/drawing/2014/main" id="{781806B5-23F7-8A5F-C107-62E80B25CC0E}"/>
              </a:ext>
            </a:extLst>
          </p:cNvPr>
          <p:cNvSpPr/>
          <p:nvPr/>
        </p:nvSpPr>
        <p:spPr>
          <a:xfrm>
            <a:off x="6074946" y="6069240"/>
            <a:ext cx="5461911" cy="490391"/>
          </a:xfrm>
          <a:prstGeom prst="rect">
            <a:avLst/>
          </a:prstGeom>
        </p:spPr>
        <p:txBody>
          <a:bodyPr wrap="square">
            <a:spAutoFit/>
          </a:bodyPr>
          <a:lstStyle/>
          <a:p>
            <a:pPr>
              <a:lnSpc>
                <a:spcPct val="110000"/>
              </a:lnSpc>
              <a:defRPr/>
            </a:pPr>
            <a:r>
              <a:rPr lang="en-US" sz="1200">
                <a:solidFill>
                  <a:prstClr val="black"/>
                </a:solidFill>
                <a:latin typeface="Aptos" panose="02110004020202020204"/>
                <a:ea typeface="Calibri" panose="020F0502020204030204" pitchFamily="34" charset="0"/>
                <a:cs typeface="Calibri" panose="020F0502020204030204" pitchFamily="34" charset="0"/>
              </a:rPr>
              <a:t>PMU for the implementation of Viksit Rajasthan @2047 and otherr aspects, with </a:t>
            </a:r>
            <a:r>
              <a:rPr lang="en-US" sz="1200" b="1">
                <a:solidFill>
                  <a:prstClr val="black"/>
                </a:solidFill>
                <a:latin typeface="Aptos" panose="02110004020202020204"/>
                <a:ea typeface="Calibri" panose="020F0502020204030204" pitchFamily="34" charset="0"/>
                <a:cs typeface="Calibri" panose="020F0502020204030204" pitchFamily="34" charset="0"/>
              </a:rPr>
              <a:t>Department of Mines &amp; Geology, Government of Rajasthan</a:t>
            </a:r>
          </a:p>
        </p:txBody>
      </p:sp>
      <p:sp>
        <p:nvSpPr>
          <p:cNvPr id="239" name="Text Placeholder 1">
            <a:extLst>
              <a:ext uri="{FF2B5EF4-FFF2-40B4-BE49-F238E27FC236}">
                <a16:creationId xmlns:a16="http://schemas.microsoft.com/office/drawing/2014/main" id="{D5E50F38-10DB-CDE1-B4C8-7BC7CB9050BF}"/>
              </a:ext>
            </a:extLst>
          </p:cNvPr>
          <p:cNvSpPr txBox="1">
            <a:spLocks/>
          </p:cNvSpPr>
          <p:nvPr/>
        </p:nvSpPr>
        <p:spPr>
          <a:xfrm>
            <a:off x="650030" y="1071074"/>
            <a:ext cx="4415145" cy="646419"/>
          </a:xfrm>
          <a:prstGeom prst="rect">
            <a:avLst/>
          </a:prstGeom>
        </p:spPr>
        <p:txBody>
          <a:bodyPr vert="horz" lIns="91440" tIns="45720" rIns="91440" bIns="45720" rtlCol="0">
            <a:noAutofit/>
          </a:bodyPr>
          <a:lstStyle>
            <a:defPPr>
              <a:defRPr lang="en-US"/>
            </a:defPPr>
            <a:lvl1pPr indent="0" algn="r">
              <a:lnSpc>
                <a:spcPct val="130000"/>
              </a:lnSpc>
              <a:spcBef>
                <a:spcPts val="0"/>
              </a:spcBef>
              <a:buFont typeface="Arial" panose="020B0604020202020204" pitchFamily="34" charset="0"/>
              <a:buNone/>
              <a:defRPr sz="1500">
                <a:latin typeface="Calibri" panose="020F0502020204030204" pitchFamily="34" charset="0"/>
                <a:ea typeface="Calibri" panose="020F0502020204030204" pitchFamily="34" charset="0"/>
                <a:cs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sz="1200">
                <a:solidFill>
                  <a:prstClr val="black"/>
                </a:solidFill>
                <a:latin typeface="Aptos" panose="02110004020202020204"/>
              </a:rPr>
              <a:t>MaaY- Health Insurance Implementation </a:t>
            </a:r>
            <a:r>
              <a:rPr lang="en-US" sz="1200" b="1">
                <a:solidFill>
                  <a:prstClr val="black"/>
                </a:solidFill>
                <a:latin typeface="Aptos" panose="02110004020202020204"/>
              </a:rPr>
              <a:t>(Rajasthan State Health Assurance Agency (RSHAA))</a:t>
            </a:r>
          </a:p>
        </p:txBody>
      </p:sp>
      <p:sp>
        <p:nvSpPr>
          <p:cNvPr id="240" name="Rectangle 239">
            <a:extLst>
              <a:ext uri="{FF2B5EF4-FFF2-40B4-BE49-F238E27FC236}">
                <a16:creationId xmlns:a16="http://schemas.microsoft.com/office/drawing/2014/main" id="{330CCD7B-3660-1514-71A7-CDE2AC000E44}"/>
              </a:ext>
            </a:extLst>
          </p:cNvPr>
          <p:cNvSpPr/>
          <p:nvPr/>
        </p:nvSpPr>
        <p:spPr>
          <a:xfrm>
            <a:off x="8669205" y="3546141"/>
            <a:ext cx="2809441" cy="287258"/>
          </a:xfrm>
          <a:prstGeom prst="rect">
            <a:avLst/>
          </a:prstGeom>
        </p:spPr>
        <p:txBody>
          <a:bodyPr wrap="square">
            <a:spAutoFit/>
          </a:bodyPr>
          <a:lstStyle/>
          <a:p>
            <a:pPr>
              <a:lnSpc>
                <a:spcPct val="110000"/>
              </a:lnSpc>
              <a:defRPr/>
            </a:pPr>
            <a:r>
              <a:rPr lang="en-US" sz="1200">
                <a:solidFill>
                  <a:prstClr val="black"/>
                </a:solidFill>
                <a:latin typeface="Aptos" panose="02110004020202020204"/>
                <a:ea typeface="Calibri" panose="020F0502020204030204" pitchFamily="34" charset="0"/>
                <a:cs typeface="Calibri" panose="020F0502020204030204" pitchFamily="34" charset="0"/>
              </a:rPr>
              <a:t>PMU for </a:t>
            </a:r>
            <a:r>
              <a:rPr lang="en-US" sz="1200" b="1">
                <a:solidFill>
                  <a:prstClr val="black"/>
                </a:solidFill>
                <a:latin typeface="Aptos" panose="02110004020202020204"/>
                <a:ea typeface="Calibri" panose="020F0502020204030204" pitchFamily="34" charset="0"/>
                <a:cs typeface="Calibri" panose="020F0502020204030204" pitchFamily="34" charset="0"/>
              </a:rPr>
              <a:t>Finance Department</a:t>
            </a:r>
            <a:endParaRPr lang="en-US" sz="1200">
              <a:solidFill>
                <a:prstClr val="black"/>
              </a:solidFill>
              <a:latin typeface="Aptos" panose="02110004020202020204"/>
              <a:ea typeface="Calibri" panose="020F0502020204030204" pitchFamily="34" charset="0"/>
              <a:cs typeface="Calibri" panose="020F0502020204030204" pitchFamily="34" charset="0"/>
            </a:endParaRPr>
          </a:p>
        </p:txBody>
      </p:sp>
      <p:sp>
        <p:nvSpPr>
          <p:cNvPr id="241" name="Rectangle 240">
            <a:extLst>
              <a:ext uri="{FF2B5EF4-FFF2-40B4-BE49-F238E27FC236}">
                <a16:creationId xmlns:a16="http://schemas.microsoft.com/office/drawing/2014/main" id="{CD07AD4D-1C91-4D67-9850-341CE168F832}"/>
              </a:ext>
            </a:extLst>
          </p:cNvPr>
          <p:cNvSpPr/>
          <p:nvPr/>
        </p:nvSpPr>
        <p:spPr>
          <a:xfrm>
            <a:off x="8570235" y="3955266"/>
            <a:ext cx="2966622" cy="490391"/>
          </a:xfrm>
          <a:prstGeom prst="rect">
            <a:avLst/>
          </a:prstGeom>
        </p:spPr>
        <p:txBody>
          <a:bodyPr wrap="square">
            <a:spAutoFit/>
          </a:bodyPr>
          <a:lstStyle/>
          <a:p>
            <a:pPr>
              <a:lnSpc>
                <a:spcPct val="110000"/>
              </a:lnSpc>
              <a:defRPr/>
            </a:pPr>
            <a:r>
              <a:rPr lang="en-US" sz="1200">
                <a:solidFill>
                  <a:prstClr val="black"/>
                </a:solidFill>
                <a:latin typeface="Aptos" panose="02110004020202020204"/>
                <a:ea typeface="Calibri" panose="020F0502020204030204" pitchFamily="34" charset="0"/>
                <a:cs typeface="Calibri" panose="020F0502020204030204" pitchFamily="34" charset="0"/>
              </a:rPr>
              <a:t>PMU for </a:t>
            </a:r>
            <a:r>
              <a:rPr lang="en-US" sz="1200" b="1">
                <a:solidFill>
                  <a:prstClr val="black"/>
                </a:solidFill>
                <a:latin typeface="Aptos" panose="02110004020202020204"/>
                <a:ea typeface="Calibri" panose="020F0502020204030204" pitchFamily="34" charset="0"/>
                <a:cs typeface="Calibri" panose="020F0502020204030204" pitchFamily="34" charset="0"/>
              </a:rPr>
              <a:t> Chief Minister Service Delivery Cell, Chief Minister Office, Rajasthan</a:t>
            </a:r>
            <a:endParaRPr lang="en-US" sz="1200">
              <a:solidFill>
                <a:prstClr val="black"/>
              </a:solidFill>
              <a:latin typeface="Aptos" panose="02110004020202020204"/>
              <a:ea typeface="Calibri" panose="020F0502020204030204" pitchFamily="34" charset="0"/>
              <a:cs typeface="Calibri" panose="020F0502020204030204" pitchFamily="34" charset="0"/>
            </a:endParaRPr>
          </a:p>
        </p:txBody>
      </p:sp>
      <p:sp>
        <p:nvSpPr>
          <p:cNvPr id="242" name="Flowchart: Connector 241">
            <a:extLst>
              <a:ext uri="{FF2B5EF4-FFF2-40B4-BE49-F238E27FC236}">
                <a16:creationId xmlns:a16="http://schemas.microsoft.com/office/drawing/2014/main" id="{1FA15690-6026-B3AB-68F8-81428435E1E7}"/>
              </a:ext>
            </a:extLst>
          </p:cNvPr>
          <p:cNvSpPr/>
          <p:nvPr/>
        </p:nvSpPr>
        <p:spPr bwMode="gray">
          <a:xfrm>
            <a:off x="4413216" y="2203759"/>
            <a:ext cx="3300314" cy="3133319"/>
          </a:xfrm>
          <a:prstGeom prst="flowChartConnector">
            <a:avLst/>
          </a:prstGeom>
          <a:solidFill>
            <a:srgbClr val="92D050"/>
          </a:solidFill>
          <a:ln w="19050" algn="ctr">
            <a:noFill/>
            <a:miter lim="800000"/>
            <a:headEnd/>
            <a:tailEnd/>
          </a:ln>
        </p:spPr>
        <p:txBody>
          <a:bodyPr wrap="square" lIns="36000" tIns="36000" rIns="36000" bIns="36000" rtlCol="0" anchor="ctr"/>
          <a:lstStyle/>
          <a:p>
            <a:pPr algn="ctr">
              <a:lnSpc>
                <a:spcPct val="150000"/>
              </a:lnSpc>
              <a:buFont typeface="Wingdings 2" pitchFamily="18" charset="2"/>
              <a:buNone/>
              <a:defRPr/>
            </a:pPr>
            <a:r>
              <a:rPr lang="en-US" sz="1600">
                <a:solidFill>
                  <a:prstClr val="black"/>
                </a:solidFill>
                <a:latin typeface="Aptos"/>
              </a:rPr>
              <a:t>Deloitte has </a:t>
            </a:r>
            <a:r>
              <a:rPr lang="en-US" sz="1600" b="1">
                <a:solidFill>
                  <a:prstClr val="black"/>
                </a:solidFill>
                <a:latin typeface="Aptos"/>
              </a:rPr>
              <a:t>supported </a:t>
            </a:r>
            <a:r>
              <a:rPr lang="en-US" sz="1600" b="1" err="1">
                <a:solidFill>
                  <a:prstClr val="black"/>
                </a:solidFill>
                <a:latin typeface="Aptos"/>
              </a:rPr>
              <a:t>GoR</a:t>
            </a:r>
            <a:r>
              <a:rPr lang="en-US" sz="1600" b="1">
                <a:solidFill>
                  <a:prstClr val="black"/>
                </a:solidFill>
                <a:latin typeface="Aptos"/>
              </a:rPr>
              <a:t> </a:t>
            </a:r>
            <a:r>
              <a:rPr lang="en-US" sz="1600">
                <a:solidFill>
                  <a:prstClr val="black"/>
                </a:solidFill>
                <a:latin typeface="Aptos"/>
              </a:rPr>
              <a:t>in </a:t>
            </a:r>
            <a:r>
              <a:rPr lang="en-US" sz="1600" b="1">
                <a:solidFill>
                  <a:prstClr val="black"/>
                </a:solidFill>
                <a:latin typeface="Aptos"/>
              </a:rPr>
              <a:t>preparation of the Viksit Rajasthan @2047 vision </a:t>
            </a:r>
            <a:r>
              <a:rPr lang="en-US" sz="1600">
                <a:solidFill>
                  <a:prstClr val="black"/>
                </a:solidFill>
                <a:latin typeface="Aptos"/>
              </a:rPr>
              <a:t>– giving Deloitte a deep understanding of the vision in the State.</a:t>
            </a:r>
          </a:p>
        </p:txBody>
      </p:sp>
      <p:sp>
        <p:nvSpPr>
          <p:cNvPr id="3" name="Slide Number Placeholder 4">
            <a:extLst>
              <a:ext uri="{FF2B5EF4-FFF2-40B4-BE49-F238E27FC236}">
                <a16:creationId xmlns:a16="http://schemas.microsoft.com/office/drawing/2014/main" id="{974C580A-C782-5DA4-5EF3-70E77ABFD860}"/>
              </a:ext>
            </a:extLst>
          </p:cNvPr>
          <p:cNvSpPr>
            <a:spLocks noGrp="1"/>
          </p:cNvSpPr>
          <p:nvPr>
            <p:ph type="sldNum" sz="quarter" idx="4"/>
          </p:nvPr>
        </p:nvSpPr>
        <p:spPr>
          <a:xfrm>
            <a:off x="4724400" y="6579370"/>
            <a:ext cx="2743200" cy="180000"/>
          </a:xfrm>
        </p:spPr>
        <p:txBody>
          <a:bodyPr/>
          <a:lstStyle/>
          <a:p>
            <a:fld id="{39E7427F-21AC-4FC2-AC74-F5AF5A475796}" type="slidenum">
              <a:rPr lang="en-IN" smtClean="0"/>
              <a:pPr/>
              <a:t>35</a:t>
            </a:fld>
            <a:endParaRPr lang="en-IN"/>
          </a:p>
        </p:txBody>
      </p:sp>
    </p:spTree>
    <p:extLst>
      <p:ext uri="{BB962C8B-B14F-4D97-AF65-F5344CB8AC3E}">
        <p14:creationId xmlns:p14="http://schemas.microsoft.com/office/powerpoint/2010/main" val="4221328921"/>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A5712-4EDD-16CE-8419-709639A25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A1468F-A56F-0ED7-3AA7-90A79F4A0641}"/>
              </a:ext>
            </a:extLst>
          </p:cNvPr>
          <p:cNvSpPr>
            <a:spLocks noGrp="1"/>
          </p:cNvSpPr>
          <p:nvPr>
            <p:ph type="title"/>
          </p:nvPr>
        </p:nvSpPr>
        <p:spPr/>
        <p:txBody>
          <a:bodyPr/>
          <a:lstStyle/>
          <a:p>
            <a:r>
              <a:rPr lang="en-US"/>
              <a:t>Rajasthan’s Revenue Land Revenue Collection</a:t>
            </a:r>
            <a:endParaRPr lang="en-IN"/>
          </a:p>
        </p:txBody>
      </p:sp>
      <p:graphicFrame>
        <p:nvGraphicFramePr>
          <p:cNvPr id="15" name="Content Placeholder 14">
            <a:extLst>
              <a:ext uri="{FF2B5EF4-FFF2-40B4-BE49-F238E27FC236}">
                <a16:creationId xmlns:a16="http://schemas.microsoft.com/office/drawing/2014/main" id="{D59AD2CF-64C4-DE06-46B2-B8CD2081B0FC}"/>
              </a:ext>
            </a:extLst>
          </p:cNvPr>
          <p:cNvGraphicFramePr>
            <a:graphicFrameLocks noGrp="1"/>
          </p:cNvGraphicFramePr>
          <p:nvPr>
            <p:ph sz="quarter" idx="17"/>
            <p:extLst>
              <p:ext uri="{D42A27DB-BD31-4B8C-83A1-F6EECF244321}">
                <p14:modId xmlns:p14="http://schemas.microsoft.com/office/powerpoint/2010/main" val="2532974054"/>
              </p:ext>
            </p:extLst>
          </p:nvPr>
        </p:nvGraphicFramePr>
        <p:xfrm>
          <a:off x="5424468" y="1584156"/>
          <a:ext cx="4356000" cy="1496160"/>
        </p:xfrm>
        <a:graphic>
          <a:graphicData uri="http://schemas.openxmlformats.org/drawingml/2006/table">
            <a:tbl>
              <a:tblPr firstRow="1">
                <a:tableStyleId>{10A1B5D5-9B99-4C35-A422-299274C87663}</a:tableStyleId>
              </a:tblPr>
              <a:tblGrid>
                <a:gridCol w="871200">
                  <a:extLst>
                    <a:ext uri="{9D8B030D-6E8A-4147-A177-3AD203B41FA5}">
                      <a16:colId xmlns:a16="http://schemas.microsoft.com/office/drawing/2014/main" val="1488738717"/>
                    </a:ext>
                  </a:extLst>
                </a:gridCol>
                <a:gridCol w="871200">
                  <a:extLst>
                    <a:ext uri="{9D8B030D-6E8A-4147-A177-3AD203B41FA5}">
                      <a16:colId xmlns:a16="http://schemas.microsoft.com/office/drawing/2014/main" val="448377274"/>
                    </a:ext>
                  </a:extLst>
                </a:gridCol>
                <a:gridCol w="871200">
                  <a:extLst>
                    <a:ext uri="{9D8B030D-6E8A-4147-A177-3AD203B41FA5}">
                      <a16:colId xmlns:a16="http://schemas.microsoft.com/office/drawing/2014/main" val="1250072927"/>
                    </a:ext>
                  </a:extLst>
                </a:gridCol>
                <a:gridCol w="871200">
                  <a:extLst>
                    <a:ext uri="{9D8B030D-6E8A-4147-A177-3AD203B41FA5}">
                      <a16:colId xmlns:a16="http://schemas.microsoft.com/office/drawing/2014/main" val="2149586177"/>
                    </a:ext>
                  </a:extLst>
                </a:gridCol>
                <a:gridCol w="871200">
                  <a:extLst>
                    <a:ext uri="{9D8B030D-6E8A-4147-A177-3AD203B41FA5}">
                      <a16:colId xmlns:a16="http://schemas.microsoft.com/office/drawing/2014/main" val="501307243"/>
                    </a:ext>
                  </a:extLst>
                </a:gridCol>
              </a:tblGrid>
              <a:tr h="124883">
                <a:tc>
                  <a:txBody>
                    <a:bodyPr/>
                    <a:lstStyle/>
                    <a:p>
                      <a:pPr algn="l" fontAlgn="b">
                        <a:buNone/>
                      </a:pPr>
                      <a:r>
                        <a:rPr lang="en-US" sz="1200" b="1" u="none" strike="noStrike" kern="1200">
                          <a:solidFill>
                            <a:schemeClr val="lt1"/>
                          </a:solidFill>
                          <a:effectLst/>
                          <a:latin typeface="+mn-lt"/>
                          <a:ea typeface="+mn-ea"/>
                          <a:cs typeface="+mn-cs"/>
                        </a:rPr>
                        <a:t>State</a:t>
                      </a:r>
                      <a:endParaRPr lang="en-IN" sz="1200" b="1" u="none" strike="noStrike" kern="1200">
                        <a:solidFill>
                          <a:schemeClr val="lt1"/>
                        </a:solidFill>
                        <a:effectLst/>
                        <a:latin typeface="+mn-lt"/>
                        <a:ea typeface="+mn-ea"/>
                        <a:cs typeface="+mn-cs"/>
                      </a:endParaRPr>
                    </a:p>
                  </a:txBody>
                  <a:tcPr marL="72000" marR="72000" marT="18000" marB="18000" anchor="ctr"/>
                </a:tc>
                <a:tc>
                  <a:txBody>
                    <a:bodyPr/>
                    <a:lstStyle/>
                    <a:p>
                      <a:pPr algn="ctr" fontAlgn="ctr">
                        <a:buNone/>
                      </a:pPr>
                      <a:r>
                        <a:rPr lang="en-IN" sz="1200" u="none" strike="noStrike">
                          <a:effectLst/>
                        </a:rPr>
                        <a:t>2023–24 Actuals</a:t>
                      </a:r>
                      <a:endParaRPr lang="en-IN" sz="1200" b="1"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ctr">
                        <a:buNone/>
                      </a:pPr>
                      <a:r>
                        <a:rPr lang="en-IN" sz="1200" u="none" strike="noStrike">
                          <a:effectLst/>
                        </a:rPr>
                        <a:t>2024–25 Actuals</a:t>
                      </a:r>
                      <a:endParaRPr lang="en-IN" sz="1200" b="1"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ctr">
                        <a:buNone/>
                      </a:pPr>
                      <a:r>
                        <a:rPr lang="en-IN" sz="1200" u="none" strike="noStrike">
                          <a:effectLst/>
                        </a:rPr>
                        <a:t>RJ times</a:t>
                      </a:r>
                      <a:endParaRPr lang="en-IN" sz="1200" b="1"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ctr">
                        <a:buNone/>
                      </a:pPr>
                      <a:r>
                        <a:rPr lang="en-IN" sz="1200" u="none" strike="noStrike">
                          <a:effectLst/>
                        </a:rPr>
                        <a:t>LR % SOTR (2024–25)</a:t>
                      </a:r>
                      <a:endParaRPr lang="en-IN" sz="1200" b="1" i="0" u="none" strike="noStrike">
                        <a:solidFill>
                          <a:srgbClr val="000000"/>
                        </a:solidFill>
                        <a:effectLst/>
                        <a:latin typeface="Aptos" panose="020B0004020202020204" pitchFamily="34" charset="0"/>
                      </a:endParaRPr>
                    </a:p>
                  </a:txBody>
                  <a:tcPr marL="72000" marR="72000" marT="18000" marB="18000" anchor="ctr"/>
                </a:tc>
                <a:extLst>
                  <a:ext uri="{0D108BD9-81ED-4DB2-BD59-A6C34878D82A}">
                    <a16:rowId xmlns:a16="http://schemas.microsoft.com/office/drawing/2014/main" val="2433008061"/>
                  </a:ext>
                </a:extLst>
              </a:tr>
              <a:tr h="0">
                <a:tc>
                  <a:txBody>
                    <a:bodyPr/>
                    <a:lstStyle/>
                    <a:p>
                      <a:pPr algn="l" fontAlgn="b">
                        <a:buNone/>
                      </a:pPr>
                      <a:r>
                        <a:rPr lang="en-IN" sz="1200" u="none" strike="noStrike">
                          <a:effectLst/>
                        </a:rPr>
                        <a:t>Rajasthan</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469</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869</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1.00 </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0.8%</a:t>
                      </a:r>
                      <a:endParaRPr lang="en-IN" sz="1200" b="0" i="0" u="none" strike="noStrike">
                        <a:solidFill>
                          <a:srgbClr val="000000"/>
                        </a:solidFill>
                        <a:effectLst/>
                        <a:latin typeface="Aptos" panose="020B0004020202020204" pitchFamily="34" charset="0"/>
                      </a:endParaRPr>
                    </a:p>
                  </a:txBody>
                  <a:tcPr marL="72000" marR="72000" marT="18000" marB="18000" anchor="ctr"/>
                </a:tc>
                <a:extLst>
                  <a:ext uri="{0D108BD9-81ED-4DB2-BD59-A6C34878D82A}">
                    <a16:rowId xmlns:a16="http://schemas.microsoft.com/office/drawing/2014/main" val="729967422"/>
                  </a:ext>
                </a:extLst>
              </a:tr>
              <a:tr h="0">
                <a:tc>
                  <a:txBody>
                    <a:bodyPr/>
                    <a:lstStyle/>
                    <a:p>
                      <a:pPr algn="l" fontAlgn="b">
                        <a:buNone/>
                      </a:pPr>
                      <a:r>
                        <a:rPr lang="en-IN" sz="1200" u="none" strike="noStrike">
                          <a:effectLst/>
                        </a:rPr>
                        <a:t>UP</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405</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414</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0.48 </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0.2%</a:t>
                      </a:r>
                      <a:endParaRPr lang="en-IN" sz="1200" b="0" i="0" u="none" strike="noStrike">
                        <a:solidFill>
                          <a:srgbClr val="000000"/>
                        </a:solidFill>
                        <a:effectLst/>
                        <a:latin typeface="Aptos" panose="020B0004020202020204" pitchFamily="34" charset="0"/>
                      </a:endParaRPr>
                    </a:p>
                  </a:txBody>
                  <a:tcPr marL="72000" marR="72000" marT="18000" marB="18000" anchor="ctr"/>
                </a:tc>
                <a:extLst>
                  <a:ext uri="{0D108BD9-81ED-4DB2-BD59-A6C34878D82A}">
                    <a16:rowId xmlns:a16="http://schemas.microsoft.com/office/drawing/2014/main" val="472960836"/>
                  </a:ext>
                </a:extLst>
              </a:tr>
              <a:tr h="0">
                <a:tc>
                  <a:txBody>
                    <a:bodyPr/>
                    <a:lstStyle/>
                    <a:p>
                      <a:pPr algn="l" fontAlgn="b">
                        <a:buNone/>
                      </a:pPr>
                      <a:r>
                        <a:rPr lang="en-IN" sz="1200" u="none" strike="noStrike">
                          <a:effectLst/>
                        </a:rPr>
                        <a:t>Odisha</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1,123</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785</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0.90 </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1.4%</a:t>
                      </a:r>
                      <a:endParaRPr lang="en-IN" sz="1200" b="0" i="0" u="none" strike="noStrike">
                        <a:solidFill>
                          <a:srgbClr val="000000"/>
                        </a:solidFill>
                        <a:effectLst/>
                        <a:latin typeface="Aptos" panose="020B0004020202020204" pitchFamily="34" charset="0"/>
                      </a:endParaRPr>
                    </a:p>
                  </a:txBody>
                  <a:tcPr marL="72000" marR="72000" marT="18000" marB="18000" anchor="ctr"/>
                </a:tc>
                <a:extLst>
                  <a:ext uri="{0D108BD9-81ED-4DB2-BD59-A6C34878D82A}">
                    <a16:rowId xmlns:a16="http://schemas.microsoft.com/office/drawing/2014/main" val="365161625"/>
                  </a:ext>
                </a:extLst>
              </a:tr>
              <a:tr h="0">
                <a:tc>
                  <a:txBody>
                    <a:bodyPr/>
                    <a:lstStyle/>
                    <a:p>
                      <a:pPr algn="l" fontAlgn="b">
                        <a:buNone/>
                      </a:pPr>
                      <a:r>
                        <a:rPr lang="en-IN" sz="1200" u="none" strike="noStrike">
                          <a:effectLst/>
                        </a:rPr>
                        <a:t>MP</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1,079</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1,069</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1.23 </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1.1%</a:t>
                      </a:r>
                      <a:endParaRPr lang="en-IN" sz="1200" b="0" i="0" u="none" strike="noStrike">
                        <a:solidFill>
                          <a:srgbClr val="000000"/>
                        </a:solidFill>
                        <a:effectLst/>
                        <a:latin typeface="Aptos" panose="020B0004020202020204" pitchFamily="34" charset="0"/>
                      </a:endParaRPr>
                    </a:p>
                  </a:txBody>
                  <a:tcPr marL="72000" marR="72000" marT="18000" marB="18000" anchor="ctr"/>
                </a:tc>
                <a:extLst>
                  <a:ext uri="{0D108BD9-81ED-4DB2-BD59-A6C34878D82A}">
                    <a16:rowId xmlns:a16="http://schemas.microsoft.com/office/drawing/2014/main" val="1738685848"/>
                  </a:ext>
                </a:extLst>
              </a:tr>
              <a:tr h="0">
                <a:tc>
                  <a:txBody>
                    <a:bodyPr/>
                    <a:lstStyle/>
                    <a:p>
                      <a:pPr algn="l" fontAlgn="b">
                        <a:buNone/>
                      </a:pPr>
                      <a:r>
                        <a:rPr lang="en-IN" sz="1200" u="none" strike="noStrike">
                          <a:effectLst/>
                        </a:rPr>
                        <a:t>Gujarat</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8,558</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4,801</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5.52 </a:t>
                      </a:r>
                      <a:endParaRPr lang="en-IN" sz="1200" b="0" i="0" u="none" strike="noStrike">
                        <a:solidFill>
                          <a:srgbClr val="000000"/>
                        </a:solidFill>
                        <a:effectLst/>
                        <a:latin typeface="Aptos" panose="020B0004020202020204" pitchFamily="34" charset="0"/>
                      </a:endParaRPr>
                    </a:p>
                  </a:txBody>
                  <a:tcPr marL="72000" marR="72000" marT="18000" marB="18000" anchor="ctr"/>
                </a:tc>
                <a:tc>
                  <a:txBody>
                    <a:bodyPr/>
                    <a:lstStyle/>
                    <a:p>
                      <a:pPr algn="ctr" fontAlgn="b">
                        <a:buNone/>
                      </a:pPr>
                      <a:r>
                        <a:rPr lang="en-IN" sz="1200" u="none" strike="noStrike">
                          <a:effectLst/>
                        </a:rPr>
                        <a:t>3.4%</a:t>
                      </a:r>
                      <a:endParaRPr lang="en-IN" sz="1200" b="0" i="0" u="none" strike="noStrike">
                        <a:solidFill>
                          <a:srgbClr val="000000"/>
                        </a:solidFill>
                        <a:effectLst/>
                        <a:latin typeface="Aptos" panose="020B0004020202020204" pitchFamily="34" charset="0"/>
                      </a:endParaRPr>
                    </a:p>
                  </a:txBody>
                  <a:tcPr marL="72000" marR="72000" marT="18000" marB="18000" anchor="ctr"/>
                </a:tc>
                <a:extLst>
                  <a:ext uri="{0D108BD9-81ED-4DB2-BD59-A6C34878D82A}">
                    <a16:rowId xmlns:a16="http://schemas.microsoft.com/office/drawing/2014/main" val="4274783986"/>
                  </a:ext>
                </a:extLst>
              </a:tr>
            </a:tbl>
          </a:graphicData>
        </a:graphic>
      </p:graphicFrame>
      <p:sp>
        <p:nvSpPr>
          <p:cNvPr id="5" name="Slide Number Placeholder 4">
            <a:extLst>
              <a:ext uri="{FF2B5EF4-FFF2-40B4-BE49-F238E27FC236}">
                <a16:creationId xmlns:a16="http://schemas.microsoft.com/office/drawing/2014/main" id="{90C5301A-1D98-FAC3-A98E-A144406255CF}"/>
              </a:ext>
            </a:extLst>
          </p:cNvPr>
          <p:cNvSpPr>
            <a:spLocks noGrp="1"/>
          </p:cNvSpPr>
          <p:nvPr>
            <p:ph type="sldNum" sz="quarter" idx="4"/>
          </p:nvPr>
        </p:nvSpPr>
        <p:spPr/>
        <p:txBody>
          <a:bodyPr/>
          <a:lstStyle/>
          <a:p>
            <a:fld id="{39E7427F-21AC-4FC2-AC74-F5AF5A475796}" type="slidenum">
              <a:rPr lang="en-IN" smtClean="0"/>
              <a:pPr/>
              <a:t>36</a:t>
            </a:fld>
            <a:endParaRPr lang="en-IN"/>
          </a:p>
        </p:txBody>
      </p:sp>
      <p:graphicFrame>
        <p:nvGraphicFramePr>
          <p:cNvPr id="6" name="Chart 5">
            <a:extLst>
              <a:ext uri="{FF2B5EF4-FFF2-40B4-BE49-F238E27FC236}">
                <a16:creationId xmlns:a16="http://schemas.microsoft.com/office/drawing/2014/main" id="{59F1E724-DBEC-C5A6-DB1A-3CCA01F64F85}"/>
              </a:ext>
            </a:extLst>
          </p:cNvPr>
          <p:cNvGraphicFramePr>
            <a:graphicFrameLocks/>
          </p:cNvGraphicFramePr>
          <p:nvPr>
            <p:extLst>
              <p:ext uri="{D42A27DB-BD31-4B8C-83A1-F6EECF244321}">
                <p14:modId xmlns:p14="http://schemas.microsoft.com/office/powerpoint/2010/main" val="172867350"/>
              </p:ext>
            </p:extLst>
          </p:nvPr>
        </p:nvGraphicFramePr>
        <p:xfrm>
          <a:off x="514515" y="1134095"/>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30331010-60F3-4E05-B974-ADA951370BA6}"/>
              </a:ext>
            </a:extLst>
          </p:cNvPr>
          <p:cNvSpPr/>
          <p:nvPr/>
        </p:nvSpPr>
        <p:spPr>
          <a:xfrm>
            <a:off x="514515" y="3877295"/>
            <a:ext cx="4572000" cy="12003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r>
              <a:rPr lang="en-US" sz="1200" b="1">
                <a:solidFill>
                  <a:schemeClr val="tx1"/>
                </a:solidFill>
                <a:latin typeface="Aptos" panose="020B0004020202020204" pitchFamily="34" charset="0"/>
              </a:rPr>
              <a:t>FY25: </a:t>
            </a:r>
            <a:r>
              <a:rPr lang="en-US" sz="1200">
                <a:solidFill>
                  <a:schemeClr val="tx1"/>
                </a:solidFill>
                <a:latin typeface="Aptos" panose="020B0004020202020204" pitchFamily="34" charset="0"/>
              </a:rPr>
              <a:t>Rs. 399 </a:t>
            </a:r>
            <a:r>
              <a:rPr lang="en-US" sz="1200" err="1">
                <a:solidFill>
                  <a:schemeClr val="tx1"/>
                </a:solidFill>
                <a:latin typeface="Aptos" panose="020B0004020202020204" pitchFamily="34" charset="0"/>
              </a:rPr>
              <a:t>cr</a:t>
            </a:r>
            <a:r>
              <a:rPr lang="en-US" sz="1200">
                <a:solidFill>
                  <a:schemeClr val="tx1"/>
                </a:solidFill>
                <a:latin typeface="Aptos" panose="020B0004020202020204" pitchFamily="34" charset="0"/>
              </a:rPr>
              <a:t> YoY increase</a:t>
            </a:r>
          </a:p>
          <a:p>
            <a:pPr lvl="1"/>
            <a:r>
              <a:rPr lang="en-US" sz="1200">
                <a:solidFill>
                  <a:schemeClr val="tx1"/>
                </a:solidFill>
                <a:latin typeface="Aptos" panose="020B0004020202020204" pitchFamily="34" charset="0"/>
              </a:rPr>
              <a:t>Rs. 277 </a:t>
            </a:r>
            <a:r>
              <a:rPr lang="en-US" sz="1200" err="1">
                <a:solidFill>
                  <a:schemeClr val="tx1"/>
                </a:solidFill>
                <a:latin typeface="Aptos" panose="020B0004020202020204" pitchFamily="34" charset="0"/>
              </a:rPr>
              <a:t>cr</a:t>
            </a:r>
            <a:r>
              <a:rPr lang="en-US" sz="1200">
                <a:solidFill>
                  <a:schemeClr val="tx1"/>
                </a:solidFill>
                <a:latin typeface="Aptos" panose="020B0004020202020204" pitchFamily="34" charset="0"/>
              </a:rPr>
              <a:t> from sale of govt properties + Rs. 134 </a:t>
            </a:r>
            <a:r>
              <a:rPr lang="en-US" sz="1200" err="1">
                <a:solidFill>
                  <a:schemeClr val="tx1"/>
                </a:solidFill>
                <a:latin typeface="Aptos" panose="020B0004020202020204" pitchFamily="34" charset="0"/>
              </a:rPr>
              <a:t>cr</a:t>
            </a:r>
            <a:r>
              <a:rPr lang="en-US" sz="1200">
                <a:solidFill>
                  <a:schemeClr val="tx1"/>
                </a:solidFill>
                <a:latin typeface="Aptos" panose="020B0004020202020204" pitchFamily="34" charset="0"/>
              </a:rPr>
              <a:t> from sale of barren land</a:t>
            </a:r>
          </a:p>
          <a:p>
            <a:r>
              <a:rPr lang="en-US" sz="1200" b="1">
                <a:solidFill>
                  <a:schemeClr val="tx1"/>
                </a:solidFill>
                <a:latin typeface="Aptos" panose="020B0004020202020204" pitchFamily="34" charset="0"/>
              </a:rPr>
              <a:t>FY26: </a:t>
            </a:r>
            <a:r>
              <a:rPr lang="en-US" sz="1200">
                <a:solidFill>
                  <a:schemeClr val="tx1"/>
                </a:solidFill>
                <a:latin typeface="Aptos" panose="020B0004020202020204" pitchFamily="34" charset="0"/>
              </a:rPr>
              <a:t>Rs. 880 </a:t>
            </a:r>
            <a:r>
              <a:rPr lang="en-US" sz="1200" err="1">
                <a:solidFill>
                  <a:schemeClr val="tx1"/>
                </a:solidFill>
                <a:latin typeface="Aptos" panose="020B0004020202020204" pitchFamily="34" charset="0"/>
              </a:rPr>
              <a:t>cr</a:t>
            </a:r>
            <a:r>
              <a:rPr lang="en-US" sz="1200">
                <a:solidFill>
                  <a:schemeClr val="tx1"/>
                </a:solidFill>
                <a:latin typeface="Aptos" panose="020B0004020202020204" pitchFamily="34" charset="0"/>
              </a:rPr>
              <a:t> YoY increase</a:t>
            </a:r>
          </a:p>
          <a:p>
            <a:pPr lvl="1"/>
            <a:r>
              <a:rPr lang="en-US" sz="1200">
                <a:solidFill>
                  <a:schemeClr val="tx1"/>
                </a:solidFill>
                <a:latin typeface="Aptos" panose="020B0004020202020204" pitchFamily="34" charset="0"/>
              </a:rPr>
              <a:t>Rs. 693 </a:t>
            </a:r>
            <a:r>
              <a:rPr lang="en-US" sz="1200" err="1">
                <a:solidFill>
                  <a:schemeClr val="tx1"/>
                </a:solidFill>
                <a:latin typeface="Aptos" panose="020B0004020202020204" pitchFamily="34" charset="0"/>
              </a:rPr>
              <a:t>cr</a:t>
            </a:r>
            <a:r>
              <a:rPr lang="en-US" sz="1200">
                <a:solidFill>
                  <a:schemeClr val="tx1"/>
                </a:solidFill>
                <a:latin typeface="Aptos" panose="020B0004020202020204" pitchFamily="34" charset="0"/>
              </a:rPr>
              <a:t> from sale of govt properties + Rs. 60 </a:t>
            </a:r>
            <a:r>
              <a:rPr lang="en-US" sz="1200" err="1">
                <a:solidFill>
                  <a:schemeClr val="tx1"/>
                </a:solidFill>
                <a:latin typeface="Aptos" panose="020B0004020202020204" pitchFamily="34" charset="0"/>
              </a:rPr>
              <a:t>cr</a:t>
            </a:r>
            <a:r>
              <a:rPr lang="en-US" sz="1200">
                <a:solidFill>
                  <a:schemeClr val="tx1"/>
                </a:solidFill>
                <a:latin typeface="Aptos" panose="020B0004020202020204" pitchFamily="34" charset="0"/>
              </a:rPr>
              <a:t> from sale of barren land + Rs. 75 </a:t>
            </a:r>
            <a:r>
              <a:rPr lang="en-US" sz="1200" err="1">
                <a:solidFill>
                  <a:schemeClr val="tx1"/>
                </a:solidFill>
                <a:latin typeface="Aptos" panose="020B0004020202020204" pitchFamily="34" charset="0"/>
              </a:rPr>
              <a:t>cr</a:t>
            </a:r>
            <a:r>
              <a:rPr lang="en-US" sz="1200">
                <a:solidFill>
                  <a:schemeClr val="tx1"/>
                </a:solidFill>
                <a:latin typeface="Aptos" panose="020B0004020202020204" pitchFamily="34" charset="0"/>
              </a:rPr>
              <a:t> from development authorities</a:t>
            </a:r>
            <a:endParaRPr lang="en-IN" sz="1200">
              <a:solidFill>
                <a:schemeClr val="tx1"/>
              </a:solidFill>
              <a:latin typeface="Aptos" panose="020B0004020202020204" pitchFamily="34" charset="0"/>
            </a:endParaRPr>
          </a:p>
        </p:txBody>
      </p:sp>
      <p:cxnSp>
        <p:nvCxnSpPr>
          <p:cNvPr id="14" name="Straight Connector 13">
            <a:extLst>
              <a:ext uri="{FF2B5EF4-FFF2-40B4-BE49-F238E27FC236}">
                <a16:creationId xmlns:a16="http://schemas.microsoft.com/office/drawing/2014/main" id="{8F0756B8-4291-43F5-A439-71E00C5C9F29}"/>
              </a:ext>
            </a:extLst>
          </p:cNvPr>
          <p:cNvCxnSpPr/>
          <p:nvPr/>
        </p:nvCxnSpPr>
        <p:spPr>
          <a:xfrm>
            <a:off x="5255491" y="1313894"/>
            <a:ext cx="0" cy="3519055"/>
          </a:xfrm>
          <a:prstGeom prst="line">
            <a:avLst/>
          </a:prstGeom>
          <a:ln>
            <a:prstDash val="dash"/>
          </a:ln>
        </p:spPr>
        <p:style>
          <a:lnRef idx="1">
            <a:schemeClr val="accent3"/>
          </a:lnRef>
          <a:fillRef idx="0">
            <a:schemeClr val="accent3"/>
          </a:fillRef>
          <a:effectRef idx="0">
            <a:schemeClr val="accent3"/>
          </a:effectRef>
          <a:fontRef idx="minor">
            <a:schemeClr val="tx1"/>
          </a:fontRef>
        </p:style>
      </p:cxnSp>
      <p:sp>
        <p:nvSpPr>
          <p:cNvPr id="16" name="TextBox 15">
            <a:extLst>
              <a:ext uri="{FF2B5EF4-FFF2-40B4-BE49-F238E27FC236}">
                <a16:creationId xmlns:a16="http://schemas.microsoft.com/office/drawing/2014/main" id="{689E66B0-E853-F5A0-688C-0AA50BDFCECA}"/>
              </a:ext>
            </a:extLst>
          </p:cNvPr>
          <p:cNvSpPr txBox="1"/>
          <p:nvPr/>
        </p:nvSpPr>
        <p:spPr>
          <a:xfrm>
            <a:off x="5424468" y="1205237"/>
            <a:ext cx="4356000" cy="307777"/>
          </a:xfrm>
          <a:prstGeom prst="rect">
            <a:avLst/>
          </a:prstGeom>
          <a:noFill/>
        </p:spPr>
        <p:txBody>
          <a:bodyPr wrap="square" rtlCol="0">
            <a:spAutoFit/>
          </a:bodyPr>
          <a:lstStyle/>
          <a:p>
            <a:r>
              <a:rPr lang="en-US" sz="1400" b="1">
                <a:latin typeface="Aptos" panose="020B0004020202020204" pitchFamily="34" charset="0"/>
              </a:rPr>
              <a:t>Land Revenue (in Rs. Cr.) – RJ vis-à-vis Select States</a:t>
            </a:r>
            <a:endParaRPr lang="en-IN" sz="1400" b="1">
              <a:latin typeface="Aptos" panose="020B0004020202020204" pitchFamily="34" charset="0"/>
            </a:endParaRPr>
          </a:p>
        </p:txBody>
      </p:sp>
      <p:sp>
        <p:nvSpPr>
          <p:cNvPr id="18" name="TextBox 17">
            <a:extLst>
              <a:ext uri="{FF2B5EF4-FFF2-40B4-BE49-F238E27FC236}">
                <a16:creationId xmlns:a16="http://schemas.microsoft.com/office/drawing/2014/main" id="{6A4DBACA-73C7-C019-7105-24B246CFF30A}"/>
              </a:ext>
            </a:extLst>
          </p:cNvPr>
          <p:cNvSpPr txBox="1"/>
          <p:nvPr/>
        </p:nvSpPr>
        <p:spPr>
          <a:xfrm>
            <a:off x="9898644" y="1584156"/>
            <a:ext cx="1778841" cy="1600438"/>
          </a:xfrm>
          <a:prstGeom prst="rect">
            <a:avLst/>
          </a:prstGeom>
          <a:noFill/>
        </p:spPr>
        <p:txBody>
          <a:bodyPr wrap="square" rtlCol="0">
            <a:spAutoFit/>
          </a:bodyPr>
          <a:lstStyle/>
          <a:p>
            <a:r>
              <a:rPr lang="en-US" sz="1400">
                <a:latin typeface="Aptos" panose="020B0004020202020204" pitchFamily="34" charset="0"/>
              </a:rPr>
              <a:t>Collection in RJ was among the lowest (except UP) in FY24, until enhanced collection from sale of govt. + barren land</a:t>
            </a:r>
            <a:endParaRPr lang="en-IN" sz="1400">
              <a:latin typeface="Aptos" panose="020B0004020202020204" pitchFamily="34" charset="0"/>
            </a:endParaRPr>
          </a:p>
        </p:txBody>
      </p:sp>
      <p:pic>
        <p:nvPicPr>
          <p:cNvPr id="19" name="Picture 18" descr="Gujarat map Images - Free Download on Magnific (formerly Freepik)">
            <a:extLst>
              <a:ext uri="{FF2B5EF4-FFF2-40B4-BE49-F238E27FC236}">
                <a16:creationId xmlns:a16="http://schemas.microsoft.com/office/drawing/2014/main" id="{704DAA54-EC53-7E9A-17FB-0E5970722639}"/>
              </a:ext>
            </a:extLst>
          </p:cNvPr>
          <p:cNvPicPr>
            <a:picLocks noChangeAspect="1"/>
          </p:cNvPicPr>
          <p:nvPr/>
        </p:nvPicPr>
        <p:blipFill>
          <a:blip r:embed="rId3">
            <a:lum bright="70000" contrast="-70000"/>
            <a:alphaModFix amt="50000"/>
          </a:blip>
          <a:srcRect l="4963" t="28173" r="6148" b="12605"/>
          <a:stretch>
            <a:fillRect/>
          </a:stretch>
        </p:blipFill>
        <p:spPr>
          <a:xfrm>
            <a:off x="6342256" y="3214820"/>
            <a:ext cx="1801139" cy="1440000"/>
          </a:xfrm>
          <a:prstGeom prst="rect">
            <a:avLst/>
          </a:prstGeom>
        </p:spPr>
      </p:pic>
      <p:sp>
        <p:nvSpPr>
          <p:cNvPr id="21" name="TextBox 20">
            <a:extLst>
              <a:ext uri="{FF2B5EF4-FFF2-40B4-BE49-F238E27FC236}">
                <a16:creationId xmlns:a16="http://schemas.microsoft.com/office/drawing/2014/main" id="{A12A6109-10A1-7671-3F9C-0CEC01D3BE5D}"/>
              </a:ext>
            </a:extLst>
          </p:cNvPr>
          <p:cNvSpPr txBox="1"/>
          <p:nvPr/>
        </p:nvSpPr>
        <p:spPr>
          <a:xfrm>
            <a:off x="5928825" y="3457767"/>
            <a:ext cx="2628000" cy="954107"/>
          </a:xfrm>
          <a:prstGeom prst="rect">
            <a:avLst/>
          </a:prstGeom>
          <a:noFill/>
        </p:spPr>
        <p:txBody>
          <a:bodyPr wrap="square" rtlCol="0">
            <a:spAutoFit/>
          </a:bodyPr>
          <a:lstStyle/>
          <a:p>
            <a:pPr algn="ctr"/>
            <a:r>
              <a:rPr lang="en-US" sz="1400">
                <a:latin typeface="Aptos" panose="020B0004020202020204" pitchFamily="34" charset="0"/>
              </a:rPr>
              <a:t>Gujarat primarily generates additional revenue (~Rs. 3,900 </a:t>
            </a:r>
            <a:r>
              <a:rPr lang="en-US" sz="1400" err="1">
                <a:latin typeface="Aptos" panose="020B0004020202020204" pitchFamily="34" charset="0"/>
              </a:rPr>
              <a:t>cr</a:t>
            </a:r>
            <a:r>
              <a:rPr lang="en-US" sz="1400">
                <a:latin typeface="Aptos" panose="020B0004020202020204" pitchFamily="34" charset="0"/>
              </a:rPr>
              <a:t>) from conversion/sale of land from new tenure to old tenure</a:t>
            </a:r>
            <a:endParaRPr lang="en-IN" sz="1400">
              <a:latin typeface="Aptos" panose="020B0004020202020204" pitchFamily="34" charset="0"/>
            </a:endParaRPr>
          </a:p>
        </p:txBody>
      </p:sp>
      <p:pic>
        <p:nvPicPr>
          <p:cNvPr id="22" name="Picture 21" descr="Madhya pradesh map Vectors - Download Free High-Quality Vectors | Magnific (formerly Freepik)">
            <a:extLst>
              <a:ext uri="{FF2B5EF4-FFF2-40B4-BE49-F238E27FC236}">
                <a16:creationId xmlns:a16="http://schemas.microsoft.com/office/drawing/2014/main" id="{B2047EB7-3293-C738-59F5-D1AAB6B8A8EE}"/>
              </a:ext>
            </a:extLst>
          </p:cNvPr>
          <p:cNvPicPr>
            <a:picLocks noChangeAspect="1"/>
          </p:cNvPicPr>
          <p:nvPr/>
        </p:nvPicPr>
        <p:blipFill>
          <a:blip r:embed="rId4">
            <a:lum bright="70000" contrast="-70000"/>
            <a:alphaModFix amt="50000"/>
          </a:blip>
          <a:srcRect l="4252" t="31583" r="4489" b="15084"/>
          <a:stretch>
            <a:fillRect/>
          </a:stretch>
        </p:blipFill>
        <p:spPr>
          <a:xfrm>
            <a:off x="9013133" y="3214820"/>
            <a:ext cx="2053334" cy="1440000"/>
          </a:xfrm>
          <a:prstGeom prst="rect">
            <a:avLst/>
          </a:prstGeom>
        </p:spPr>
      </p:pic>
      <p:sp>
        <p:nvSpPr>
          <p:cNvPr id="23" name="TextBox 22">
            <a:extLst>
              <a:ext uri="{FF2B5EF4-FFF2-40B4-BE49-F238E27FC236}">
                <a16:creationId xmlns:a16="http://schemas.microsoft.com/office/drawing/2014/main" id="{D995A4AC-1D76-403D-24AD-DAE119189F7B}"/>
              </a:ext>
            </a:extLst>
          </p:cNvPr>
          <p:cNvSpPr txBox="1"/>
          <p:nvPr/>
        </p:nvSpPr>
        <p:spPr>
          <a:xfrm>
            <a:off x="8725800" y="3457767"/>
            <a:ext cx="2628000" cy="954107"/>
          </a:xfrm>
          <a:prstGeom prst="rect">
            <a:avLst/>
          </a:prstGeom>
          <a:noFill/>
        </p:spPr>
        <p:txBody>
          <a:bodyPr wrap="square" rtlCol="0">
            <a:spAutoFit/>
          </a:bodyPr>
          <a:lstStyle/>
          <a:p>
            <a:pPr algn="ctr"/>
            <a:r>
              <a:rPr lang="en-US" sz="1400">
                <a:latin typeface="Aptos" panose="020B0004020202020204" pitchFamily="34" charset="0"/>
              </a:rPr>
              <a:t>MP’s additional revenue is from diverted (converted) land (~Rs. 400 </a:t>
            </a:r>
            <a:r>
              <a:rPr lang="en-US" sz="1400" err="1">
                <a:latin typeface="Aptos" panose="020B0004020202020204" pitchFamily="34" charset="0"/>
              </a:rPr>
              <a:t>cr</a:t>
            </a:r>
            <a:r>
              <a:rPr lang="en-US" sz="1400">
                <a:latin typeface="Aptos" panose="020B0004020202020204" pitchFamily="34" charset="0"/>
              </a:rPr>
              <a:t>) and admin charges for land acquisition (~Rs. 170 </a:t>
            </a:r>
            <a:r>
              <a:rPr lang="en-US" sz="1400" err="1">
                <a:latin typeface="Aptos" panose="020B0004020202020204" pitchFamily="34" charset="0"/>
              </a:rPr>
              <a:t>cr</a:t>
            </a:r>
            <a:r>
              <a:rPr lang="en-US" sz="1400">
                <a:latin typeface="Aptos" panose="020B0004020202020204" pitchFamily="34" charset="0"/>
              </a:rPr>
              <a:t>)</a:t>
            </a:r>
            <a:endParaRPr lang="en-IN" sz="1400">
              <a:latin typeface="Aptos" panose="020B0004020202020204" pitchFamily="34" charset="0"/>
            </a:endParaRPr>
          </a:p>
        </p:txBody>
      </p:sp>
      <p:sp>
        <p:nvSpPr>
          <p:cNvPr id="25" name="TextBox 24">
            <a:extLst>
              <a:ext uri="{FF2B5EF4-FFF2-40B4-BE49-F238E27FC236}">
                <a16:creationId xmlns:a16="http://schemas.microsoft.com/office/drawing/2014/main" id="{8472266C-D06B-3340-4C7E-D16684830AB2}"/>
              </a:ext>
            </a:extLst>
          </p:cNvPr>
          <p:cNvSpPr txBox="1"/>
          <p:nvPr/>
        </p:nvSpPr>
        <p:spPr>
          <a:xfrm>
            <a:off x="5424467" y="4575604"/>
            <a:ext cx="6253007" cy="523220"/>
          </a:xfrm>
          <a:prstGeom prst="rect">
            <a:avLst/>
          </a:prstGeom>
          <a:noFill/>
        </p:spPr>
        <p:txBody>
          <a:bodyPr wrap="square" rtlCol="0">
            <a:spAutoFit/>
          </a:bodyPr>
          <a:lstStyle/>
          <a:p>
            <a:pPr algn="ctr"/>
            <a:r>
              <a:rPr lang="en-US" sz="1400">
                <a:latin typeface="Aptos" panose="020B0004020202020204" pitchFamily="34" charset="0"/>
              </a:rPr>
              <a:t>Both states generate significantly higher revenue from land revenue tax </a:t>
            </a:r>
          </a:p>
          <a:p>
            <a:pPr algn="ctr"/>
            <a:r>
              <a:rPr lang="en-US" sz="1400">
                <a:latin typeface="Aptos" panose="020B0004020202020204" pitchFamily="34" charset="0"/>
              </a:rPr>
              <a:t>(GJ – Rs. 386 cr.; MP – Rs. 194 cr.; RJ – Rs. 0.04 cr.)</a:t>
            </a:r>
            <a:endParaRPr lang="en-IN" sz="1400">
              <a:latin typeface="Aptos" panose="020B0004020202020204" pitchFamily="34" charset="0"/>
            </a:endParaRPr>
          </a:p>
        </p:txBody>
      </p:sp>
      <p:sp>
        <p:nvSpPr>
          <p:cNvPr id="26" name="Rectangle 25">
            <a:extLst>
              <a:ext uri="{FF2B5EF4-FFF2-40B4-BE49-F238E27FC236}">
                <a16:creationId xmlns:a16="http://schemas.microsoft.com/office/drawing/2014/main" id="{DAB2EA32-C0DE-E897-F7D4-2FB0AE8CAF1F}"/>
              </a:ext>
            </a:extLst>
          </p:cNvPr>
          <p:cNvSpPr/>
          <p:nvPr/>
        </p:nvSpPr>
        <p:spPr>
          <a:xfrm>
            <a:off x="501641" y="5354311"/>
            <a:ext cx="11086437" cy="73866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285750" indent="-285750">
              <a:buFont typeface="Arial" panose="020B0604020202020204" pitchFamily="34" charset="0"/>
              <a:buChar char="•"/>
            </a:pPr>
            <a:r>
              <a:rPr lang="en-US" sz="1400">
                <a:solidFill>
                  <a:schemeClr val="tx1"/>
                </a:solidFill>
                <a:latin typeface="Aptos" panose="020B0004020202020204" pitchFamily="34" charset="0"/>
              </a:rPr>
              <a:t>Limitations to government/barren land available for sale to generate revenues</a:t>
            </a:r>
          </a:p>
          <a:p>
            <a:pPr marL="285750" indent="-285750">
              <a:buFont typeface="Arial" panose="020B0604020202020204" pitchFamily="34" charset="0"/>
              <a:buChar char="•"/>
            </a:pPr>
            <a:r>
              <a:rPr lang="en-US" sz="1400">
                <a:solidFill>
                  <a:schemeClr val="tx1"/>
                </a:solidFill>
                <a:latin typeface="Aptos" panose="020B0004020202020204" pitchFamily="34" charset="0"/>
              </a:rPr>
              <a:t>Limited reliance on revenue generation from service delivery – potentially higher cost of collection</a:t>
            </a:r>
          </a:p>
          <a:p>
            <a:pPr marL="285750" indent="-285750">
              <a:buFont typeface="Arial" panose="020B0604020202020204" pitchFamily="34" charset="0"/>
              <a:buChar char="•"/>
            </a:pPr>
            <a:r>
              <a:rPr lang="en-US" sz="1400">
                <a:solidFill>
                  <a:schemeClr val="tx1"/>
                </a:solidFill>
                <a:latin typeface="Aptos" panose="020B0004020202020204" pitchFamily="34" charset="0"/>
              </a:rPr>
              <a:t>Low/no charges for multiple services/sources of potential revenue</a:t>
            </a:r>
            <a:endParaRPr lang="en-IN" sz="1400">
              <a:solidFill>
                <a:schemeClr val="tx1"/>
              </a:solidFill>
              <a:latin typeface="Aptos" panose="020B0004020202020204" pitchFamily="34" charset="0"/>
            </a:endParaRPr>
          </a:p>
        </p:txBody>
      </p:sp>
    </p:spTree>
    <p:extLst>
      <p:ext uri="{BB962C8B-B14F-4D97-AF65-F5344CB8AC3E}">
        <p14:creationId xmlns:p14="http://schemas.microsoft.com/office/powerpoint/2010/main" val="360929239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E068B-B08C-70C9-87BE-90C316DB6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0851D-9017-A1E1-5C44-E60B9B8CBF77}"/>
              </a:ext>
            </a:extLst>
          </p:cNvPr>
          <p:cNvSpPr>
            <a:spLocks noGrp="1"/>
          </p:cNvSpPr>
          <p:nvPr>
            <p:ph type="title"/>
          </p:nvPr>
        </p:nvSpPr>
        <p:spPr>
          <a:xfrm>
            <a:off x="501649" y="304800"/>
            <a:ext cx="11412000" cy="342900"/>
          </a:xfrm>
        </p:spPr>
        <p:txBody>
          <a:bodyPr rIns="0"/>
          <a:lstStyle/>
          <a:p>
            <a:r>
              <a:rPr lang="en-US"/>
              <a:t>Illustrative Dashboard Snapshots</a:t>
            </a:r>
            <a:endParaRPr lang="en-IN"/>
          </a:p>
        </p:txBody>
      </p:sp>
      <p:sp>
        <p:nvSpPr>
          <p:cNvPr id="3" name="TextBox 2">
            <a:extLst>
              <a:ext uri="{FF2B5EF4-FFF2-40B4-BE49-F238E27FC236}">
                <a16:creationId xmlns:a16="http://schemas.microsoft.com/office/drawing/2014/main" id="{5D27E344-18D6-FFB7-F436-E608E641795C}"/>
              </a:ext>
            </a:extLst>
          </p:cNvPr>
          <p:cNvSpPr txBox="1"/>
          <p:nvPr/>
        </p:nvSpPr>
        <p:spPr>
          <a:xfrm>
            <a:off x="715165" y="901915"/>
            <a:ext cx="3172968" cy="338554"/>
          </a:xfrm>
          <a:prstGeom prst="rect">
            <a:avLst/>
          </a:prstGeom>
          <a:noFill/>
        </p:spPr>
        <p:txBody>
          <a:bodyPr wrap="square" rtlCol="0">
            <a:spAutoFit/>
          </a:bodyPr>
          <a:lstStyle/>
          <a:p>
            <a:r>
              <a:rPr lang="en-US" sz="1600" b="1">
                <a:solidFill>
                  <a:srgbClr val="002753"/>
                </a:solidFill>
                <a:latin typeface="Aptos" panose="020B0004020202020204" pitchFamily="34" charset="0"/>
              </a:rPr>
              <a:t>Revenue Monitoring Dashboard</a:t>
            </a:r>
            <a:endParaRPr lang="en-IN" sz="1600" b="1">
              <a:solidFill>
                <a:srgbClr val="002753"/>
              </a:solidFill>
              <a:latin typeface="Aptos" panose="020B0004020202020204" pitchFamily="34" charset="0"/>
            </a:endParaRPr>
          </a:p>
        </p:txBody>
      </p:sp>
      <p:pic>
        <p:nvPicPr>
          <p:cNvPr id="4" name="Picture 3" descr="A screenshot of a computer&#10;&#10;AI-generated content may be incorrect.">
            <a:extLst>
              <a:ext uri="{FF2B5EF4-FFF2-40B4-BE49-F238E27FC236}">
                <a16:creationId xmlns:a16="http://schemas.microsoft.com/office/drawing/2014/main" id="{33C21456-2B27-2EBC-BA09-4CD8B52F1E63}"/>
              </a:ext>
            </a:extLst>
          </p:cNvPr>
          <p:cNvPicPr>
            <a:picLocks noChangeAspect="1"/>
          </p:cNvPicPr>
          <p:nvPr/>
        </p:nvPicPr>
        <p:blipFill>
          <a:blip r:embed="rId3"/>
          <a:stretch>
            <a:fillRect/>
          </a:stretch>
        </p:blipFill>
        <p:spPr>
          <a:xfrm>
            <a:off x="501649" y="1419255"/>
            <a:ext cx="3600000" cy="2001020"/>
          </a:xfrm>
          <a:prstGeom prst="rect">
            <a:avLst/>
          </a:prstGeom>
        </p:spPr>
      </p:pic>
      <p:pic>
        <p:nvPicPr>
          <p:cNvPr id="7" name="Picture 6" descr="A close-up of a graph&#10;&#10;AI-generated content may be incorrect.">
            <a:extLst>
              <a:ext uri="{FF2B5EF4-FFF2-40B4-BE49-F238E27FC236}">
                <a16:creationId xmlns:a16="http://schemas.microsoft.com/office/drawing/2014/main" id="{C7ECB1B2-B9FF-10EA-2FF9-2F1CA05A8F20}"/>
              </a:ext>
            </a:extLst>
          </p:cNvPr>
          <p:cNvPicPr>
            <a:picLocks noChangeAspect="1"/>
          </p:cNvPicPr>
          <p:nvPr/>
        </p:nvPicPr>
        <p:blipFill>
          <a:blip r:embed="rId4"/>
          <a:stretch>
            <a:fillRect/>
          </a:stretch>
        </p:blipFill>
        <p:spPr>
          <a:xfrm>
            <a:off x="501649" y="3738090"/>
            <a:ext cx="3600000" cy="2023355"/>
          </a:xfrm>
          <a:prstGeom prst="rect">
            <a:avLst/>
          </a:prstGeom>
        </p:spPr>
      </p:pic>
      <p:sp>
        <p:nvSpPr>
          <p:cNvPr id="8" name="TextBox 7">
            <a:extLst>
              <a:ext uri="{FF2B5EF4-FFF2-40B4-BE49-F238E27FC236}">
                <a16:creationId xmlns:a16="http://schemas.microsoft.com/office/drawing/2014/main" id="{34C0EB4A-C642-E9DC-2F07-6C1F28481463}"/>
              </a:ext>
            </a:extLst>
          </p:cNvPr>
          <p:cNvSpPr txBox="1"/>
          <p:nvPr/>
        </p:nvSpPr>
        <p:spPr>
          <a:xfrm>
            <a:off x="4621165" y="901915"/>
            <a:ext cx="3172968" cy="338554"/>
          </a:xfrm>
          <a:prstGeom prst="rect">
            <a:avLst/>
          </a:prstGeom>
          <a:noFill/>
        </p:spPr>
        <p:txBody>
          <a:bodyPr wrap="square" rtlCol="0">
            <a:spAutoFit/>
          </a:bodyPr>
          <a:lstStyle/>
          <a:p>
            <a:pPr algn="ctr"/>
            <a:r>
              <a:rPr lang="en-US" sz="1600" b="1">
                <a:solidFill>
                  <a:srgbClr val="002753"/>
                </a:solidFill>
                <a:latin typeface="Aptos" panose="020B0004020202020204" pitchFamily="34" charset="0"/>
              </a:rPr>
              <a:t>TAT Monitoring</a:t>
            </a:r>
            <a:endParaRPr lang="en-IN" sz="1600" b="1">
              <a:solidFill>
                <a:srgbClr val="002753"/>
              </a:solidFill>
              <a:latin typeface="Aptos" panose="020B0004020202020204" pitchFamily="34" charset="0"/>
            </a:endParaRPr>
          </a:p>
        </p:txBody>
      </p:sp>
      <p:pic>
        <p:nvPicPr>
          <p:cNvPr id="9" name="Picture 8">
            <a:extLst>
              <a:ext uri="{FF2B5EF4-FFF2-40B4-BE49-F238E27FC236}">
                <a16:creationId xmlns:a16="http://schemas.microsoft.com/office/drawing/2014/main" id="{633096B4-A255-963C-FAED-D58C1331D85A}"/>
              </a:ext>
            </a:extLst>
          </p:cNvPr>
          <p:cNvPicPr>
            <a:picLocks noChangeAspect="1"/>
          </p:cNvPicPr>
          <p:nvPr/>
        </p:nvPicPr>
        <p:blipFill>
          <a:blip r:embed="rId5"/>
          <a:stretch>
            <a:fillRect/>
          </a:stretch>
        </p:blipFill>
        <p:spPr>
          <a:xfrm>
            <a:off x="4407649" y="3740963"/>
            <a:ext cx="3600000" cy="2017608"/>
          </a:xfrm>
          <a:prstGeom prst="rect">
            <a:avLst/>
          </a:prstGeom>
        </p:spPr>
      </p:pic>
      <p:pic>
        <p:nvPicPr>
          <p:cNvPr id="10" name="Picture 9">
            <a:extLst>
              <a:ext uri="{FF2B5EF4-FFF2-40B4-BE49-F238E27FC236}">
                <a16:creationId xmlns:a16="http://schemas.microsoft.com/office/drawing/2014/main" id="{1AB7B208-F1AA-7764-FDE7-341C2C7CD888}"/>
              </a:ext>
            </a:extLst>
          </p:cNvPr>
          <p:cNvPicPr>
            <a:picLocks noChangeAspect="1"/>
          </p:cNvPicPr>
          <p:nvPr/>
        </p:nvPicPr>
        <p:blipFill>
          <a:blip r:embed="rId6"/>
          <a:stretch>
            <a:fillRect/>
          </a:stretch>
        </p:blipFill>
        <p:spPr>
          <a:xfrm>
            <a:off x="4407649" y="1410531"/>
            <a:ext cx="3600000" cy="2018469"/>
          </a:xfrm>
          <a:prstGeom prst="rect">
            <a:avLst/>
          </a:prstGeom>
        </p:spPr>
      </p:pic>
      <p:sp>
        <p:nvSpPr>
          <p:cNvPr id="11" name="TextBox 10">
            <a:extLst>
              <a:ext uri="{FF2B5EF4-FFF2-40B4-BE49-F238E27FC236}">
                <a16:creationId xmlns:a16="http://schemas.microsoft.com/office/drawing/2014/main" id="{9B244257-1CB3-467A-9035-E5FA010E6126}"/>
              </a:ext>
            </a:extLst>
          </p:cNvPr>
          <p:cNvSpPr txBox="1"/>
          <p:nvPr/>
        </p:nvSpPr>
        <p:spPr>
          <a:xfrm>
            <a:off x="8527165" y="901915"/>
            <a:ext cx="3172968" cy="338554"/>
          </a:xfrm>
          <a:prstGeom prst="rect">
            <a:avLst/>
          </a:prstGeom>
          <a:noFill/>
        </p:spPr>
        <p:txBody>
          <a:bodyPr wrap="square" rtlCol="0">
            <a:spAutoFit/>
          </a:bodyPr>
          <a:lstStyle/>
          <a:p>
            <a:pPr algn="ctr"/>
            <a:r>
              <a:rPr lang="en-US" sz="1600" b="1">
                <a:solidFill>
                  <a:srgbClr val="002753"/>
                </a:solidFill>
                <a:latin typeface="Aptos" panose="020B0004020202020204" pitchFamily="34" charset="0"/>
              </a:rPr>
              <a:t>SASCI Monitoring</a:t>
            </a:r>
            <a:endParaRPr lang="en-IN" sz="1600" b="1">
              <a:solidFill>
                <a:srgbClr val="002753"/>
              </a:solidFill>
              <a:latin typeface="Aptos" panose="020B0004020202020204" pitchFamily="34" charset="0"/>
            </a:endParaRPr>
          </a:p>
        </p:txBody>
      </p:sp>
      <p:pic>
        <p:nvPicPr>
          <p:cNvPr id="12" name="Picture 11" descr="A screenshot of a computer&#10;&#10;AI-generated content may be incorrect.">
            <a:extLst>
              <a:ext uri="{FF2B5EF4-FFF2-40B4-BE49-F238E27FC236}">
                <a16:creationId xmlns:a16="http://schemas.microsoft.com/office/drawing/2014/main" id="{638CF34C-EDF6-68D6-88C7-1EBA254FC4F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13649" y="1423015"/>
            <a:ext cx="3600000" cy="1993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D1F56750-387E-98F3-2D38-0D978E3D34B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13649" y="3731346"/>
            <a:ext cx="3600000" cy="2036843"/>
          </a:xfrm>
          <a:prstGeom prst="rect">
            <a:avLst/>
          </a:prstGeom>
        </p:spPr>
      </p:pic>
    </p:spTree>
    <p:extLst>
      <p:ext uri="{BB962C8B-B14F-4D97-AF65-F5344CB8AC3E}">
        <p14:creationId xmlns:p14="http://schemas.microsoft.com/office/powerpoint/2010/main" val="3104151117"/>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A2798-8BD9-AD0F-A4CE-BC03D7205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71BAE-3658-251A-0862-5C3D5FBC03C2}"/>
              </a:ext>
            </a:extLst>
          </p:cNvPr>
          <p:cNvSpPr>
            <a:spLocks noGrp="1"/>
          </p:cNvSpPr>
          <p:nvPr>
            <p:ph type="title"/>
          </p:nvPr>
        </p:nvSpPr>
        <p:spPr/>
        <p:txBody>
          <a:bodyPr/>
          <a:lstStyle/>
          <a:p>
            <a:r>
              <a:rPr lang="en-US"/>
              <a:t>Deloitte’s Point of View: Support National Priorities under DILRMP</a:t>
            </a:r>
            <a:endParaRPr lang="en-IN"/>
          </a:p>
        </p:txBody>
      </p:sp>
      <p:sp>
        <p:nvSpPr>
          <p:cNvPr id="3" name="Text Placeholder 2">
            <a:extLst>
              <a:ext uri="{FF2B5EF4-FFF2-40B4-BE49-F238E27FC236}">
                <a16:creationId xmlns:a16="http://schemas.microsoft.com/office/drawing/2014/main" id="{491047F3-B62D-21AA-7EFD-BF70C35431E6}"/>
              </a:ext>
            </a:extLst>
          </p:cNvPr>
          <p:cNvSpPr>
            <a:spLocks noGrp="1"/>
          </p:cNvSpPr>
          <p:nvPr>
            <p:ph type="body" sz="quarter" idx="13"/>
          </p:nvPr>
        </p:nvSpPr>
        <p:spPr/>
        <p:txBody>
          <a:bodyPr/>
          <a:lstStyle/>
          <a:p>
            <a:r>
              <a:rPr lang="en-US"/>
              <a:t>Lead India's shift toward a clean, conclusive, digitally-linked land record ecosystem</a:t>
            </a:r>
          </a:p>
        </p:txBody>
      </p:sp>
      <p:sp>
        <p:nvSpPr>
          <p:cNvPr id="5" name="Slide Number Placeholder 4">
            <a:extLst>
              <a:ext uri="{FF2B5EF4-FFF2-40B4-BE49-F238E27FC236}">
                <a16:creationId xmlns:a16="http://schemas.microsoft.com/office/drawing/2014/main" id="{F0F386D2-1576-BBA7-1D84-E6F18ED89DBB}"/>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9E7427F-21AC-4FC2-AC74-F5AF5A475796}" type="slidenum">
              <a:rPr kumimoji="0" lang="en-IN" sz="1000" b="0" i="0" u="none" strike="noStrike" kern="1200" cap="none" spc="0" normalizeH="0" baseline="0" noProof="0" smtClean="0">
                <a:ln>
                  <a:noFill/>
                </a:ln>
                <a:solidFill>
                  <a:prstClr val="black">
                    <a:tint val="75000"/>
                  </a:prstClr>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38</a:t>
            </a:fld>
            <a:endParaRPr kumimoji="0" lang="en-IN" sz="1000" b="0" i="0" u="none" strike="noStrike" kern="1200" cap="none" spc="0" normalizeH="0" baseline="0" noProof="0">
              <a:ln>
                <a:noFill/>
              </a:ln>
              <a:solidFill>
                <a:prstClr val="black">
                  <a:tint val="75000"/>
                </a:prstClr>
              </a:solidFill>
              <a:effectLst/>
              <a:uLnTx/>
              <a:uFillTx/>
              <a:latin typeface="Aptos" panose="020B0004020202020204" pitchFamily="34" charset="0"/>
              <a:ea typeface="+mn-ea"/>
              <a:cs typeface="+mn-cs"/>
            </a:endParaRPr>
          </a:p>
        </p:txBody>
      </p:sp>
      <p:grpSp>
        <p:nvGrpSpPr>
          <p:cNvPr id="222" name="Group 221">
            <a:extLst>
              <a:ext uri="{FF2B5EF4-FFF2-40B4-BE49-F238E27FC236}">
                <a16:creationId xmlns:a16="http://schemas.microsoft.com/office/drawing/2014/main" id="{83163EFC-8148-BE0C-A9AA-BC08D10E5A1E}"/>
              </a:ext>
            </a:extLst>
          </p:cNvPr>
          <p:cNvGrpSpPr/>
          <p:nvPr/>
        </p:nvGrpSpPr>
        <p:grpSpPr>
          <a:xfrm>
            <a:off x="4538554" y="1173319"/>
            <a:ext cx="3114892" cy="1963591"/>
            <a:chOff x="4286980" y="1102199"/>
            <a:chExt cx="3114892" cy="1963591"/>
          </a:xfrm>
        </p:grpSpPr>
        <p:grpSp>
          <p:nvGrpSpPr>
            <p:cNvPr id="114" name="Group 113">
              <a:extLst>
                <a:ext uri="{FF2B5EF4-FFF2-40B4-BE49-F238E27FC236}">
                  <a16:creationId xmlns:a16="http://schemas.microsoft.com/office/drawing/2014/main" id="{10DF8B53-E938-CA6A-3519-9DA1C989E153}"/>
                </a:ext>
              </a:extLst>
            </p:cNvPr>
            <p:cNvGrpSpPr/>
            <p:nvPr/>
          </p:nvGrpSpPr>
          <p:grpSpPr>
            <a:xfrm>
              <a:off x="5631849" y="1507312"/>
              <a:ext cx="1770023" cy="1558478"/>
              <a:chOff x="7552742" y="1705826"/>
              <a:chExt cx="2927240" cy="2577391"/>
            </a:xfrm>
          </p:grpSpPr>
          <p:grpSp>
            <p:nvGrpSpPr>
              <p:cNvPr id="115" name="Graphic 26403">
                <a:extLst>
                  <a:ext uri="{FF2B5EF4-FFF2-40B4-BE49-F238E27FC236}">
                    <a16:creationId xmlns:a16="http://schemas.microsoft.com/office/drawing/2014/main" id="{473A6F11-07E2-8E95-8C5C-138F6EC4D1C0}"/>
                  </a:ext>
                </a:extLst>
              </p:cNvPr>
              <p:cNvGrpSpPr/>
              <p:nvPr/>
            </p:nvGrpSpPr>
            <p:grpSpPr>
              <a:xfrm>
                <a:off x="7857632" y="1705826"/>
                <a:ext cx="2575210" cy="2577391"/>
                <a:chOff x="6691985" y="1277204"/>
                <a:chExt cx="3603724" cy="3606775"/>
              </a:xfrm>
              <a:solidFill>
                <a:srgbClr val="636363"/>
              </a:solidFill>
            </p:grpSpPr>
            <p:sp>
              <p:nvSpPr>
                <p:cNvPr id="120" name="Freeform: Shape 119">
                  <a:extLst>
                    <a:ext uri="{FF2B5EF4-FFF2-40B4-BE49-F238E27FC236}">
                      <a16:creationId xmlns:a16="http://schemas.microsoft.com/office/drawing/2014/main" id="{69E39AA1-6A62-1256-AE65-109DA363384D}"/>
                    </a:ext>
                  </a:extLst>
                </p:cNvPr>
                <p:cNvSpPr/>
                <p:nvPr/>
              </p:nvSpPr>
              <p:spPr>
                <a:xfrm>
                  <a:off x="6767844" y="3275106"/>
                  <a:ext cx="13921" cy="13921"/>
                </a:xfrm>
                <a:custGeom>
                  <a:avLst/>
                  <a:gdLst>
                    <a:gd name="connsiteX0" fmla="*/ 0 w 13921"/>
                    <a:gd name="connsiteY0" fmla="*/ 0 h 13921"/>
                    <a:gd name="connsiteX1" fmla="*/ 13922 w 13921"/>
                    <a:gd name="connsiteY1" fmla="*/ 13887 h 13921"/>
                    <a:gd name="connsiteX2" fmla="*/ 13922 w 13921"/>
                    <a:gd name="connsiteY2" fmla="*/ 13922 h 13921"/>
                    <a:gd name="connsiteX3" fmla="*/ 13922 w 13921"/>
                    <a:gd name="connsiteY3" fmla="*/ 13922 h 13921"/>
                  </a:gdLst>
                  <a:ahLst/>
                  <a:cxnLst>
                    <a:cxn ang="0">
                      <a:pos x="connsiteX0" y="connsiteY0"/>
                    </a:cxn>
                    <a:cxn ang="0">
                      <a:pos x="connsiteX1" y="connsiteY1"/>
                    </a:cxn>
                    <a:cxn ang="0">
                      <a:pos x="connsiteX2" y="connsiteY2"/>
                    </a:cxn>
                    <a:cxn ang="0">
                      <a:pos x="connsiteX3" y="connsiteY3"/>
                    </a:cxn>
                  </a:cxnLst>
                  <a:rect l="l" t="t" r="r" b="b"/>
                  <a:pathLst>
                    <a:path w="13921" h="13921">
                      <a:moveTo>
                        <a:pt x="0" y="0"/>
                      </a:moveTo>
                      <a:lnTo>
                        <a:pt x="13922" y="13887"/>
                      </a:lnTo>
                      <a:lnTo>
                        <a:pt x="13922" y="13922"/>
                      </a:lnTo>
                      <a:lnTo>
                        <a:pt x="13922" y="13922"/>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21" name="Freeform: Shape 120">
                  <a:extLst>
                    <a:ext uri="{FF2B5EF4-FFF2-40B4-BE49-F238E27FC236}">
                      <a16:creationId xmlns:a16="http://schemas.microsoft.com/office/drawing/2014/main" id="{074093A2-5E79-5C8F-BC75-C18D676C250C}"/>
                    </a:ext>
                  </a:extLst>
                </p:cNvPr>
                <p:cNvSpPr/>
                <p:nvPr/>
              </p:nvSpPr>
              <p:spPr>
                <a:xfrm>
                  <a:off x="6920597" y="3427885"/>
                  <a:ext cx="14384" cy="14358"/>
                </a:xfrm>
                <a:custGeom>
                  <a:avLst/>
                  <a:gdLst>
                    <a:gd name="connsiteX0" fmla="*/ 386 w 14384"/>
                    <a:gd name="connsiteY0" fmla="*/ 51 h 14358"/>
                    <a:gd name="connsiteX1" fmla="*/ 14308 w 14384"/>
                    <a:gd name="connsiteY1" fmla="*/ 13939 h 14358"/>
                    <a:gd name="connsiteX2" fmla="*/ 14308 w 14384"/>
                    <a:gd name="connsiteY2" fmla="*/ 14282 h 14358"/>
                    <a:gd name="connsiteX3" fmla="*/ 13965 w 14384"/>
                    <a:gd name="connsiteY3" fmla="*/ 14282 h 14358"/>
                    <a:gd name="connsiteX4" fmla="*/ 77 w 14384"/>
                    <a:gd name="connsiteY4" fmla="*/ 360 h 14358"/>
                    <a:gd name="connsiteX5" fmla="*/ 77 w 14384"/>
                    <a:gd name="connsiteY5" fmla="*/ 51 h 14358"/>
                    <a:gd name="connsiteX6" fmla="*/ 386 w 14384"/>
                    <a:gd name="connsiteY6" fmla="*/ 51 h 14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84" h="14358">
                      <a:moveTo>
                        <a:pt x="386" y="51"/>
                      </a:moveTo>
                      <a:lnTo>
                        <a:pt x="14308" y="13939"/>
                      </a:lnTo>
                      <a:cubicBezTo>
                        <a:pt x="14411" y="14042"/>
                        <a:pt x="14411" y="14179"/>
                        <a:pt x="14308" y="14282"/>
                      </a:cubicBezTo>
                      <a:cubicBezTo>
                        <a:pt x="14205" y="14385"/>
                        <a:pt x="14067" y="14385"/>
                        <a:pt x="13965" y="14282"/>
                      </a:cubicBezTo>
                      <a:lnTo>
                        <a:pt x="77" y="360"/>
                      </a:lnTo>
                      <a:cubicBezTo>
                        <a:pt x="-26" y="257"/>
                        <a:pt x="-26" y="120"/>
                        <a:pt x="77" y="51"/>
                      </a:cubicBezTo>
                      <a:cubicBezTo>
                        <a:pt x="180" y="-17"/>
                        <a:pt x="317" y="-17"/>
                        <a:pt x="386" y="51"/>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22" name="Freeform: Shape 121">
                  <a:extLst>
                    <a:ext uri="{FF2B5EF4-FFF2-40B4-BE49-F238E27FC236}">
                      <a16:creationId xmlns:a16="http://schemas.microsoft.com/office/drawing/2014/main" id="{2A32DB70-21C1-5686-C94A-1A9F70AB211C}"/>
                    </a:ext>
                  </a:extLst>
                </p:cNvPr>
                <p:cNvSpPr/>
                <p:nvPr/>
              </p:nvSpPr>
              <p:spPr>
                <a:xfrm>
                  <a:off x="7073376" y="3580634"/>
                  <a:ext cx="14796" cy="14801"/>
                </a:xfrm>
                <a:custGeom>
                  <a:avLst/>
                  <a:gdLst>
                    <a:gd name="connsiteX0" fmla="*/ 746 w 14796"/>
                    <a:gd name="connsiteY0" fmla="*/ 133 h 14801"/>
                    <a:gd name="connsiteX1" fmla="*/ 14668 w 14796"/>
                    <a:gd name="connsiteY1" fmla="*/ 14021 h 14801"/>
                    <a:gd name="connsiteX2" fmla="*/ 14668 w 14796"/>
                    <a:gd name="connsiteY2" fmla="*/ 14672 h 14801"/>
                    <a:gd name="connsiteX3" fmla="*/ 14016 w 14796"/>
                    <a:gd name="connsiteY3" fmla="*/ 14672 h 14801"/>
                    <a:gd name="connsiteX4" fmla="*/ 14016 w 14796"/>
                    <a:gd name="connsiteY4" fmla="*/ 14672 h 14801"/>
                    <a:gd name="connsiteX5" fmla="*/ 128 w 14796"/>
                    <a:gd name="connsiteY5" fmla="*/ 750 h 14801"/>
                    <a:gd name="connsiteX6" fmla="*/ 128 w 14796"/>
                    <a:gd name="connsiteY6" fmla="*/ 99 h 14801"/>
                    <a:gd name="connsiteX7" fmla="*/ 746 w 14796"/>
                    <a:gd name="connsiteY7" fmla="*/ 133 h 1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96" h="14801">
                      <a:moveTo>
                        <a:pt x="746" y="133"/>
                      </a:moveTo>
                      <a:lnTo>
                        <a:pt x="14668" y="14021"/>
                      </a:lnTo>
                      <a:cubicBezTo>
                        <a:pt x="14839" y="14192"/>
                        <a:pt x="14839" y="14501"/>
                        <a:pt x="14668" y="14672"/>
                      </a:cubicBezTo>
                      <a:cubicBezTo>
                        <a:pt x="14496" y="14844"/>
                        <a:pt x="14188" y="14844"/>
                        <a:pt x="14016" y="14672"/>
                      </a:cubicBezTo>
                      <a:lnTo>
                        <a:pt x="14016" y="14672"/>
                      </a:lnTo>
                      <a:lnTo>
                        <a:pt x="128" y="750"/>
                      </a:lnTo>
                      <a:cubicBezTo>
                        <a:pt x="-43" y="579"/>
                        <a:pt x="-43" y="305"/>
                        <a:pt x="128" y="99"/>
                      </a:cubicBezTo>
                      <a:cubicBezTo>
                        <a:pt x="300" y="-38"/>
                        <a:pt x="574" y="-38"/>
                        <a:pt x="746" y="133"/>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23" name="Freeform: Shape 122">
                  <a:extLst>
                    <a:ext uri="{FF2B5EF4-FFF2-40B4-BE49-F238E27FC236}">
                      <a16:creationId xmlns:a16="http://schemas.microsoft.com/office/drawing/2014/main" id="{1895FE09-5358-04B5-95F5-C280137930B1}"/>
                    </a:ext>
                  </a:extLst>
                </p:cNvPr>
                <p:cNvSpPr/>
                <p:nvPr/>
              </p:nvSpPr>
              <p:spPr>
                <a:xfrm>
                  <a:off x="7226095" y="3733392"/>
                  <a:ext cx="15293" cy="15293"/>
                </a:xfrm>
                <a:custGeom>
                  <a:avLst/>
                  <a:gdLst>
                    <a:gd name="connsiteX0" fmla="*/ 1166 w 15293"/>
                    <a:gd name="connsiteY0" fmla="*/ 206 h 15293"/>
                    <a:gd name="connsiteX1" fmla="*/ 15087 w 15293"/>
                    <a:gd name="connsiteY1" fmla="*/ 14093 h 15293"/>
                    <a:gd name="connsiteX2" fmla="*/ 15087 w 15293"/>
                    <a:gd name="connsiteY2" fmla="*/ 15088 h 15293"/>
                    <a:gd name="connsiteX3" fmla="*/ 14093 w 15293"/>
                    <a:gd name="connsiteY3" fmla="*/ 15088 h 15293"/>
                    <a:gd name="connsiteX4" fmla="*/ 14093 w 15293"/>
                    <a:gd name="connsiteY4" fmla="*/ 15088 h 15293"/>
                    <a:gd name="connsiteX5" fmla="*/ 206 w 15293"/>
                    <a:gd name="connsiteY5" fmla="*/ 1166 h 15293"/>
                    <a:gd name="connsiteX6" fmla="*/ 206 w 15293"/>
                    <a:gd name="connsiteY6" fmla="*/ 206 h 15293"/>
                    <a:gd name="connsiteX7" fmla="*/ 1166 w 15293"/>
                    <a:gd name="connsiteY7" fmla="*/ 206 h 1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93" h="15293">
                      <a:moveTo>
                        <a:pt x="1166" y="206"/>
                      </a:moveTo>
                      <a:lnTo>
                        <a:pt x="15087" y="14093"/>
                      </a:lnTo>
                      <a:cubicBezTo>
                        <a:pt x="15362" y="14367"/>
                        <a:pt x="15362" y="14813"/>
                        <a:pt x="15087" y="15088"/>
                      </a:cubicBezTo>
                      <a:cubicBezTo>
                        <a:pt x="14813" y="15362"/>
                        <a:pt x="14367" y="15362"/>
                        <a:pt x="14093" y="15088"/>
                      </a:cubicBezTo>
                      <a:lnTo>
                        <a:pt x="14093" y="15088"/>
                      </a:lnTo>
                      <a:lnTo>
                        <a:pt x="206" y="1166"/>
                      </a:lnTo>
                      <a:cubicBezTo>
                        <a:pt x="-69" y="892"/>
                        <a:pt x="-69" y="480"/>
                        <a:pt x="206" y="206"/>
                      </a:cubicBezTo>
                      <a:cubicBezTo>
                        <a:pt x="480" y="-69"/>
                        <a:pt x="926" y="-69"/>
                        <a:pt x="1166" y="206"/>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24" name="Freeform: Shape 123">
                  <a:extLst>
                    <a:ext uri="{FF2B5EF4-FFF2-40B4-BE49-F238E27FC236}">
                      <a16:creationId xmlns:a16="http://schemas.microsoft.com/office/drawing/2014/main" id="{F9E9F075-5DCD-2043-284B-359E0ADC7EE5}"/>
                    </a:ext>
                  </a:extLst>
                </p:cNvPr>
                <p:cNvSpPr/>
                <p:nvPr/>
              </p:nvSpPr>
              <p:spPr>
                <a:xfrm>
                  <a:off x="7378660" y="3885883"/>
                  <a:ext cx="16261" cy="16266"/>
                </a:xfrm>
                <a:custGeom>
                  <a:avLst/>
                  <a:gdLst>
                    <a:gd name="connsiteX0" fmla="*/ 1946 w 16261"/>
                    <a:gd name="connsiteY0" fmla="*/ 339 h 16266"/>
                    <a:gd name="connsiteX1" fmla="*/ 15902 w 16261"/>
                    <a:gd name="connsiteY1" fmla="*/ 14192 h 16266"/>
                    <a:gd name="connsiteX2" fmla="*/ 15902 w 16261"/>
                    <a:gd name="connsiteY2" fmla="*/ 15907 h 16266"/>
                    <a:gd name="connsiteX3" fmla="*/ 14187 w 16261"/>
                    <a:gd name="connsiteY3" fmla="*/ 15907 h 16266"/>
                    <a:gd name="connsiteX4" fmla="*/ 14187 w 16261"/>
                    <a:gd name="connsiteY4" fmla="*/ 15907 h 16266"/>
                    <a:gd name="connsiteX5" fmla="*/ 334 w 16261"/>
                    <a:gd name="connsiteY5" fmla="*/ 1951 h 16266"/>
                    <a:gd name="connsiteX6" fmla="*/ 334 w 16261"/>
                    <a:gd name="connsiteY6" fmla="*/ 304 h 16266"/>
                    <a:gd name="connsiteX7" fmla="*/ 1946 w 16261"/>
                    <a:gd name="connsiteY7" fmla="*/ 339 h 1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61" h="16266">
                      <a:moveTo>
                        <a:pt x="1946" y="339"/>
                      </a:moveTo>
                      <a:lnTo>
                        <a:pt x="15902" y="14192"/>
                      </a:lnTo>
                      <a:cubicBezTo>
                        <a:pt x="16382" y="14672"/>
                        <a:pt x="16382" y="15426"/>
                        <a:pt x="15902" y="15907"/>
                      </a:cubicBezTo>
                      <a:cubicBezTo>
                        <a:pt x="15422" y="16387"/>
                        <a:pt x="14667" y="16387"/>
                        <a:pt x="14187" y="15907"/>
                      </a:cubicBezTo>
                      <a:lnTo>
                        <a:pt x="14187" y="15907"/>
                      </a:lnTo>
                      <a:lnTo>
                        <a:pt x="334" y="1951"/>
                      </a:lnTo>
                      <a:cubicBezTo>
                        <a:pt x="-111" y="1505"/>
                        <a:pt x="-111" y="750"/>
                        <a:pt x="334" y="304"/>
                      </a:cubicBezTo>
                      <a:cubicBezTo>
                        <a:pt x="746" y="-107"/>
                        <a:pt x="1500" y="-107"/>
                        <a:pt x="1946" y="339"/>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25" name="Freeform: Shape 124">
                  <a:extLst>
                    <a:ext uri="{FF2B5EF4-FFF2-40B4-BE49-F238E27FC236}">
                      <a16:creationId xmlns:a16="http://schemas.microsoft.com/office/drawing/2014/main" id="{3353A810-1023-ACC0-EFAE-970899647AE1}"/>
                    </a:ext>
                  </a:extLst>
                </p:cNvPr>
                <p:cNvSpPr/>
                <p:nvPr/>
              </p:nvSpPr>
              <p:spPr>
                <a:xfrm>
                  <a:off x="7530942" y="4038204"/>
                  <a:ext cx="17620" cy="17620"/>
                </a:xfrm>
                <a:custGeom>
                  <a:avLst/>
                  <a:gdLst>
                    <a:gd name="connsiteX0" fmla="*/ 3112 w 17620"/>
                    <a:gd name="connsiteY0" fmla="*/ 540 h 17620"/>
                    <a:gd name="connsiteX1" fmla="*/ 17068 w 17620"/>
                    <a:gd name="connsiteY1" fmla="*/ 14393 h 17620"/>
                    <a:gd name="connsiteX2" fmla="*/ 17068 w 17620"/>
                    <a:gd name="connsiteY2" fmla="*/ 17068 h 17620"/>
                    <a:gd name="connsiteX3" fmla="*/ 14393 w 17620"/>
                    <a:gd name="connsiteY3" fmla="*/ 17068 h 17620"/>
                    <a:gd name="connsiteX4" fmla="*/ 14393 w 17620"/>
                    <a:gd name="connsiteY4" fmla="*/ 17068 h 17620"/>
                    <a:gd name="connsiteX5" fmla="*/ 540 w 17620"/>
                    <a:gd name="connsiteY5" fmla="*/ 3112 h 17620"/>
                    <a:gd name="connsiteX6" fmla="*/ 540 w 17620"/>
                    <a:gd name="connsiteY6" fmla="*/ 540 h 17620"/>
                    <a:gd name="connsiteX7" fmla="*/ 3112 w 17620"/>
                    <a:gd name="connsiteY7" fmla="*/ 540 h 1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20" h="17620">
                      <a:moveTo>
                        <a:pt x="3112" y="540"/>
                      </a:moveTo>
                      <a:lnTo>
                        <a:pt x="17068" y="14393"/>
                      </a:lnTo>
                      <a:cubicBezTo>
                        <a:pt x="17788" y="15113"/>
                        <a:pt x="17822" y="16314"/>
                        <a:pt x="17068" y="17068"/>
                      </a:cubicBezTo>
                      <a:cubicBezTo>
                        <a:pt x="16348" y="17788"/>
                        <a:pt x="15148" y="17822"/>
                        <a:pt x="14393" y="17068"/>
                      </a:cubicBezTo>
                      <a:lnTo>
                        <a:pt x="14393" y="17068"/>
                      </a:lnTo>
                      <a:lnTo>
                        <a:pt x="540" y="3112"/>
                      </a:lnTo>
                      <a:cubicBezTo>
                        <a:pt x="-180" y="2392"/>
                        <a:pt x="-180" y="1260"/>
                        <a:pt x="540" y="540"/>
                      </a:cubicBezTo>
                      <a:cubicBezTo>
                        <a:pt x="1260" y="-180"/>
                        <a:pt x="2392" y="-180"/>
                        <a:pt x="3112" y="540"/>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26" name="Freeform: Shape 125">
                  <a:extLst>
                    <a:ext uri="{FF2B5EF4-FFF2-40B4-BE49-F238E27FC236}">
                      <a16:creationId xmlns:a16="http://schemas.microsoft.com/office/drawing/2014/main" id="{FA4C8185-D490-9186-D6B8-FF811CF7F328}"/>
                    </a:ext>
                  </a:extLst>
                </p:cNvPr>
                <p:cNvSpPr/>
                <p:nvPr/>
              </p:nvSpPr>
              <p:spPr>
                <a:xfrm>
                  <a:off x="7683283" y="4190546"/>
                  <a:ext cx="18919" cy="18919"/>
                </a:xfrm>
                <a:custGeom>
                  <a:avLst/>
                  <a:gdLst>
                    <a:gd name="connsiteX0" fmla="*/ 4218 w 18919"/>
                    <a:gd name="connsiteY0" fmla="*/ 720 h 18919"/>
                    <a:gd name="connsiteX1" fmla="*/ 18174 w 18919"/>
                    <a:gd name="connsiteY1" fmla="*/ 14573 h 18919"/>
                    <a:gd name="connsiteX2" fmla="*/ 18174 w 18919"/>
                    <a:gd name="connsiteY2" fmla="*/ 18174 h 18919"/>
                    <a:gd name="connsiteX3" fmla="*/ 14573 w 18919"/>
                    <a:gd name="connsiteY3" fmla="*/ 18174 h 18919"/>
                    <a:gd name="connsiteX4" fmla="*/ 14573 w 18919"/>
                    <a:gd name="connsiteY4" fmla="*/ 18174 h 18919"/>
                    <a:gd name="connsiteX5" fmla="*/ 720 w 18919"/>
                    <a:gd name="connsiteY5" fmla="*/ 4217 h 18919"/>
                    <a:gd name="connsiteX6" fmla="*/ 720 w 18919"/>
                    <a:gd name="connsiteY6" fmla="*/ 720 h 18919"/>
                    <a:gd name="connsiteX7" fmla="*/ 4218 w 18919"/>
                    <a:gd name="connsiteY7" fmla="*/ 720 h 1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19" h="18919">
                      <a:moveTo>
                        <a:pt x="4218" y="720"/>
                      </a:moveTo>
                      <a:lnTo>
                        <a:pt x="18174" y="14573"/>
                      </a:lnTo>
                      <a:cubicBezTo>
                        <a:pt x="19168" y="15568"/>
                        <a:pt x="19168" y="17179"/>
                        <a:pt x="18174" y="18174"/>
                      </a:cubicBezTo>
                      <a:cubicBezTo>
                        <a:pt x="17180" y="19168"/>
                        <a:pt x="15568" y="19168"/>
                        <a:pt x="14573" y="18174"/>
                      </a:cubicBezTo>
                      <a:lnTo>
                        <a:pt x="14573" y="18174"/>
                      </a:lnTo>
                      <a:lnTo>
                        <a:pt x="720" y="4217"/>
                      </a:lnTo>
                      <a:cubicBezTo>
                        <a:pt x="-240" y="3258"/>
                        <a:pt x="-240" y="1680"/>
                        <a:pt x="720" y="720"/>
                      </a:cubicBezTo>
                      <a:cubicBezTo>
                        <a:pt x="1680" y="-240"/>
                        <a:pt x="3258" y="-240"/>
                        <a:pt x="4218" y="720"/>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27" name="Freeform: Shape 126">
                  <a:extLst>
                    <a:ext uri="{FF2B5EF4-FFF2-40B4-BE49-F238E27FC236}">
                      <a16:creationId xmlns:a16="http://schemas.microsoft.com/office/drawing/2014/main" id="{74B94644-0FCC-4C36-FA9F-1ECAEE43C029}"/>
                    </a:ext>
                  </a:extLst>
                </p:cNvPr>
                <p:cNvSpPr/>
                <p:nvPr/>
              </p:nvSpPr>
              <p:spPr>
                <a:xfrm>
                  <a:off x="7835394" y="4342678"/>
                  <a:ext cx="20655" cy="20668"/>
                </a:xfrm>
                <a:custGeom>
                  <a:avLst/>
                  <a:gdLst>
                    <a:gd name="connsiteX0" fmla="*/ 5692 w 20655"/>
                    <a:gd name="connsiteY0" fmla="*/ 973 h 20668"/>
                    <a:gd name="connsiteX1" fmla="*/ 19648 w 20655"/>
                    <a:gd name="connsiteY1" fmla="*/ 14826 h 20668"/>
                    <a:gd name="connsiteX2" fmla="*/ 19682 w 20655"/>
                    <a:gd name="connsiteY2" fmla="*/ 19661 h 20668"/>
                    <a:gd name="connsiteX3" fmla="*/ 14847 w 20655"/>
                    <a:gd name="connsiteY3" fmla="*/ 19695 h 20668"/>
                    <a:gd name="connsiteX4" fmla="*/ 14813 w 20655"/>
                    <a:gd name="connsiteY4" fmla="*/ 19661 h 20668"/>
                    <a:gd name="connsiteX5" fmla="*/ 960 w 20655"/>
                    <a:gd name="connsiteY5" fmla="*/ 5705 h 20668"/>
                    <a:gd name="connsiteX6" fmla="*/ 995 w 20655"/>
                    <a:gd name="connsiteY6" fmla="*/ 1007 h 20668"/>
                    <a:gd name="connsiteX7" fmla="*/ 5692 w 20655"/>
                    <a:gd name="connsiteY7" fmla="*/ 973 h 2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55" h="20668">
                      <a:moveTo>
                        <a:pt x="5692" y="973"/>
                      </a:moveTo>
                      <a:lnTo>
                        <a:pt x="19648" y="14826"/>
                      </a:lnTo>
                      <a:cubicBezTo>
                        <a:pt x="20986" y="16164"/>
                        <a:pt x="20986" y="18324"/>
                        <a:pt x="19682" y="19661"/>
                      </a:cubicBezTo>
                      <a:cubicBezTo>
                        <a:pt x="18345" y="20998"/>
                        <a:pt x="16185" y="20998"/>
                        <a:pt x="14847" y="19695"/>
                      </a:cubicBezTo>
                      <a:lnTo>
                        <a:pt x="14813" y="19661"/>
                      </a:lnTo>
                      <a:lnTo>
                        <a:pt x="960" y="5705"/>
                      </a:lnTo>
                      <a:cubicBezTo>
                        <a:pt x="-343" y="4402"/>
                        <a:pt x="-308" y="2276"/>
                        <a:pt x="995" y="1007"/>
                      </a:cubicBezTo>
                      <a:cubicBezTo>
                        <a:pt x="2298" y="-330"/>
                        <a:pt x="4389" y="-330"/>
                        <a:pt x="5692" y="973"/>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28" name="Freeform: Shape 127">
                  <a:extLst>
                    <a:ext uri="{FF2B5EF4-FFF2-40B4-BE49-F238E27FC236}">
                      <a16:creationId xmlns:a16="http://schemas.microsoft.com/office/drawing/2014/main" id="{60265B85-10DD-974C-92F7-B66A6D12274D}"/>
                    </a:ext>
                  </a:extLst>
                </p:cNvPr>
                <p:cNvSpPr/>
                <p:nvPr/>
              </p:nvSpPr>
              <p:spPr>
                <a:xfrm>
                  <a:off x="7987380" y="4494651"/>
                  <a:ext cx="22666" cy="22657"/>
                </a:xfrm>
                <a:custGeom>
                  <a:avLst/>
                  <a:gdLst>
                    <a:gd name="connsiteX0" fmla="*/ 7394 w 22666"/>
                    <a:gd name="connsiteY0" fmla="*/ 1247 h 22657"/>
                    <a:gd name="connsiteX1" fmla="*/ 21350 w 22666"/>
                    <a:gd name="connsiteY1" fmla="*/ 15101 h 22657"/>
                    <a:gd name="connsiteX2" fmla="*/ 21385 w 22666"/>
                    <a:gd name="connsiteY2" fmla="*/ 21341 h 22657"/>
                    <a:gd name="connsiteX3" fmla="*/ 15143 w 22666"/>
                    <a:gd name="connsiteY3" fmla="*/ 21376 h 22657"/>
                    <a:gd name="connsiteX4" fmla="*/ 15109 w 22666"/>
                    <a:gd name="connsiteY4" fmla="*/ 21341 h 22657"/>
                    <a:gd name="connsiteX5" fmla="*/ 1256 w 22666"/>
                    <a:gd name="connsiteY5" fmla="*/ 7385 h 22657"/>
                    <a:gd name="connsiteX6" fmla="*/ 1290 w 22666"/>
                    <a:gd name="connsiteY6" fmla="*/ 1247 h 22657"/>
                    <a:gd name="connsiteX7" fmla="*/ 7394 w 22666"/>
                    <a:gd name="connsiteY7" fmla="*/ 1247 h 2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66" h="22657">
                      <a:moveTo>
                        <a:pt x="7394" y="1247"/>
                      </a:moveTo>
                      <a:lnTo>
                        <a:pt x="21350" y="15101"/>
                      </a:lnTo>
                      <a:cubicBezTo>
                        <a:pt x="23099" y="16815"/>
                        <a:pt x="23099" y="19627"/>
                        <a:pt x="21385" y="21341"/>
                      </a:cubicBezTo>
                      <a:cubicBezTo>
                        <a:pt x="19670" y="23090"/>
                        <a:pt x="16858" y="23090"/>
                        <a:pt x="15143" y="21376"/>
                      </a:cubicBezTo>
                      <a:lnTo>
                        <a:pt x="15109" y="21341"/>
                      </a:lnTo>
                      <a:lnTo>
                        <a:pt x="1256" y="7385"/>
                      </a:lnTo>
                      <a:cubicBezTo>
                        <a:pt x="-424" y="5671"/>
                        <a:pt x="-424" y="2927"/>
                        <a:pt x="1290" y="1247"/>
                      </a:cubicBezTo>
                      <a:cubicBezTo>
                        <a:pt x="2970" y="-433"/>
                        <a:pt x="5714" y="-399"/>
                        <a:pt x="7394" y="1247"/>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29" name="Freeform: Shape 128">
                  <a:extLst>
                    <a:ext uri="{FF2B5EF4-FFF2-40B4-BE49-F238E27FC236}">
                      <a16:creationId xmlns:a16="http://schemas.microsoft.com/office/drawing/2014/main" id="{02CFABC5-7DCC-B0B8-86B1-8EEBB67C8266}"/>
                    </a:ext>
                  </a:extLst>
                </p:cNvPr>
                <p:cNvSpPr/>
                <p:nvPr/>
              </p:nvSpPr>
              <p:spPr>
                <a:xfrm>
                  <a:off x="8139345" y="4646642"/>
                  <a:ext cx="24684" cy="24684"/>
                </a:xfrm>
                <a:custGeom>
                  <a:avLst/>
                  <a:gdLst>
                    <a:gd name="connsiteX0" fmla="*/ 9117 w 24684"/>
                    <a:gd name="connsiteY0" fmla="*/ 1539 h 24684"/>
                    <a:gd name="connsiteX1" fmla="*/ 23072 w 24684"/>
                    <a:gd name="connsiteY1" fmla="*/ 15392 h 24684"/>
                    <a:gd name="connsiteX2" fmla="*/ 23107 w 24684"/>
                    <a:gd name="connsiteY2" fmla="*/ 23073 h 24684"/>
                    <a:gd name="connsiteX3" fmla="*/ 15426 w 24684"/>
                    <a:gd name="connsiteY3" fmla="*/ 23107 h 24684"/>
                    <a:gd name="connsiteX4" fmla="*/ 15391 w 24684"/>
                    <a:gd name="connsiteY4" fmla="*/ 23073 h 24684"/>
                    <a:gd name="connsiteX5" fmla="*/ 1539 w 24684"/>
                    <a:gd name="connsiteY5" fmla="*/ 9117 h 24684"/>
                    <a:gd name="connsiteX6" fmla="*/ 1573 w 24684"/>
                    <a:gd name="connsiteY6" fmla="*/ 1573 h 24684"/>
                    <a:gd name="connsiteX7" fmla="*/ 9117 w 24684"/>
                    <a:gd name="connsiteY7" fmla="*/ 1539 h 24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84" h="24684">
                      <a:moveTo>
                        <a:pt x="9117" y="1539"/>
                      </a:moveTo>
                      <a:lnTo>
                        <a:pt x="23072" y="15392"/>
                      </a:lnTo>
                      <a:cubicBezTo>
                        <a:pt x="25199" y="17518"/>
                        <a:pt x="25233" y="20947"/>
                        <a:pt x="23107" y="23073"/>
                      </a:cubicBezTo>
                      <a:cubicBezTo>
                        <a:pt x="20981" y="25199"/>
                        <a:pt x="17552" y="25233"/>
                        <a:pt x="15426" y="23107"/>
                      </a:cubicBezTo>
                      <a:lnTo>
                        <a:pt x="15391" y="23073"/>
                      </a:lnTo>
                      <a:lnTo>
                        <a:pt x="1539" y="9117"/>
                      </a:lnTo>
                      <a:cubicBezTo>
                        <a:pt x="-519" y="7025"/>
                        <a:pt x="-519" y="3631"/>
                        <a:pt x="1573" y="1573"/>
                      </a:cubicBezTo>
                      <a:cubicBezTo>
                        <a:pt x="3699" y="-519"/>
                        <a:pt x="7025" y="-519"/>
                        <a:pt x="9117" y="1539"/>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30" name="Freeform: Shape 129">
                  <a:extLst>
                    <a:ext uri="{FF2B5EF4-FFF2-40B4-BE49-F238E27FC236}">
                      <a16:creationId xmlns:a16="http://schemas.microsoft.com/office/drawing/2014/main" id="{970667EC-7D08-A944-6EEA-FCC8D905DDBC}"/>
                    </a:ext>
                  </a:extLst>
                </p:cNvPr>
                <p:cNvSpPr/>
                <p:nvPr/>
              </p:nvSpPr>
              <p:spPr>
                <a:xfrm>
                  <a:off x="8291223" y="4798171"/>
                  <a:ext cx="28431" cy="26104"/>
                </a:xfrm>
                <a:custGeom>
                  <a:avLst/>
                  <a:gdLst>
                    <a:gd name="connsiteX0" fmla="*/ 11029 w 28431"/>
                    <a:gd name="connsiteY0" fmla="*/ 1777 h 26104"/>
                    <a:gd name="connsiteX1" fmla="*/ 25740 w 28431"/>
                    <a:gd name="connsiteY1" fmla="*/ 14156 h 26104"/>
                    <a:gd name="connsiteX2" fmla="*/ 26083 w 28431"/>
                    <a:gd name="connsiteY2" fmla="*/ 14465 h 26104"/>
                    <a:gd name="connsiteX3" fmla="*/ 26872 w 28431"/>
                    <a:gd name="connsiteY3" fmla="*/ 23757 h 26104"/>
                    <a:gd name="connsiteX4" fmla="*/ 17579 w 28431"/>
                    <a:gd name="connsiteY4" fmla="*/ 24546 h 26104"/>
                    <a:gd name="connsiteX5" fmla="*/ 17511 w 28431"/>
                    <a:gd name="connsiteY5" fmla="*/ 24511 h 26104"/>
                    <a:gd name="connsiteX6" fmla="*/ 2252 w 28431"/>
                    <a:gd name="connsiteY6" fmla="*/ 11378 h 26104"/>
                    <a:gd name="connsiteX7" fmla="*/ 1565 w 28431"/>
                    <a:gd name="connsiteY7" fmla="*/ 2257 h 26104"/>
                    <a:gd name="connsiteX8" fmla="*/ 10653 w 28431"/>
                    <a:gd name="connsiteY8" fmla="*/ 1537 h 26104"/>
                    <a:gd name="connsiteX9" fmla="*/ 11029 w 28431"/>
                    <a:gd name="connsiteY9" fmla="*/ 1777 h 26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431" h="26104">
                      <a:moveTo>
                        <a:pt x="11029" y="1777"/>
                      </a:moveTo>
                      <a:lnTo>
                        <a:pt x="25740" y="14156"/>
                      </a:lnTo>
                      <a:lnTo>
                        <a:pt x="26083" y="14465"/>
                      </a:lnTo>
                      <a:cubicBezTo>
                        <a:pt x="28861" y="16796"/>
                        <a:pt x="29238" y="20945"/>
                        <a:pt x="26872" y="23757"/>
                      </a:cubicBezTo>
                      <a:cubicBezTo>
                        <a:pt x="24540" y="26535"/>
                        <a:pt x="20391" y="26912"/>
                        <a:pt x="17579" y="24546"/>
                      </a:cubicBezTo>
                      <a:cubicBezTo>
                        <a:pt x="17579" y="24546"/>
                        <a:pt x="17545" y="24511"/>
                        <a:pt x="17511" y="24511"/>
                      </a:cubicBezTo>
                      <a:lnTo>
                        <a:pt x="2252" y="11378"/>
                      </a:lnTo>
                      <a:cubicBezTo>
                        <a:pt x="-457" y="9047"/>
                        <a:pt x="-766" y="4966"/>
                        <a:pt x="1565" y="2257"/>
                      </a:cubicBezTo>
                      <a:cubicBezTo>
                        <a:pt x="3898" y="-452"/>
                        <a:pt x="7944" y="-760"/>
                        <a:pt x="10653" y="1537"/>
                      </a:cubicBezTo>
                      <a:lnTo>
                        <a:pt x="11029" y="1777"/>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31" name="Freeform: Shape 130">
                  <a:extLst>
                    <a:ext uri="{FF2B5EF4-FFF2-40B4-BE49-F238E27FC236}">
                      <a16:creationId xmlns:a16="http://schemas.microsoft.com/office/drawing/2014/main" id="{AB3569B7-F725-534F-D41D-6F3270777C83}"/>
                    </a:ext>
                  </a:extLst>
                </p:cNvPr>
                <p:cNvSpPr/>
                <p:nvPr/>
              </p:nvSpPr>
              <p:spPr>
                <a:xfrm>
                  <a:off x="8488323" y="4866886"/>
                  <a:ext cx="35576" cy="17093"/>
                </a:xfrm>
                <a:custGeom>
                  <a:avLst/>
                  <a:gdLst>
                    <a:gd name="connsiteX0" fmla="*/ 7531 w 35576"/>
                    <a:gd name="connsiteY0" fmla="*/ 1745 h 17093"/>
                    <a:gd name="connsiteX1" fmla="*/ 26562 w 35576"/>
                    <a:gd name="connsiteY1" fmla="*/ 65 h 17093"/>
                    <a:gd name="connsiteX2" fmla="*/ 27111 w 35576"/>
                    <a:gd name="connsiteY2" fmla="*/ 31 h 17093"/>
                    <a:gd name="connsiteX3" fmla="*/ 35546 w 35576"/>
                    <a:gd name="connsiteY3" fmla="*/ 7095 h 17093"/>
                    <a:gd name="connsiteX4" fmla="*/ 28482 w 35576"/>
                    <a:gd name="connsiteY4" fmla="*/ 15530 h 17093"/>
                    <a:gd name="connsiteX5" fmla="*/ 28413 w 35576"/>
                    <a:gd name="connsiteY5" fmla="*/ 15530 h 17093"/>
                    <a:gd name="connsiteX6" fmla="*/ 8251 w 35576"/>
                    <a:gd name="connsiteY6" fmla="*/ 17073 h 17093"/>
                    <a:gd name="connsiteX7" fmla="*/ 21 w 35576"/>
                    <a:gd name="connsiteY7" fmla="*/ 10009 h 17093"/>
                    <a:gd name="connsiteX8" fmla="*/ 6982 w 35576"/>
                    <a:gd name="connsiteY8" fmla="*/ 1779 h 17093"/>
                    <a:gd name="connsiteX9" fmla="*/ 7531 w 35576"/>
                    <a:gd name="connsiteY9" fmla="*/ 1745 h 17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76" h="17093">
                      <a:moveTo>
                        <a:pt x="7531" y="1745"/>
                      </a:moveTo>
                      <a:lnTo>
                        <a:pt x="26562" y="65"/>
                      </a:lnTo>
                      <a:lnTo>
                        <a:pt x="27111" y="31"/>
                      </a:lnTo>
                      <a:cubicBezTo>
                        <a:pt x="31397" y="-347"/>
                        <a:pt x="35168" y="2808"/>
                        <a:pt x="35546" y="7095"/>
                      </a:cubicBezTo>
                      <a:cubicBezTo>
                        <a:pt x="35923" y="11381"/>
                        <a:pt x="32768" y="15153"/>
                        <a:pt x="28482" y="15530"/>
                      </a:cubicBezTo>
                      <a:cubicBezTo>
                        <a:pt x="28482" y="15530"/>
                        <a:pt x="28413" y="15530"/>
                        <a:pt x="28413" y="15530"/>
                      </a:cubicBezTo>
                      <a:lnTo>
                        <a:pt x="8251" y="17073"/>
                      </a:lnTo>
                      <a:cubicBezTo>
                        <a:pt x="4034" y="17382"/>
                        <a:pt x="330" y="14227"/>
                        <a:pt x="21" y="10009"/>
                      </a:cubicBezTo>
                      <a:cubicBezTo>
                        <a:pt x="-287" y="5826"/>
                        <a:pt x="2799" y="2157"/>
                        <a:pt x="6982" y="1779"/>
                      </a:cubicBezTo>
                      <a:lnTo>
                        <a:pt x="7531" y="1745"/>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32" name="Freeform: Shape 131">
                  <a:extLst>
                    <a:ext uri="{FF2B5EF4-FFF2-40B4-BE49-F238E27FC236}">
                      <a16:creationId xmlns:a16="http://schemas.microsoft.com/office/drawing/2014/main" id="{6DFE82F3-6990-C106-6346-415FA0001864}"/>
                    </a:ext>
                  </a:extLst>
                </p:cNvPr>
                <p:cNvSpPr/>
                <p:nvPr/>
              </p:nvSpPr>
              <p:spPr>
                <a:xfrm>
                  <a:off x="8678358" y="4763811"/>
                  <a:ext cx="31769" cy="31787"/>
                </a:xfrm>
                <a:custGeom>
                  <a:avLst/>
                  <a:gdLst>
                    <a:gd name="connsiteX0" fmla="*/ 2559 w 31769"/>
                    <a:gd name="connsiteY0" fmla="*/ 16661 h 31787"/>
                    <a:gd name="connsiteX1" fmla="*/ 16378 w 31769"/>
                    <a:gd name="connsiteY1" fmla="*/ 2671 h 31787"/>
                    <a:gd name="connsiteX2" fmla="*/ 29099 w 31769"/>
                    <a:gd name="connsiteY2" fmla="*/ 2602 h 31787"/>
                    <a:gd name="connsiteX3" fmla="*/ 29168 w 31769"/>
                    <a:gd name="connsiteY3" fmla="*/ 15323 h 31787"/>
                    <a:gd name="connsiteX4" fmla="*/ 29099 w 31769"/>
                    <a:gd name="connsiteY4" fmla="*/ 15392 h 31787"/>
                    <a:gd name="connsiteX5" fmla="*/ 15109 w 31769"/>
                    <a:gd name="connsiteY5" fmla="*/ 29211 h 31787"/>
                    <a:gd name="connsiteX6" fmla="*/ 2559 w 31769"/>
                    <a:gd name="connsiteY6" fmla="*/ 29142 h 31787"/>
                    <a:gd name="connsiteX7" fmla="*/ 2559 w 31769"/>
                    <a:gd name="connsiteY7" fmla="*/ 16661 h 3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69" h="31787">
                      <a:moveTo>
                        <a:pt x="2559" y="16661"/>
                      </a:moveTo>
                      <a:lnTo>
                        <a:pt x="16378" y="2671"/>
                      </a:lnTo>
                      <a:cubicBezTo>
                        <a:pt x="19875" y="-861"/>
                        <a:pt x="25567" y="-896"/>
                        <a:pt x="29099" y="2602"/>
                      </a:cubicBezTo>
                      <a:cubicBezTo>
                        <a:pt x="32631" y="6100"/>
                        <a:pt x="32666" y="11791"/>
                        <a:pt x="29168" y="15323"/>
                      </a:cubicBezTo>
                      <a:cubicBezTo>
                        <a:pt x="29168" y="15323"/>
                        <a:pt x="29099" y="15392"/>
                        <a:pt x="29099" y="15392"/>
                      </a:cubicBezTo>
                      <a:lnTo>
                        <a:pt x="15109" y="29211"/>
                      </a:lnTo>
                      <a:cubicBezTo>
                        <a:pt x="11611" y="32674"/>
                        <a:pt x="5988" y="32640"/>
                        <a:pt x="2559" y="29142"/>
                      </a:cubicBezTo>
                      <a:cubicBezTo>
                        <a:pt x="-870" y="25679"/>
                        <a:pt x="-836" y="20090"/>
                        <a:pt x="2559" y="16661"/>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33" name="Freeform: Shape 132">
                  <a:extLst>
                    <a:ext uri="{FF2B5EF4-FFF2-40B4-BE49-F238E27FC236}">
                      <a16:creationId xmlns:a16="http://schemas.microsoft.com/office/drawing/2014/main" id="{C75B0AF8-FD22-1B53-326F-CB8EFE3CE2D5}"/>
                    </a:ext>
                  </a:extLst>
                </p:cNvPr>
                <p:cNvSpPr/>
                <p:nvPr/>
              </p:nvSpPr>
              <p:spPr>
                <a:xfrm>
                  <a:off x="8830151" y="4609626"/>
                  <a:ext cx="34161" cy="34161"/>
                </a:xfrm>
                <a:custGeom>
                  <a:avLst/>
                  <a:gdLst>
                    <a:gd name="connsiteX0" fmla="*/ 2910 w 34161"/>
                    <a:gd name="connsiteY0" fmla="*/ 17021 h 34161"/>
                    <a:gd name="connsiteX1" fmla="*/ 16729 w 34161"/>
                    <a:gd name="connsiteY1" fmla="*/ 3030 h 34161"/>
                    <a:gd name="connsiteX2" fmla="*/ 31131 w 34161"/>
                    <a:gd name="connsiteY2" fmla="*/ 2962 h 34161"/>
                    <a:gd name="connsiteX3" fmla="*/ 31199 w 34161"/>
                    <a:gd name="connsiteY3" fmla="*/ 17364 h 34161"/>
                    <a:gd name="connsiteX4" fmla="*/ 31131 w 34161"/>
                    <a:gd name="connsiteY4" fmla="*/ 17432 h 34161"/>
                    <a:gd name="connsiteX5" fmla="*/ 17141 w 34161"/>
                    <a:gd name="connsiteY5" fmla="*/ 31251 h 34161"/>
                    <a:gd name="connsiteX6" fmla="*/ 2876 w 34161"/>
                    <a:gd name="connsiteY6" fmla="*/ 31183 h 34161"/>
                    <a:gd name="connsiteX7" fmla="*/ 2910 w 34161"/>
                    <a:gd name="connsiteY7" fmla="*/ 17021 h 34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61" h="34161">
                      <a:moveTo>
                        <a:pt x="2910" y="17021"/>
                      </a:moveTo>
                      <a:lnTo>
                        <a:pt x="16729" y="3030"/>
                      </a:lnTo>
                      <a:cubicBezTo>
                        <a:pt x="20672" y="-981"/>
                        <a:pt x="27119" y="-1016"/>
                        <a:pt x="31131" y="2962"/>
                      </a:cubicBezTo>
                      <a:cubicBezTo>
                        <a:pt x="35143" y="6905"/>
                        <a:pt x="35178" y="13352"/>
                        <a:pt x="31199" y="17364"/>
                      </a:cubicBezTo>
                      <a:cubicBezTo>
                        <a:pt x="31199" y="17364"/>
                        <a:pt x="31131" y="17432"/>
                        <a:pt x="31131" y="17432"/>
                      </a:cubicBezTo>
                      <a:lnTo>
                        <a:pt x="17141" y="31251"/>
                      </a:lnTo>
                      <a:cubicBezTo>
                        <a:pt x="13197" y="35160"/>
                        <a:pt x="6820" y="35126"/>
                        <a:pt x="2876" y="31183"/>
                      </a:cubicBezTo>
                      <a:cubicBezTo>
                        <a:pt x="-964" y="27239"/>
                        <a:pt x="-964" y="20930"/>
                        <a:pt x="2910" y="17021"/>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34" name="Freeform: Shape 133">
                  <a:extLst>
                    <a:ext uri="{FF2B5EF4-FFF2-40B4-BE49-F238E27FC236}">
                      <a16:creationId xmlns:a16="http://schemas.microsoft.com/office/drawing/2014/main" id="{8D8C5EC0-A0C3-38FC-29EA-07F827359CEC}"/>
                    </a:ext>
                  </a:extLst>
                </p:cNvPr>
                <p:cNvSpPr/>
                <p:nvPr/>
              </p:nvSpPr>
              <p:spPr>
                <a:xfrm>
                  <a:off x="8981936" y="4455428"/>
                  <a:ext cx="36540" cy="36536"/>
                </a:xfrm>
                <a:custGeom>
                  <a:avLst/>
                  <a:gdLst>
                    <a:gd name="connsiteX0" fmla="*/ 3270 w 36540"/>
                    <a:gd name="connsiteY0" fmla="*/ 17360 h 36536"/>
                    <a:gd name="connsiteX1" fmla="*/ 17089 w 36540"/>
                    <a:gd name="connsiteY1" fmla="*/ 3369 h 36536"/>
                    <a:gd name="connsiteX2" fmla="*/ 33171 w 36540"/>
                    <a:gd name="connsiteY2" fmla="*/ 3266 h 36536"/>
                    <a:gd name="connsiteX3" fmla="*/ 33274 w 36540"/>
                    <a:gd name="connsiteY3" fmla="*/ 19348 h 36536"/>
                    <a:gd name="connsiteX4" fmla="*/ 33171 w 36540"/>
                    <a:gd name="connsiteY4" fmla="*/ 19451 h 36536"/>
                    <a:gd name="connsiteX5" fmla="*/ 19181 w 36540"/>
                    <a:gd name="connsiteY5" fmla="*/ 33270 h 36536"/>
                    <a:gd name="connsiteX6" fmla="*/ 3236 w 36540"/>
                    <a:gd name="connsiteY6" fmla="*/ 33167 h 36536"/>
                    <a:gd name="connsiteX7" fmla="*/ 3270 w 36540"/>
                    <a:gd name="connsiteY7" fmla="*/ 17360 h 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40" h="36536">
                      <a:moveTo>
                        <a:pt x="3270" y="17360"/>
                      </a:moveTo>
                      <a:lnTo>
                        <a:pt x="17089" y="3369"/>
                      </a:lnTo>
                      <a:cubicBezTo>
                        <a:pt x="21512" y="-1088"/>
                        <a:pt x="28713" y="-1123"/>
                        <a:pt x="33171" y="3266"/>
                      </a:cubicBezTo>
                      <a:cubicBezTo>
                        <a:pt x="37629" y="7690"/>
                        <a:pt x="37663" y="14891"/>
                        <a:pt x="33274" y="19348"/>
                      </a:cubicBezTo>
                      <a:cubicBezTo>
                        <a:pt x="33274" y="19348"/>
                        <a:pt x="33206" y="19417"/>
                        <a:pt x="33171" y="19451"/>
                      </a:cubicBezTo>
                      <a:lnTo>
                        <a:pt x="19181" y="33270"/>
                      </a:lnTo>
                      <a:cubicBezTo>
                        <a:pt x="14757" y="37659"/>
                        <a:pt x="7625" y="37625"/>
                        <a:pt x="3236" y="33167"/>
                      </a:cubicBezTo>
                      <a:cubicBezTo>
                        <a:pt x="-1084" y="28847"/>
                        <a:pt x="-1084" y="21749"/>
                        <a:pt x="3270" y="17360"/>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35" name="Freeform: Shape 134">
                  <a:extLst>
                    <a:ext uri="{FF2B5EF4-FFF2-40B4-BE49-F238E27FC236}">
                      <a16:creationId xmlns:a16="http://schemas.microsoft.com/office/drawing/2014/main" id="{72023A28-EC22-3D51-672A-C8FD62D08301}"/>
                    </a:ext>
                  </a:extLst>
                </p:cNvPr>
                <p:cNvSpPr/>
                <p:nvPr/>
              </p:nvSpPr>
              <p:spPr>
                <a:xfrm>
                  <a:off x="9133789" y="4301376"/>
                  <a:ext cx="38842" cy="38850"/>
                </a:xfrm>
                <a:custGeom>
                  <a:avLst/>
                  <a:gdLst>
                    <a:gd name="connsiteX0" fmla="*/ 3596 w 38842"/>
                    <a:gd name="connsiteY0" fmla="*/ 17655 h 38850"/>
                    <a:gd name="connsiteX1" fmla="*/ 17449 w 38842"/>
                    <a:gd name="connsiteY1" fmla="*/ 3699 h 38850"/>
                    <a:gd name="connsiteX2" fmla="*/ 35143 w 38842"/>
                    <a:gd name="connsiteY2" fmla="*/ 3630 h 38850"/>
                    <a:gd name="connsiteX3" fmla="*/ 35211 w 38842"/>
                    <a:gd name="connsiteY3" fmla="*/ 21324 h 38850"/>
                    <a:gd name="connsiteX4" fmla="*/ 35143 w 38842"/>
                    <a:gd name="connsiteY4" fmla="*/ 21393 h 38850"/>
                    <a:gd name="connsiteX5" fmla="*/ 21187 w 38842"/>
                    <a:gd name="connsiteY5" fmla="*/ 35246 h 38850"/>
                    <a:gd name="connsiteX6" fmla="*/ 3630 w 38842"/>
                    <a:gd name="connsiteY6" fmla="*/ 35177 h 38850"/>
                    <a:gd name="connsiteX7" fmla="*/ 3596 w 38842"/>
                    <a:gd name="connsiteY7" fmla="*/ 17655 h 3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42" h="38850">
                      <a:moveTo>
                        <a:pt x="3596" y="17655"/>
                      </a:moveTo>
                      <a:lnTo>
                        <a:pt x="17449" y="3699"/>
                      </a:lnTo>
                      <a:cubicBezTo>
                        <a:pt x="22318" y="-1204"/>
                        <a:pt x="30239" y="-1239"/>
                        <a:pt x="35143" y="3630"/>
                      </a:cubicBezTo>
                      <a:cubicBezTo>
                        <a:pt x="40047" y="8500"/>
                        <a:pt x="40081" y="16420"/>
                        <a:pt x="35211" y="21324"/>
                      </a:cubicBezTo>
                      <a:lnTo>
                        <a:pt x="35143" y="21393"/>
                      </a:lnTo>
                      <a:lnTo>
                        <a:pt x="21187" y="35246"/>
                      </a:lnTo>
                      <a:cubicBezTo>
                        <a:pt x="16317" y="40081"/>
                        <a:pt x="8465" y="40046"/>
                        <a:pt x="3630" y="35177"/>
                      </a:cubicBezTo>
                      <a:cubicBezTo>
                        <a:pt x="-1204" y="30274"/>
                        <a:pt x="-1204" y="22456"/>
                        <a:pt x="3596" y="17655"/>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36" name="Freeform: Shape 135">
                  <a:extLst>
                    <a:ext uri="{FF2B5EF4-FFF2-40B4-BE49-F238E27FC236}">
                      <a16:creationId xmlns:a16="http://schemas.microsoft.com/office/drawing/2014/main" id="{98D10F8A-23EE-3182-502F-1730506A0EC0}"/>
                    </a:ext>
                  </a:extLst>
                </p:cNvPr>
                <p:cNvSpPr/>
                <p:nvPr/>
              </p:nvSpPr>
              <p:spPr>
                <a:xfrm>
                  <a:off x="9285767" y="4147341"/>
                  <a:ext cx="40817" cy="40848"/>
                </a:xfrm>
                <a:custGeom>
                  <a:avLst/>
                  <a:gdLst>
                    <a:gd name="connsiteX0" fmla="*/ 3866 w 40817"/>
                    <a:gd name="connsiteY0" fmla="*/ 17968 h 40848"/>
                    <a:gd name="connsiteX1" fmla="*/ 17719 w 40817"/>
                    <a:gd name="connsiteY1" fmla="*/ 4012 h 40848"/>
                    <a:gd name="connsiteX2" fmla="*/ 36818 w 40817"/>
                    <a:gd name="connsiteY2" fmla="*/ 3909 h 40848"/>
                    <a:gd name="connsiteX3" fmla="*/ 36921 w 40817"/>
                    <a:gd name="connsiteY3" fmla="*/ 23009 h 40848"/>
                    <a:gd name="connsiteX4" fmla="*/ 36818 w 40817"/>
                    <a:gd name="connsiteY4" fmla="*/ 23112 h 40848"/>
                    <a:gd name="connsiteX5" fmla="*/ 22862 w 40817"/>
                    <a:gd name="connsiteY5" fmla="*/ 36965 h 40848"/>
                    <a:gd name="connsiteX6" fmla="*/ 3901 w 40817"/>
                    <a:gd name="connsiteY6" fmla="*/ 36862 h 40848"/>
                    <a:gd name="connsiteX7" fmla="*/ 3866 w 40817"/>
                    <a:gd name="connsiteY7" fmla="*/ 17968 h 40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17" h="40848">
                      <a:moveTo>
                        <a:pt x="3866" y="17968"/>
                      </a:moveTo>
                      <a:lnTo>
                        <a:pt x="17719" y="4012"/>
                      </a:lnTo>
                      <a:cubicBezTo>
                        <a:pt x="22965" y="-1303"/>
                        <a:pt x="31503" y="-1337"/>
                        <a:pt x="36818" y="3909"/>
                      </a:cubicBezTo>
                      <a:cubicBezTo>
                        <a:pt x="42099" y="9156"/>
                        <a:pt x="42168" y="17694"/>
                        <a:pt x="36921" y="23009"/>
                      </a:cubicBezTo>
                      <a:lnTo>
                        <a:pt x="36818" y="23112"/>
                      </a:lnTo>
                      <a:lnTo>
                        <a:pt x="22862" y="36965"/>
                      </a:lnTo>
                      <a:cubicBezTo>
                        <a:pt x="17617" y="42177"/>
                        <a:pt x="9112" y="42143"/>
                        <a:pt x="3901" y="36862"/>
                      </a:cubicBezTo>
                      <a:cubicBezTo>
                        <a:pt x="-1312" y="31650"/>
                        <a:pt x="-1277" y="23215"/>
                        <a:pt x="3866" y="17968"/>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37" name="Freeform: Shape 136">
                  <a:extLst>
                    <a:ext uri="{FF2B5EF4-FFF2-40B4-BE49-F238E27FC236}">
                      <a16:creationId xmlns:a16="http://schemas.microsoft.com/office/drawing/2014/main" id="{7799C11F-AC77-8244-9A3D-D668A580016C}"/>
                    </a:ext>
                  </a:extLst>
                </p:cNvPr>
                <p:cNvSpPr/>
                <p:nvPr/>
              </p:nvSpPr>
              <p:spPr>
                <a:xfrm>
                  <a:off x="9437748" y="3993370"/>
                  <a:ext cx="42819" cy="42819"/>
                </a:xfrm>
                <a:custGeom>
                  <a:avLst/>
                  <a:gdLst>
                    <a:gd name="connsiteX0" fmla="*/ 4167 w 42819"/>
                    <a:gd name="connsiteY0" fmla="*/ 18251 h 42819"/>
                    <a:gd name="connsiteX1" fmla="*/ 18020 w 42819"/>
                    <a:gd name="connsiteY1" fmla="*/ 4295 h 42819"/>
                    <a:gd name="connsiteX2" fmla="*/ 38525 w 42819"/>
                    <a:gd name="connsiteY2" fmla="*/ 4192 h 42819"/>
                    <a:gd name="connsiteX3" fmla="*/ 38628 w 42819"/>
                    <a:gd name="connsiteY3" fmla="*/ 24698 h 42819"/>
                    <a:gd name="connsiteX4" fmla="*/ 38525 w 42819"/>
                    <a:gd name="connsiteY4" fmla="*/ 24800 h 42819"/>
                    <a:gd name="connsiteX5" fmla="*/ 24569 w 42819"/>
                    <a:gd name="connsiteY5" fmla="*/ 38653 h 42819"/>
                    <a:gd name="connsiteX6" fmla="*/ 4167 w 42819"/>
                    <a:gd name="connsiteY6" fmla="*/ 38550 h 42819"/>
                    <a:gd name="connsiteX7" fmla="*/ 4167 w 42819"/>
                    <a:gd name="connsiteY7" fmla="*/ 18251 h 42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819" h="42819">
                      <a:moveTo>
                        <a:pt x="4167" y="18251"/>
                      </a:moveTo>
                      <a:lnTo>
                        <a:pt x="18020" y="4295"/>
                      </a:lnTo>
                      <a:cubicBezTo>
                        <a:pt x="23643" y="-1397"/>
                        <a:pt x="32833" y="-1431"/>
                        <a:pt x="38525" y="4192"/>
                      </a:cubicBezTo>
                      <a:cubicBezTo>
                        <a:pt x="44217" y="9815"/>
                        <a:pt x="44251" y="19005"/>
                        <a:pt x="38628" y="24698"/>
                      </a:cubicBezTo>
                      <a:lnTo>
                        <a:pt x="38525" y="24800"/>
                      </a:lnTo>
                      <a:lnTo>
                        <a:pt x="24569" y="38653"/>
                      </a:lnTo>
                      <a:cubicBezTo>
                        <a:pt x="18911" y="44243"/>
                        <a:pt x="9790" y="44208"/>
                        <a:pt x="4167" y="38550"/>
                      </a:cubicBezTo>
                      <a:cubicBezTo>
                        <a:pt x="-1389" y="32927"/>
                        <a:pt x="-1389" y="23875"/>
                        <a:pt x="4167" y="18251"/>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38" name="Freeform: Shape 137">
                  <a:extLst>
                    <a:ext uri="{FF2B5EF4-FFF2-40B4-BE49-F238E27FC236}">
                      <a16:creationId xmlns:a16="http://schemas.microsoft.com/office/drawing/2014/main" id="{784E49A6-B10B-B35B-6AD2-933312D981B7}"/>
                    </a:ext>
                  </a:extLst>
                </p:cNvPr>
                <p:cNvSpPr/>
                <p:nvPr/>
              </p:nvSpPr>
              <p:spPr>
                <a:xfrm>
                  <a:off x="9589876" y="3839592"/>
                  <a:ext cx="44470" cy="44474"/>
                </a:xfrm>
                <a:custGeom>
                  <a:avLst/>
                  <a:gdLst>
                    <a:gd name="connsiteX0" fmla="*/ 4423 w 44470"/>
                    <a:gd name="connsiteY0" fmla="*/ 18478 h 44474"/>
                    <a:gd name="connsiteX1" fmla="*/ 18277 w 44470"/>
                    <a:gd name="connsiteY1" fmla="*/ 4522 h 44474"/>
                    <a:gd name="connsiteX2" fmla="*/ 39948 w 44470"/>
                    <a:gd name="connsiteY2" fmla="*/ 4453 h 44474"/>
                    <a:gd name="connsiteX3" fmla="*/ 40017 w 44470"/>
                    <a:gd name="connsiteY3" fmla="*/ 26125 h 44474"/>
                    <a:gd name="connsiteX4" fmla="*/ 39948 w 44470"/>
                    <a:gd name="connsiteY4" fmla="*/ 26193 h 44474"/>
                    <a:gd name="connsiteX5" fmla="*/ 25992 w 44470"/>
                    <a:gd name="connsiteY5" fmla="*/ 40046 h 44474"/>
                    <a:gd name="connsiteX6" fmla="*/ 4423 w 44470"/>
                    <a:gd name="connsiteY6" fmla="*/ 39978 h 44474"/>
                    <a:gd name="connsiteX7" fmla="*/ 4423 w 44470"/>
                    <a:gd name="connsiteY7" fmla="*/ 18478 h 4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470" h="44474">
                      <a:moveTo>
                        <a:pt x="4423" y="18478"/>
                      </a:moveTo>
                      <a:lnTo>
                        <a:pt x="18277" y="4522"/>
                      </a:lnTo>
                      <a:cubicBezTo>
                        <a:pt x="24243" y="-1479"/>
                        <a:pt x="33947" y="-1513"/>
                        <a:pt x="39948" y="4453"/>
                      </a:cubicBezTo>
                      <a:cubicBezTo>
                        <a:pt x="45949" y="10420"/>
                        <a:pt x="45983" y="20124"/>
                        <a:pt x="40017" y="26125"/>
                      </a:cubicBezTo>
                      <a:lnTo>
                        <a:pt x="39948" y="26193"/>
                      </a:lnTo>
                      <a:lnTo>
                        <a:pt x="25992" y="40046"/>
                      </a:lnTo>
                      <a:cubicBezTo>
                        <a:pt x="20025" y="45979"/>
                        <a:pt x="10355" y="45944"/>
                        <a:pt x="4423" y="39978"/>
                      </a:cubicBezTo>
                      <a:cubicBezTo>
                        <a:pt x="-1474" y="34011"/>
                        <a:pt x="-1474" y="24410"/>
                        <a:pt x="4423" y="18478"/>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39" name="Freeform: Shape 138">
                  <a:extLst>
                    <a:ext uri="{FF2B5EF4-FFF2-40B4-BE49-F238E27FC236}">
                      <a16:creationId xmlns:a16="http://schemas.microsoft.com/office/drawing/2014/main" id="{2BD38C70-4532-5DF7-C1F6-5B15E4727894}"/>
                    </a:ext>
                  </a:extLst>
                </p:cNvPr>
                <p:cNvSpPr/>
                <p:nvPr/>
              </p:nvSpPr>
              <p:spPr>
                <a:xfrm>
                  <a:off x="9742192" y="3685964"/>
                  <a:ext cx="45781" cy="45785"/>
                </a:xfrm>
                <a:custGeom>
                  <a:avLst/>
                  <a:gdLst>
                    <a:gd name="connsiteX0" fmla="*/ 4629 w 45781"/>
                    <a:gd name="connsiteY0" fmla="*/ 18658 h 45785"/>
                    <a:gd name="connsiteX1" fmla="*/ 18483 w 45781"/>
                    <a:gd name="connsiteY1" fmla="*/ 4702 h 45785"/>
                    <a:gd name="connsiteX2" fmla="*/ 41080 w 45781"/>
                    <a:gd name="connsiteY2" fmla="*/ 4634 h 45785"/>
                    <a:gd name="connsiteX3" fmla="*/ 41149 w 45781"/>
                    <a:gd name="connsiteY3" fmla="*/ 27231 h 45785"/>
                    <a:gd name="connsiteX4" fmla="*/ 41080 w 45781"/>
                    <a:gd name="connsiteY4" fmla="*/ 27299 h 45785"/>
                    <a:gd name="connsiteX5" fmla="*/ 27124 w 45781"/>
                    <a:gd name="connsiteY5" fmla="*/ 41152 h 45785"/>
                    <a:gd name="connsiteX6" fmla="*/ 4629 w 45781"/>
                    <a:gd name="connsiteY6" fmla="*/ 41084 h 45785"/>
                    <a:gd name="connsiteX7" fmla="*/ 4629 w 45781"/>
                    <a:gd name="connsiteY7" fmla="*/ 18658 h 4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81" h="45785">
                      <a:moveTo>
                        <a:pt x="4629" y="18658"/>
                      </a:moveTo>
                      <a:lnTo>
                        <a:pt x="18483" y="4702"/>
                      </a:lnTo>
                      <a:cubicBezTo>
                        <a:pt x="24689" y="-1539"/>
                        <a:pt x="34805" y="-1573"/>
                        <a:pt x="41080" y="4634"/>
                      </a:cubicBezTo>
                      <a:cubicBezTo>
                        <a:pt x="47320" y="10840"/>
                        <a:pt x="47354" y="20956"/>
                        <a:pt x="41149" y="27231"/>
                      </a:cubicBezTo>
                      <a:lnTo>
                        <a:pt x="41080" y="27299"/>
                      </a:lnTo>
                      <a:lnTo>
                        <a:pt x="27124" y="41152"/>
                      </a:lnTo>
                      <a:cubicBezTo>
                        <a:pt x="20883" y="47359"/>
                        <a:pt x="10802" y="47325"/>
                        <a:pt x="4629" y="41084"/>
                      </a:cubicBezTo>
                      <a:cubicBezTo>
                        <a:pt x="-1543" y="34877"/>
                        <a:pt x="-1543" y="24864"/>
                        <a:pt x="4629" y="18658"/>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40" name="Freeform: Shape 139">
                  <a:extLst>
                    <a:ext uri="{FF2B5EF4-FFF2-40B4-BE49-F238E27FC236}">
                      <a16:creationId xmlns:a16="http://schemas.microsoft.com/office/drawing/2014/main" id="{075C80F7-59FF-70E4-2F0A-4DD0EFE9D6BD}"/>
                    </a:ext>
                  </a:extLst>
                </p:cNvPr>
                <p:cNvSpPr/>
                <p:nvPr/>
              </p:nvSpPr>
              <p:spPr>
                <a:xfrm>
                  <a:off x="9894534" y="3532311"/>
                  <a:ext cx="47093" cy="47097"/>
                </a:xfrm>
                <a:custGeom>
                  <a:avLst/>
                  <a:gdLst>
                    <a:gd name="connsiteX0" fmla="*/ 4809 w 47093"/>
                    <a:gd name="connsiteY0" fmla="*/ 18864 h 47097"/>
                    <a:gd name="connsiteX1" fmla="*/ 18662 w 47093"/>
                    <a:gd name="connsiteY1" fmla="*/ 4908 h 47097"/>
                    <a:gd name="connsiteX2" fmla="*/ 42185 w 47093"/>
                    <a:gd name="connsiteY2" fmla="*/ 4839 h 47097"/>
                    <a:gd name="connsiteX3" fmla="*/ 42254 w 47093"/>
                    <a:gd name="connsiteY3" fmla="*/ 28362 h 47097"/>
                    <a:gd name="connsiteX4" fmla="*/ 42185 w 47093"/>
                    <a:gd name="connsiteY4" fmla="*/ 28431 h 47097"/>
                    <a:gd name="connsiteX5" fmla="*/ 28229 w 47093"/>
                    <a:gd name="connsiteY5" fmla="*/ 42284 h 47097"/>
                    <a:gd name="connsiteX6" fmla="*/ 4809 w 47093"/>
                    <a:gd name="connsiteY6" fmla="*/ 42215 h 47097"/>
                    <a:gd name="connsiteX7" fmla="*/ 4809 w 47093"/>
                    <a:gd name="connsiteY7" fmla="*/ 18864 h 4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93" h="47097">
                      <a:moveTo>
                        <a:pt x="4809" y="18864"/>
                      </a:moveTo>
                      <a:lnTo>
                        <a:pt x="18662" y="4908"/>
                      </a:lnTo>
                      <a:cubicBezTo>
                        <a:pt x="25143" y="-1607"/>
                        <a:pt x="35670" y="-1642"/>
                        <a:pt x="42185" y="4839"/>
                      </a:cubicBezTo>
                      <a:cubicBezTo>
                        <a:pt x="48700" y="11320"/>
                        <a:pt x="48735" y="21847"/>
                        <a:pt x="42254" y="28362"/>
                      </a:cubicBezTo>
                      <a:lnTo>
                        <a:pt x="42185" y="28431"/>
                      </a:lnTo>
                      <a:lnTo>
                        <a:pt x="28229" y="42284"/>
                      </a:lnTo>
                      <a:cubicBezTo>
                        <a:pt x="21749" y="48730"/>
                        <a:pt x="11256" y="48696"/>
                        <a:pt x="4809" y="42215"/>
                      </a:cubicBezTo>
                      <a:cubicBezTo>
                        <a:pt x="-1603" y="35735"/>
                        <a:pt x="-1603" y="25310"/>
                        <a:pt x="4809" y="18864"/>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41" name="Freeform: Shape 140">
                  <a:extLst>
                    <a:ext uri="{FF2B5EF4-FFF2-40B4-BE49-F238E27FC236}">
                      <a16:creationId xmlns:a16="http://schemas.microsoft.com/office/drawing/2014/main" id="{851DD183-2579-9E3F-ABC3-70152BF27552}"/>
                    </a:ext>
                  </a:extLst>
                </p:cNvPr>
                <p:cNvSpPr/>
                <p:nvPr/>
              </p:nvSpPr>
              <p:spPr>
                <a:xfrm>
                  <a:off x="10047000" y="3378936"/>
                  <a:ext cx="48036" cy="48019"/>
                </a:xfrm>
                <a:custGeom>
                  <a:avLst/>
                  <a:gdLst>
                    <a:gd name="connsiteX0" fmla="*/ 5002 w 48036"/>
                    <a:gd name="connsiteY0" fmla="*/ 18928 h 48019"/>
                    <a:gd name="connsiteX1" fmla="*/ 18890 w 48036"/>
                    <a:gd name="connsiteY1" fmla="*/ 5006 h 48019"/>
                    <a:gd name="connsiteX2" fmla="*/ 43030 w 48036"/>
                    <a:gd name="connsiteY2" fmla="*/ 4972 h 48019"/>
                    <a:gd name="connsiteX3" fmla="*/ 43064 w 48036"/>
                    <a:gd name="connsiteY3" fmla="*/ 29112 h 48019"/>
                    <a:gd name="connsiteX4" fmla="*/ 43030 w 48036"/>
                    <a:gd name="connsiteY4" fmla="*/ 29147 h 48019"/>
                    <a:gd name="connsiteX5" fmla="*/ 29108 w 48036"/>
                    <a:gd name="connsiteY5" fmla="*/ 43034 h 48019"/>
                    <a:gd name="connsiteX6" fmla="*/ 5002 w 48036"/>
                    <a:gd name="connsiteY6" fmla="*/ 43000 h 48019"/>
                    <a:gd name="connsiteX7" fmla="*/ 5002 w 48036"/>
                    <a:gd name="connsiteY7" fmla="*/ 18928 h 4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036" h="48019">
                      <a:moveTo>
                        <a:pt x="5002" y="18928"/>
                      </a:moveTo>
                      <a:lnTo>
                        <a:pt x="18890" y="5006"/>
                      </a:lnTo>
                      <a:cubicBezTo>
                        <a:pt x="25542" y="-1646"/>
                        <a:pt x="36343" y="-1680"/>
                        <a:pt x="43030" y="4972"/>
                      </a:cubicBezTo>
                      <a:cubicBezTo>
                        <a:pt x="49682" y="11624"/>
                        <a:pt x="49716" y="22426"/>
                        <a:pt x="43064" y="29112"/>
                      </a:cubicBezTo>
                      <a:lnTo>
                        <a:pt x="43030" y="29147"/>
                      </a:lnTo>
                      <a:lnTo>
                        <a:pt x="29108" y="43034"/>
                      </a:lnTo>
                      <a:cubicBezTo>
                        <a:pt x="22456" y="49686"/>
                        <a:pt x="11654" y="49686"/>
                        <a:pt x="5002" y="43000"/>
                      </a:cubicBezTo>
                      <a:cubicBezTo>
                        <a:pt x="-1650" y="36313"/>
                        <a:pt x="-1684" y="25580"/>
                        <a:pt x="5002" y="18928"/>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42" name="Freeform: Shape 141">
                  <a:extLst>
                    <a:ext uri="{FF2B5EF4-FFF2-40B4-BE49-F238E27FC236}">
                      <a16:creationId xmlns:a16="http://schemas.microsoft.com/office/drawing/2014/main" id="{6C2DF283-4360-BF8F-AC09-C2E43520F264}"/>
                    </a:ext>
                  </a:extLst>
                </p:cNvPr>
                <p:cNvSpPr/>
                <p:nvPr/>
              </p:nvSpPr>
              <p:spPr>
                <a:xfrm>
                  <a:off x="10198514" y="3222741"/>
                  <a:ext cx="47300" cy="51037"/>
                </a:xfrm>
                <a:custGeom>
                  <a:avLst/>
                  <a:gdLst>
                    <a:gd name="connsiteX0" fmla="*/ 4365 w 47300"/>
                    <a:gd name="connsiteY0" fmla="*/ 22327 h 51037"/>
                    <a:gd name="connsiteX1" fmla="*/ 15612 w 47300"/>
                    <a:gd name="connsiteY1" fmla="*/ 7719 h 51037"/>
                    <a:gd name="connsiteX2" fmla="*/ 16366 w 47300"/>
                    <a:gd name="connsiteY2" fmla="*/ 6725 h 51037"/>
                    <a:gd name="connsiteX3" fmla="*/ 40575 w 47300"/>
                    <a:gd name="connsiteY3" fmla="*/ 3570 h 51037"/>
                    <a:gd name="connsiteX4" fmla="*/ 43730 w 47300"/>
                    <a:gd name="connsiteY4" fmla="*/ 27779 h 51037"/>
                    <a:gd name="connsiteX5" fmla="*/ 43695 w 47300"/>
                    <a:gd name="connsiteY5" fmla="*/ 27813 h 51037"/>
                    <a:gd name="connsiteX6" fmla="*/ 30905 w 47300"/>
                    <a:gd name="connsiteY6" fmla="*/ 44341 h 51037"/>
                    <a:gd name="connsiteX7" fmla="*/ 6697 w 47300"/>
                    <a:gd name="connsiteY7" fmla="*/ 47427 h 51037"/>
                    <a:gd name="connsiteX8" fmla="*/ 3611 w 47300"/>
                    <a:gd name="connsiteY8" fmla="*/ 23218 h 51037"/>
                    <a:gd name="connsiteX9" fmla="*/ 4365 w 47300"/>
                    <a:gd name="connsiteY9" fmla="*/ 22327 h 51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0" h="51037">
                      <a:moveTo>
                        <a:pt x="4365" y="22327"/>
                      </a:moveTo>
                      <a:lnTo>
                        <a:pt x="15612" y="7719"/>
                      </a:lnTo>
                      <a:lnTo>
                        <a:pt x="16366" y="6725"/>
                      </a:lnTo>
                      <a:cubicBezTo>
                        <a:pt x="22195" y="-819"/>
                        <a:pt x="33032" y="-2225"/>
                        <a:pt x="40575" y="3570"/>
                      </a:cubicBezTo>
                      <a:cubicBezTo>
                        <a:pt x="48119" y="9400"/>
                        <a:pt x="49525" y="20235"/>
                        <a:pt x="43730" y="27779"/>
                      </a:cubicBezTo>
                      <a:lnTo>
                        <a:pt x="43695" y="27813"/>
                      </a:lnTo>
                      <a:lnTo>
                        <a:pt x="30905" y="44341"/>
                      </a:lnTo>
                      <a:cubicBezTo>
                        <a:pt x="25076" y="51885"/>
                        <a:pt x="14241" y="53256"/>
                        <a:pt x="6697" y="47427"/>
                      </a:cubicBezTo>
                      <a:cubicBezTo>
                        <a:pt x="-847" y="41598"/>
                        <a:pt x="-2219" y="30762"/>
                        <a:pt x="3611" y="23218"/>
                      </a:cubicBezTo>
                      <a:lnTo>
                        <a:pt x="4365" y="22327"/>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43" name="Freeform: Shape 142">
                  <a:extLst>
                    <a:ext uri="{FF2B5EF4-FFF2-40B4-BE49-F238E27FC236}">
                      <a16:creationId xmlns:a16="http://schemas.microsoft.com/office/drawing/2014/main" id="{CF228E69-2DDB-D328-84D4-441B7DC25CFE}"/>
                    </a:ext>
                  </a:extLst>
                </p:cNvPr>
                <p:cNvSpPr/>
                <p:nvPr/>
              </p:nvSpPr>
              <p:spPr>
                <a:xfrm>
                  <a:off x="10258070" y="3016955"/>
                  <a:ext cx="37640" cy="55677"/>
                </a:xfrm>
                <a:custGeom>
                  <a:avLst/>
                  <a:gdLst>
                    <a:gd name="connsiteX0" fmla="*/ 2725 w 37640"/>
                    <a:gd name="connsiteY0" fmla="*/ 39244 h 55677"/>
                    <a:gd name="connsiteX1" fmla="*/ 324 w 37640"/>
                    <a:gd name="connsiteY1" fmla="*/ 21002 h 55677"/>
                    <a:gd name="connsiteX2" fmla="*/ 153 w 37640"/>
                    <a:gd name="connsiteY2" fmla="*/ 19767 h 55677"/>
                    <a:gd name="connsiteX3" fmla="*/ 15206 w 37640"/>
                    <a:gd name="connsiteY3" fmla="*/ 153 h 55677"/>
                    <a:gd name="connsiteX4" fmla="*/ 34820 w 37640"/>
                    <a:gd name="connsiteY4" fmla="*/ 15206 h 55677"/>
                    <a:gd name="connsiteX5" fmla="*/ 34820 w 37640"/>
                    <a:gd name="connsiteY5" fmla="*/ 15241 h 55677"/>
                    <a:gd name="connsiteX6" fmla="*/ 37495 w 37640"/>
                    <a:gd name="connsiteY6" fmla="*/ 35952 h 55677"/>
                    <a:gd name="connsiteX7" fmla="*/ 22407 w 37640"/>
                    <a:gd name="connsiteY7" fmla="*/ 55532 h 55677"/>
                    <a:gd name="connsiteX8" fmla="*/ 2828 w 37640"/>
                    <a:gd name="connsiteY8" fmla="*/ 40444 h 55677"/>
                    <a:gd name="connsiteX9" fmla="*/ 2725 w 37640"/>
                    <a:gd name="connsiteY9" fmla="*/ 39244 h 5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640" h="55677">
                      <a:moveTo>
                        <a:pt x="2725" y="39244"/>
                      </a:moveTo>
                      <a:lnTo>
                        <a:pt x="324" y="21002"/>
                      </a:lnTo>
                      <a:lnTo>
                        <a:pt x="153" y="19767"/>
                      </a:lnTo>
                      <a:cubicBezTo>
                        <a:pt x="-1116" y="10200"/>
                        <a:pt x="5639" y="1388"/>
                        <a:pt x="15206" y="153"/>
                      </a:cubicBezTo>
                      <a:cubicBezTo>
                        <a:pt x="24773" y="-1116"/>
                        <a:pt x="33586" y="5639"/>
                        <a:pt x="34820" y="15206"/>
                      </a:cubicBezTo>
                      <a:lnTo>
                        <a:pt x="34820" y="15241"/>
                      </a:lnTo>
                      <a:lnTo>
                        <a:pt x="37495" y="35952"/>
                      </a:lnTo>
                      <a:cubicBezTo>
                        <a:pt x="38729" y="45519"/>
                        <a:pt x="31974" y="54297"/>
                        <a:pt x="22407" y="55532"/>
                      </a:cubicBezTo>
                      <a:cubicBezTo>
                        <a:pt x="12840" y="56766"/>
                        <a:pt x="4062" y="50011"/>
                        <a:pt x="2828" y="40444"/>
                      </a:cubicBezTo>
                      <a:lnTo>
                        <a:pt x="2725" y="39244"/>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44" name="Freeform: Shape 143">
                  <a:extLst>
                    <a:ext uri="{FF2B5EF4-FFF2-40B4-BE49-F238E27FC236}">
                      <a16:creationId xmlns:a16="http://schemas.microsoft.com/office/drawing/2014/main" id="{E82E4593-0592-D51C-AA41-549FC939299D}"/>
                    </a:ext>
                  </a:extLst>
                </p:cNvPr>
                <p:cNvSpPr/>
                <p:nvPr/>
              </p:nvSpPr>
              <p:spPr>
                <a:xfrm>
                  <a:off x="10148713" y="2835825"/>
                  <a:ext cx="49283" cy="49270"/>
                </a:xfrm>
                <a:custGeom>
                  <a:avLst/>
                  <a:gdLst>
                    <a:gd name="connsiteX0" fmla="*/ 19053 w 49283"/>
                    <a:gd name="connsiteY0" fmla="*/ 44088 h 49270"/>
                    <a:gd name="connsiteX1" fmla="*/ 5165 w 49283"/>
                    <a:gd name="connsiteY1" fmla="*/ 30167 h 49270"/>
                    <a:gd name="connsiteX2" fmla="*/ 5199 w 49283"/>
                    <a:gd name="connsiteY2" fmla="*/ 5169 h 49270"/>
                    <a:gd name="connsiteX3" fmla="*/ 30163 w 49283"/>
                    <a:gd name="connsiteY3" fmla="*/ 5169 h 49270"/>
                    <a:gd name="connsiteX4" fmla="*/ 44084 w 49283"/>
                    <a:gd name="connsiteY4" fmla="*/ 19057 h 49270"/>
                    <a:gd name="connsiteX5" fmla="*/ 44119 w 49283"/>
                    <a:gd name="connsiteY5" fmla="*/ 44088 h 49270"/>
                    <a:gd name="connsiteX6" fmla="*/ 19053 w 49283"/>
                    <a:gd name="connsiteY6" fmla="*/ 44088 h 49270"/>
                    <a:gd name="connsiteX7" fmla="*/ 19053 w 49283"/>
                    <a:gd name="connsiteY7" fmla="*/ 44088 h 49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283" h="49270">
                      <a:moveTo>
                        <a:pt x="19053" y="44088"/>
                      </a:moveTo>
                      <a:lnTo>
                        <a:pt x="5165" y="30167"/>
                      </a:lnTo>
                      <a:cubicBezTo>
                        <a:pt x="-1727" y="23274"/>
                        <a:pt x="-1727" y="12062"/>
                        <a:pt x="5199" y="5169"/>
                      </a:cubicBezTo>
                      <a:cubicBezTo>
                        <a:pt x="12092" y="-1723"/>
                        <a:pt x="23270" y="-1723"/>
                        <a:pt x="30163" y="5169"/>
                      </a:cubicBezTo>
                      <a:lnTo>
                        <a:pt x="44084" y="19057"/>
                      </a:lnTo>
                      <a:cubicBezTo>
                        <a:pt x="51011" y="25949"/>
                        <a:pt x="51011" y="37162"/>
                        <a:pt x="44119" y="44088"/>
                      </a:cubicBezTo>
                      <a:cubicBezTo>
                        <a:pt x="37226" y="50981"/>
                        <a:pt x="26014" y="51015"/>
                        <a:pt x="19053" y="44088"/>
                      </a:cubicBezTo>
                      <a:lnTo>
                        <a:pt x="19053" y="44088"/>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45" name="Freeform: Shape 144">
                  <a:extLst>
                    <a:ext uri="{FF2B5EF4-FFF2-40B4-BE49-F238E27FC236}">
                      <a16:creationId xmlns:a16="http://schemas.microsoft.com/office/drawing/2014/main" id="{54E91073-E3B5-5571-E0D0-CD5F1ACE0984}"/>
                    </a:ext>
                  </a:extLst>
                </p:cNvPr>
                <p:cNvSpPr/>
                <p:nvPr/>
              </p:nvSpPr>
              <p:spPr>
                <a:xfrm>
                  <a:off x="9995994" y="2683093"/>
                  <a:ext cx="48820" cy="48799"/>
                </a:xfrm>
                <a:custGeom>
                  <a:avLst/>
                  <a:gdLst>
                    <a:gd name="connsiteX0" fmla="*/ 18975 w 48820"/>
                    <a:gd name="connsiteY0" fmla="*/ 43681 h 48799"/>
                    <a:gd name="connsiteX1" fmla="*/ 5088 w 48820"/>
                    <a:gd name="connsiteY1" fmla="*/ 29760 h 48799"/>
                    <a:gd name="connsiteX2" fmla="*/ 5122 w 48820"/>
                    <a:gd name="connsiteY2" fmla="*/ 5105 h 48799"/>
                    <a:gd name="connsiteX3" fmla="*/ 29776 w 48820"/>
                    <a:gd name="connsiteY3" fmla="*/ 5105 h 48799"/>
                    <a:gd name="connsiteX4" fmla="*/ 43698 w 48820"/>
                    <a:gd name="connsiteY4" fmla="*/ 18992 h 48799"/>
                    <a:gd name="connsiteX5" fmla="*/ 43733 w 48820"/>
                    <a:gd name="connsiteY5" fmla="*/ 43681 h 48799"/>
                    <a:gd name="connsiteX6" fmla="*/ 18975 w 48820"/>
                    <a:gd name="connsiteY6" fmla="*/ 43681 h 48799"/>
                    <a:gd name="connsiteX7" fmla="*/ 18975 w 48820"/>
                    <a:gd name="connsiteY7" fmla="*/ 43681 h 48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820" h="48799">
                      <a:moveTo>
                        <a:pt x="18975" y="43681"/>
                      </a:moveTo>
                      <a:lnTo>
                        <a:pt x="5088" y="29760"/>
                      </a:lnTo>
                      <a:cubicBezTo>
                        <a:pt x="-1702" y="22936"/>
                        <a:pt x="-1702" y="11894"/>
                        <a:pt x="5122" y="5105"/>
                      </a:cubicBezTo>
                      <a:cubicBezTo>
                        <a:pt x="11946" y="-1685"/>
                        <a:pt x="22953" y="-1719"/>
                        <a:pt x="29776" y="5105"/>
                      </a:cubicBezTo>
                      <a:lnTo>
                        <a:pt x="43698" y="18992"/>
                      </a:lnTo>
                      <a:cubicBezTo>
                        <a:pt x="50522" y="25816"/>
                        <a:pt x="50522" y="36857"/>
                        <a:pt x="43733" y="43681"/>
                      </a:cubicBezTo>
                      <a:cubicBezTo>
                        <a:pt x="36875" y="50505"/>
                        <a:pt x="25833" y="50505"/>
                        <a:pt x="18975" y="43681"/>
                      </a:cubicBezTo>
                      <a:lnTo>
                        <a:pt x="18975" y="43681"/>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46" name="Freeform: Shape 145">
                  <a:extLst>
                    <a:ext uri="{FF2B5EF4-FFF2-40B4-BE49-F238E27FC236}">
                      <a16:creationId xmlns:a16="http://schemas.microsoft.com/office/drawing/2014/main" id="{88262FAF-AC96-2B4C-8545-FE2AEED603BD}"/>
                    </a:ext>
                  </a:extLst>
                </p:cNvPr>
                <p:cNvSpPr/>
                <p:nvPr/>
              </p:nvSpPr>
              <p:spPr>
                <a:xfrm>
                  <a:off x="9843215" y="2530327"/>
                  <a:ext cx="48374" cy="48348"/>
                </a:xfrm>
                <a:custGeom>
                  <a:avLst/>
                  <a:gdLst>
                    <a:gd name="connsiteX0" fmla="*/ 18924 w 48374"/>
                    <a:gd name="connsiteY0" fmla="*/ 43308 h 48348"/>
                    <a:gd name="connsiteX1" fmla="*/ 5036 w 48374"/>
                    <a:gd name="connsiteY1" fmla="*/ 29387 h 48348"/>
                    <a:gd name="connsiteX2" fmla="*/ 5071 w 48374"/>
                    <a:gd name="connsiteY2" fmla="*/ 5041 h 48348"/>
                    <a:gd name="connsiteX3" fmla="*/ 29382 w 48374"/>
                    <a:gd name="connsiteY3" fmla="*/ 5041 h 48348"/>
                    <a:gd name="connsiteX4" fmla="*/ 43304 w 48374"/>
                    <a:gd name="connsiteY4" fmla="*/ 18928 h 48348"/>
                    <a:gd name="connsiteX5" fmla="*/ 43338 w 48374"/>
                    <a:gd name="connsiteY5" fmla="*/ 43308 h 48348"/>
                    <a:gd name="connsiteX6" fmla="*/ 18924 w 48374"/>
                    <a:gd name="connsiteY6" fmla="*/ 43308 h 48348"/>
                    <a:gd name="connsiteX7" fmla="*/ 18924 w 48374"/>
                    <a:gd name="connsiteY7" fmla="*/ 43308 h 4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374" h="48348">
                      <a:moveTo>
                        <a:pt x="18924" y="43308"/>
                      </a:moveTo>
                      <a:lnTo>
                        <a:pt x="5036" y="29387"/>
                      </a:lnTo>
                      <a:cubicBezTo>
                        <a:pt x="-1684" y="22666"/>
                        <a:pt x="-1684" y="11761"/>
                        <a:pt x="5071" y="5041"/>
                      </a:cubicBezTo>
                      <a:cubicBezTo>
                        <a:pt x="11791" y="-1680"/>
                        <a:pt x="22695" y="-1680"/>
                        <a:pt x="29382" y="5041"/>
                      </a:cubicBezTo>
                      <a:lnTo>
                        <a:pt x="43304" y="18928"/>
                      </a:lnTo>
                      <a:cubicBezTo>
                        <a:pt x="50059" y="25649"/>
                        <a:pt x="50059" y="36553"/>
                        <a:pt x="43338" y="43308"/>
                      </a:cubicBezTo>
                      <a:cubicBezTo>
                        <a:pt x="36583" y="50029"/>
                        <a:pt x="25679" y="50029"/>
                        <a:pt x="18924" y="43308"/>
                      </a:cubicBezTo>
                      <a:lnTo>
                        <a:pt x="18924" y="43308"/>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47" name="Freeform: Shape 146">
                  <a:extLst>
                    <a:ext uri="{FF2B5EF4-FFF2-40B4-BE49-F238E27FC236}">
                      <a16:creationId xmlns:a16="http://schemas.microsoft.com/office/drawing/2014/main" id="{DDF3C790-9932-F91A-B14A-66C37FA236C4}"/>
                    </a:ext>
                  </a:extLst>
                </p:cNvPr>
                <p:cNvSpPr/>
                <p:nvPr/>
              </p:nvSpPr>
              <p:spPr>
                <a:xfrm>
                  <a:off x="9690462" y="2377527"/>
                  <a:ext cx="47911" cy="47937"/>
                </a:xfrm>
                <a:custGeom>
                  <a:avLst/>
                  <a:gdLst>
                    <a:gd name="connsiteX0" fmla="*/ 18847 w 47911"/>
                    <a:gd name="connsiteY0" fmla="*/ 42935 h 47937"/>
                    <a:gd name="connsiteX1" fmla="*/ 4959 w 47911"/>
                    <a:gd name="connsiteY1" fmla="*/ 29014 h 47937"/>
                    <a:gd name="connsiteX2" fmla="*/ 4993 w 47911"/>
                    <a:gd name="connsiteY2" fmla="*/ 4976 h 47937"/>
                    <a:gd name="connsiteX3" fmla="*/ 28996 w 47911"/>
                    <a:gd name="connsiteY3" fmla="*/ 4976 h 47937"/>
                    <a:gd name="connsiteX4" fmla="*/ 42918 w 47911"/>
                    <a:gd name="connsiteY4" fmla="*/ 18864 h 47937"/>
                    <a:gd name="connsiteX5" fmla="*/ 42953 w 47911"/>
                    <a:gd name="connsiteY5" fmla="*/ 42935 h 47937"/>
                    <a:gd name="connsiteX6" fmla="*/ 18847 w 47911"/>
                    <a:gd name="connsiteY6" fmla="*/ 42935 h 47937"/>
                    <a:gd name="connsiteX7" fmla="*/ 18847 w 47911"/>
                    <a:gd name="connsiteY7" fmla="*/ 42935 h 4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911" h="47937">
                      <a:moveTo>
                        <a:pt x="18847" y="42935"/>
                      </a:moveTo>
                      <a:lnTo>
                        <a:pt x="4959" y="29014"/>
                      </a:lnTo>
                      <a:cubicBezTo>
                        <a:pt x="-1659" y="22361"/>
                        <a:pt x="-1659" y="11594"/>
                        <a:pt x="4993" y="4976"/>
                      </a:cubicBezTo>
                      <a:cubicBezTo>
                        <a:pt x="11645" y="-1642"/>
                        <a:pt x="22379" y="-1676"/>
                        <a:pt x="28996" y="4976"/>
                      </a:cubicBezTo>
                      <a:lnTo>
                        <a:pt x="42918" y="18864"/>
                      </a:lnTo>
                      <a:cubicBezTo>
                        <a:pt x="49570" y="25516"/>
                        <a:pt x="49570" y="36283"/>
                        <a:pt x="42953" y="42935"/>
                      </a:cubicBezTo>
                      <a:cubicBezTo>
                        <a:pt x="36301" y="49588"/>
                        <a:pt x="25533" y="49622"/>
                        <a:pt x="18847" y="42935"/>
                      </a:cubicBezTo>
                      <a:lnTo>
                        <a:pt x="18847" y="42935"/>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48" name="Freeform: Shape 147">
                  <a:extLst>
                    <a:ext uri="{FF2B5EF4-FFF2-40B4-BE49-F238E27FC236}">
                      <a16:creationId xmlns:a16="http://schemas.microsoft.com/office/drawing/2014/main" id="{847FE260-E66E-4D1A-8DB9-B6A661C71C74}"/>
                    </a:ext>
                  </a:extLst>
                </p:cNvPr>
                <p:cNvSpPr/>
                <p:nvPr/>
              </p:nvSpPr>
              <p:spPr>
                <a:xfrm>
                  <a:off x="9538043" y="2225129"/>
                  <a:ext cx="46848" cy="46810"/>
                </a:xfrm>
                <a:custGeom>
                  <a:avLst/>
                  <a:gdLst>
                    <a:gd name="connsiteX0" fmla="*/ 18641 w 46848"/>
                    <a:gd name="connsiteY0" fmla="*/ 41988 h 46810"/>
                    <a:gd name="connsiteX1" fmla="*/ 4787 w 46848"/>
                    <a:gd name="connsiteY1" fmla="*/ 28032 h 46810"/>
                    <a:gd name="connsiteX2" fmla="*/ 4856 w 46848"/>
                    <a:gd name="connsiteY2" fmla="*/ 4783 h 46810"/>
                    <a:gd name="connsiteX3" fmla="*/ 28036 w 46848"/>
                    <a:gd name="connsiteY3" fmla="*/ 4783 h 46810"/>
                    <a:gd name="connsiteX4" fmla="*/ 41992 w 46848"/>
                    <a:gd name="connsiteY4" fmla="*/ 18637 h 46810"/>
                    <a:gd name="connsiteX5" fmla="*/ 42061 w 46848"/>
                    <a:gd name="connsiteY5" fmla="*/ 41954 h 46810"/>
                    <a:gd name="connsiteX6" fmla="*/ 18744 w 46848"/>
                    <a:gd name="connsiteY6" fmla="*/ 42022 h 46810"/>
                    <a:gd name="connsiteX7" fmla="*/ 18641 w 46848"/>
                    <a:gd name="connsiteY7" fmla="*/ 41988 h 46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8" h="46810">
                      <a:moveTo>
                        <a:pt x="18641" y="41988"/>
                      </a:moveTo>
                      <a:lnTo>
                        <a:pt x="4787" y="28032"/>
                      </a:lnTo>
                      <a:cubicBezTo>
                        <a:pt x="-1624" y="21586"/>
                        <a:pt x="-1590" y="11196"/>
                        <a:pt x="4856" y="4783"/>
                      </a:cubicBezTo>
                      <a:cubicBezTo>
                        <a:pt x="11269" y="-1594"/>
                        <a:pt x="21624" y="-1594"/>
                        <a:pt x="28036" y="4783"/>
                      </a:cubicBezTo>
                      <a:lnTo>
                        <a:pt x="41992" y="18637"/>
                      </a:lnTo>
                      <a:cubicBezTo>
                        <a:pt x="48439" y="25049"/>
                        <a:pt x="48473" y="35507"/>
                        <a:pt x="42061" y="41954"/>
                      </a:cubicBezTo>
                      <a:cubicBezTo>
                        <a:pt x="35648" y="48400"/>
                        <a:pt x="25190" y="48435"/>
                        <a:pt x="18744" y="42022"/>
                      </a:cubicBezTo>
                      <a:lnTo>
                        <a:pt x="18641" y="41988"/>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49" name="Freeform: Shape 148">
                  <a:extLst>
                    <a:ext uri="{FF2B5EF4-FFF2-40B4-BE49-F238E27FC236}">
                      <a16:creationId xmlns:a16="http://schemas.microsoft.com/office/drawing/2014/main" id="{2436882A-C630-76A0-B59C-C4F5473317C7}"/>
                    </a:ext>
                  </a:extLst>
                </p:cNvPr>
                <p:cNvSpPr/>
                <p:nvPr/>
              </p:nvSpPr>
              <p:spPr>
                <a:xfrm>
                  <a:off x="9385760" y="2072847"/>
                  <a:ext cx="45503" cy="45498"/>
                </a:xfrm>
                <a:custGeom>
                  <a:avLst/>
                  <a:gdLst>
                    <a:gd name="connsiteX0" fmla="*/ 18435 w 45503"/>
                    <a:gd name="connsiteY0" fmla="*/ 40822 h 45498"/>
                    <a:gd name="connsiteX1" fmla="*/ 4582 w 45503"/>
                    <a:gd name="connsiteY1" fmla="*/ 26866 h 45498"/>
                    <a:gd name="connsiteX2" fmla="*/ 4651 w 45503"/>
                    <a:gd name="connsiteY2" fmla="*/ 4578 h 45498"/>
                    <a:gd name="connsiteX3" fmla="*/ 26871 w 45503"/>
                    <a:gd name="connsiteY3" fmla="*/ 4578 h 45498"/>
                    <a:gd name="connsiteX4" fmla="*/ 40827 w 45503"/>
                    <a:gd name="connsiteY4" fmla="*/ 18431 h 45498"/>
                    <a:gd name="connsiteX5" fmla="*/ 40896 w 45503"/>
                    <a:gd name="connsiteY5" fmla="*/ 40822 h 45498"/>
                    <a:gd name="connsiteX6" fmla="*/ 18504 w 45503"/>
                    <a:gd name="connsiteY6" fmla="*/ 40891 h 45498"/>
                    <a:gd name="connsiteX7" fmla="*/ 18435 w 45503"/>
                    <a:gd name="connsiteY7" fmla="*/ 40822 h 4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503" h="45498">
                      <a:moveTo>
                        <a:pt x="18435" y="40822"/>
                      </a:moveTo>
                      <a:lnTo>
                        <a:pt x="4582" y="26866"/>
                      </a:lnTo>
                      <a:cubicBezTo>
                        <a:pt x="-1556" y="20694"/>
                        <a:pt x="-1522" y="10716"/>
                        <a:pt x="4651" y="4578"/>
                      </a:cubicBezTo>
                      <a:cubicBezTo>
                        <a:pt x="10789" y="-1526"/>
                        <a:pt x="20733" y="-1526"/>
                        <a:pt x="26871" y="4578"/>
                      </a:cubicBezTo>
                      <a:lnTo>
                        <a:pt x="40827" y="18431"/>
                      </a:lnTo>
                      <a:cubicBezTo>
                        <a:pt x="47034" y="24603"/>
                        <a:pt x="47068" y="34616"/>
                        <a:pt x="40896" y="40822"/>
                      </a:cubicBezTo>
                      <a:cubicBezTo>
                        <a:pt x="34723" y="47029"/>
                        <a:pt x="24711" y="47063"/>
                        <a:pt x="18504" y="40891"/>
                      </a:cubicBezTo>
                      <a:lnTo>
                        <a:pt x="18435" y="40822"/>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50" name="Freeform: Shape 149">
                  <a:extLst>
                    <a:ext uri="{FF2B5EF4-FFF2-40B4-BE49-F238E27FC236}">
                      <a16:creationId xmlns:a16="http://schemas.microsoft.com/office/drawing/2014/main" id="{77E1839D-1FBE-5395-AB4B-4C56CDF6B8D9}"/>
                    </a:ext>
                  </a:extLst>
                </p:cNvPr>
                <p:cNvSpPr/>
                <p:nvPr/>
              </p:nvSpPr>
              <p:spPr>
                <a:xfrm>
                  <a:off x="9233419" y="1920505"/>
                  <a:ext cx="44191" cy="44187"/>
                </a:xfrm>
                <a:custGeom>
                  <a:avLst/>
                  <a:gdLst>
                    <a:gd name="connsiteX0" fmla="*/ 18255 w 44191"/>
                    <a:gd name="connsiteY0" fmla="*/ 39716 h 44187"/>
                    <a:gd name="connsiteX1" fmla="*/ 4402 w 44191"/>
                    <a:gd name="connsiteY1" fmla="*/ 25760 h 44187"/>
                    <a:gd name="connsiteX2" fmla="*/ 4471 w 44191"/>
                    <a:gd name="connsiteY2" fmla="*/ 4398 h 44187"/>
                    <a:gd name="connsiteX3" fmla="*/ 25765 w 44191"/>
                    <a:gd name="connsiteY3" fmla="*/ 4398 h 44187"/>
                    <a:gd name="connsiteX4" fmla="*/ 39721 w 44191"/>
                    <a:gd name="connsiteY4" fmla="*/ 18251 h 44187"/>
                    <a:gd name="connsiteX5" fmla="*/ 39789 w 44191"/>
                    <a:gd name="connsiteY5" fmla="*/ 39716 h 44187"/>
                    <a:gd name="connsiteX6" fmla="*/ 18324 w 44191"/>
                    <a:gd name="connsiteY6" fmla="*/ 39785 h 44187"/>
                    <a:gd name="connsiteX7" fmla="*/ 18255 w 44191"/>
                    <a:gd name="connsiteY7" fmla="*/ 39716 h 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91" h="44187">
                      <a:moveTo>
                        <a:pt x="18255" y="39716"/>
                      </a:moveTo>
                      <a:lnTo>
                        <a:pt x="4402" y="25760"/>
                      </a:lnTo>
                      <a:cubicBezTo>
                        <a:pt x="-1496" y="19828"/>
                        <a:pt x="-1461" y="10261"/>
                        <a:pt x="4471" y="4398"/>
                      </a:cubicBezTo>
                      <a:cubicBezTo>
                        <a:pt x="10368" y="-1466"/>
                        <a:pt x="19901" y="-1466"/>
                        <a:pt x="25765" y="4398"/>
                      </a:cubicBezTo>
                      <a:lnTo>
                        <a:pt x="39721" y="18251"/>
                      </a:lnTo>
                      <a:cubicBezTo>
                        <a:pt x="45653" y="24149"/>
                        <a:pt x="45687" y="33750"/>
                        <a:pt x="39789" y="39716"/>
                      </a:cubicBezTo>
                      <a:cubicBezTo>
                        <a:pt x="33892" y="45649"/>
                        <a:pt x="24290" y="45683"/>
                        <a:pt x="18324" y="39785"/>
                      </a:cubicBezTo>
                      <a:lnTo>
                        <a:pt x="18255" y="39716"/>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51" name="Freeform: Shape 150">
                  <a:extLst>
                    <a:ext uri="{FF2B5EF4-FFF2-40B4-BE49-F238E27FC236}">
                      <a16:creationId xmlns:a16="http://schemas.microsoft.com/office/drawing/2014/main" id="{0DDBE473-4287-3D39-1BE8-605DD37E04BB}"/>
                    </a:ext>
                  </a:extLst>
                </p:cNvPr>
                <p:cNvSpPr/>
                <p:nvPr/>
              </p:nvSpPr>
              <p:spPr>
                <a:xfrm>
                  <a:off x="9081355" y="1768519"/>
                  <a:ext cx="42395" cy="42382"/>
                </a:xfrm>
                <a:custGeom>
                  <a:avLst/>
                  <a:gdLst>
                    <a:gd name="connsiteX0" fmla="*/ 17969 w 42395"/>
                    <a:gd name="connsiteY0" fmla="*/ 38118 h 42382"/>
                    <a:gd name="connsiteX1" fmla="*/ 4115 w 42395"/>
                    <a:gd name="connsiteY1" fmla="*/ 24162 h 42382"/>
                    <a:gd name="connsiteX2" fmla="*/ 4218 w 42395"/>
                    <a:gd name="connsiteY2" fmla="*/ 4102 h 42382"/>
                    <a:gd name="connsiteX3" fmla="*/ 24209 w 42395"/>
                    <a:gd name="connsiteY3" fmla="*/ 4102 h 42382"/>
                    <a:gd name="connsiteX4" fmla="*/ 38165 w 42395"/>
                    <a:gd name="connsiteY4" fmla="*/ 17955 h 42382"/>
                    <a:gd name="connsiteX5" fmla="*/ 38268 w 42395"/>
                    <a:gd name="connsiteY5" fmla="*/ 38152 h 42382"/>
                    <a:gd name="connsiteX6" fmla="*/ 18071 w 42395"/>
                    <a:gd name="connsiteY6" fmla="*/ 38255 h 42382"/>
                    <a:gd name="connsiteX7" fmla="*/ 17969 w 42395"/>
                    <a:gd name="connsiteY7" fmla="*/ 38118 h 4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395" h="42382">
                      <a:moveTo>
                        <a:pt x="17969" y="38118"/>
                      </a:moveTo>
                      <a:lnTo>
                        <a:pt x="4115" y="24162"/>
                      </a:lnTo>
                      <a:cubicBezTo>
                        <a:pt x="-1406" y="18607"/>
                        <a:pt x="-1372" y="9623"/>
                        <a:pt x="4218" y="4102"/>
                      </a:cubicBezTo>
                      <a:cubicBezTo>
                        <a:pt x="9738" y="-1384"/>
                        <a:pt x="18654" y="-1350"/>
                        <a:pt x="24209" y="4102"/>
                      </a:cubicBezTo>
                      <a:lnTo>
                        <a:pt x="38165" y="17955"/>
                      </a:lnTo>
                      <a:cubicBezTo>
                        <a:pt x="43754" y="23510"/>
                        <a:pt x="43822" y="32563"/>
                        <a:pt x="38268" y="38152"/>
                      </a:cubicBezTo>
                      <a:cubicBezTo>
                        <a:pt x="32713" y="43741"/>
                        <a:pt x="23660" y="43810"/>
                        <a:pt x="18071" y="38255"/>
                      </a:cubicBezTo>
                      <a:lnTo>
                        <a:pt x="17969" y="38118"/>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52" name="Freeform: Shape 151">
                  <a:extLst>
                    <a:ext uri="{FF2B5EF4-FFF2-40B4-BE49-F238E27FC236}">
                      <a16:creationId xmlns:a16="http://schemas.microsoft.com/office/drawing/2014/main" id="{346C86E5-B7FB-911C-B0EB-E9FF7955105D}"/>
                    </a:ext>
                  </a:extLst>
                </p:cNvPr>
                <p:cNvSpPr/>
                <p:nvPr/>
              </p:nvSpPr>
              <p:spPr>
                <a:xfrm>
                  <a:off x="8929382" y="1616486"/>
                  <a:ext cx="40351" cy="40351"/>
                </a:xfrm>
                <a:custGeom>
                  <a:avLst/>
                  <a:gdLst>
                    <a:gd name="connsiteX0" fmla="*/ 17660 w 40351"/>
                    <a:gd name="connsiteY0" fmla="*/ 36429 h 40351"/>
                    <a:gd name="connsiteX1" fmla="*/ 3806 w 40351"/>
                    <a:gd name="connsiteY1" fmla="*/ 22473 h 40351"/>
                    <a:gd name="connsiteX2" fmla="*/ 3909 w 40351"/>
                    <a:gd name="connsiteY2" fmla="*/ 3819 h 40351"/>
                    <a:gd name="connsiteX3" fmla="*/ 22461 w 40351"/>
                    <a:gd name="connsiteY3" fmla="*/ 3819 h 40351"/>
                    <a:gd name="connsiteX4" fmla="*/ 36416 w 40351"/>
                    <a:gd name="connsiteY4" fmla="*/ 17672 h 40351"/>
                    <a:gd name="connsiteX5" fmla="*/ 36519 w 40351"/>
                    <a:gd name="connsiteY5" fmla="*/ 36429 h 40351"/>
                    <a:gd name="connsiteX6" fmla="*/ 17763 w 40351"/>
                    <a:gd name="connsiteY6" fmla="*/ 36532 h 40351"/>
                    <a:gd name="connsiteX7" fmla="*/ 17660 w 40351"/>
                    <a:gd name="connsiteY7" fmla="*/ 36429 h 40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351" h="40351">
                      <a:moveTo>
                        <a:pt x="17660" y="36429"/>
                      </a:moveTo>
                      <a:lnTo>
                        <a:pt x="3806" y="22473"/>
                      </a:lnTo>
                      <a:cubicBezTo>
                        <a:pt x="-1303" y="17295"/>
                        <a:pt x="-1269" y="8963"/>
                        <a:pt x="3909" y="3819"/>
                      </a:cubicBezTo>
                      <a:cubicBezTo>
                        <a:pt x="9053" y="-1290"/>
                        <a:pt x="17317" y="-1256"/>
                        <a:pt x="22461" y="3819"/>
                      </a:cubicBezTo>
                      <a:lnTo>
                        <a:pt x="36416" y="17672"/>
                      </a:lnTo>
                      <a:cubicBezTo>
                        <a:pt x="41628" y="22816"/>
                        <a:pt x="41663" y="31251"/>
                        <a:pt x="36519" y="36429"/>
                      </a:cubicBezTo>
                      <a:cubicBezTo>
                        <a:pt x="31376" y="41607"/>
                        <a:pt x="22940" y="41675"/>
                        <a:pt x="17763" y="36532"/>
                      </a:cubicBezTo>
                      <a:lnTo>
                        <a:pt x="17660" y="36429"/>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53" name="Freeform: Shape 152">
                  <a:extLst>
                    <a:ext uri="{FF2B5EF4-FFF2-40B4-BE49-F238E27FC236}">
                      <a16:creationId xmlns:a16="http://schemas.microsoft.com/office/drawing/2014/main" id="{853BFBBB-3FA6-3F3F-414F-33347D1A9CF2}"/>
                    </a:ext>
                  </a:extLst>
                </p:cNvPr>
                <p:cNvSpPr/>
                <p:nvPr/>
              </p:nvSpPr>
              <p:spPr>
                <a:xfrm>
                  <a:off x="8777413" y="1464534"/>
                  <a:ext cx="38319" cy="38349"/>
                </a:xfrm>
                <a:custGeom>
                  <a:avLst/>
                  <a:gdLst>
                    <a:gd name="connsiteX0" fmla="*/ 17381 w 38319"/>
                    <a:gd name="connsiteY0" fmla="*/ 34693 h 38349"/>
                    <a:gd name="connsiteX1" fmla="*/ 3528 w 38319"/>
                    <a:gd name="connsiteY1" fmla="*/ 20737 h 38349"/>
                    <a:gd name="connsiteX2" fmla="*/ 3597 w 38319"/>
                    <a:gd name="connsiteY2" fmla="*/ 3523 h 38349"/>
                    <a:gd name="connsiteX3" fmla="*/ 20742 w 38319"/>
                    <a:gd name="connsiteY3" fmla="*/ 3523 h 38349"/>
                    <a:gd name="connsiteX4" fmla="*/ 34698 w 38319"/>
                    <a:gd name="connsiteY4" fmla="*/ 17376 h 38349"/>
                    <a:gd name="connsiteX5" fmla="*/ 34767 w 38319"/>
                    <a:gd name="connsiteY5" fmla="*/ 34727 h 38349"/>
                    <a:gd name="connsiteX6" fmla="*/ 17416 w 38319"/>
                    <a:gd name="connsiteY6" fmla="*/ 34796 h 38349"/>
                    <a:gd name="connsiteX7" fmla="*/ 17381 w 38319"/>
                    <a:gd name="connsiteY7" fmla="*/ 34693 h 38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19" h="38349">
                      <a:moveTo>
                        <a:pt x="17381" y="34693"/>
                      </a:moveTo>
                      <a:lnTo>
                        <a:pt x="3528" y="20737"/>
                      </a:lnTo>
                      <a:cubicBezTo>
                        <a:pt x="-1204" y="15971"/>
                        <a:pt x="-1170" y="8255"/>
                        <a:pt x="3597" y="3523"/>
                      </a:cubicBezTo>
                      <a:cubicBezTo>
                        <a:pt x="8328" y="-1174"/>
                        <a:pt x="15975" y="-1174"/>
                        <a:pt x="20742" y="3523"/>
                      </a:cubicBezTo>
                      <a:lnTo>
                        <a:pt x="34698" y="17376"/>
                      </a:lnTo>
                      <a:cubicBezTo>
                        <a:pt x="39498" y="22143"/>
                        <a:pt x="39532" y="29892"/>
                        <a:pt x="34767" y="34727"/>
                      </a:cubicBezTo>
                      <a:cubicBezTo>
                        <a:pt x="30000" y="39528"/>
                        <a:pt x="22250" y="39562"/>
                        <a:pt x="17416" y="34796"/>
                      </a:cubicBezTo>
                      <a:lnTo>
                        <a:pt x="17381" y="34693"/>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54" name="Freeform: Shape 153">
                  <a:extLst>
                    <a:ext uri="{FF2B5EF4-FFF2-40B4-BE49-F238E27FC236}">
                      <a16:creationId xmlns:a16="http://schemas.microsoft.com/office/drawing/2014/main" id="{EEE30C4B-DEA9-6EF8-CDBF-385F1D7240DC}"/>
                    </a:ext>
                  </a:extLst>
                </p:cNvPr>
                <p:cNvSpPr/>
                <p:nvPr/>
              </p:nvSpPr>
              <p:spPr>
                <a:xfrm>
                  <a:off x="8621236" y="1317139"/>
                  <a:ext cx="38821" cy="33772"/>
                </a:xfrm>
                <a:custGeom>
                  <a:avLst/>
                  <a:gdLst>
                    <a:gd name="connsiteX0" fmla="*/ 20728 w 38821"/>
                    <a:gd name="connsiteY0" fmla="*/ 31281 h 33772"/>
                    <a:gd name="connsiteX1" fmla="*/ 5297 w 38821"/>
                    <a:gd name="connsiteY1" fmla="*/ 20377 h 33772"/>
                    <a:gd name="connsiteX2" fmla="*/ 4646 w 38821"/>
                    <a:gd name="connsiteY2" fmla="*/ 19931 h 33772"/>
                    <a:gd name="connsiteX3" fmla="*/ 2006 w 38821"/>
                    <a:gd name="connsiteY3" fmla="*/ 4637 h 33772"/>
                    <a:gd name="connsiteX4" fmla="*/ 17196 w 38821"/>
                    <a:gd name="connsiteY4" fmla="*/ 1929 h 33772"/>
                    <a:gd name="connsiteX5" fmla="*/ 34033 w 38821"/>
                    <a:gd name="connsiteY5" fmla="*/ 13553 h 33772"/>
                    <a:gd name="connsiteX6" fmla="*/ 36844 w 38821"/>
                    <a:gd name="connsiteY6" fmla="*/ 28983 h 33772"/>
                    <a:gd name="connsiteX7" fmla="*/ 21413 w 38821"/>
                    <a:gd name="connsiteY7" fmla="*/ 31795 h 33772"/>
                    <a:gd name="connsiteX8" fmla="*/ 21379 w 38821"/>
                    <a:gd name="connsiteY8" fmla="*/ 31761 h 33772"/>
                    <a:gd name="connsiteX9" fmla="*/ 20728 w 38821"/>
                    <a:gd name="connsiteY9" fmla="*/ 31281 h 3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21" h="33772">
                      <a:moveTo>
                        <a:pt x="20728" y="31281"/>
                      </a:moveTo>
                      <a:lnTo>
                        <a:pt x="5297" y="20377"/>
                      </a:lnTo>
                      <a:lnTo>
                        <a:pt x="4646" y="19931"/>
                      </a:lnTo>
                      <a:cubicBezTo>
                        <a:pt x="-292" y="16433"/>
                        <a:pt x="-1492" y="9575"/>
                        <a:pt x="2006" y="4637"/>
                      </a:cubicBezTo>
                      <a:cubicBezTo>
                        <a:pt x="5469" y="-266"/>
                        <a:pt x="12258" y="-1466"/>
                        <a:pt x="17196" y="1929"/>
                      </a:cubicBezTo>
                      <a:lnTo>
                        <a:pt x="34033" y="13553"/>
                      </a:lnTo>
                      <a:cubicBezTo>
                        <a:pt x="39073" y="17016"/>
                        <a:pt x="40342" y="23943"/>
                        <a:pt x="36844" y="28983"/>
                      </a:cubicBezTo>
                      <a:cubicBezTo>
                        <a:pt x="33381" y="34024"/>
                        <a:pt x="26454" y="35293"/>
                        <a:pt x="21413" y="31795"/>
                      </a:cubicBezTo>
                      <a:cubicBezTo>
                        <a:pt x="21413" y="31795"/>
                        <a:pt x="21379" y="31761"/>
                        <a:pt x="21379" y="31761"/>
                      </a:cubicBezTo>
                      <a:lnTo>
                        <a:pt x="20728" y="31281"/>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55" name="Freeform: Shape 154">
                  <a:extLst>
                    <a:ext uri="{FF2B5EF4-FFF2-40B4-BE49-F238E27FC236}">
                      <a16:creationId xmlns:a16="http://schemas.microsoft.com/office/drawing/2014/main" id="{517C6EC7-3CFB-E126-3FCB-524CC88E5A9A}"/>
                    </a:ext>
                  </a:extLst>
                </p:cNvPr>
                <p:cNvSpPr/>
                <p:nvPr/>
              </p:nvSpPr>
              <p:spPr>
                <a:xfrm>
                  <a:off x="8414954" y="1277204"/>
                  <a:ext cx="39713" cy="23252"/>
                </a:xfrm>
                <a:custGeom>
                  <a:avLst/>
                  <a:gdLst>
                    <a:gd name="connsiteX0" fmla="*/ 30803 w 39713"/>
                    <a:gd name="connsiteY0" fmla="*/ 19780 h 23252"/>
                    <a:gd name="connsiteX1" fmla="*/ 12115 w 39713"/>
                    <a:gd name="connsiteY1" fmla="*/ 23004 h 23252"/>
                    <a:gd name="connsiteX2" fmla="*/ 11429 w 39713"/>
                    <a:gd name="connsiteY2" fmla="*/ 23106 h 23252"/>
                    <a:gd name="connsiteX3" fmla="*/ 147 w 39713"/>
                    <a:gd name="connsiteY3" fmla="*/ 15151 h 23252"/>
                    <a:gd name="connsiteX4" fmla="*/ 8000 w 39713"/>
                    <a:gd name="connsiteY4" fmla="*/ 3870 h 23252"/>
                    <a:gd name="connsiteX5" fmla="*/ 28025 w 39713"/>
                    <a:gd name="connsiteY5" fmla="*/ 166 h 23252"/>
                    <a:gd name="connsiteX6" fmla="*/ 39547 w 39713"/>
                    <a:gd name="connsiteY6" fmla="*/ 8087 h 23252"/>
                    <a:gd name="connsiteX7" fmla="*/ 31625 w 39713"/>
                    <a:gd name="connsiteY7" fmla="*/ 19609 h 23252"/>
                    <a:gd name="connsiteX8" fmla="*/ 31557 w 39713"/>
                    <a:gd name="connsiteY8" fmla="*/ 19609 h 23252"/>
                    <a:gd name="connsiteX9" fmla="*/ 30803 w 39713"/>
                    <a:gd name="connsiteY9" fmla="*/ 19780 h 23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13" h="23252">
                      <a:moveTo>
                        <a:pt x="30803" y="19780"/>
                      </a:moveTo>
                      <a:lnTo>
                        <a:pt x="12115" y="23004"/>
                      </a:lnTo>
                      <a:lnTo>
                        <a:pt x="11429" y="23106"/>
                      </a:lnTo>
                      <a:cubicBezTo>
                        <a:pt x="6114" y="24032"/>
                        <a:pt x="1073" y="20466"/>
                        <a:pt x="147" y="15151"/>
                      </a:cubicBezTo>
                      <a:cubicBezTo>
                        <a:pt x="-778" y="9871"/>
                        <a:pt x="2754" y="4864"/>
                        <a:pt x="8000" y="3870"/>
                      </a:cubicBezTo>
                      <a:lnTo>
                        <a:pt x="28025" y="166"/>
                      </a:lnTo>
                      <a:cubicBezTo>
                        <a:pt x="33409" y="-828"/>
                        <a:pt x="38552" y="2738"/>
                        <a:pt x="39547" y="8087"/>
                      </a:cubicBezTo>
                      <a:cubicBezTo>
                        <a:pt x="40541" y="13471"/>
                        <a:pt x="36975" y="18614"/>
                        <a:pt x="31625" y="19609"/>
                      </a:cubicBezTo>
                      <a:cubicBezTo>
                        <a:pt x="31591" y="19609"/>
                        <a:pt x="31591" y="19609"/>
                        <a:pt x="31557" y="19609"/>
                      </a:cubicBezTo>
                      <a:lnTo>
                        <a:pt x="30803" y="19780"/>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56" name="Freeform: Shape 155">
                  <a:extLst>
                    <a:ext uri="{FF2B5EF4-FFF2-40B4-BE49-F238E27FC236}">
                      <a16:creationId xmlns:a16="http://schemas.microsoft.com/office/drawing/2014/main" id="{D275F178-A5D0-3A7B-D49F-1F68C43EF9DB}"/>
                    </a:ext>
                  </a:extLst>
                </p:cNvPr>
                <p:cNvSpPr/>
                <p:nvPr/>
              </p:nvSpPr>
              <p:spPr>
                <a:xfrm>
                  <a:off x="8238542" y="1384119"/>
                  <a:ext cx="31130" cy="31135"/>
                </a:xfrm>
                <a:custGeom>
                  <a:avLst/>
                  <a:gdLst>
                    <a:gd name="connsiteX0" fmla="*/ 28563 w 31130"/>
                    <a:gd name="connsiteY0" fmla="*/ 14843 h 31135"/>
                    <a:gd name="connsiteX1" fmla="*/ 14573 w 31130"/>
                    <a:gd name="connsiteY1" fmla="*/ 28662 h 31135"/>
                    <a:gd name="connsiteX2" fmla="*/ 2469 w 31130"/>
                    <a:gd name="connsiteY2" fmla="*/ 28594 h 31135"/>
                    <a:gd name="connsiteX3" fmla="*/ 2469 w 31130"/>
                    <a:gd name="connsiteY3" fmla="*/ 16558 h 31135"/>
                    <a:gd name="connsiteX4" fmla="*/ 16288 w 31130"/>
                    <a:gd name="connsiteY4" fmla="*/ 2568 h 31135"/>
                    <a:gd name="connsiteX5" fmla="*/ 28563 w 31130"/>
                    <a:gd name="connsiteY5" fmla="*/ 2499 h 31135"/>
                    <a:gd name="connsiteX6" fmla="*/ 28632 w 31130"/>
                    <a:gd name="connsiteY6" fmla="*/ 14775 h 31135"/>
                    <a:gd name="connsiteX7" fmla="*/ 28563 w 31130"/>
                    <a:gd name="connsiteY7" fmla="*/ 14843 h 31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30" h="31135">
                      <a:moveTo>
                        <a:pt x="28563" y="14843"/>
                      </a:moveTo>
                      <a:lnTo>
                        <a:pt x="14573" y="28662"/>
                      </a:lnTo>
                      <a:cubicBezTo>
                        <a:pt x="11213" y="31988"/>
                        <a:pt x="5795" y="31954"/>
                        <a:pt x="2469" y="28594"/>
                      </a:cubicBezTo>
                      <a:cubicBezTo>
                        <a:pt x="-823" y="25268"/>
                        <a:pt x="-823" y="19884"/>
                        <a:pt x="2469" y="16558"/>
                      </a:cubicBezTo>
                      <a:lnTo>
                        <a:pt x="16288" y="2568"/>
                      </a:lnTo>
                      <a:cubicBezTo>
                        <a:pt x="19648" y="-827"/>
                        <a:pt x="25168" y="-861"/>
                        <a:pt x="28563" y="2499"/>
                      </a:cubicBezTo>
                      <a:cubicBezTo>
                        <a:pt x="31958" y="5859"/>
                        <a:pt x="31992" y="11380"/>
                        <a:pt x="28632" y="14775"/>
                      </a:cubicBezTo>
                      <a:cubicBezTo>
                        <a:pt x="28597" y="14775"/>
                        <a:pt x="28563" y="14843"/>
                        <a:pt x="28563" y="14843"/>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57" name="Freeform: Shape 156">
                  <a:extLst>
                    <a:ext uri="{FF2B5EF4-FFF2-40B4-BE49-F238E27FC236}">
                      <a16:creationId xmlns:a16="http://schemas.microsoft.com/office/drawing/2014/main" id="{D34ECCE0-7618-11E5-F5E8-C6951184B7DF}"/>
                    </a:ext>
                  </a:extLst>
                </p:cNvPr>
                <p:cNvSpPr/>
                <p:nvPr/>
              </p:nvSpPr>
              <p:spPr>
                <a:xfrm>
                  <a:off x="8086697" y="1538292"/>
                  <a:ext cx="28734" cy="28760"/>
                </a:xfrm>
                <a:custGeom>
                  <a:avLst/>
                  <a:gdLst>
                    <a:gd name="connsiteX0" fmla="*/ 26549 w 28734"/>
                    <a:gd name="connsiteY0" fmla="*/ 12816 h 28760"/>
                    <a:gd name="connsiteX1" fmla="*/ 12558 w 28734"/>
                    <a:gd name="connsiteY1" fmla="*/ 26635 h 28760"/>
                    <a:gd name="connsiteX2" fmla="*/ 2134 w 28734"/>
                    <a:gd name="connsiteY2" fmla="*/ 26566 h 28760"/>
                    <a:gd name="connsiteX3" fmla="*/ 2134 w 28734"/>
                    <a:gd name="connsiteY3" fmla="*/ 16211 h 28760"/>
                    <a:gd name="connsiteX4" fmla="*/ 15953 w 28734"/>
                    <a:gd name="connsiteY4" fmla="*/ 2220 h 28760"/>
                    <a:gd name="connsiteX5" fmla="*/ 26515 w 28734"/>
                    <a:gd name="connsiteY5" fmla="*/ 2152 h 28760"/>
                    <a:gd name="connsiteX6" fmla="*/ 26583 w 28734"/>
                    <a:gd name="connsiteY6" fmla="*/ 12713 h 28760"/>
                    <a:gd name="connsiteX7" fmla="*/ 26549 w 28734"/>
                    <a:gd name="connsiteY7" fmla="*/ 12816 h 2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734" h="28760">
                      <a:moveTo>
                        <a:pt x="26549" y="12816"/>
                      </a:moveTo>
                      <a:lnTo>
                        <a:pt x="12558" y="26635"/>
                      </a:lnTo>
                      <a:cubicBezTo>
                        <a:pt x="9679" y="29481"/>
                        <a:pt x="5015" y="29481"/>
                        <a:pt x="2134" y="26566"/>
                      </a:cubicBezTo>
                      <a:cubicBezTo>
                        <a:pt x="-711" y="23686"/>
                        <a:pt x="-711" y="19091"/>
                        <a:pt x="2134" y="16211"/>
                      </a:cubicBezTo>
                      <a:lnTo>
                        <a:pt x="15953" y="2220"/>
                      </a:lnTo>
                      <a:cubicBezTo>
                        <a:pt x="18868" y="-729"/>
                        <a:pt x="23600" y="-729"/>
                        <a:pt x="26515" y="2152"/>
                      </a:cubicBezTo>
                      <a:cubicBezTo>
                        <a:pt x="29463" y="5066"/>
                        <a:pt x="29463" y="9798"/>
                        <a:pt x="26583" y="12713"/>
                      </a:cubicBezTo>
                      <a:cubicBezTo>
                        <a:pt x="26618" y="12747"/>
                        <a:pt x="26583" y="12782"/>
                        <a:pt x="26549" y="12816"/>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58" name="Freeform: Shape 157">
                  <a:extLst>
                    <a:ext uri="{FF2B5EF4-FFF2-40B4-BE49-F238E27FC236}">
                      <a16:creationId xmlns:a16="http://schemas.microsoft.com/office/drawing/2014/main" id="{AFB448CD-40D6-2443-BF26-1ACD1DFC613A}"/>
                    </a:ext>
                  </a:extLst>
                </p:cNvPr>
                <p:cNvSpPr/>
                <p:nvPr/>
              </p:nvSpPr>
              <p:spPr>
                <a:xfrm>
                  <a:off x="7934947" y="1692481"/>
                  <a:ext cx="26330" cy="26339"/>
                </a:xfrm>
                <a:custGeom>
                  <a:avLst/>
                  <a:gdLst>
                    <a:gd name="connsiteX0" fmla="*/ 24475 w 26330"/>
                    <a:gd name="connsiteY0" fmla="*/ 10737 h 26339"/>
                    <a:gd name="connsiteX1" fmla="*/ 10484 w 26330"/>
                    <a:gd name="connsiteY1" fmla="*/ 24556 h 26339"/>
                    <a:gd name="connsiteX2" fmla="*/ 1775 w 26330"/>
                    <a:gd name="connsiteY2" fmla="*/ 24522 h 26339"/>
                    <a:gd name="connsiteX3" fmla="*/ 1775 w 26330"/>
                    <a:gd name="connsiteY3" fmla="*/ 15846 h 26339"/>
                    <a:gd name="connsiteX4" fmla="*/ 15593 w 26330"/>
                    <a:gd name="connsiteY4" fmla="*/ 1856 h 26339"/>
                    <a:gd name="connsiteX5" fmla="*/ 24475 w 26330"/>
                    <a:gd name="connsiteY5" fmla="*/ 1822 h 26339"/>
                    <a:gd name="connsiteX6" fmla="*/ 24509 w 26330"/>
                    <a:gd name="connsiteY6" fmla="*/ 10703 h 26339"/>
                    <a:gd name="connsiteX7" fmla="*/ 24475 w 26330"/>
                    <a:gd name="connsiteY7" fmla="*/ 10737 h 26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30" h="26339">
                      <a:moveTo>
                        <a:pt x="24475" y="10737"/>
                      </a:moveTo>
                      <a:lnTo>
                        <a:pt x="10484" y="24556"/>
                      </a:lnTo>
                      <a:cubicBezTo>
                        <a:pt x="8050" y="26956"/>
                        <a:pt x="4175" y="26922"/>
                        <a:pt x="1775" y="24522"/>
                      </a:cubicBezTo>
                      <a:cubicBezTo>
                        <a:pt x="-592" y="22121"/>
                        <a:pt x="-592" y="18247"/>
                        <a:pt x="1775" y="15846"/>
                      </a:cubicBezTo>
                      <a:lnTo>
                        <a:pt x="15593" y="1856"/>
                      </a:lnTo>
                      <a:cubicBezTo>
                        <a:pt x="18028" y="-613"/>
                        <a:pt x="22005" y="-613"/>
                        <a:pt x="24475" y="1822"/>
                      </a:cubicBezTo>
                      <a:cubicBezTo>
                        <a:pt x="26943" y="4256"/>
                        <a:pt x="26943" y="8234"/>
                        <a:pt x="24509" y="10703"/>
                      </a:cubicBezTo>
                      <a:cubicBezTo>
                        <a:pt x="24509" y="10703"/>
                        <a:pt x="24475" y="10737"/>
                        <a:pt x="24475" y="10737"/>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59" name="Freeform: Shape 158">
                  <a:extLst>
                    <a:ext uri="{FF2B5EF4-FFF2-40B4-BE49-F238E27FC236}">
                      <a16:creationId xmlns:a16="http://schemas.microsoft.com/office/drawing/2014/main" id="{07322FCC-5F76-B1DF-BEAF-BF0EFA456255}"/>
                    </a:ext>
                  </a:extLst>
                </p:cNvPr>
                <p:cNvSpPr/>
                <p:nvPr/>
              </p:nvSpPr>
              <p:spPr>
                <a:xfrm>
                  <a:off x="7783076" y="1846606"/>
                  <a:ext cx="24110" cy="24105"/>
                </a:xfrm>
                <a:custGeom>
                  <a:avLst/>
                  <a:gdLst>
                    <a:gd name="connsiteX0" fmla="*/ 22588 w 24110"/>
                    <a:gd name="connsiteY0" fmla="*/ 8791 h 24105"/>
                    <a:gd name="connsiteX1" fmla="*/ 8633 w 24110"/>
                    <a:gd name="connsiteY1" fmla="*/ 22644 h 24105"/>
                    <a:gd name="connsiteX2" fmla="*/ 1466 w 24110"/>
                    <a:gd name="connsiteY2" fmla="*/ 22610 h 24105"/>
                    <a:gd name="connsiteX3" fmla="*/ 1466 w 24110"/>
                    <a:gd name="connsiteY3" fmla="*/ 15478 h 24105"/>
                    <a:gd name="connsiteX4" fmla="*/ 15319 w 24110"/>
                    <a:gd name="connsiteY4" fmla="*/ 1522 h 24105"/>
                    <a:gd name="connsiteX5" fmla="*/ 22588 w 24110"/>
                    <a:gd name="connsiteY5" fmla="*/ 1487 h 24105"/>
                    <a:gd name="connsiteX6" fmla="*/ 22623 w 24110"/>
                    <a:gd name="connsiteY6" fmla="*/ 8757 h 24105"/>
                    <a:gd name="connsiteX7" fmla="*/ 22588 w 24110"/>
                    <a:gd name="connsiteY7" fmla="*/ 8791 h 2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110" h="24105">
                      <a:moveTo>
                        <a:pt x="22588" y="8791"/>
                      </a:moveTo>
                      <a:lnTo>
                        <a:pt x="8633" y="22644"/>
                      </a:lnTo>
                      <a:cubicBezTo>
                        <a:pt x="6643" y="24599"/>
                        <a:pt x="3455" y="24599"/>
                        <a:pt x="1466" y="22610"/>
                      </a:cubicBezTo>
                      <a:cubicBezTo>
                        <a:pt x="-489" y="20621"/>
                        <a:pt x="-489" y="17466"/>
                        <a:pt x="1466" y="15478"/>
                      </a:cubicBezTo>
                      <a:lnTo>
                        <a:pt x="15319" y="1522"/>
                      </a:lnTo>
                      <a:cubicBezTo>
                        <a:pt x="17308" y="-501"/>
                        <a:pt x="20565" y="-501"/>
                        <a:pt x="22588" y="1487"/>
                      </a:cubicBezTo>
                      <a:cubicBezTo>
                        <a:pt x="24612" y="3476"/>
                        <a:pt x="24612" y="6734"/>
                        <a:pt x="22623" y="8757"/>
                      </a:cubicBezTo>
                      <a:lnTo>
                        <a:pt x="22588" y="8791"/>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60" name="Freeform: Shape 159">
                  <a:extLst>
                    <a:ext uri="{FF2B5EF4-FFF2-40B4-BE49-F238E27FC236}">
                      <a16:creationId xmlns:a16="http://schemas.microsoft.com/office/drawing/2014/main" id="{68AD7720-A022-9115-5399-437864C48FE9}"/>
                    </a:ext>
                  </a:extLst>
                </p:cNvPr>
                <p:cNvSpPr/>
                <p:nvPr/>
              </p:nvSpPr>
              <p:spPr>
                <a:xfrm>
                  <a:off x="7631077" y="2000624"/>
                  <a:ext cx="22104" cy="22087"/>
                </a:xfrm>
                <a:custGeom>
                  <a:avLst/>
                  <a:gdLst>
                    <a:gd name="connsiteX0" fmla="*/ 20865 w 22104"/>
                    <a:gd name="connsiteY0" fmla="*/ 7055 h 22087"/>
                    <a:gd name="connsiteX1" fmla="*/ 6909 w 22104"/>
                    <a:gd name="connsiteY1" fmla="*/ 20908 h 22087"/>
                    <a:gd name="connsiteX2" fmla="*/ 1183 w 22104"/>
                    <a:gd name="connsiteY2" fmla="*/ 20874 h 22087"/>
                    <a:gd name="connsiteX3" fmla="*/ 1183 w 22104"/>
                    <a:gd name="connsiteY3" fmla="*/ 15182 h 22087"/>
                    <a:gd name="connsiteX4" fmla="*/ 15036 w 22104"/>
                    <a:gd name="connsiteY4" fmla="*/ 1226 h 22087"/>
                    <a:gd name="connsiteX5" fmla="*/ 20900 w 22104"/>
                    <a:gd name="connsiteY5" fmla="*/ 1192 h 22087"/>
                    <a:gd name="connsiteX6" fmla="*/ 20865 w 22104"/>
                    <a:gd name="connsiteY6" fmla="*/ 7055 h 22087"/>
                    <a:gd name="connsiteX7" fmla="*/ 20865 w 22104"/>
                    <a:gd name="connsiteY7" fmla="*/ 7055 h 22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04" h="22087">
                      <a:moveTo>
                        <a:pt x="20865" y="7055"/>
                      </a:moveTo>
                      <a:lnTo>
                        <a:pt x="6909" y="20908"/>
                      </a:lnTo>
                      <a:cubicBezTo>
                        <a:pt x="5332" y="22486"/>
                        <a:pt x="2760" y="22486"/>
                        <a:pt x="1183" y="20874"/>
                      </a:cubicBezTo>
                      <a:cubicBezTo>
                        <a:pt x="-394" y="19297"/>
                        <a:pt x="-394" y="16759"/>
                        <a:pt x="1183" y="15182"/>
                      </a:cubicBezTo>
                      <a:lnTo>
                        <a:pt x="15036" y="1226"/>
                      </a:lnTo>
                      <a:cubicBezTo>
                        <a:pt x="16648" y="-386"/>
                        <a:pt x="19254" y="-420"/>
                        <a:pt x="20900" y="1192"/>
                      </a:cubicBezTo>
                      <a:cubicBezTo>
                        <a:pt x="22511" y="2769"/>
                        <a:pt x="22511" y="5409"/>
                        <a:pt x="20865" y="7055"/>
                      </a:cubicBezTo>
                      <a:lnTo>
                        <a:pt x="20865" y="7055"/>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61" name="Freeform: Shape 160">
                  <a:extLst>
                    <a:ext uri="{FF2B5EF4-FFF2-40B4-BE49-F238E27FC236}">
                      <a16:creationId xmlns:a16="http://schemas.microsoft.com/office/drawing/2014/main" id="{916EEA0E-509E-0E53-6247-444454B3928B}"/>
                    </a:ext>
                  </a:extLst>
                </p:cNvPr>
                <p:cNvSpPr/>
                <p:nvPr/>
              </p:nvSpPr>
              <p:spPr>
                <a:xfrm>
                  <a:off x="7479138" y="2154607"/>
                  <a:ext cx="20046" cy="20076"/>
                </a:xfrm>
                <a:custGeom>
                  <a:avLst/>
                  <a:gdLst>
                    <a:gd name="connsiteX0" fmla="*/ 19116 w 20046"/>
                    <a:gd name="connsiteY0" fmla="*/ 5353 h 20076"/>
                    <a:gd name="connsiteX1" fmla="*/ 5161 w 20046"/>
                    <a:gd name="connsiteY1" fmla="*/ 19207 h 20076"/>
                    <a:gd name="connsiteX2" fmla="*/ 874 w 20046"/>
                    <a:gd name="connsiteY2" fmla="*/ 19172 h 20076"/>
                    <a:gd name="connsiteX3" fmla="*/ 874 w 20046"/>
                    <a:gd name="connsiteY3" fmla="*/ 14886 h 20076"/>
                    <a:gd name="connsiteX4" fmla="*/ 14728 w 20046"/>
                    <a:gd name="connsiteY4" fmla="*/ 930 h 20076"/>
                    <a:gd name="connsiteX5" fmla="*/ 19151 w 20046"/>
                    <a:gd name="connsiteY5" fmla="*/ 896 h 20076"/>
                    <a:gd name="connsiteX6" fmla="*/ 19116 w 20046"/>
                    <a:gd name="connsiteY6" fmla="*/ 5353 h 20076"/>
                    <a:gd name="connsiteX7" fmla="*/ 19116 w 20046"/>
                    <a:gd name="connsiteY7" fmla="*/ 5353 h 20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046" h="20076">
                      <a:moveTo>
                        <a:pt x="19116" y="5353"/>
                      </a:moveTo>
                      <a:lnTo>
                        <a:pt x="5161" y="19207"/>
                      </a:lnTo>
                      <a:cubicBezTo>
                        <a:pt x="3960" y="20373"/>
                        <a:pt x="2040" y="20373"/>
                        <a:pt x="874" y="19172"/>
                      </a:cubicBezTo>
                      <a:cubicBezTo>
                        <a:pt x="-291" y="17972"/>
                        <a:pt x="-291" y="16086"/>
                        <a:pt x="874" y="14886"/>
                      </a:cubicBezTo>
                      <a:lnTo>
                        <a:pt x="14728" y="930"/>
                      </a:lnTo>
                      <a:cubicBezTo>
                        <a:pt x="15962" y="-304"/>
                        <a:pt x="17916" y="-304"/>
                        <a:pt x="19151" y="896"/>
                      </a:cubicBezTo>
                      <a:cubicBezTo>
                        <a:pt x="20351" y="2096"/>
                        <a:pt x="20351" y="4085"/>
                        <a:pt x="19116" y="5353"/>
                      </a:cubicBezTo>
                      <a:lnTo>
                        <a:pt x="19116" y="5353"/>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62" name="Freeform: Shape 161">
                  <a:extLst>
                    <a:ext uri="{FF2B5EF4-FFF2-40B4-BE49-F238E27FC236}">
                      <a16:creationId xmlns:a16="http://schemas.microsoft.com/office/drawing/2014/main" id="{B7C2D5AD-89AD-497B-05E2-B966F364ABF9}"/>
                    </a:ext>
                  </a:extLst>
                </p:cNvPr>
                <p:cNvSpPr/>
                <p:nvPr/>
              </p:nvSpPr>
              <p:spPr>
                <a:xfrm>
                  <a:off x="7326891" y="2308359"/>
                  <a:ext cx="18516" cy="18542"/>
                </a:xfrm>
                <a:custGeom>
                  <a:avLst/>
                  <a:gdLst>
                    <a:gd name="connsiteX0" fmla="*/ 17848 w 18516"/>
                    <a:gd name="connsiteY0" fmla="*/ 4020 h 18542"/>
                    <a:gd name="connsiteX1" fmla="*/ 3892 w 18516"/>
                    <a:gd name="connsiteY1" fmla="*/ 17874 h 18542"/>
                    <a:gd name="connsiteX2" fmla="*/ 669 w 18516"/>
                    <a:gd name="connsiteY2" fmla="*/ 17874 h 18542"/>
                    <a:gd name="connsiteX3" fmla="*/ 669 w 18516"/>
                    <a:gd name="connsiteY3" fmla="*/ 14650 h 18542"/>
                    <a:gd name="connsiteX4" fmla="*/ 14522 w 18516"/>
                    <a:gd name="connsiteY4" fmla="*/ 694 h 18542"/>
                    <a:gd name="connsiteX5" fmla="*/ 17848 w 18516"/>
                    <a:gd name="connsiteY5" fmla="*/ 694 h 18542"/>
                    <a:gd name="connsiteX6" fmla="*/ 17848 w 18516"/>
                    <a:gd name="connsiteY6" fmla="*/ 4020 h 18542"/>
                    <a:gd name="connsiteX7" fmla="*/ 17848 w 18516"/>
                    <a:gd name="connsiteY7" fmla="*/ 4020 h 1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16" h="18542">
                      <a:moveTo>
                        <a:pt x="17848" y="4020"/>
                      </a:moveTo>
                      <a:lnTo>
                        <a:pt x="3892" y="17874"/>
                      </a:lnTo>
                      <a:cubicBezTo>
                        <a:pt x="3000" y="18765"/>
                        <a:pt x="1560" y="18765"/>
                        <a:pt x="669" y="17874"/>
                      </a:cubicBezTo>
                      <a:cubicBezTo>
                        <a:pt x="-223" y="16982"/>
                        <a:pt x="-223" y="15542"/>
                        <a:pt x="669" y="14650"/>
                      </a:cubicBezTo>
                      <a:lnTo>
                        <a:pt x="14522" y="694"/>
                      </a:lnTo>
                      <a:cubicBezTo>
                        <a:pt x="15447" y="-231"/>
                        <a:pt x="16922" y="-231"/>
                        <a:pt x="17848" y="694"/>
                      </a:cubicBezTo>
                      <a:cubicBezTo>
                        <a:pt x="18740" y="1586"/>
                        <a:pt x="18740" y="3095"/>
                        <a:pt x="17848" y="4020"/>
                      </a:cubicBezTo>
                      <a:lnTo>
                        <a:pt x="17848" y="4020"/>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63" name="Freeform: Shape 162">
                  <a:extLst>
                    <a:ext uri="{FF2B5EF4-FFF2-40B4-BE49-F238E27FC236}">
                      <a16:creationId xmlns:a16="http://schemas.microsoft.com/office/drawing/2014/main" id="{5ACDD82A-EECC-19A3-7B1E-B7D482B5D108}"/>
                    </a:ext>
                  </a:extLst>
                </p:cNvPr>
                <p:cNvSpPr/>
                <p:nvPr/>
              </p:nvSpPr>
              <p:spPr>
                <a:xfrm>
                  <a:off x="7174574" y="2462013"/>
                  <a:ext cx="17200" cy="17204"/>
                </a:xfrm>
                <a:custGeom>
                  <a:avLst/>
                  <a:gdLst>
                    <a:gd name="connsiteX0" fmla="*/ 16716 w 17200"/>
                    <a:gd name="connsiteY0" fmla="*/ 2889 h 17204"/>
                    <a:gd name="connsiteX1" fmla="*/ 2760 w 17200"/>
                    <a:gd name="connsiteY1" fmla="*/ 16742 h 17204"/>
                    <a:gd name="connsiteX2" fmla="*/ 463 w 17200"/>
                    <a:gd name="connsiteY2" fmla="*/ 16742 h 17204"/>
                    <a:gd name="connsiteX3" fmla="*/ 463 w 17200"/>
                    <a:gd name="connsiteY3" fmla="*/ 14445 h 17204"/>
                    <a:gd name="connsiteX4" fmla="*/ 14316 w 17200"/>
                    <a:gd name="connsiteY4" fmla="*/ 489 h 17204"/>
                    <a:gd name="connsiteX5" fmla="*/ 16682 w 17200"/>
                    <a:gd name="connsiteY5" fmla="*/ 489 h 17204"/>
                    <a:gd name="connsiteX6" fmla="*/ 16716 w 17200"/>
                    <a:gd name="connsiteY6" fmla="*/ 2889 h 17204"/>
                    <a:gd name="connsiteX7" fmla="*/ 16716 w 17200"/>
                    <a:gd name="connsiteY7" fmla="*/ 2889 h 1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200" h="17204">
                      <a:moveTo>
                        <a:pt x="16716" y="2889"/>
                      </a:moveTo>
                      <a:lnTo>
                        <a:pt x="2760" y="16742"/>
                      </a:lnTo>
                      <a:cubicBezTo>
                        <a:pt x="2109" y="17359"/>
                        <a:pt x="1114" y="17359"/>
                        <a:pt x="463" y="16742"/>
                      </a:cubicBezTo>
                      <a:cubicBezTo>
                        <a:pt x="-154" y="16125"/>
                        <a:pt x="-154" y="15096"/>
                        <a:pt x="463" y="14445"/>
                      </a:cubicBezTo>
                      <a:lnTo>
                        <a:pt x="14316" y="489"/>
                      </a:lnTo>
                      <a:cubicBezTo>
                        <a:pt x="14968" y="-163"/>
                        <a:pt x="16030" y="-163"/>
                        <a:pt x="16682" y="489"/>
                      </a:cubicBezTo>
                      <a:cubicBezTo>
                        <a:pt x="17368" y="1140"/>
                        <a:pt x="17368" y="2203"/>
                        <a:pt x="16716" y="2889"/>
                      </a:cubicBezTo>
                      <a:lnTo>
                        <a:pt x="16716" y="2889"/>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64" name="Freeform: Shape 163">
                  <a:extLst>
                    <a:ext uri="{FF2B5EF4-FFF2-40B4-BE49-F238E27FC236}">
                      <a16:creationId xmlns:a16="http://schemas.microsoft.com/office/drawing/2014/main" id="{C30F0475-45E0-01E3-0031-05C0CA473A98}"/>
                    </a:ext>
                  </a:extLst>
                </p:cNvPr>
                <p:cNvSpPr/>
                <p:nvPr/>
              </p:nvSpPr>
              <p:spPr>
                <a:xfrm>
                  <a:off x="7022198" y="2615606"/>
                  <a:ext cx="15915" cy="15919"/>
                </a:xfrm>
                <a:custGeom>
                  <a:avLst/>
                  <a:gdLst>
                    <a:gd name="connsiteX0" fmla="*/ 15611 w 15915"/>
                    <a:gd name="connsiteY0" fmla="*/ 1783 h 15919"/>
                    <a:gd name="connsiteX1" fmla="*/ 1655 w 15915"/>
                    <a:gd name="connsiteY1" fmla="*/ 15636 h 15919"/>
                    <a:gd name="connsiteX2" fmla="*/ 283 w 15915"/>
                    <a:gd name="connsiteY2" fmla="*/ 15636 h 15919"/>
                    <a:gd name="connsiteX3" fmla="*/ 283 w 15915"/>
                    <a:gd name="connsiteY3" fmla="*/ 14265 h 15919"/>
                    <a:gd name="connsiteX4" fmla="*/ 14136 w 15915"/>
                    <a:gd name="connsiteY4" fmla="*/ 309 h 15919"/>
                    <a:gd name="connsiteX5" fmla="*/ 15576 w 15915"/>
                    <a:gd name="connsiteY5" fmla="*/ 309 h 15919"/>
                    <a:gd name="connsiteX6" fmla="*/ 15611 w 15915"/>
                    <a:gd name="connsiteY6" fmla="*/ 1783 h 15919"/>
                    <a:gd name="connsiteX7" fmla="*/ 15611 w 15915"/>
                    <a:gd name="connsiteY7" fmla="*/ 1783 h 1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15" h="15919">
                      <a:moveTo>
                        <a:pt x="15611" y="1783"/>
                      </a:moveTo>
                      <a:lnTo>
                        <a:pt x="1655" y="15636"/>
                      </a:lnTo>
                      <a:cubicBezTo>
                        <a:pt x="1277" y="16013"/>
                        <a:pt x="660" y="16013"/>
                        <a:pt x="283" y="15636"/>
                      </a:cubicBezTo>
                      <a:cubicBezTo>
                        <a:pt x="-94" y="15259"/>
                        <a:pt x="-94" y="14642"/>
                        <a:pt x="283" y="14265"/>
                      </a:cubicBezTo>
                      <a:lnTo>
                        <a:pt x="14136" y="309"/>
                      </a:lnTo>
                      <a:cubicBezTo>
                        <a:pt x="14548" y="-103"/>
                        <a:pt x="15165" y="-103"/>
                        <a:pt x="15576" y="309"/>
                      </a:cubicBezTo>
                      <a:cubicBezTo>
                        <a:pt x="16022" y="754"/>
                        <a:pt x="16022" y="1406"/>
                        <a:pt x="15611" y="1783"/>
                      </a:cubicBezTo>
                      <a:lnTo>
                        <a:pt x="15611" y="1783"/>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65" name="Freeform: Shape 164">
                  <a:extLst>
                    <a:ext uri="{FF2B5EF4-FFF2-40B4-BE49-F238E27FC236}">
                      <a16:creationId xmlns:a16="http://schemas.microsoft.com/office/drawing/2014/main" id="{3ADD4C5F-1011-FA51-3F53-031A2B358407}"/>
                    </a:ext>
                  </a:extLst>
                </p:cNvPr>
                <p:cNvSpPr/>
                <p:nvPr/>
              </p:nvSpPr>
              <p:spPr>
                <a:xfrm>
                  <a:off x="6869608" y="2769046"/>
                  <a:ext cx="15139" cy="15138"/>
                </a:xfrm>
                <a:custGeom>
                  <a:avLst/>
                  <a:gdLst>
                    <a:gd name="connsiteX0" fmla="*/ 14959 w 15139"/>
                    <a:gd name="connsiteY0" fmla="*/ 1071 h 15138"/>
                    <a:gd name="connsiteX1" fmla="*/ 1037 w 15139"/>
                    <a:gd name="connsiteY1" fmla="*/ 14959 h 15138"/>
                    <a:gd name="connsiteX2" fmla="*/ 180 w 15139"/>
                    <a:gd name="connsiteY2" fmla="*/ 14959 h 15138"/>
                    <a:gd name="connsiteX3" fmla="*/ 180 w 15139"/>
                    <a:gd name="connsiteY3" fmla="*/ 14102 h 15138"/>
                    <a:gd name="connsiteX4" fmla="*/ 14067 w 15139"/>
                    <a:gd name="connsiteY4" fmla="*/ 180 h 15138"/>
                    <a:gd name="connsiteX5" fmla="*/ 14959 w 15139"/>
                    <a:gd name="connsiteY5" fmla="*/ 180 h 15138"/>
                    <a:gd name="connsiteX6" fmla="*/ 14959 w 15139"/>
                    <a:gd name="connsiteY6" fmla="*/ 1071 h 15138"/>
                    <a:gd name="connsiteX7" fmla="*/ 14959 w 15139"/>
                    <a:gd name="connsiteY7" fmla="*/ 1071 h 15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9" h="15138">
                      <a:moveTo>
                        <a:pt x="14959" y="1071"/>
                      </a:moveTo>
                      <a:lnTo>
                        <a:pt x="1037" y="14959"/>
                      </a:lnTo>
                      <a:cubicBezTo>
                        <a:pt x="797" y="15199"/>
                        <a:pt x="420" y="15199"/>
                        <a:pt x="180" y="14959"/>
                      </a:cubicBezTo>
                      <a:cubicBezTo>
                        <a:pt x="-60" y="14719"/>
                        <a:pt x="-60" y="14342"/>
                        <a:pt x="180" y="14102"/>
                      </a:cubicBezTo>
                      <a:lnTo>
                        <a:pt x="14067" y="180"/>
                      </a:lnTo>
                      <a:cubicBezTo>
                        <a:pt x="14308" y="-60"/>
                        <a:pt x="14719" y="-60"/>
                        <a:pt x="14959" y="180"/>
                      </a:cubicBezTo>
                      <a:cubicBezTo>
                        <a:pt x="15199" y="420"/>
                        <a:pt x="15199" y="797"/>
                        <a:pt x="14959" y="1071"/>
                      </a:cubicBezTo>
                      <a:lnTo>
                        <a:pt x="14959" y="1071"/>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66" name="Freeform: Shape 165">
                  <a:extLst>
                    <a:ext uri="{FF2B5EF4-FFF2-40B4-BE49-F238E27FC236}">
                      <a16:creationId xmlns:a16="http://schemas.microsoft.com/office/drawing/2014/main" id="{C80D49F5-B353-5ADF-D5DD-BE071B179083}"/>
                    </a:ext>
                  </a:extLst>
                </p:cNvPr>
                <p:cNvSpPr/>
                <p:nvPr/>
              </p:nvSpPr>
              <p:spPr>
                <a:xfrm>
                  <a:off x="6723914" y="2925471"/>
                  <a:ext cx="11242" cy="17437"/>
                </a:xfrm>
                <a:custGeom>
                  <a:avLst/>
                  <a:gdLst>
                    <a:gd name="connsiteX0" fmla="*/ 11183 w 11242"/>
                    <a:gd name="connsiteY0" fmla="*/ 631 h 17437"/>
                    <a:gd name="connsiteX1" fmla="*/ 690 w 11242"/>
                    <a:gd name="connsiteY1" fmla="*/ 17228 h 17437"/>
                    <a:gd name="connsiteX2" fmla="*/ 690 w 11242"/>
                    <a:gd name="connsiteY2" fmla="*/ 17262 h 17437"/>
                    <a:gd name="connsiteX3" fmla="*/ 176 w 11242"/>
                    <a:gd name="connsiteY3" fmla="*/ 17365 h 17437"/>
                    <a:gd name="connsiteX4" fmla="*/ 73 w 11242"/>
                    <a:gd name="connsiteY4" fmla="*/ 16850 h 17437"/>
                    <a:gd name="connsiteX5" fmla="*/ 10566 w 11242"/>
                    <a:gd name="connsiteY5" fmla="*/ 186 h 17437"/>
                    <a:gd name="connsiteX6" fmla="*/ 11114 w 11242"/>
                    <a:gd name="connsiteY6" fmla="*/ 48 h 17437"/>
                    <a:gd name="connsiteX7" fmla="*/ 11183 w 11242"/>
                    <a:gd name="connsiteY7" fmla="*/ 631 h 17437"/>
                    <a:gd name="connsiteX8" fmla="*/ 11183 w 11242"/>
                    <a:gd name="connsiteY8" fmla="*/ 631 h 17437"/>
                    <a:gd name="connsiteX9" fmla="*/ 11183 w 11242"/>
                    <a:gd name="connsiteY9" fmla="*/ 631 h 17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42" h="17437">
                      <a:moveTo>
                        <a:pt x="11183" y="631"/>
                      </a:moveTo>
                      <a:lnTo>
                        <a:pt x="690" y="17228"/>
                      </a:lnTo>
                      <a:lnTo>
                        <a:pt x="690" y="17262"/>
                      </a:lnTo>
                      <a:cubicBezTo>
                        <a:pt x="587" y="17433"/>
                        <a:pt x="347" y="17502"/>
                        <a:pt x="176" y="17365"/>
                      </a:cubicBezTo>
                      <a:cubicBezTo>
                        <a:pt x="4" y="17262"/>
                        <a:pt x="-64" y="17022"/>
                        <a:pt x="73" y="16850"/>
                      </a:cubicBezTo>
                      <a:lnTo>
                        <a:pt x="10566" y="186"/>
                      </a:lnTo>
                      <a:cubicBezTo>
                        <a:pt x="10669" y="14"/>
                        <a:pt x="10943" y="-54"/>
                        <a:pt x="11114" y="48"/>
                      </a:cubicBezTo>
                      <a:cubicBezTo>
                        <a:pt x="11252" y="186"/>
                        <a:pt x="11286" y="426"/>
                        <a:pt x="11183" y="631"/>
                      </a:cubicBezTo>
                      <a:lnTo>
                        <a:pt x="11183" y="631"/>
                      </a:lnTo>
                      <a:lnTo>
                        <a:pt x="11183" y="631"/>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67" name="Freeform: Shape 166">
                  <a:extLst>
                    <a:ext uri="{FF2B5EF4-FFF2-40B4-BE49-F238E27FC236}">
                      <a16:creationId xmlns:a16="http://schemas.microsoft.com/office/drawing/2014/main" id="{F9785C7D-770C-3D26-B927-FCAF43969EFB}"/>
                    </a:ext>
                  </a:extLst>
                </p:cNvPr>
                <p:cNvSpPr/>
                <p:nvPr/>
              </p:nvSpPr>
              <p:spPr>
                <a:xfrm>
                  <a:off x="6691985" y="3132260"/>
                  <a:ext cx="4715" cy="19513"/>
                </a:xfrm>
                <a:custGeom>
                  <a:avLst/>
                  <a:gdLst>
                    <a:gd name="connsiteX0" fmla="*/ 352 w 4715"/>
                    <a:gd name="connsiteY0" fmla="*/ 131 h 19513"/>
                    <a:gd name="connsiteX1" fmla="*/ 4707 w 4715"/>
                    <a:gd name="connsiteY1" fmla="*/ 19299 h 19513"/>
                    <a:gd name="connsiteX2" fmla="*/ 4604 w 4715"/>
                    <a:gd name="connsiteY2" fmla="*/ 19504 h 19513"/>
                    <a:gd name="connsiteX3" fmla="*/ 4398 w 4715"/>
                    <a:gd name="connsiteY3" fmla="*/ 19401 h 19513"/>
                    <a:gd name="connsiteX4" fmla="*/ 9 w 4715"/>
                    <a:gd name="connsiteY4" fmla="*/ 233 h 19513"/>
                    <a:gd name="connsiteX5" fmla="*/ 146 w 4715"/>
                    <a:gd name="connsiteY5" fmla="*/ 28 h 19513"/>
                    <a:gd name="connsiteX6" fmla="*/ 352 w 4715"/>
                    <a:gd name="connsiteY6" fmla="*/ 131 h 19513"/>
                    <a:gd name="connsiteX7" fmla="*/ 352 w 4715"/>
                    <a:gd name="connsiteY7" fmla="*/ 131 h 1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15" h="19513">
                      <a:moveTo>
                        <a:pt x="352" y="131"/>
                      </a:moveTo>
                      <a:lnTo>
                        <a:pt x="4707" y="19299"/>
                      </a:lnTo>
                      <a:cubicBezTo>
                        <a:pt x="4741" y="19367"/>
                        <a:pt x="4672" y="19470"/>
                        <a:pt x="4604" y="19504"/>
                      </a:cubicBezTo>
                      <a:cubicBezTo>
                        <a:pt x="4535" y="19539"/>
                        <a:pt x="4432" y="19470"/>
                        <a:pt x="4398" y="19401"/>
                      </a:cubicBezTo>
                      <a:lnTo>
                        <a:pt x="9" y="233"/>
                      </a:lnTo>
                      <a:cubicBezTo>
                        <a:pt x="-25" y="131"/>
                        <a:pt x="43" y="62"/>
                        <a:pt x="146" y="28"/>
                      </a:cubicBezTo>
                      <a:cubicBezTo>
                        <a:pt x="214" y="-41"/>
                        <a:pt x="317" y="28"/>
                        <a:pt x="352" y="131"/>
                      </a:cubicBezTo>
                      <a:lnTo>
                        <a:pt x="352" y="131"/>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grpSp>
          <p:sp>
            <p:nvSpPr>
              <p:cNvPr id="116" name="Freeform: Shape 115">
                <a:extLst>
                  <a:ext uri="{FF2B5EF4-FFF2-40B4-BE49-F238E27FC236}">
                    <a16:creationId xmlns:a16="http://schemas.microsoft.com/office/drawing/2014/main" id="{9303BBBA-8293-3C81-AA78-ECAF969537E2}"/>
                  </a:ext>
                </a:extLst>
              </p:cNvPr>
              <p:cNvSpPr/>
              <p:nvPr/>
            </p:nvSpPr>
            <p:spPr>
              <a:xfrm>
                <a:off x="9753973" y="2241843"/>
                <a:ext cx="726009" cy="1489808"/>
              </a:xfrm>
              <a:custGeom>
                <a:avLst/>
                <a:gdLst>
                  <a:gd name="connsiteX0" fmla="*/ 103959 w 1015970"/>
                  <a:gd name="connsiteY0" fmla="*/ 2084823 h 2084823"/>
                  <a:gd name="connsiteX1" fmla="*/ 52764 w 1015970"/>
                  <a:gd name="connsiteY1" fmla="*/ 2063598 h 2084823"/>
                  <a:gd name="connsiteX2" fmla="*/ 52764 w 1015970"/>
                  <a:gd name="connsiteY2" fmla="*/ 1961174 h 2084823"/>
                  <a:gd name="connsiteX3" fmla="*/ 811293 w 1015970"/>
                  <a:gd name="connsiteY3" fmla="*/ 1202645 h 2084823"/>
                  <a:gd name="connsiteX4" fmla="*/ 871129 w 1015970"/>
                  <a:gd name="connsiteY4" fmla="*/ 1058181 h 2084823"/>
                  <a:gd name="connsiteX5" fmla="*/ 811293 w 1015970"/>
                  <a:gd name="connsiteY5" fmla="*/ 913717 h 2084823"/>
                  <a:gd name="connsiteX6" fmla="*/ 21217 w 1015970"/>
                  <a:gd name="connsiteY6" fmla="*/ 123641 h 2084823"/>
                  <a:gd name="connsiteX7" fmla="*/ 21217 w 1015970"/>
                  <a:gd name="connsiteY7" fmla="*/ 21217 h 2084823"/>
                  <a:gd name="connsiteX8" fmla="*/ 123642 w 1015970"/>
                  <a:gd name="connsiteY8" fmla="*/ 21217 h 2084823"/>
                  <a:gd name="connsiteX9" fmla="*/ 913717 w 1015970"/>
                  <a:gd name="connsiteY9" fmla="*/ 811293 h 2084823"/>
                  <a:gd name="connsiteX10" fmla="*/ 1015970 w 1015970"/>
                  <a:gd name="connsiteY10" fmla="*/ 1058147 h 2084823"/>
                  <a:gd name="connsiteX11" fmla="*/ 913717 w 1015970"/>
                  <a:gd name="connsiteY11" fmla="*/ 1305000 h 2084823"/>
                  <a:gd name="connsiteX12" fmla="*/ 155188 w 1015970"/>
                  <a:gd name="connsiteY12" fmla="*/ 2063530 h 2084823"/>
                  <a:gd name="connsiteX13" fmla="*/ 103959 w 1015970"/>
                  <a:gd name="connsiteY13" fmla="*/ 2084823 h 2084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5970" h="2084823">
                    <a:moveTo>
                      <a:pt x="103959" y="2084823"/>
                    </a:moveTo>
                    <a:cubicBezTo>
                      <a:pt x="85442" y="2084823"/>
                      <a:pt x="66891" y="2077760"/>
                      <a:pt x="52764" y="2063598"/>
                    </a:cubicBezTo>
                    <a:cubicBezTo>
                      <a:pt x="24475" y="2035309"/>
                      <a:pt x="24475" y="1989463"/>
                      <a:pt x="52764" y="1961174"/>
                    </a:cubicBezTo>
                    <a:lnTo>
                      <a:pt x="811293" y="1202645"/>
                    </a:lnTo>
                    <a:cubicBezTo>
                      <a:pt x="849870" y="1164069"/>
                      <a:pt x="871129" y="1112771"/>
                      <a:pt x="871129" y="1058181"/>
                    </a:cubicBezTo>
                    <a:cubicBezTo>
                      <a:pt x="871129" y="1003625"/>
                      <a:pt x="849870" y="952328"/>
                      <a:pt x="811293" y="913717"/>
                    </a:cubicBezTo>
                    <a:lnTo>
                      <a:pt x="21217" y="123641"/>
                    </a:lnTo>
                    <a:cubicBezTo>
                      <a:pt x="-7072" y="95352"/>
                      <a:pt x="-7072" y="49506"/>
                      <a:pt x="21217" y="21217"/>
                    </a:cubicBezTo>
                    <a:cubicBezTo>
                      <a:pt x="49506" y="-7072"/>
                      <a:pt x="95352" y="-7072"/>
                      <a:pt x="123642" y="21217"/>
                    </a:cubicBezTo>
                    <a:lnTo>
                      <a:pt x="913717" y="811293"/>
                    </a:lnTo>
                    <a:cubicBezTo>
                      <a:pt x="979657" y="877233"/>
                      <a:pt x="1015970" y="964912"/>
                      <a:pt x="1015970" y="1058147"/>
                    </a:cubicBezTo>
                    <a:cubicBezTo>
                      <a:pt x="1015970" y="1151381"/>
                      <a:pt x="979657" y="1239061"/>
                      <a:pt x="913717" y="1305000"/>
                    </a:cubicBezTo>
                    <a:lnTo>
                      <a:pt x="155188" y="2063530"/>
                    </a:lnTo>
                    <a:cubicBezTo>
                      <a:pt x="141027" y="2077726"/>
                      <a:pt x="122510" y="2084823"/>
                      <a:pt x="103959" y="2084823"/>
                    </a:cubicBezTo>
                    <a:close/>
                  </a:path>
                </a:pathLst>
              </a:custGeom>
              <a:solidFill>
                <a:srgbClr val="00A3E0"/>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17" name="Freeform: Shape 116">
                <a:extLst>
                  <a:ext uri="{FF2B5EF4-FFF2-40B4-BE49-F238E27FC236}">
                    <a16:creationId xmlns:a16="http://schemas.microsoft.com/office/drawing/2014/main" id="{895DFA29-4799-45EE-9554-DB1349C1FC30}"/>
                  </a:ext>
                </a:extLst>
              </p:cNvPr>
              <p:cNvSpPr/>
              <p:nvPr/>
            </p:nvSpPr>
            <p:spPr>
              <a:xfrm>
                <a:off x="7552742" y="2733795"/>
                <a:ext cx="1152499" cy="528467"/>
              </a:xfrm>
              <a:custGeom>
                <a:avLst/>
                <a:gdLst>
                  <a:gd name="connsiteX0" fmla="*/ 1262661 w 1612795"/>
                  <a:gd name="connsiteY0" fmla="*/ 739532 h 739532"/>
                  <a:gd name="connsiteX1" fmla="*/ 350169 w 1612795"/>
                  <a:gd name="connsiteY1" fmla="*/ 739532 h 739532"/>
                  <a:gd name="connsiteX2" fmla="*/ 0 w 1612795"/>
                  <a:gd name="connsiteY2" fmla="*/ 389397 h 739532"/>
                  <a:gd name="connsiteX3" fmla="*/ 0 w 1612795"/>
                  <a:gd name="connsiteY3" fmla="*/ 350169 h 739532"/>
                  <a:gd name="connsiteX4" fmla="*/ 350169 w 1612795"/>
                  <a:gd name="connsiteY4" fmla="*/ 0 h 739532"/>
                  <a:gd name="connsiteX5" fmla="*/ 1262661 w 1612795"/>
                  <a:gd name="connsiteY5" fmla="*/ 0 h 739532"/>
                  <a:gd name="connsiteX6" fmla="*/ 1612796 w 1612795"/>
                  <a:gd name="connsiteY6" fmla="*/ 350169 h 739532"/>
                  <a:gd name="connsiteX7" fmla="*/ 1612796 w 1612795"/>
                  <a:gd name="connsiteY7" fmla="*/ 389397 h 739532"/>
                  <a:gd name="connsiteX8" fmla="*/ 1262661 w 1612795"/>
                  <a:gd name="connsiteY8" fmla="*/ 739532 h 73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2795" h="739532">
                    <a:moveTo>
                      <a:pt x="1262661" y="739532"/>
                    </a:moveTo>
                    <a:lnTo>
                      <a:pt x="350169" y="739532"/>
                    </a:lnTo>
                    <a:cubicBezTo>
                      <a:pt x="156774" y="739532"/>
                      <a:pt x="0" y="582759"/>
                      <a:pt x="0" y="389397"/>
                    </a:cubicBezTo>
                    <a:lnTo>
                      <a:pt x="0" y="350169"/>
                    </a:lnTo>
                    <a:cubicBezTo>
                      <a:pt x="0" y="156774"/>
                      <a:pt x="156774" y="0"/>
                      <a:pt x="350169" y="0"/>
                    </a:cubicBezTo>
                    <a:lnTo>
                      <a:pt x="1262661" y="0"/>
                    </a:lnTo>
                    <a:cubicBezTo>
                      <a:pt x="1456056" y="0"/>
                      <a:pt x="1612796" y="156774"/>
                      <a:pt x="1612796" y="350169"/>
                    </a:cubicBezTo>
                    <a:lnTo>
                      <a:pt x="1612796" y="389397"/>
                    </a:lnTo>
                    <a:cubicBezTo>
                      <a:pt x="1612796" y="582759"/>
                      <a:pt x="1456056" y="739532"/>
                      <a:pt x="1262661" y="739532"/>
                    </a:cubicBezTo>
                    <a:close/>
                  </a:path>
                </a:pathLst>
              </a:custGeom>
              <a:solidFill>
                <a:srgbClr val="00A3E0"/>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18" name="Freeform: Shape 117">
                <a:extLst>
                  <a:ext uri="{FF2B5EF4-FFF2-40B4-BE49-F238E27FC236}">
                    <a16:creationId xmlns:a16="http://schemas.microsoft.com/office/drawing/2014/main" id="{67D8883A-5544-E7A9-49EA-B897D45A4055}"/>
                  </a:ext>
                </a:extLst>
              </p:cNvPr>
              <p:cNvSpPr/>
              <p:nvPr/>
            </p:nvSpPr>
            <p:spPr>
              <a:xfrm>
                <a:off x="7979881" y="1840194"/>
                <a:ext cx="2315670" cy="2315670"/>
              </a:xfrm>
              <a:custGeom>
                <a:avLst/>
                <a:gdLst>
                  <a:gd name="connsiteX0" fmla="*/ 1444749 w 3240525"/>
                  <a:gd name="connsiteY0" fmla="*/ 3167822 h 3240525"/>
                  <a:gd name="connsiteX1" fmla="*/ 72703 w 3240525"/>
                  <a:gd name="connsiteY1" fmla="*/ 1795810 h 3240525"/>
                  <a:gd name="connsiteX2" fmla="*/ 72703 w 3240525"/>
                  <a:gd name="connsiteY2" fmla="*/ 1444715 h 3240525"/>
                  <a:gd name="connsiteX3" fmla="*/ 1444715 w 3240525"/>
                  <a:gd name="connsiteY3" fmla="*/ 72703 h 3240525"/>
                  <a:gd name="connsiteX4" fmla="*/ 1795810 w 3240525"/>
                  <a:gd name="connsiteY4" fmla="*/ 72703 h 3240525"/>
                  <a:gd name="connsiteX5" fmla="*/ 3167822 w 3240525"/>
                  <a:gd name="connsiteY5" fmla="*/ 1444715 h 3240525"/>
                  <a:gd name="connsiteX6" fmla="*/ 3167822 w 3240525"/>
                  <a:gd name="connsiteY6" fmla="*/ 1795810 h 3240525"/>
                  <a:gd name="connsiteX7" fmla="*/ 1795810 w 3240525"/>
                  <a:gd name="connsiteY7" fmla="*/ 3167822 h 3240525"/>
                  <a:gd name="connsiteX8" fmla="*/ 1444749 w 3240525"/>
                  <a:gd name="connsiteY8" fmla="*/ 3167822 h 324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0525" h="3240525">
                    <a:moveTo>
                      <a:pt x="1444749" y="3167822"/>
                    </a:moveTo>
                    <a:lnTo>
                      <a:pt x="72703" y="1795810"/>
                    </a:lnTo>
                    <a:cubicBezTo>
                      <a:pt x="-24234" y="1698872"/>
                      <a:pt x="-24234" y="1541653"/>
                      <a:pt x="72703" y="1444715"/>
                    </a:cubicBezTo>
                    <a:lnTo>
                      <a:pt x="1444715" y="72703"/>
                    </a:lnTo>
                    <a:cubicBezTo>
                      <a:pt x="1541653" y="-24234"/>
                      <a:pt x="1698872" y="-24234"/>
                      <a:pt x="1795810" y="72703"/>
                    </a:cubicBezTo>
                    <a:lnTo>
                      <a:pt x="3167822" y="1444715"/>
                    </a:lnTo>
                    <a:cubicBezTo>
                      <a:pt x="3264760" y="1541653"/>
                      <a:pt x="3264760" y="1698872"/>
                      <a:pt x="3167822" y="1795810"/>
                    </a:cubicBezTo>
                    <a:lnTo>
                      <a:pt x="1795810" y="3167822"/>
                    </a:lnTo>
                    <a:cubicBezTo>
                      <a:pt x="1698872" y="3264760"/>
                      <a:pt x="1541687" y="3264760"/>
                      <a:pt x="1444749" y="3167822"/>
                    </a:cubicBezTo>
                    <a:close/>
                  </a:path>
                </a:pathLst>
              </a:custGeom>
              <a:solidFill>
                <a:srgbClr val="E6E6E6"/>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19" name="Freeform: Shape 118">
                <a:extLst>
                  <a:ext uri="{FF2B5EF4-FFF2-40B4-BE49-F238E27FC236}">
                    <a16:creationId xmlns:a16="http://schemas.microsoft.com/office/drawing/2014/main" id="{F357DE5E-853F-6273-0F3D-49F88AF3BC25}"/>
                  </a:ext>
                </a:extLst>
              </p:cNvPr>
              <p:cNvSpPr/>
              <p:nvPr/>
            </p:nvSpPr>
            <p:spPr>
              <a:xfrm>
                <a:off x="8044190" y="1919769"/>
                <a:ext cx="2187075" cy="2164139"/>
              </a:xfrm>
              <a:custGeom>
                <a:avLst/>
                <a:gdLst>
                  <a:gd name="connsiteX0" fmla="*/ 1299240 w 3060571"/>
                  <a:gd name="connsiteY0" fmla="*/ 2932781 h 3028475"/>
                  <a:gd name="connsiteX1" fmla="*/ 95695 w 3060571"/>
                  <a:gd name="connsiteY1" fmla="*/ 1729236 h 3028475"/>
                  <a:gd name="connsiteX2" fmla="*/ 95695 w 3060571"/>
                  <a:gd name="connsiteY2" fmla="*/ 1267144 h 3028475"/>
                  <a:gd name="connsiteX3" fmla="*/ 1299240 w 3060571"/>
                  <a:gd name="connsiteY3" fmla="*/ 95695 h 3028475"/>
                  <a:gd name="connsiteX4" fmla="*/ 1761332 w 3060571"/>
                  <a:gd name="connsiteY4" fmla="*/ 95695 h 3028475"/>
                  <a:gd name="connsiteX5" fmla="*/ 2964877 w 3060571"/>
                  <a:gd name="connsiteY5" fmla="*/ 1267144 h 3028475"/>
                  <a:gd name="connsiteX6" fmla="*/ 2964877 w 3060571"/>
                  <a:gd name="connsiteY6" fmla="*/ 1729236 h 3028475"/>
                  <a:gd name="connsiteX7" fmla="*/ 1761332 w 3060571"/>
                  <a:gd name="connsiteY7" fmla="*/ 2932781 h 3028475"/>
                  <a:gd name="connsiteX8" fmla="*/ 1299240 w 3060571"/>
                  <a:gd name="connsiteY8" fmla="*/ 2932781 h 30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0571" h="3028475">
                    <a:moveTo>
                      <a:pt x="1299240" y="2932781"/>
                    </a:moveTo>
                    <a:lnTo>
                      <a:pt x="95695" y="1729236"/>
                    </a:lnTo>
                    <a:cubicBezTo>
                      <a:pt x="-31898" y="1601643"/>
                      <a:pt x="-31898" y="1394771"/>
                      <a:pt x="95695" y="1267144"/>
                    </a:cubicBezTo>
                    <a:lnTo>
                      <a:pt x="1299240" y="95695"/>
                    </a:lnTo>
                    <a:cubicBezTo>
                      <a:pt x="1426833" y="-31898"/>
                      <a:pt x="1633704" y="-31898"/>
                      <a:pt x="1761332" y="95695"/>
                    </a:cubicBezTo>
                    <a:lnTo>
                      <a:pt x="2964877" y="1267144"/>
                    </a:lnTo>
                    <a:cubicBezTo>
                      <a:pt x="3092470" y="1394737"/>
                      <a:pt x="3092470" y="1601609"/>
                      <a:pt x="2964877" y="1729236"/>
                    </a:cubicBezTo>
                    <a:lnTo>
                      <a:pt x="1761332" y="2932781"/>
                    </a:lnTo>
                    <a:cubicBezTo>
                      <a:pt x="1633738" y="3060374"/>
                      <a:pt x="1426833" y="3060374"/>
                      <a:pt x="1299240" y="2932781"/>
                    </a:cubicBezTo>
                    <a:close/>
                  </a:path>
                </a:pathLst>
              </a:custGeom>
              <a:solidFill>
                <a:srgbClr val="F9F9F9"/>
              </a:solidFill>
              <a:ln w="3429" cap="flat">
                <a:noFill/>
                <a:prstDash val="solid"/>
                <a:miter/>
              </a:ln>
            </p:spPr>
            <p:txBody>
              <a:bodyPr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7CB0"/>
                    </a:solidFill>
                    <a:effectLst/>
                    <a:uLnTx/>
                    <a:uFillTx/>
                    <a:latin typeface="Aptos"/>
                    <a:ea typeface="+mn-ea"/>
                    <a:cs typeface="+mn-cs"/>
                  </a:rPr>
                  <a:t>Enhanced Fund Availability</a:t>
                </a:r>
              </a:p>
            </p:txBody>
          </p:sp>
        </p:grpSp>
        <p:grpSp>
          <p:nvGrpSpPr>
            <p:cNvPr id="168" name="Group 167">
              <a:extLst>
                <a:ext uri="{FF2B5EF4-FFF2-40B4-BE49-F238E27FC236}">
                  <a16:creationId xmlns:a16="http://schemas.microsoft.com/office/drawing/2014/main" id="{A7A599AF-288B-FCEA-529B-3ECD7C447D58}"/>
                </a:ext>
              </a:extLst>
            </p:cNvPr>
            <p:cNvGrpSpPr/>
            <p:nvPr/>
          </p:nvGrpSpPr>
          <p:grpSpPr>
            <a:xfrm flipH="1">
              <a:off x="4286980" y="1102199"/>
              <a:ext cx="1770023" cy="1558478"/>
              <a:chOff x="7552742" y="1705826"/>
              <a:chExt cx="2927240" cy="2577391"/>
            </a:xfrm>
          </p:grpSpPr>
          <p:grpSp>
            <p:nvGrpSpPr>
              <p:cNvPr id="169" name="Graphic 26403">
                <a:extLst>
                  <a:ext uri="{FF2B5EF4-FFF2-40B4-BE49-F238E27FC236}">
                    <a16:creationId xmlns:a16="http://schemas.microsoft.com/office/drawing/2014/main" id="{63669679-9143-6395-0B48-D95C9D4C60F5}"/>
                  </a:ext>
                </a:extLst>
              </p:cNvPr>
              <p:cNvGrpSpPr/>
              <p:nvPr/>
            </p:nvGrpSpPr>
            <p:grpSpPr>
              <a:xfrm>
                <a:off x="7857632" y="1705826"/>
                <a:ext cx="2575210" cy="2577391"/>
                <a:chOff x="6691985" y="1277204"/>
                <a:chExt cx="3603724" cy="3606775"/>
              </a:xfrm>
              <a:solidFill>
                <a:srgbClr val="636363"/>
              </a:solidFill>
            </p:grpSpPr>
            <p:sp>
              <p:nvSpPr>
                <p:cNvPr id="174" name="Freeform: Shape 173">
                  <a:extLst>
                    <a:ext uri="{FF2B5EF4-FFF2-40B4-BE49-F238E27FC236}">
                      <a16:creationId xmlns:a16="http://schemas.microsoft.com/office/drawing/2014/main" id="{910E14A7-9212-89AF-C601-AB013A4AC458}"/>
                    </a:ext>
                  </a:extLst>
                </p:cNvPr>
                <p:cNvSpPr/>
                <p:nvPr/>
              </p:nvSpPr>
              <p:spPr>
                <a:xfrm>
                  <a:off x="6767844" y="3275106"/>
                  <a:ext cx="13921" cy="13921"/>
                </a:xfrm>
                <a:custGeom>
                  <a:avLst/>
                  <a:gdLst>
                    <a:gd name="connsiteX0" fmla="*/ 0 w 13921"/>
                    <a:gd name="connsiteY0" fmla="*/ 0 h 13921"/>
                    <a:gd name="connsiteX1" fmla="*/ 13922 w 13921"/>
                    <a:gd name="connsiteY1" fmla="*/ 13887 h 13921"/>
                    <a:gd name="connsiteX2" fmla="*/ 13922 w 13921"/>
                    <a:gd name="connsiteY2" fmla="*/ 13922 h 13921"/>
                    <a:gd name="connsiteX3" fmla="*/ 13922 w 13921"/>
                    <a:gd name="connsiteY3" fmla="*/ 13922 h 13921"/>
                  </a:gdLst>
                  <a:ahLst/>
                  <a:cxnLst>
                    <a:cxn ang="0">
                      <a:pos x="connsiteX0" y="connsiteY0"/>
                    </a:cxn>
                    <a:cxn ang="0">
                      <a:pos x="connsiteX1" y="connsiteY1"/>
                    </a:cxn>
                    <a:cxn ang="0">
                      <a:pos x="connsiteX2" y="connsiteY2"/>
                    </a:cxn>
                    <a:cxn ang="0">
                      <a:pos x="connsiteX3" y="connsiteY3"/>
                    </a:cxn>
                  </a:cxnLst>
                  <a:rect l="l" t="t" r="r" b="b"/>
                  <a:pathLst>
                    <a:path w="13921" h="13921">
                      <a:moveTo>
                        <a:pt x="0" y="0"/>
                      </a:moveTo>
                      <a:lnTo>
                        <a:pt x="13922" y="13887"/>
                      </a:lnTo>
                      <a:lnTo>
                        <a:pt x="13922" y="13922"/>
                      </a:lnTo>
                      <a:lnTo>
                        <a:pt x="13922" y="13922"/>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75" name="Freeform: Shape 174">
                  <a:extLst>
                    <a:ext uri="{FF2B5EF4-FFF2-40B4-BE49-F238E27FC236}">
                      <a16:creationId xmlns:a16="http://schemas.microsoft.com/office/drawing/2014/main" id="{E4FE1C1B-F50F-30E3-20BA-070813AC71DB}"/>
                    </a:ext>
                  </a:extLst>
                </p:cNvPr>
                <p:cNvSpPr/>
                <p:nvPr/>
              </p:nvSpPr>
              <p:spPr>
                <a:xfrm>
                  <a:off x="6920597" y="3427885"/>
                  <a:ext cx="14384" cy="14358"/>
                </a:xfrm>
                <a:custGeom>
                  <a:avLst/>
                  <a:gdLst>
                    <a:gd name="connsiteX0" fmla="*/ 386 w 14384"/>
                    <a:gd name="connsiteY0" fmla="*/ 51 h 14358"/>
                    <a:gd name="connsiteX1" fmla="*/ 14308 w 14384"/>
                    <a:gd name="connsiteY1" fmla="*/ 13939 h 14358"/>
                    <a:gd name="connsiteX2" fmla="*/ 14308 w 14384"/>
                    <a:gd name="connsiteY2" fmla="*/ 14282 h 14358"/>
                    <a:gd name="connsiteX3" fmla="*/ 13965 w 14384"/>
                    <a:gd name="connsiteY3" fmla="*/ 14282 h 14358"/>
                    <a:gd name="connsiteX4" fmla="*/ 77 w 14384"/>
                    <a:gd name="connsiteY4" fmla="*/ 360 h 14358"/>
                    <a:gd name="connsiteX5" fmla="*/ 77 w 14384"/>
                    <a:gd name="connsiteY5" fmla="*/ 51 h 14358"/>
                    <a:gd name="connsiteX6" fmla="*/ 386 w 14384"/>
                    <a:gd name="connsiteY6" fmla="*/ 51 h 14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84" h="14358">
                      <a:moveTo>
                        <a:pt x="386" y="51"/>
                      </a:moveTo>
                      <a:lnTo>
                        <a:pt x="14308" y="13939"/>
                      </a:lnTo>
                      <a:cubicBezTo>
                        <a:pt x="14411" y="14042"/>
                        <a:pt x="14411" y="14179"/>
                        <a:pt x="14308" y="14282"/>
                      </a:cubicBezTo>
                      <a:cubicBezTo>
                        <a:pt x="14205" y="14385"/>
                        <a:pt x="14067" y="14385"/>
                        <a:pt x="13965" y="14282"/>
                      </a:cubicBezTo>
                      <a:lnTo>
                        <a:pt x="77" y="360"/>
                      </a:lnTo>
                      <a:cubicBezTo>
                        <a:pt x="-26" y="257"/>
                        <a:pt x="-26" y="120"/>
                        <a:pt x="77" y="51"/>
                      </a:cubicBezTo>
                      <a:cubicBezTo>
                        <a:pt x="180" y="-17"/>
                        <a:pt x="317" y="-17"/>
                        <a:pt x="386" y="51"/>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76" name="Freeform: Shape 175">
                  <a:extLst>
                    <a:ext uri="{FF2B5EF4-FFF2-40B4-BE49-F238E27FC236}">
                      <a16:creationId xmlns:a16="http://schemas.microsoft.com/office/drawing/2014/main" id="{04FDD0F3-F891-DD95-D685-3B874A12204A}"/>
                    </a:ext>
                  </a:extLst>
                </p:cNvPr>
                <p:cNvSpPr/>
                <p:nvPr/>
              </p:nvSpPr>
              <p:spPr>
                <a:xfrm>
                  <a:off x="7073376" y="3580634"/>
                  <a:ext cx="14796" cy="14801"/>
                </a:xfrm>
                <a:custGeom>
                  <a:avLst/>
                  <a:gdLst>
                    <a:gd name="connsiteX0" fmla="*/ 746 w 14796"/>
                    <a:gd name="connsiteY0" fmla="*/ 133 h 14801"/>
                    <a:gd name="connsiteX1" fmla="*/ 14668 w 14796"/>
                    <a:gd name="connsiteY1" fmla="*/ 14021 h 14801"/>
                    <a:gd name="connsiteX2" fmla="*/ 14668 w 14796"/>
                    <a:gd name="connsiteY2" fmla="*/ 14672 h 14801"/>
                    <a:gd name="connsiteX3" fmla="*/ 14016 w 14796"/>
                    <a:gd name="connsiteY3" fmla="*/ 14672 h 14801"/>
                    <a:gd name="connsiteX4" fmla="*/ 14016 w 14796"/>
                    <a:gd name="connsiteY4" fmla="*/ 14672 h 14801"/>
                    <a:gd name="connsiteX5" fmla="*/ 128 w 14796"/>
                    <a:gd name="connsiteY5" fmla="*/ 750 h 14801"/>
                    <a:gd name="connsiteX6" fmla="*/ 128 w 14796"/>
                    <a:gd name="connsiteY6" fmla="*/ 99 h 14801"/>
                    <a:gd name="connsiteX7" fmla="*/ 746 w 14796"/>
                    <a:gd name="connsiteY7" fmla="*/ 133 h 1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96" h="14801">
                      <a:moveTo>
                        <a:pt x="746" y="133"/>
                      </a:moveTo>
                      <a:lnTo>
                        <a:pt x="14668" y="14021"/>
                      </a:lnTo>
                      <a:cubicBezTo>
                        <a:pt x="14839" y="14192"/>
                        <a:pt x="14839" y="14501"/>
                        <a:pt x="14668" y="14672"/>
                      </a:cubicBezTo>
                      <a:cubicBezTo>
                        <a:pt x="14496" y="14844"/>
                        <a:pt x="14188" y="14844"/>
                        <a:pt x="14016" y="14672"/>
                      </a:cubicBezTo>
                      <a:lnTo>
                        <a:pt x="14016" y="14672"/>
                      </a:lnTo>
                      <a:lnTo>
                        <a:pt x="128" y="750"/>
                      </a:lnTo>
                      <a:cubicBezTo>
                        <a:pt x="-43" y="579"/>
                        <a:pt x="-43" y="305"/>
                        <a:pt x="128" y="99"/>
                      </a:cubicBezTo>
                      <a:cubicBezTo>
                        <a:pt x="300" y="-38"/>
                        <a:pt x="574" y="-38"/>
                        <a:pt x="746" y="133"/>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77" name="Freeform: Shape 176">
                  <a:extLst>
                    <a:ext uri="{FF2B5EF4-FFF2-40B4-BE49-F238E27FC236}">
                      <a16:creationId xmlns:a16="http://schemas.microsoft.com/office/drawing/2014/main" id="{422D98CB-3C64-81C5-2BFB-77F1361E1365}"/>
                    </a:ext>
                  </a:extLst>
                </p:cNvPr>
                <p:cNvSpPr/>
                <p:nvPr/>
              </p:nvSpPr>
              <p:spPr>
                <a:xfrm>
                  <a:off x="7226095" y="3733392"/>
                  <a:ext cx="15293" cy="15293"/>
                </a:xfrm>
                <a:custGeom>
                  <a:avLst/>
                  <a:gdLst>
                    <a:gd name="connsiteX0" fmla="*/ 1166 w 15293"/>
                    <a:gd name="connsiteY0" fmla="*/ 206 h 15293"/>
                    <a:gd name="connsiteX1" fmla="*/ 15087 w 15293"/>
                    <a:gd name="connsiteY1" fmla="*/ 14093 h 15293"/>
                    <a:gd name="connsiteX2" fmla="*/ 15087 w 15293"/>
                    <a:gd name="connsiteY2" fmla="*/ 15088 h 15293"/>
                    <a:gd name="connsiteX3" fmla="*/ 14093 w 15293"/>
                    <a:gd name="connsiteY3" fmla="*/ 15088 h 15293"/>
                    <a:gd name="connsiteX4" fmla="*/ 14093 w 15293"/>
                    <a:gd name="connsiteY4" fmla="*/ 15088 h 15293"/>
                    <a:gd name="connsiteX5" fmla="*/ 206 w 15293"/>
                    <a:gd name="connsiteY5" fmla="*/ 1166 h 15293"/>
                    <a:gd name="connsiteX6" fmla="*/ 206 w 15293"/>
                    <a:gd name="connsiteY6" fmla="*/ 206 h 15293"/>
                    <a:gd name="connsiteX7" fmla="*/ 1166 w 15293"/>
                    <a:gd name="connsiteY7" fmla="*/ 206 h 1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93" h="15293">
                      <a:moveTo>
                        <a:pt x="1166" y="206"/>
                      </a:moveTo>
                      <a:lnTo>
                        <a:pt x="15087" y="14093"/>
                      </a:lnTo>
                      <a:cubicBezTo>
                        <a:pt x="15362" y="14367"/>
                        <a:pt x="15362" y="14813"/>
                        <a:pt x="15087" y="15088"/>
                      </a:cubicBezTo>
                      <a:cubicBezTo>
                        <a:pt x="14813" y="15362"/>
                        <a:pt x="14367" y="15362"/>
                        <a:pt x="14093" y="15088"/>
                      </a:cubicBezTo>
                      <a:lnTo>
                        <a:pt x="14093" y="15088"/>
                      </a:lnTo>
                      <a:lnTo>
                        <a:pt x="206" y="1166"/>
                      </a:lnTo>
                      <a:cubicBezTo>
                        <a:pt x="-69" y="892"/>
                        <a:pt x="-69" y="480"/>
                        <a:pt x="206" y="206"/>
                      </a:cubicBezTo>
                      <a:cubicBezTo>
                        <a:pt x="480" y="-69"/>
                        <a:pt x="926" y="-69"/>
                        <a:pt x="1166" y="206"/>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78" name="Freeform: Shape 177">
                  <a:extLst>
                    <a:ext uri="{FF2B5EF4-FFF2-40B4-BE49-F238E27FC236}">
                      <a16:creationId xmlns:a16="http://schemas.microsoft.com/office/drawing/2014/main" id="{38C75E7C-629C-359B-9A17-FE67BB6028E3}"/>
                    </a:ext>
                  </a:extLst>
                </p:cNvPr>
                <p:cNvSpPr/>
                <p:nvPr/>
              </p:nvSpPr>
              <p:spPr>
                <a:xfrm>
                  <a:off x="7378660" y="3885883"/>
                  <a:ext cx="16261" cy="16266"/>
                </a:xfrm>
                <a:custGeom>
                  <a:avLst/>
                  <a:gdLst>
                    <a:gd name="connsiteX0" fmla="*/ 1946 w 16261"/>
                    <a:gd name="connsiteY0" fmla="*/ 339 h 16266"/>
                    <a:gd name="connsiteX1" fmla="*/ 15902 w 16261"/>
                    <a:gd name="connsiteY1" fmla="*/ 14192 h 16266"/>
                    <a:gd name="connsiteX2" fmla="*/ 15902 w 16261"/>
                    <a:gd name="connsiteY2" fmla="*/ 15907 h 16266"/>
                    <a:gd name="connsiteX3" fmla="*/ 14187 w 16261"/>
                    <a:gd name="connsiteY3" fmla="*/ 15907 h 16266"/>
                    <a:gd name="connsiteX4" fmla="*/ 14187 w 16261"/>
                    <a:gd name="connsiteY4" fmla="*/ 15907 h 16266"/>
                    <a:gd name="connsiteX5" fmla="*/ 334 w 16261"/>
                    <a:gd name="connsiteY5" fmla="*/ 1951 h 16266"/>
                    <a:gd name="connsiteX6" fmla="*/ 334 w 16261"/>
                    <a:gd name="connsiteY6" fmla="*/ 304 h 16266"/>
                    <a:gd name="connsiteX7" fmla="*/ 1946 w 16261"/>
                    <a:gd name="connsiteY7" fmla="*/ 339 h 1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61" h="16266">
                      <a:moveTo>
                        <a:pt x="1946" y="339"/>
                      </a:moveTo>
                      <a:lnTo>
                        <a:pt x="15902" y="14192"/>
                      </a:lnTo>
                      <a:cubicBezTo>
                        <a:pt x="16382" y="14672"/>
                        <a:pt x="16382" y="15426"/>
                        <a:pt x="15902" y="15907"/>
                      </a:cubicBezTo>
                      <a:cubicBezTo>
                        <a:pt x="15422" y="16387"/>
                        <a:pt x="14667" y="16387"/>
                        <a:pt x="14187" y="15907"/>
                      </a:cubicBezTo>
                      <a:lnTo>
                        <a:pt x="14187" y="15907"/>
                      </a:lnTo>
                      <a:lnTo>
                        <a:pt x="334" y="1951"/>
                      </a:lnTo>
                      <a:cubicBezTo>
                        <a:pt x="-111" y="1505"/>
                        <a:pt x="-111" y="750"/>
                        <a:pt x="334" y="304"/>
                      </a:cubicBezTo>
                      <a:cubicBezTo>
                        <a:pt x="746" y="-107"/>
                        <a:pt x="1500" y="-107"/>
                        <a:pt x="1946" y="339"/>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79" name="Freeform: Shape 178">
                  <a:extLst>
                    <a:ext uri="{FF2B5EF4-FFF2-40B4-BE49-F238E27FC236}">
                      <a16:creationId xmlns:a16="http://schemas.microsoft.com/office/drawing/2014/main" id="{05478967-A7C9-BDCF-0D19-B3E05DB45E7B}"/>
                    </a:ext>
                  </a:extLst>
                </p:cNvPr>
                <p:cNvSpPr/>
                <p:nvPr/>
              </p:nvSpPr>
              <p:spPr>
                <a:xfrm>
                  <a:off x="7530942" y="4038204"/>
                  <a:ext cx="17620" cy="17620"/>
                </a:xfrm>
                <a:custGeom>
                  <a:avLst/>
                  <a:gdLst>
                    <a:gd name="connsiteX0" fmla="*/ 3112 w 17620"/>
                    <a:gd name="connsiteY0" fmla="*/ 540 h 17620"/>
                    <a:gd name="connsiteX1" fmla="*/ 17068 w 17620"/>
                    <a:gd name="connsiteY1" fmla="*/ 14393 h 17620"/>
                    <a:gd name="connsiteX2" fmla="*/ 17068 w 17620"/>
                    <a:gd name="connsiteY2" fmla="*/ 17068 h 17620"/>
                    <a:gd name="connsiteX3" fmla="*/ 14393 w 17620"/>
                    <a:gd name="connsiteY3" fmla="*/ 17068 h 17620"/>
                    <a:gd name="connsiteX4" fmla="*/ 14393 w 17620"/>
                    <a:gd name="connsiteY4" fmla="*/ 17068 h 17620"/>
                    <a:gd name="connsiteX5" fmla="*/ 540 w 17620"/>
                    <a:gd name="connsiteY5" fmla="*/ 3112 h 17620"/>
                    <a:gd name="connsiteX6" fmla="*/ 540 w 17620"/>
                    <a:gd name="connsiteY6" fmla="*/ 540 h 17620"/>
                    <a:gd name="connsiteX7" fmla="*/ 3112 w 17620"/>
                    <a:gd name="connsiteY7" fmla="*/ 540 h 1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20" h="17620">
                      <a:moveTo>
                        <a:pt x="3112" y="540"/>
                      </a:moveTo>
                      <a:lnTo>
                        <a:pt x="17068" y="14393"/>
                      </a:lnTo>
                      <a:cubicBezTo>
                        <a:pt x="17788" y="15113"/>
                        <a:pt x="17822" y="16314"/>
                        <a:pt x="17068" y="17068"/>
                      </a:cubicBezTo>
                      <a:cubicBezTo>
                        <a:pt x="16348" y="17788"/>
                        <a:pt x="15148" y="17822"/>
                        <a:pt x="14393" y="17068"/>
                      </a:cubicBezTo>
                      <a:lnTo>
                        <a:pt x="14393" y="17068"/>
                      </a:lnTo>
                      <a:lnTo>
                        <a:pt x="540" y="3112"/>
                      </a:lnTo>
                      <a:cubicBezTo>
                        <a:pt x="-180" y="2392"/>
                        <a:pt x="-180" y="1260"/>
                        <a:pt x="540" y="540"/>
                      </a:cubicBezTo>
                      <a:cubicBezTo>
                        <a:pt x="1260" y="-180"/>
                        <a:pt x="2392" y="-180"/>
                        <a:pt x="3112" y="540"/>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80" name="Freeform: Shape 179">
                  <a:extLst>
                    <a:ext uri="{FF2B5EF4-FFF2-40B4-BE49-F238E27FC236}">
                      <a16:creationId xmlns:a16="http://schemas.microsoft.com/office/drawing/2014/main" id="{BA798CF5-BC7C-F795-BF54-92B62913335E}"/>
                    </a:ext>
                  </a:extLst>
                </p:cNvPr>
                <p:cNvSpPr/>
                <p:nvPr/>
              </p:nvSpPr>
              <p:spPr>
                <a:xfrm>
                  <a:off x="7683283" y="4190546"/>
                  <a:ext cx="18919" cy="18919"/>
                </a:xfrm>
                <a:custGeom>
                  <a:avLst/>
                  <a:gdLst>
                    <a:gd name="connsiteX0" fmla="*/ 4218 w 18919"/>
                    <a:gd name="connsiteY0" fmla="*/ 720 h 18919"/>
                    <a:gd name="connsiteX1" fmla="*/ 18174 w 18919"/>
                    <a:gd name="connsiteY1" fmla="*/ 14573 h 18919"/>
                    <a:gd name="connsiteX2" fmla="*/ 18174 w 18919"/>
                    <a:gd name="connsiteY2" fmla="*/ 18174 h 18919"/>
                    <a:gd name="connsiteX3" fmla="*/ 14573 w 18919"/>
                    <a:gd name="connsiteY3" fmla="*/ 18174 h 18919"/>
                    <a:gd name="connsiteX4" fmla="*/ 14573 w 18919"/>
                    <a:gd name="connsiteY4" fmla="*/ 18174 h 18919"/>
                    <a:gd name="connsiteX5" fmla="*/ 720 w 18919"/>
                    <a:gd name="connsiteY5" fmla="*/ 4217 h 18919"/>
                    <a:gd name="connsiteX6" fmla="*/ 720 w 18919"/>
                    <a:gd name="connsiteY6" fmla="*/ 720 h 18919"/>
                    <a:gd name="connsiteX7" fmla="*/ 4218 w 18919"/>
                    <a:gd name="connsiteY7" fmla="*/ 720 h 1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19" h="18919">
                      <a:moveTo>
                        <a:pt x="4218" y="720"/>
                      </a:moveTo>
                      <a:lnTo>
                        <a:pt x="18174" y="14573"/>
                      </a:lnTo>
                      <a:cubicBezTo>
                        <a:pt x="19168" y="15568"/>
                        <a:pt x="19168" y="17179"/>
                        <a:pt x="18174" y="18174"/>
                      </a:cubicBezTo>
                      <a:cubicBezTo>
                        <a:pt x="17180" y="19168"/>
                        <a:pt x="15568" y="19168"/>
                        <a:pt x="14573" y="18174"/>
                      </a:cubicBezTo>
                      <a:lnTo>
                        <a:pt x="14573" y="18174"/>
                      </a:lnTo>
                      <a:lnTo>
                        <a:pt x="720" y="4217"/>
                      </a:lnTo>
                      <a:cubicBezTo>
                        <a:pt x="-240" y="3258"/>
                        <a:pt x="-240" y="1680"/>
                        <a:pt x="720" y="720"/>
                      </a:cubicBezTo>
                      <a:cubicBezTo>
                        <a:pt x="1680" y="-240"/>
                        <a:pt x="3258" y="-240"/>
                        <a:pt x="4218" y="720"/>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81" name="Freeform: Shape 180">
                  <a:extLst>
                    <a:ext uri="{FF2B5EF4-FFF2-40B4-BE49-F238E27FC236}">
                      <a16:creationId xmlns:a16="http://schemas.microsoft.com/office/drawing/2014/main" id="{80F663C9-5AB7-FC6D-44D9-6378D8137141}"/>
                    </a:ext>
                  </a:extLst>
                </p:cNvPr>
                <p:cNvSpPr/>
                <p:nvPr/>
              </p:nvSpPr>
              <p:spPr>
                <a:xfrm>
                  <a:off x="7835394" y="4342678"/>
                  <a:ext cx="20655" cy="20668"/>
                </a:xfrm>
                <a:custGeom>
                  <a:avLst/>
                  <a:gdLst>
                    <a:gd name="connsiteX0" fmla="*/ 5692 w 20655"/>
                    <a:gd name="connsiteY0" fmla="*/ 973 h 20668"/>
                    <a:gd name="connsiteX1" fmla="*/ 19648 w 20655"/>
                    <a:gd name="connsiteY1" fmla="*/ 14826 h 20668"/>
                    <a:gd name="connsiteX2" fmla="*/ 19682 w 20655"/>
                    <a:gd name="connsiteY2" fmla="*/ 19661 h 20668"/>
                    <a:gd name="connsiteX3" fmla="*/ 14847 w 20655"/>
                    <a:gd name="connsiteY3" fmla="*/ 19695 h 20668"/>
                    <a:gd name="connsiteX4" fmla="*/ 14813 w 20655"/>
                    <a:gd name="connsiteY4" fmla="*/ 19661 h 20668"/>
                    <a:gd name="connsiteX5" fmla="*/ 960 w 20655"/>
                    <a:gd name="connsiteY5" fmla="*/ 5705 h 20668"/>
                    <a:gd name="connsiteX6" fmla="*/ 995 w 20655"/>
                    <a:gd name="connsiteY6" fmla="*/ 1007 h 20668"/>
                    <a:gd name="connsiteX7" fmla="*/ 5692 w 20655"/>
                    <a:gd name="connsiteY7" fmla="*/ 973 h 2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55" h="20668">
                      <a:moveTo>
                        <a:pt x="5692" y="973"/>
                      </a:moveTo>
                      <a:lnTo>
                        <a:pt x="19648" y="14826"/>
                      </a:lnTo>
                      <a:cubicBezTo>
                        <a:pt x="20986" y="16164"/>
                        <a:pt x="20986" y="18324"/>
                        <a:pt x="19682" y="19661"/>
                      </a:cubicBezTo>
                      <a:cubicBezTo>
                        <a:pt x="18345" y="20998"/>
                        <a:pt x="16185" y="20998"/>
                        <a:pt x="14847" y="19695"/>
                      </a:cubicBezTo>
                      <a:lnTo>
                        <a:pt x="14813" y="19661"/>
                      </a:lnTo>
                      <a:lnTo>
                        <a:pt x="960" y="5705"/>
                      </a:lnTo>
                      <a:cubicBezTo>
                        <a:pt x="-343" y="4402"/>
                        <a:pt x="-308" y="2276"/>
                        <a:pt x="995" y="1007"/>
                      </a:cubicBezTo>
                      <a:cubicBezTo>
                        <a:pt x="2298" y="-330"/>
                        <a:pt x="4389" y="-330"/>
                        <a:pt x="5692" y="973"/>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82" name="Freeform: Shape 181">
                  <a:extLst>
                    <a:ext uri="{FF2B5EF4-FFF2-40B4-BE49-F238E27FC236}">
                      <a16:creationId xmlns:a16="http://schemas.microsoft.com/office/drawing/2014/main" id="{FB84B2E1-06D1-8D1C-A838-BB698FE86C1E}"/>
                    </a:ext>
                  </a:extLst>
                </p:cNvPr>
                <p:cNvSpPr/>
                <p:nvPr/>
              </p:nvSpPr>
              <p:spPr>
                <a:xfrm>
                  <a:off x="7987380" y="4494651"/>
                  <a:ext cx="22666" cy="22657"/>
                </a:xfrm>
                <a:custGeom>
                  <a:avLst/>
                  <a:gdLst>
                    <a:gd name="connsiteX0" fmla="*/ 7394 w 22666"/>
                    <a:gd name="connsiteY0" fmla="*/ 1247 h 22657"/>
                    <a:gd name="connsiteX1" fmla="*/ 21350 w 22666"/>
                    <a:gd name="connsiteY1" fmla="*/ 15101 h 22657"/>
                    <a:gd name="connsiteX2" fmla="*/ 21385 w 22666"/>
                    <a:gd name="connsiteY2" fmla="*/ 21341 h 22657"/>
                    <a:gd name="connsiteX3" fmla="*/ 15143 w 22666"/>
                    <a:gd name="connsiteY3" fmla="*/ 21376 h 22657"/>
                    <a:gd name="connsiteX4" fmla="*/ 15109 w 22666"/>
                    <a:gd name="connsiteY4" fmla="*/ 21341 h 22657"/>
                    <a:gd name="connsiteX5" fmla="*/ 1256 w 22666"/>
                    <a:gd name="connsiteY5" fmla="*/ 7385 h 22657"/>
                    <a:gd name="connsiteX6" fmla="*/ 1290 w 22666"/>
                    <a:gd name="connsiteY6" fmla="*/ 1247 h 22657"/>
                    <a:gd name="connsiteX7" fmla="*/ 7394 w 22666"/>
                    <a:gd name="connsiteY7" fmla="*/ 1247 h 2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66" h="22657">
                      <a:moveTo>
                        <a:pt x="7394" y="1247"/>
                      </a:moveTo>
                      <a:lnTo>
                        <a:pt x="21350" y="15101"/>
                      </a:lnTo>
                      <a:cubicBezTo>
                        <a:pt x="23099" y="16815"/>
                        <a:pt x="23099" y="19627"/>
                        <a:pt x="21385" y="21341"/>
                      </a:cubicBezTo>
                      <a:cubicBezTo>
                        <a:pt x="19670" y="23090"/>
                        <a:pt x="16858" y="23090"/>
                        <a:pt x="15143" y="21376"/>
                      </a:cubicBezTo>
                      <a:lnTo>
                        <a:pt x="15109" y="21341"/>
                      </a:lnTo>
                      <a:lnTo>
                        <a:pt x="1256" y="7385"/>
                      </a:lnTo>
                      <a:cubicBezTo>
                        <a:pt x="-424" y="5671"/>
                        <a:pt x="-424" y="2927"/>
                        <a:pt x="1290" y="1247"/>
                      </a:cubicBezTo>
                      <a:cubicBezTo>
                        <a:pt x="2970" y="-433"/>
                        <a:pt x="5714" y="-399"/>
                        <a:pt x="7394" y="1247"/>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83" name="Freeform: Shape 182">
                  <a:extLst>
                    <a:ext uri="{FF2B5EF4-FFF2-40B4-BE49-F238E27FC236}">
                      <a16:creationId xmlns:a16="http://schemas.microsoft.com/office/drawing/2014/main" id="{67F0E61B-D850-819F-6436-E198B2DCC69C}"/>
                    </a:ext>
                  </a:extLst>
                </p:cNvPr>
                <p:cNvSpPr/>
                <p:nvPr/>
              </p:nvSpPr>
              <p:spPr>
                <a:xfrm>
                  <a:off x="8139345" y="4646642"/>
                  <a:ext cx="24684" cy="24684"/>
                </a:xfrm>
                <a:custGeom>
                  <a:avLst/>
                  <a:gdLst>
                    <a:gd name="connsiteX0" fmla="*/ 9117 w 24684"/>
                    <a:gd name="connsiteY0" fmla="*/ 1539 h 24684"/>
                    <a:gd name="connsiteX1" fmla="*/ 23072 w 24684"/>
                    <a:gd name="connsiteY1" fmla="*/ 15392 h 24684"/>
                    <a:gd name="connsiteX2" fmla="*/ 23107 w 24684"/>
                    <a:gd name="connsiteY2" fmla="*/ 23073 h 24684"/>
                    <a:gd name="connsiteX3" fmla="*/ 15426 w 24684"/>
                    <a:gd name="connsiteY3" fmla="*/ 23107 h 24684"/>
                    <a:gd name="connsiteX4" fmla="*/ 15391 w 24684"/>
                    <a:gd name="connsiteY4" fmla="*/ 23073 h 24684"/>
                    <a:gd name="connsiteX5" fmla="*/ 1539 w 24684"/>
                    <a:gd name="connsiteY5" fmla="*/ 9117 h 24684"/>
                    <a:gd name="connsiteX6" fmla="*/ 1573 w 24684"/>
                    <a:gd name="connsiteY6" fmla="*/ 1573 h 24684"/>
                    <a:gd name="connsiteX7" fmla="*/ 9117 w 24684"/>
                    <a:gd name="connsiteY7" fmla="*/ 1539 h 24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84" h="24684">
                      <a:moveTo>
                        <a:pt x="9117" y="1539"/>
                      </a:moveTo>
                      <a:lnTo>
                        <a:pt x="23072" y="15392"/>
                      </a:lnTo>
                      <a:cubicBezTo>
                        <a:pt x="25199" y="17518"/>
                        <a:pt x="25233" y="20947"/>
                        <a:pt x="23107" y="23073"/>
                      </a:cubicBezTo>
                      <a:cubicBezTo>
                        <a:pt x="20981" y="25199"/>
                        <a:pt x="17552" y="25233"/>
                        <a:pt x="15426" y="23107"/>
                      </a:cubicBezTo>
                      <a:lnTo>
                        <a:pt x="15391" y="23073"/>
                      </a:lnTo>
                      <a:lnTo>
                        <a:pt x="1539" y="9117"/>
                      </a:lnTo>
                      <a:cubicBezTo>
                        <a:pt x="-519" y="7025"/>
                        <a:pt x="-519" y="3631"/>
                        <a:pt x="1573" y="1573"/>
                      </a:cubicBezTo>
                      <a:cubicBezTo>
                        <a:pt x="3699" y="-519"/>
                        <a:pt x="7025" y="-519"/>
                        <a:pt x="9117" y="1539"/>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84" name="Freeform: Shape 183">
                  <a:extLst>
                    <a:ext uri="{FF2B5EF4-FFF2-40B4-BE49-F238E27FC236}">
                      <a16:creationId xmlns:a16="http://schemas.microsoft.com/office/drawing/2014/main" id="{8A1ABD99-2C43-55D7-9E79-7DC1BC9EE6E4}"/>
                    </a:ext>
                  </a:extLst>
                </p:cNvPr>
                <p:cNvSpPr/>
                <p:nvPr/>
              </p:nvSpPr>
              <p:spPr>
                <a:xfrm>
                  <a:off x="8291223" y="4798171"/>
                  <a:ext cx="28431" cy="26104"/>
                </a:xfrm>
                <a:custGeom>
                  <a:avLst/>
                  <a:gdLst>
                    <a:gd name="connsiteX0" fmla="*/ 11029 w 28431"/>
                    <a:gd name="connsiteY0" fmla="*/ 1777 h 26104"/>
                    <a:gd name="connsiteX1" fmla="*/ 25740 w 28431"/>
                    <a:gd name="connsiteY1" fmla="*/ 14156 h 26104"/>
                    <a:gd name="connsiteX2" fmla="*/ 26083 w 28431"/>
                    <a:gd name="connsiteY2" fmla="*/ 14465 h 26104"/>
                    <a:gd name="connsiteX3" fmla="*/ 26872 w 28431"/>
                    <a:gd name="connsiteY3" fmla="*/ 23757 h 26104"/>
                    <a:gd name="connsiteX4" fmla="*/ 17579 w 28431"/>
                    <a:gd name="connsiteY4" fmla="*/ 24546 h 26104"/>
                    <a:gd name="connsiteX5" fmla="*/ 17511 w 28431"/>
                    <a:gd name="connsiteY5" fmla="*/ 24511 h 26104"/>
                    <a:gd name="connsiteX6" fmla="*/ 2252 w 28431"/>
                    <a:gd name="connsiteY6" fmla="*/ 11378 h 26104"/>
                    <a:gd name="connsiteX7" fmla="*/ 1565 w 28431"/>
                    <a:gd name="connsiteY7" fmla="*/ 2257 h 26104"/>
                    <a:gd name="connsiteX8" fmla="*/ 10653 w 28431"/>
                    <a:gd name="connsiteY8" fmla="*/ 1537 h 26104"/>
                    <a:gd name="connsiteX9" fmla="*/ 11029 w 28431"/>
                    <a:gd name="connsiteY9" fmla="*/ 1777 h 26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431" h="26104">
                      <a:moveTo>
                        <a:pt x="11029" y="1777"/>
                      </a:moveTo>
                      <a:lnTo>
                        <a:pt x="25740" y="14156"/>
                      </a:lnTo>
                      <a:lnTo>
                        <a:pt x="26083" y="14465"/>
                      </a:lnTo>
                      <a:cubicBezTo>
                        <a:pt x="28861" y="16796"/>
                        <a:pt x="29238" y="20945"/>
                        <a:pt x="26872" y="23757"/>
                      </a:cubicBezTo>
                      <a:cubicBezTo>
                        <a:pt x="24540" y="26535"/>
                        <a:pt x="20391" y="26912"/>
                        <a:pt x="17579" y="24546"/>
                      </a:cubicBezTo>
                      <a:cubicBezTo>
                        <a:pt x="17579" y="24546"/>
                        <a:pt x="17545" y="24511"/>
                        <a:pt x="17511" y="24511"/>
                      </a:cubicBezTo>
                      <a:lnTo>
                        <a:pt x="2252" y="11378"/>
                      </a:lnTo>
                      <a:cubicBezTo>
                        <a:pt x="-457" y="9047"/>
                        <a:pt x="-766" y="4966"/>
                        <a:pt x="1565" y="2257"/>
                      </a:cubicBezTo>
                      <a:cubicBezTo>
                        <a:pt x="3898" y="-452"/>
                        <a:pt x="7944" y="-760"/>
                        <a:pt x="10653" y="1537"/>
                      </a:cubicBezTo>
                      <a:lnTo>
                        <a:pt x="11029" y="1777"/>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85" name="Freeform: Shape 184">
                  <a:extLst>
                    <a:ext uri="{FF2B5EF4-FFF2-40B4-BE49-F238E27FC236}">
                      <a16:creationId xmlns:a16="http://schemas.microsoft.com/office/drawing/2014/main" id="{147A3552-F84D-3109-4744-D9E0BB15910B}"/>
                    </a:ext>
                  </a:extLst>
                </p:cNvPr>
                <p:cNvSpPr/>
                <p:nvPr/>
              </p:nvSpPr>
              <p:spPr>
                <a:xfrm>
                  <a:off x="8488323" y="4866886"/>
                  <a:ext cx="35576" cy="17093"/>
                </a:xfrm>
                <a:custGeom>
                  <a:avLst/>
                  <a:gdLst>
                    <a:gd name="connsiteX0" fmla="*/ 7531 w 35576"/>
                    <a:gd name="connsiteY0" fmla="*/ 1745 h 17093"/>
                    <a:gd name="connsiteX1" fmla="*/ 26562 w 35576"/>
                    <a:gd name="connsiteY1" fmla="*/ 65 h 17093"/>
                    <a:gd name="connsiteX2" fmla="*/ 27111 w 35576"/>
                    <a:gd name="connsiteY2" fmla="*/ 31 h 17093"/>
                    <a:gd name="connsiteX3" fmla="*/ 35546 w 35576"/>
                    <a:gd name="connsiteY3" fmla="*/ 7095 h 17093"/>
                    <a:gd name="connsiteX4" fmla="*/ 28482 w 35576"/>
                    <a:gd name="connsiteY4" fmla="*/ 15530 h 17093"/>
                    <a:gd name="connsiteX5" fmla="*/ 28413 w 35576"/>
                    <a:gd name="connsiteY5" fmla="*/ 15530 h 17093"/>
                    <a:gd name="connsiteX6" fmla="*/ 8251 w 35576"/>
                    <a:gd name="connsiteY6" fmla="*/ 17073 h 17093"/>
                    <a:gd name="connsiteX7" fmla="*/ 21 w 35576"/>
                    <a:gd name="connsiteY7" fmla="*/ 10009 h 17093"/>
                    <a:gd name="connsiteX8" fmla="*/ 6982 w 35576"/>
                    <a:gd name="connsiteY8" fmla="*/ 1779 h 17093"/>
                    <a:gd name="connsiteX9" fmla="*/ 7531 w 35576"/>
                    <a:gd name="connsiteY9" fmla="*/ 1745 h 17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76" h="17093">
                      <a:moveTo>
                        <a:pt x="7531" y="1745"/>
                      </a:moveTo>
                      <a:lnTo>
                        <a:pt x="26562" y="65"/>
                      </a:lnTo>
                      <a:lnTo>
                        <a:pt x="27111" y="31"/>
                      </a:lnTo>
                      <a:cubicBezTo>
                        <a:pt x="31397" y="-347"/>
                        <a:pt x="35168" y="2808"/>
                        <a:pt x="35546" y="7095"/>
                      </a:cubicBezTo>
                      <a:cubicBezTo>
                        <a:pt x="35923" y="11381"/>
                        <a:pt x="32768" y="15153"/>
                        <a:pt x="28482" y="15530"/>
                      </a:cubicBezTo>
                      <a:cubicBezTo>
                        <a:pt x="28482" y="15530"/>
                        <a:pt x="28413" y="15530"/>
                        <a:pt x="28413" y="15530"/>
                      </a:cubicBezTo>
                      <a:lnTo>
                        <a:pt x="8251" y="17073"/>
                      </a:lnTo>
                      <a:cubicBezTo>
                        <a:pt x="4034" y="17382"/>
                        <a:pt x="330" y="14227"/>
                        <a:pt x="21" y="10009"/>
                      </a:cubicBezTo>
                      <a:cubicBezTo>
                        <a:pt x="-287" y="5826"/>
                        <a:pt x="2799" y="2157"/>
                        <a:pt x="6982" y="1779"/>
                      </a:cubicBezTo>
                      <a:lnTo>
                        <a:pt x="7531" y="1745"/>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86" name="Freeform: Shape 185">
                  <a:extLst>
                    <a:ext uri="{FF2B5EF4-FFF2-40B4-BE49-F238E27FC236}">
                      <a16:creationId xmlns:a16="http://schemas.microsoft.com/office/drawing/2014/main" id="{3847D75A-176D-B2C2-03DD-D3A24656E235}"/>
                    </a:ext>
                  </a:extLst>
                </p:cNvPr>
                <p:cNvSpPr/>
                <p:nvPr/>
              </p:nvSpPr>
              <p:spPr>
                <a:xfrm>
                  <a:off x="8678358" y="4763811"/>
                  <a:ext cx="31769" cy="31787"/>
                </a:xfrm>
                <a:custGeom>
                  <a:avLst/>
                  <a:gdLst>
                    <a:gd name="connsiteX0" fmla="*/ 2559 w 31769"/>
                    <a:gd name="connsiteY0" fmla="*/ 16661 h 31787"/>
                    <a:gd name="connsiteX1" fmla="*/ 16378 w 31769"/>
                    <a:gd name="connsiteY1" fmla="*/ 2671 h 31787"/>
                    <a:gd name="connsiteX2" fmla="*/ 29099 w 31769"/>
                    <a:gd name="connsiteY2" fmla="*/ 2602 h 31787"/>
                    <a:gd name="connsiteX3" fmla="*/ 29168 w 31769"/>
                    <a:gd name="connsiteY3" fmla="*/ 15323 h 31787"/>
                    <a:gd name="connsiteX4" fmla="*/ 29099 w 31769"/>
                    <a:gd name="connsiteY4" fmla="*/ 15392 h 31787"/>
                    <a:gd name="connsiteX5" fmla="*/ 15109 w 31769"/>
                    <a:gd name="connsiteY5" fmla="*/ 29211 h 31787"/>
                    <a:gd name="connsiteX6" fmla="*/ 2559 w 31769"/>
                    <a:gd name="connsiteY6" fmla="*/ 29142 h 31787"/>
                    <a:gd name="connsiteX7" fmla="*/ 2559 w 31769"/>
                    <a:gd name="connsiteY7" fmla="*/ 16661 h 3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69" h="31787">
                      <a:moveTo>
                        <a:pt x="2559" y="16661"/>
                      </a:moveTo>
                      <a:lnTo>
                        <a:pt x="16378" y="2671"/>
                      </a:lnTo>
                      <a:cubicBezTo>
                        <a:pt x="19875" y="-861"/>
                        <a:pt x="25567" y="-896"/>
                        <a:pt x="29099" y="2602"/>
                      </a:cubicBezTo>
                      <a:cubicBezTo>
                        <a:pt x="32631" y="6100"/>
                        <a:pt x="32666" y="11791"/>
                        <a:pt x="29168" y="15323"/>
                      </a:cubicBezTo>
                      <a:cubicBezTo>
                        <a:pt x="29168" y="15323"/>
                        <a:pt x="29099" y="15392"/>
                        <a:pt x="29099" y="15392"/>
                      </a:cubicBezTo>
                      <a:lnTo>
                        <a:pt x="15109" y="29211"/>
                      </a:lnTo>
                      <a:cubicBezTo>
                        <a:pt x="11611" y="32674"/>
                        <a:pt x="5988" y="32640"/>
                        <a:pt x="2559" y="29142"/>
                      </a:cubicBezTo>
                      <a:cubicBezTo>
                        <a:pt x="-870" y="25679"/>
                        <a:pt x="-836" y="20090"/>
                        <a:pt x="2559" y="16661"/>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87" name="Freeform: Shape 186">
                  <a:extLst>
                    <a:ext uri="{FF2B5EF4-FFF2-40B4-BE49-F238E27FC236}">
                      <a16:creationId xmlns:a16="http://schemas.microsoft.com/office/drawing/2014/main" id="{6C744B05-B007-5040-D68F-3DBCD92DC2DF}"/>
                    </a:ext>
                  </a:extLst>
                </p:cNvPr>
                <p:cNvSpPr/>
                <p:nvPr/>
              </p:nvSpPr>
              <p:spPr>
                <a:xfrm>
                  <a:off x="8830151" y="4609626"/>
                  <a:ext cx="34161" cy="34161"/>
                </a:xfrm>
                <a:custGeom>
                  <a:avLst/>
                  <a:gdLst>
                    <a:gd name="connsiteX0" fmla="*/ 2910 w 34161"/>
                    <a:gd name="connsiteY0" fmla="*/ 17021 h 34161"/>
                    <a:gd name="connsiteX1" fmla="*/ 16729 w 34161"/>
                    <a:gd name="connsiteY1" fmla="*/ 3030 h 34161"/>
                    <a:gd name="connsiteX2" fmla="*/ 31131 w 34161"/>
                    <a:gd name="connsiteY2" fmla="*/ 2962 h 34161"/>
                    <a:gd name="connsiteX3" fmla="*/ 31199 w 34161"/>
                    <a:gd name="connsiteY3" fmla="*/ 17364 h 34161"/>
                    <a:gd name="connsiteX4" fmla="*/ 31131 w 34161"/>
                    <a:gd name="connsiteY4" fmla="*/ 17432 h 34161"/>
                    <a:gd name="connsiteX5" fmla="*/ 17141 w 34161"/>
                    <a:gd name="connsiteY5" fmla="*/ 31251 h 34161"/>
                    <a:gd name="connsiteX6" fmla="*/ 2876 w 34161"/>
                    <a:gd name="connsiteY6" fmla="*/ 31183 h 34161"/>
                    <a:gd name="connsiteX7" fmla="*/ 2910 w 34161"/>
                    <a:gd name="connsiteY7" fmla="*/ 17021 h 34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61" h="34161">
                      <a:moveTo>
                        <a:pt x="2910" y="17021"/>
                      </a:moveTo>
                      <a:lnTo>
                        <a:pt x="16729" y="3030"/>
                      </a:lnTo>
                      <a:cubicBezTo>
                        <a:pt x="20672" y="-981"/>
                        <a:pt x="27119" y="-1016"/>
                        <a:pt x="31131" y="2962"/>
                      </a:cubicBezTo>
                      <a:cubicBezTo>
                        <a:pt x="35143" y="6905"/>
                        <a:pt x="35178" y="13352"/>
                        <a:pt x="31199" y="17364"/>
                      </a:cubicBezTo>
                      <a:cubicBezTo>
                        <a:pt x="31199" y="17364"/>
                        <a:pt x="31131" y="17432"/>
                        <a:pt x="31131" y="17432"/>
                      </a:cubicBezTo>
                      <a:lnTo>
                        <a:pt x="17141" y="31251"/>
                      </a:lnTo>
                      <a:cubicBezTo>
                        <a:pt x="13197" y="35160"/>
                        <a:pt x="6820" y="35126"/>
                        <a:pt x="2876" y="31183"/>
                      </a:cubicBezTo>
                      <a:cubicBezTo>
                        <a:pt x="-964" y="27239"/>
                        <a:pt x="-964" y="20930"/>
                        <a:pt x="2910" y="17021"/>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88" name="Freeform: Shape 187">
                  <a:extLst>
                    <a:ext uri="{FF2B5EF4-FFF2-40B4-BE49-F238E27FC236}">
                      <a16:creationId xmlns:a16="http://schemas.microsoft.com/office/drawing/2014/main" id="{5B8A822B-D2D4-2BB9-7569-AED386EECCD5}"/>
                    </a:ext>
                  </a:extLst>
                </p:cNvPr>
                <p:cNvSpPr/>
                <p:nvPr/>
              </p:nvSpPr>
              <p:spPr>
                <a:xfrm>
                  <a:off x="8981936" y="4455428"/>
                  <a:ext cx="36540" cy="36536"/>
                </a:xfrm>
                <a:custGeom>
                  <a:avLst/>
                  <a:gdLst>
                    <a:gd name="connsiteX0" fmla="*/ 3270 w 36540"/>
                    <a:gd name="connsiteY0" fmla="*/ 17360 h 36536"/>
                    <a:gd name="connsiteX1" fmla="*/ 17089 w 36540"/>
                    <a:gd name="connsiteY1" fmla="*/ 3369 h 36536"/>
                    <a:gd name="connsiteX2" fmla="*/ 33171 w 36540"/>
                    <a:gd name="connsiteY2" fmla="*/ 3266 h 36536"/>
                    <a:gd name="connsiteX3" fmla="*/ 33274 w 36540"/>
                    <a:gd name="connsiteY3" fmla="*/ 19348 h 36536"/>
                    <a:gd name="connsiteX4" fmla="*/ 33171 w 36540"/>
                    <a:gd name="connsiteY4" fmla="*/ 19451 h 36536"/>
                    <a:gd name="connsiteX5" fmla="*/ 19181 w 36540"/>
                    <a:gd name="connsiteY5" fmla="*/ 33270 h 36536"/>
                    <a:gd name="connsiteX6" fmla="*/ 3236 w 36540"/>
                    <a:gd name="connsiteY6" fmla="*/ 33167 h 36536"/>
                    <a:gd name="connsiteX7" fmla="*/ 3270 w 36540"/>
                    <a:gd name="connsiteY7" fmla="*/ 17360 h 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40" h="36536">
                      <a:moveTo>
                        <a:pt x="3270" y="17360"/>
                      </a:moveTo>
                      <a:lnTo>
                        <a:pt x="17089" y="3369"/>
                      </a:lnTo>
                      <a:cubicBezTo>
                        <a:pt x="21512" y="-1088"/>
                        <a:pt x="28713" y="-1123"/>
                        <a:pt x="33171" y="3266"/>
                      </a:cubicBezTo>
                      <a:cubicBezTo>
                        <a:pt x="37629" y="7690"/>
                        <a:pt x="37663" y="14891"/>
                        <a:pt x="33274" y="19348"/>
                      </a:cubicBezTo>
                      <a:cubicBezTo>
                        <a:pt x="33274" y="19348"/>
                        <a:pt x="33206" y="19417"/>
                        <a:pt x="33171" y="19451"/>
                      </a:cubicBezTo>
                      <a:lnTo>
                        <a:pt x="19181" y="33270"/>
                      </a:lnTo>
                      <a:cubicBezTo>
                        <a:pt x="14757" y="37659"/>
                        <a:pt x="7625" y="37625"/>
                        <a:pt x="3236" y="33167"/>
                      </a:cubicBezTo>
                      <a:cubicBezTo>
                        <a:pt x="-1084" y="28847"/>
                        <a:pt x="-1084" y="21749"/>
                        <a:pt x="3270" y="17360"/>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89" name="Freeform: Shape 188">
                  <a:extLst>
                    <a:ext uri="{FF2B5EF4-FFF2-40B4-BE49-F238E27FC236}">
                      <a16:creationId xmlns:a16="http://schemas.microsoft.com/office/drawing/2014/main" id="{45E38C32-63F2-CA7F-12D6-8B64388EC92C}"/>
                    </a:ext>
                  </a:extLst>
                </p:cNvPr>
                <p:cNvSpPr/>
                <p:nvPr/>
              </p:nvSpPr>
              <p:spPr>
                <a:xfrm>
                  <a:off x="9133789" y="4301376"/>
                  <a:ext cx="38842" cy="38850"/>
                </a:xfrm>
                <a:custGeom>
                  <a:avLst/>
                  <a:gdLst>
                    <a:gd name="connsiteX0" fmla="*/ 3596 w 38842"/>
                    <a:gd name="connsiteY0" fmla="*/ 17655 h 38850"/>
                    <a:gd name="connsiteX1" fmla="*/ 17449 w 38842"/>
                    <a:gd name="connsiteY1" fmla="*/ 3699 h 38850"/>
                    <a:gd name="connsiteX2" fmla="*/ 35143 w 38842"/>
                    <a:gd name="connsiteY2" fmla="*/ 3630 h 38850"/>
                    <a:gd name="connsiteX3" fmla="*/ 35211 w 38842"/>
                    <a:gd name="connsiteY3" fmla="*/ 21324 h 38850"/>
                    <a:gd name="connsiteX4" fmla="*/ 35143 w 38842"/>
                    <a:gd name="connsiteY4" fmla="*/ 21393 h 38850"/>
                    <a:gd name="connsiteX5" fmla="*/ 21187 w 38842"/>
                    <a:gd name="connsiteY5" fmla="*/ 35246 h 38850"/>
                    <a:gd name="connsiteX6" fmla="*/ 3630 w 38842"/>
                    <a:gd name="connsiteY6" fmla="*/ 35177 h 38850"/>
                    <a:gd name="connsiteX7" fmla="*/ 3596 w 38842"/>
                    <a:gd name="connsiteY7" fmla="*/ 17655 h 3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42" h="38850">
                      <a:moveTo>
                        <a:pt x="3596" y="17655"/>
                      </a:moveTo>
                      <a:lnTo>
                        <a:pt x="17449" y="3699"/>
                      </a:lnTo>
                      <a:cubicBezTo>
                        <a:pt x="22318" y="-1204"/>
                        <a:pt x="30239" y="-1239"/>
                        <a:pt x="35143" y="3630"/>
                      </a:cubicBezTo>
                      <a:cubicBezTo>
                        <a:pt x="40047" y="8500"/>
                        <a:pt x="40081" y="16420"/>
                        <a:pt x="35211" y="21324"/>
                      </a:cubicBezTo>
                      <a:lnTo>
                        <a:pt x="35143" y="21393"/>
                      </a:lnTo>
                      <a:lnTo>
                        <a:pt x="21187" y="35246"/>
                      </a:lnTo>
                      <a:cubicBezTo>
                        <a:pt x="16317" y="40081"/>
                        <a:pt x="8465" y="40046"/>
                        <a:pt x="3630" y="35177"/>
                      </a:cubicBezTo>
                      <a:cubicBezTo>
                        <a:pt x="-1204" y="30274"/>
                        <a:pt x="-1204" y="22456"/>
                        <a:pt x="3596" y="17655"/>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90" name="Freeform: Shape 189">
                  <a:extLst>
                    <a:ext uri="{FF2B5EF4-FFF2-40B4-BE49-F238E27FC236}">
                      <a16:creationId xmlns:a16="http://schemas.microsoft.com/office/drawing/2014/main" id="{1C1042F4-F65A-109A-E88E-1D8962B6DFBB}"/>
                    </a:ext>
                  </a:extLst>
                </p:cNvPr>
                <p:cNvSpPr/>
                <p:nvPr/>
              </p:nvSpPr>
              <p:spPr>
                <a:xfrm>
                  <a:off x="9285767" y="4147341"/>
                  <a:ext cx="40817" cy="40848"/>
                </a:xfrm>
                <a:custGeom>
                  <a:avLst/>
                  <a:gdLst>
                    <a:gd name="connsiteX0" fmla="*/ 3866 w 40817"/>
                    <a:gd name="connsiteY0" fmla="*/ 17968 h 40848"/>
                    <a:gd name="connsiteX1" fmla="*/ 17719 w 40817"/>
                    <a:gd name="connsiteY1" fmla="*/ 4012 h 40848"/>
                    <a:gd name="connsiteX2" fmla="*/ 36818 w 40817"/>
                    <a:gd name="connsiteY2" fmla="*/ 3909 h 40848"/>
                    <a:gd name="connsiteX3" fmla="*/ 36921 w 40817"/>
                    <a:gd name="connsiteY3" fmla="*/ 23009 h 40848"/>
                    <a:gd name="connsiteX4" fmla="*/ 36818 w 40817"/>
                    <a:gd name="connsiteY4" fmla="*/ 23112 h 40848"/>
                    <a:gd name="connsiteX5" fmla="*/ 22862 w 40817"/>
                    <a:gd name="connsiteY5" fmla="*/ 36965 h 40848"/>
                    <a:gd name="connsiteX6" fmla="*/ 3901 w 40817"/>
                    <a:gd name="connsiteY6" fmla="*/ 36862 h 40848"/>
                    <a:gd name="connsiteX7" fmla="*/ 3866 w 40817"/>
                    <a:gd name="connsiteY7" fmla="*/ 17968 h 40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17" h="40848">
                      <a:moveTo>
                        <a:pt x="3866" y="17968"/>
                      </a:moveTo>
                      <a:lnTo>
                        <a:pt x="17719" y="4012"/>
                      </a:lnTo>
                      <a:cubicBezTo>
                        <a:pt x="22965" y="-1303"/>
                        <a:pt x="31503" y="-1337"/>
                        <a:pt x="36818" y="3909"/>
                      </a:cubicBezTo>
                      <a:cubicBezTo>
                        <a:pt x="42099" y="9156"/>
                        <a:pt x="42168" y="17694"/>
                        <a:pt x="36921" y="23009"/>
                      </a:cubicBezTo>
                      <a:lnTo>
                        <a:pt x="36818" y="23112"/>
                      </a:lnTo>
                      <a:lnTo>
                        <a:pt x="22862" y="36965"/>
                      </a:lnTo>
                      <a:cubicBezTo>
                        <a:pt x="17617" y="42177"/>
                        <a:pt x="9112" y="42143"/>
                        <a:pt x="3901" y="36862"/>
                      </a:cubicBezTo>
                      <a:cubicBezTo>
                        <a:pt x="-1312" y="31650"/>
                        <a:pt x="-1277" y="23215"/>
                        <a:pt x="3866" y="17968"/>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91" name="Freeform: Shape 190">
                  <a:extLst>
                    <a:ext uri="{FF2B5EF4-FFF2-40B4-BE49-F238E27FC236}">
                      <a16:creationId xmlns:a16="http://schemas.microsoft.com/office/drawing/2014/main" id="{414B26E0-4425-39C0-E8B0-C2FE73E66487}"/>
                    </a:ext>
                  </a:extLst>
                </p:cNvPr>
                <p:cNvSpPr/>
                <p:nvPr/>
              </p:nvSpPr>
              <p:spPr>
                <a:xfrm>
                  <a:off x="9437748" y="3993370"/>
                  <a:ext cx="42819" cy="42819"/>
                </a:xfrm>
                <a:custGeom>
                  <a:avLst/>
                  <a:gdLst>
                    <a:gd name="connsiteX0" fmla="*/ 4167 w 42819"/>
                    <a:gd name="connsiteY0" fmla="*/ 18251 h 42819"/>
                    <a:gd name="connsiteX1" fmla="*/ 18020 w 42819"/>
                    <a:gd name="connsiteY1" fmla="*/ 4295 h 42819"/>
                    <a:gd name="connsiteX2" fmla="*/ 38525 w 42819"/>
                    <a:gd name="connsiteY2" fmla="*/ 4192 h 42819"/>
                    <a:gd name="connsiteX3" fmla="*/ 38628 w 42819"/>
                    <a:gd name="connsiteY3" fmla="*/ 24698 h 42819"/>
                    <a:gd name="connsiteX4" fmla="*/ 38525 w 42819"/>
                    <a:gd name="connsiteY4" fmla="*/ 24800 h 42819"/>
                    <a:gd name="connsiteX5" fmla="*/ 24569 w 42819"/>
                    <a:gd name="connsiteY5" fmla="*/ 38653 h 42819"/>
                    <a:gd name="connsiteX6" fmla="*/ 4167 w 42819"/>
                    <a:gd name="connsiteY6" fmla="*/ 38550 h 42819"/>
                    <a:gd name="connsiteX7" fmla="*/ 4167 w 42819"/>
                    <a:gd name="connsiteY7" fmla="*/ 18251 h 42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819" h="42819">
                      <a:moveTo>
                        <a:pt x="4167" y="18251"/>
                      </a:moveTo>
                      <a:lnTo>
                        <a:pt x="18020" y="4295"/>
                      </a:lnTo>
                      <a:cubicBezTo>
                        <a:pt x="23643" y="-1397"/>
                        <a:pt x="32833" y="-1431"/>
                        <a:pt x="38525" y="4192"/>
                      </a:cubicBezTo>
                      <a:cubicBezTo>
                        <a:pt x="44217" y="9815"/>
                        <a:pt x="44251" y="19005"/>
                        <a:pt x="38628" y="24698"/>
                      </a:cubicBezTo>
                      <a:lnTo>
                        <a:pt x="38525" y="24800"/>
                      </a:lnTo>
                      <a:lnTo>
                        <a:pt x="24569" y="38653"/>
                      </a:lnTo>
                      <a:cubicBezTo>
                        <a:pt x="18911" y="44243"/>
                        <a:pt x="9790" y="44208"/>
                        <a:pt x="4167" y="38550"/>
                      </a:cubicBezTo>
                      <a:cubicBezTo>
                        <a:pt x="-1389" y="32927"/>
                        <a:pt x="-1389" y="23875"/>
                        <a:pt x="4167" y="18251"/>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92" name="Freeform: Shape 191">
                  <a:extLst>
                    <a:ext uri="{FF2B5EF4-FFF2-40B4-BE49-F238E27FC236}">
                      <a16:creationId xmlns:a16="http://schemas.microsoft.com/office/drawing/2014/main" id="{E14B16B4-069B-0063-0D76-42B196819A8B}"/>
                    </a:ext>
                  </a:extLst>
                </p:cNvPr>
                <p:cNvSpPr/>
                <p:nvPr/>
              </p:nvSpPr>
              <p:spPr>
                <a:xfrm>
                  <a:off x="9589876" y="3839592"/>
                  <a:ext cx="44470" cy="44474"/>
                </a:xfrm>
                <a:custGeom>
                  <a:avLst/>
                  <a:gdLst>
                    <a:gd name="connsiteX0" fmla="*/ 4423 w 44470"/>
                    <a:gd name="connsiteY0" fmla="*/ 18478 h 44474"/>
                    <a:gd name="connsiteX1" fmla="*/ 18277 w 44470"/>
                    <a:gd name="connsiteY1" fmla="*/ 4522 h 44474"/>
                    <a:gd name="connsiteX2" fmla="*/ 39948 w 44470"/>
                    <a:gd name="connsiteY2" fmla="*/ 4453 h 44474"/>
                    <a:gd name="connsiteX3" fmla="*/ 40017 w 44470"/>
                    <a:gd name="connsiteY3" fmla="*/ 26125 h 44474"/>
                    <a:gd name="connsiteX4" fmla="*/ 39948 w 44470"/>
                    <a:gd name="connsiteY4" fmla="*/ 26193 h 44474"/>
                    <a:gd name="connsiteX5" fmla="*/ 25992 w 44470"/>
                    <a:gd name="connsiteY5" fmla="*/ 40046 h 44474"/>
                    <a:gd name="connsiteX6" fmla="*/ 4423 w 44470"/>
                    <a:gd name="connsiteY6" fmla="*/ 39978 h 44474"/>
                    <a:gd name="connsiteX7" fmla="*/ 4423 w 44470"/>
                    <a:gd name="connsiteY7" fmla="*/ 18478 h 4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470" h="44474">
                      <a:moveTo>
                        <a:pt x="4423" y="18478"/>
                      </a:moveTo>
                      <a:lnTo>
                        <a:pt x="18277" y="4522"/>
                      </a:lnTo>
                      <a:cubicBezTo>
                        <a:pt x="24243" y="-1479"/>
                        <a:pt x="33947" y="-1513"/>
                        <a:pt x="39948" y="4453"/>
                      </a:cubicBezTo>
                      <a:cubicBezTo>
                        <a:pt x="45949" y="10420"/>
                        <a:pt x="45983" y="20124"/>
                        <a:pt x="40017" y="26125"/>
                      </a:cubicBezTo>
                      <a:lnTo>
                        <a:pt x="39948" y="26193"/>
                      </a:lnTo>
                      <a:lnTo>
                        <a:pt x="25992" y="40046"/>
                      </a:lnTo>
                      <a:cubicBezTo>
                        <a:pt x="20025" y="45979"/>
                        <a:pt x="10355" y="45944"/>
                        <a:pt x="4423" y="39978"/>
                      </a:cubicBezTo>
                      <a:cubicBezTo>
                        <a:pt x="-1474" y="34011"/>
                        <a:pt x="-1474" y="24410"/>
                        <a:pt x="4423" y="18478"/>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93" name="Freeform: Shape 192">
                  <a:extLst>
                    <a:ext uri="{FF2B5EF4-FFF2-40B4-BE49-F238E27FC236}">
                      <a16:creationId xmlns:a16="http://schemas.microsoft.com/office/drawing/2014/main" id="{31B61EEB-0214-7669-B97E-ACA867AEC69A}"/>
                    </a:ext>
                  </a:extLst>
                </p:cNvPr>
                <p:cNvSpPr/>
                <p:nvPr/>
              </p:nvSpPr>
              <p:spPr>
                <a:xfrm>
                  <a:off x="9742192" y="3685964"/>
                  <a:ext cx="45781" cy="45785"/>
                </a:xfrm>
                <a:custGeom>
                  <a:avLst/>
                  <a:gdLst>
                    <a:gd name="connsiteX0" fmla="*/ 4629 w 45781"/>
                    <a:gd name="connsiteY0" fmla="*/ 18658 h 45785"/>
                    <a:gd name="connsiteX1" fmla="*/ 18483 w 45781"/>
                    <a:gd name="connsiteY1" fmla="*/ 4702 h 45785"/>
                    <a:gd name="connsiteX2" fmla="*/ 41080 w 45781"/>
                    <a:gd name="connsiteY2" fmla="*/ 4634 h 45785"/>
                    <a:gd name="connsiteX3" fmla="*/ 41149 w 45781"/>
                    <a:gd name="connsiteY3" fmla="*/ 27231 h 45785"/>
                    <a:gd name="connsiteX4" fmla="*/ 41080 w 45781"/>
                    <a:gd name="connsiteY4" fmla="*/ 27299 h 45785"/>
                    <a:gd name="connsiteX5" fmla="*/ 27124 w 45781"/>
                    <a:gd name="connsiteY5" fmla="*/ 41152 h 45785"/>
                    <a:gd name="connsiteX6" fmla="*/ 4629 w 45781"/>
                    <a:gd name="connsiteY6" fmla="*/ 41084 h 45785"/>
                    <a:gd name="connsiteX7" fmla="*/ 4629 w 45781"/>
                    <a:gd name="connsiteY7" fmla="*/ 18658 h 4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81" h="45785">
                      <a:moveTo>
                        <a:pt x="4629" y="18658"/>
                      </a:moveTo>
                      <a:lnTo>
                        <a:pt x="18483" y="4702"/>
                      </a:lnTo>
                      <a:cubicBezTo>
                        <a:pt x="24689" y="-1539"/>
                        <a:pt x="34805" y="-1573"/>
                        <a:pt x="41080" y="4634"/>
                      </a:cubicBezTo>
                      <a:cubicBezTo>
                        <a:pt x="47320" y="10840"/>
                        <a:pt x="47354" y="20956"/>
                        <a:pt x="41149" y="27231"/>
                      </a:cubicBezTo>
                      <a:lnTo>
                        <a:pt x="41080" y="27299"/>
                      </a:lnTo>
                      <a:lnTo>
                        <a:pt x="27124" y="41152"/>
                      </a:lnTo>
                      <a:cubicBezTo>
                        <a:pt x="20883" y="47359"/>
                        <a:pt x="10802" y="47325"/>
                        <a:pt x="4629" y="41084"/>
                      </a:cubicBezTo>
                      <a:cubicBezTo>
                        <a:pt x="-1543" y="34877"/>
                        <a:pt x="-1543" y="24864"/>
                        <a:pt x="4629" y="18658"/>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94" name="Freeform: Shape 193">
                  <a:extLst>
                    <a:ext uri="{FF2B5EF4-FFF2-40B4-BE49-F238E27FC236}">
                      <a16:creationId xmlns:a16="http://schemas.microsoft.com/office/drawing/2014/main" id="{8757C004-5146-287F-306B-4F69F82B9DA7}"/>
                    </a:ext>
                  </a:extLst>
                </p:cNvPr>
                <p:cNvSpPr/>
                <p:nvPr/>
              </p:nvSpPr>
              <p:spPr>
                <a:xfrm>
                  <a:off x="9894534" y="3532311"/>
                  <a:ext cx="47093" cy="47097"/>
                </a:xfrm>
                <a:custGeom>
                  <a:avLst/>
                  <a:gdLst>
                    <a:gd name="connsiteX0" fmla="*/ 4809 w 47093"/>
                    <a:gd name="connsiteY0" fmla="*/ 18864 h 47097"/>
                    <a:gd name="connsiteX1" fmla="*/ 18662 w 47093"/>
                    <a:gd name="connsiteY1" fmla="*/ 4908 h 47097"/>
                    <a:gd name="connsiteX2" fmla="*/ 42185 w 47093"/>
                    <a:gd name="connsiteY2" fmla="*/ 4839 h 47097"/>
                    <a:gd name="connsiteX3" fmla="*/ 42254 w 47093"/>
                    <a:gd name="connsiteY3" fmla="*/ 28362 h 47097"/>
                    <a:gd name="connsiteX4" fmla="*/ 42185 w 47093"/>
                    <a:gd name="connsiteY4" fmla="*/ 28431 h 47097"/>
                    <a:gd name="connsiteX5" fmla="*/ 28229 w 47093"/>
                    <a:gd name="connsiteY5" fmla="*/ 42284 h 47097"/>
                    <a:gd name="connsiteX6" fmla="*/ 4809 w 47093"/>
                    <a:gd name="connsiteY6" fmla="*/ 42215 h 47097"/>
                    <a:gd name="connsiteX7" fmla="*/ 4809 w 47093"/>
                    <a:gd name="connsiteY7" fmla="*/ 18864 h 4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93" h="47097">
                      <a:moveTo>
                        <a:pt x="4809" y="18864"/>
                      </a:moveTo>
                      <a:lnTo>
                        <a:pt x="18662" y="4908"/>
                      </a:lnTo>
                      <a:cubicBezTo>
                        <a:pt x="25143" y="-1607"/>
                        <a:pt x="35670" y="-1642"/>
                        <a:pt x="42185" y="4839"/>
                      </a:cubicBezTo>
                      <a:cubicBezTo>
                        <a:pt x="48700" y="11320"/>
                        <a:pt x="48735" y="21847"/>
                        <a:pt x="42254" y="28362"/>
                      </a:cubicBezTo>
                      <a:lnTo>
                        <a:pt x="42185" y="28431"/>
                      </a:lnTo>
                      <a:lnTo>
                        <a:pt x="28229" y="42284"/>
                      </a:lnTo>
                      <a:cubicBezTo>
                        <a:pt x="21749" y="48730"/>
                        <a:pt x="11256" y="48696"/>
                        <a:pt x="4809" y="42215"/>
                      </a:cubicBezTo>
                      <a:cubicBezTo>
                        <a:pt x="-1603" y="35735"/>
                        <a:pt x="-1603" y="25310"/>
                        <a:pt x="4809" y="18864"/>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95" name="Freeform: Shape 194">
                  <a:extLst>
                    <a:ext uri="{FF2B5EF4-FFF2-40B4-BE49-F238E27FC236}">
                      <a16:creationId xmlns:a16="http://schemas.microsoft.com/office/drawing/2014/main" id="{97D68904-5549-9F6B-0DE4-8AA431DDBFB8}"/>
                    </a:ext>
                  </a:extLst>
                </p:cNvPr>
                <p:cNvSpPr/>
                <p:nvPr/>
              </p:nvSpPr>
              <p:spPr>
                <a:xfrm>
                  <a:off x="10047000" y="3378936"/>
                  <a:ext cx="48036" cy="48019"/>
                </a:xfrm>
                <a:custGeom>
                  <a:avLst/>
                  <a:gdLst>
                    <a:gd name="connsiteX0" fmla="*/ 5002 w 48036"/>
                    <a:gd name="connsiteY0" fmla="*/ 18928 h 48019"/>
                    <a:gd name="connsiteX1" fmla="*/ 18890 w 48036"/>
                    <a:gd name="connsiteY1" fmla="*/ 5006 h 48019"/>
                    <a:gd name="connsiteX2" fmla="*/ 43030 w 48036"/>
                    <a:gd name="connsiteY2" fmla="*/ 4972 h 48019"/>
                    <a:gd name="connsiteX3" fmla="*/ 43064 w 48036"/>
                    <a:gd name="connsiteY3" fmla="*/ 29112 h 48019"/>
                    <a:gd name="connsiteX4" fmla="*/ 43030 w 48036"/>
                    <a:gd name="connsiteY4" fmla="*/ 29147 h 48019"/>
                    <a:gd name="connsiteX5" fmla="*/ 29108 w 48036"/>
                    <a:gd name="connsiteY5" fmla="*/ 43034 h 48019"/>
                    <a:gd name="connsiteX6" fmla="*/ 5002 w 48036"/>
                    <a:gd name="connsiteY6" fmla="*/ 43000 h 48019"/>
                    <a:gd name="connsiteX7" fmla="*/ 5002 w 48036"/>
                    <a:gd name="connsiteY7" fmla="*/ 18928 h 4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036" h="48019">
                      <a:moveTo>
                        <a:pt x="5002" y="18928"/>
                      </a:moveTo>
                      <a:lnTo>
                        <a:pt x="18890" y="5006"/>
                      </a:lnTo>
                      <a:cubicBezTo>
                        <a:pt x="25542" y="-1646"/>
                        <a:pt x="36343" y="-1680"/>
                        <a:pt x="43030" y="4972"/>
                      </a:cubicBezTo>
                      <a:cubicBezTo>
                        <a:pt x="49682" y="11624"/>
                        <a:pt x="49716" y="22426"/>
                        <a:pt x="43064" y="29112"/>
                      </a:cubicBezTo>
                      <a:lnTo>
                        <a:pt x="43030" y="29147"/>
                      </a:lnTo>
                      <a:lnTo>
                        <a:pt x="29108" y="43034"/>
                      </a:lnTo>
                      <a:cubicBezTo>
                        <a:pt x="22456" y="49686"/>
                        <a:pt x="11654" y="49686"/>
                        <a:pt x="5002" y="43000"/>
                      </a:cubicBezTo>
                      <a:cubicBezTo>
                        <a:pt x="-1650" y="36313"/>
                        <a:pt x="-1684" y="25580"/>
                        <a:pt x="5002" y="18928"/>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96" name="Freeform: Shape 195">
                  <a:extLst>
                    <a:ext uri="{FF2B5EF4-FFF2-40B4-BE49-F238E27FC236}">
                      <a16:creationId xmlns:a16="http://schemas.microsoft.com/office/drawing/2014/main" id="{A03C66F1-A4E7-6E54-5AEF-3F0B45CCCF45}"/>
                    </a:ext>
                  </a:extLst>
                </p:cNvPr>
                <p:cNvSpPr/>
                <p:nvPr/>
              </p:nvSpPr>
              <p:spPr>
                <a:xfrm>
                  <a:off x="10198514" y="3222741"/>
                  <a:ext cx="47300" cy="51037"/>
                </a:xfrm>
                <a:custGeom>
                  <a:avLst/>
                  <a:gdLst>
                    <a:gd name="connsiteX0" fmla="*/ 4365 w 47300"/>
                    <a:gd name="connsiteY0" fmla="*/ 22327 h 51037"/>
                    <a:gd name="connsiteX1" fmla="*/ 15612 w 47300"/>
                    <a:gd name="connsiteY1" fmla="*/ 7719 h 51037"/>
                    <a:gd name="connsiteX2" fmla="*/ 16366 w 47300"/>
                    <a:gd name="connsiteY2" fmla="*/ 6725 h 51037"/>
                    <a:gd name="connsiteX3" fmla="*/ 40575 w 47300"/>
                    <a:gd name="connsiteY3" fmla="*/ 3570 h 51037"/>
                    <a:gd name="connsiteX4" fmla="*/ 43730 w 47300"/>
                    <a:gd name="connsiteY4" fmla="*/ 27779 h 51037"/>
                    <a:gd name="connsiteX5" fmla="*/ 43695 w 47300"/>
                    <a:gd name="connsiteY5" fmla="*/ 27813 h 51037"/>
                    <a:gd name="connsiteX6" fmla="*/ 30905 w 47300"/>
                    <a:gd name="connsiteY6" fmla="*/ 44341 h 51037"/>
                    <a:gd name="connsiteX7" fmla="*/ 6697 w 47300"/>
                    <a:gd name="connsiteY7" fmla="*/ 47427 h 51037"/>
                    <a:gd name="connsiteX8" fmla="*/ 3611 w 47300"/>
                    <a:gd name="connsiteY8" fmla="*/ 23218 h 51037"/>
                    <a:gd name="connsiteX9" fmla="*/ 4365 w 47300"/>
                    <a:gd name="connsiteY9" fmla="*/ 22327 h 51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0" h="51037">
                      <a:moveTo>
                        <a:pt x="4365" y="22327"/>
                      </a:moveTo>
                      <a:lnTo>
                        <a:pt x="15612" y="7719"/>
                      </a:lnTo>
                      <a:lnTo>
                        <a:pt x="16366" y="6725"/>
                      </a:lnTo>
                      <a:cubicBezTo>
                        <a:pt x="22195" y="-819"/>
                        <a:pt x="33032" y="-2225"/>
                        <a:pt x="40575" y="3570"/>
                      </a:cubicBezTo>
                      <a:cubicBezTo>
                        <a:pt x="48119" y="9400"/>
                        <a:pt x="49525" y="20235"/>
                        <a:pt x="43730" y="27779"/>
                      </a:cubicBezTo>
                      <a:lnTo>
                        <a:pt x="43695" y="27813"/>
                      </a:lnTo>
                      <a:lnTo>
                        <a:pt x="30905" y="44341"/>
                      </a:lnTo>
                      <a:cubicBezTo>
                        <a:pt x="25076" y="51885"/>
                        <a:pt x="14241" y="53256"/>
                        <a:pt x="6697" y="47427"/>
                      </a:cubicBezTo>
                      <a:cubicBezTo>
                        <a:pt x="-847" y="41598"/>
                        <a:pt x="-2219" y="30762"/>
                        <a:pt x="3611" y="23218"/>
                      </a:cubicBezTo>
                      <a:lnTo>
                        <a:pt x="4365" y="22327"/>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97" name="Freeform: Shape 196">
                  <a:extLst>
                    <a:ext uri="{FF2B5EF4-FFF2-40B4-BE49-F238E27FC236}">
                      <a16:creationId xmlns:a16="http://schemas.microsoft.com/office/drawing/2014/main" id="{2B1C6FB4-4ADE-6594-67F6-A8F2A64307E7}"/>
                    </a:ext>
                  </a:extLst>
                </p:cNvPr>
                <p:cNvSpPr/>
                <p:nvPr/>
              </p:nvSpPr>
              <p:spPr>
                <a:xfrm>
                  <a:off x="10258070" y="3016955"/>
                  <a:ext cx="37640" cy="55677"/>
                </a:xfrm>
                <a:custGeom>
                  <a:avLst/>
                  <a:gdLst>
                    <a:gd name="connsiteX0" fmla="*/ 2725 w 37640"/>
                    <a:gd name="connsiteY0" fmla="*/ 39244 h 55677"/>
                    <a:gd name="connsiteX1" fmla="*/ 324 w 37640"/>
                    <a:gd name="connsiteY1" fmla="*/ 21002 h 55677"/>
                    <a:gd name="connsiteX2" fmla="*/ 153 w 37640"/>
                    <a:gd name="connsiteY2" fmla="*/ 19767 h 55677"/>
                    <a:gd name="connsiteX3" fmla="*/ 15206 w 37640"/>
                    <a:gd name="connsiteY3" fmla="*/ 153 h 55677"/>
                    <a:gd name="connsiteX4" fmla="*/ 34820 w 37640"/>
                    <a:gd name="connsiteY4" fmla="*/ 15206 h 55677"/>
                    <a:gd name="connsiteX5" fmla="*/ 34820 w 37640"/>
                    <a:gd name="connsiteY5" fmla="*/ 15241 h 55677"/>
                    <a:gd name="connsiteX6" fmla="*/ 37495 w 37640"/>
                    <a:gd name="connsiteY6" fmla="*/ 35952 h 55677"/>
                    <a:gd name="connsiteX7" fmla="*/ 22407 w 37640"/>
                    <a:gd name="connsiteY7" fmla="*/ 55532 h 55677"/>
                    <a:gd name="connsiteX8" fmla="*/ 2828 w 37640"/>
                    <a:gd name="connsiteY8" fmla="*/ 40444 h 55677"/>
                    <a:gd name="connsiteX9" fmla="*/ 2725 w 37640"/>
                    <a:gd name="connsiteY9" fmla="*/ 39244 h 5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640" h="55677">
                      <a:moveTo>
                        <a:pt x="2725" y="39244"/>
                      </a:moveTo>
                      <a:lnTo>
                        <a:pt x="324" y="21002"/>
                      </a:lnTo>
                      <a:lnTo>
                        <a:pt x="153" y="19767"/>
                      </a:lnTo>
                      <a:cubicBezTo>
                        <a:pt x="-1116" y="10200"/>
                        <a:pt x="5639" y="1388"/>
                        <a:pt x="15206" y="153"/>
                      </a:cubicBezTo>
                      <a:cubicBezTo>
                        <a:pt x="24773" y="-1116"/>
                        <a:pt x="33586" y="5639"/>
                        <a:pt x="34820" y="15206"/>
                      </a:cubicBezTo>
                      <a:lnTo>
                        <a:pt x="34820" y="15241"/>
                      </a:lnTo>
                      <a:lnTo>
                        <a:pt x="37495" y="35952"/>
                      </a:lnTo>
                      <a:cubicBezTo>
                        <a:pt x="38729" y="45519"/>
                        <a:pt x="31974" y="54297"/>
                        <a:pt x="22407" y="55532"/>
                      </a:cubicBezTo>
                      <a:cubicBezTo>
                        <a:pt x="12840" y="56766"/>
                        <a:pt x="4062" y="50011"/>
                        <a:pt x="2828" y="40444"/>
                      </a:cubicBezTo>
                      <a:lnTo>
                        <a:pt x="2725" y="39244"/>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98" name="Freeform: Shape 197">
                  <a:extLst>
                    <a:ext uri="{FF2B5EF4-FFF2-40B4-BE49-F238E27FC236}">
                      <a16:creationId xmlns:a16="http://schemas.microsoft.com/office/drawing/2014/main" id="{7108C843-7E8B-EF72-7922-C4D63AD3F131}"/>
                    </a:ext>
                  </a:extLst>
                </p:cNvPr>
                <p:cNvSpPr/>
                <p:nvPr/>
              </p:nvSpPr>
              <p:spPr>
                <a:xfrm>
                  <a:off x="10148713" y="2835825"/>
                  <a:ext cx="49283" cy="49270"/>
                </a:xfrm>
                <a:custGeom>
                  <a:avLst/>
                  <a:gdLst>
                    <a:gd name="connsiteX0" fmla="*/ 19053 w 49283"/>
                    <a:gd name="connsiteY0" fmla="*/ 44088 h 49270"/>
                    <a:gd name="connsiteX1" fmla="*/ 5165 w 49283"/>
                    <a:gd name="connsiteY1" fmla="*/ 30167 h 49270"/>
                    <a:gd name="connsiteX2" fmla="*/ 5199 w 49283"/>
                    <a:gd name="connsiteY2" fmla="*/ 5169 h 49270"/>
                    <a:gd name="connsiteX3" fmla="*/ 30163 w 49283"/>
                    <a:gd name="connsiteY3" fmla="*/ 5169 h 49270"/>
                    <a:gd name="connsiteX4" fmla="*/ 44084 w 49283"/>
                    <a:gd name="connsiteY4" fmla="*/ 19057 h 49270"/>
                    <a:gd name="connsiteX5" fmla="*/ 44119 w 49283"/>
                    <a:gd name="connsiteY5" fmla="*/ 44088 h 49270"/>
                    <a:gd name="connsiteX6" fmla="*/ 19053 w 49283"/>
                    <a:gd name="connsiteY6" fmla="*/ 44088 h 49270"/>
                    <a:gd name="connsiteX7" fmla="*/ 19053 w 49283"/>
                    <a:gd name="connsiteY7" fmla="*/ 44088 h 49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283" h="49270">
                      <a:moveTo>
                        <a:pt x="19053" y="44088"/>
                      </a:moveTo>
                      <a:lnTo>
                        <a:pt x="5165" y="30167"/>
                      </a:lnTo>
                      <a:cubicBezTo>
                        <a:pt x="-1727" y="23274"/>
                        <a:pt x="-1727" y="12062"/>
                        <a:pt x="5199" y="5169"/>
                      </a:cubicBezTo>
                      <a:cubicBezTo>
                        <a:pt x="12092" y="-1723"/>
                        <a:pt x="23270" y="-1723"/>
                        <a:pt x="30163" y="5169"/>
                      </a:cubicBezTo>
                      <a:lnTo>
                        <a:pt x="44084" y="19057"/>
                      </a:lnTo>
                      <a:cubicBezTo>
                        <a:pt x="51011" y="25949"/>
                        <a:pt x="51011" y="37162"/>
                        <a:pt x="44119" y="44088"/>
                      </a:cubicBezTo>
                      <a:cubicBezTo>
                        <a:pt x="37226" y="50981"/>
                        <a:pt x="26014" y="51015"/>
                        <a:pt x="19053" y="44088"/>
                      </a:cubicBezTo>
                      <a:lnTo>
                        <a:pt x="19053" y="44088"/>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99" name="Freeform: Shape 198">
                  <a:extLst>
                    <a:ext uri="{FF2B5EF4-FFF2-40B4-BE49-F238E27FC236}">
                      <a16:creationId xmlns:a16="http://schemas.microsoft.com/office/drawing/2014/main" id="{CCC563A9-3732-9546-D3BB-8B79876C9BEF}"/>
                    </a:ext>
                  </a:extLst>
                </p:cNvPr>
                <p:cNvSpPr/>
                <p:nvPr/>
              </p:nvSpPr>
              <p:spPr>
                <a:xfrm>
                  <a:off x="9995994" y="2683093"/>
                  <a:ext cx="48820" cy="48799"/>
                </a:xfrm>
                <a:custGeom>
                  <a:avLst/>
                  <a:gdLst>
                    <a:gd name="connsiteX0" fmla="*/ 18975 w 48820"/>
                    <a:gd name="connsiteY0" fmla="*/ 43681 h 48799"/>
                    <a:gd name="connsiteX1" fmla="*/ 5088 w 48820"/>
                    <a:gd name="connsiteY1" fmla="*/ 29760 h 48799"/>
                    <a:gd name="connsiteX2" fmla="*/ 5122 w 48820"/>
                    <a:gd name="connsiteY2" fmla="*/ 5105 h 48799"/>
                    <a:gd name="connsiteX3" fmla="*/ 29776 w 48820"/>
                    <a:gd name="connsiteY3" fmla="*/ 5105 h 48799"/>
                    <a:gd name="connsiteX4" fmla="*/ 43698 w 48820"/>
                    <a:gd name="connsiteY4" fmla="*/ 18992 h 48799"/>
                    <a:gd name="connsiteX5" fmla="*/ 43733 w 48820"/>
                    <a:gd name="connsiteY5" fmla="*/ 43681 h 48799"/>
                    <a:gd name="connsiteX6" fmla="*/ 18975 w 48820"/>
                    <a:gd name="connsiteY6" fmla="*/ 43681 h 48799"/>
                    <a:gd name="connsiteX7" fmla="*/ 18975 w 48820"/>
                    <a:gd name="connsiteY7" fmla="*/ 43681 h 48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820" h="48799">
                      <a:moveTo>
                        <a:pt x="18975" y="43681"/>
                      </a:moveTo>
                      <a:lnTo>
                        <a:pt x="5088" y="29760"/>
                      </a:lnTo>
                      <a:cubicBezTo>
                        <a:pt x="-1702" y="22936"/>
                        <a:pt x="-1702" y="11894"/>
                        <a:pt x="5122" y="5105"/>
                      </a:cubicBezTo>
                      <a:cubicBezTo>
                        <a:pt x="11946" y="-1685"/>
                        <a:pt x="22953" y="-1719"/>
                        <a:pt x="29776" y="5105"/>
                      </a:cubicBezTo>
                      <a:lnTo>
                        <a:pt x="43698" y="18992"/>
                      </a:lnTo>
                      <a:cubicBezTo>
                        <a:pt x="50522" y="25816"/>
                        <a:pt x="50522" y="36857"/>
                        <a:pt x="43733" y="43681"/>
                      </a:cubicBezTo>
                      <a:cubicBezTo>
                        <a:pt x="36875" y="50505"/>
                        <a:pt x="25833" y="50505"/>
                        <a:pt x="18975" y="43681"/>
                      </a:cubicBezTo>
                      <a:lnTo>
                        <a:pt x="18975" y="43681"/>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00" name="Freeform: Shape 199">
                  <a:extLst>
                    <a:ext uri="{FF2B5EF4-FFF2-40B4-BE49-F238E27FC236}">
                      <a16:creationId xmlns:a16="http://schemas.microsoft.com/office/drawing/2014/main" id="{C6A6A589-585B-EC7C-DE69-9294AE1714A6}"/>
                    </a:ext>
                  </a:extLst>
                </p:cNvPr>
                <p:cNvSpPr/>
                <p:nvPr/>
              </p:nvSpPr>
              <p:spPr>
                <a:xfrm>
                  <a:off x="9843215" y="2530327"/>
                  <a:ext cx="48374" cy="48348"/>
                </a:xfrm>
                <a:custGeom>
                  <a:avLst/>
                  <a:gdLst>
                    <a:gd name="connsiteX0" fmla="*/ 18924 w 48374"/>
                    <a:gd name="connsiteY0" fmla="*/ 43308 h 48348"/>
                    <a:gd name="connsiteX1" fmla="*/ 5036 w 48374"/>
                    <a:gd name="connsiteY1" fmla="*/ 29387 h 48348"/>
                    <a:gd name="connsiteX2" fmla="*/ 5071 w 48374"/>
                    <a:gd name="connsiteY2" fmla="*/ 5041 h 48348"/>
                    <a:gd name="connsiteX3" fmla="*/ 29382 w 48374"/>
                    <a:gd name="connsiteY3" fmla="*/ 5041 h 48348"/>
                    <a:gd name="connsiteX4" fmla="*/ 43304 w 48374"/>
                    <a:gd name="connsiteY4" fmla="*/ 18928 h 48348"/>
                    <a:gd name="connsiteX5" fmla="*/ 43338 w 48374"/>
                    <a:gd name="connsiteY5" fmla="*/ 43308 h 48348"/>
                    <a:gd name="connsiteX6" fmla="*/ 18924 w 48374"/>
                    <a:gd name="connsiteY6" fmla="*/ 43308 h 48348"/>
                    <a:gd name="connsiteX7" fmla="*/ 18924 w 48374"/>
                    <a:gd name="connsiteY7" fmla="*/ 43308 h 4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374" h="48348">
                      <a:moveTo>
                        <a:pt x="18924" y="43308"/>
                      </a:moveTo>
                      <a:lnTo>
                        <a:pt x="5036" y="29387"/>
                      </a:lnTo>
                      <a:cubicBezTo>
                        <a:pt x="-1684" y="22666"/>
                        <a:pt x="-1684" y="11761"/>
                        <a:pt x="5071" y="5041"/>
                      </a:cubicBezTo>
                      <a:cubicBezTo>
                        <a:pt x="11791" y="-1680"/>
                        <a:pt x="22695" y="-1680"/>
                        <a:pt x="29382" y="5041"/>
                      </a:cubicBezTo>
                      <a:lnTo>
                        <a:pt x="43304" y="18928"/>
                      </a:lnTo>
                      <a:cubicBezTo>
                        <a:pt x="50059" y="25649"/>
                        <a:pt x="50059" y="36553"/>
                        <a:pt x="43338" y="43308"/>
                      </a:cubicBezTo>
                      <a:cubicBezTo>
                        <a:pt x="36583" y="50029"/>
                        <a:pt x="25679" y="50029"/>
                        <a:pt x="18924" y="43308"/>
                      </a:cubicBezTo>
                      <a:lnTo>
                        <a:pt x="18924" y="43308"/>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01" name="Freeform: Shape 200">
                  <a:extLst>
                    <a:ext uri="{FF2B5EF4-FFF2-40B4-BE49-F238E27FC236}">
                      <a16:creationId xmlns:a16="http://schemas.microsoft.com/office/drawing/2014/main" id="{E9E96BCB-CE53-BC80-FBBB-EC63A6D61D54}"/>
                    </a:ext>
                  </a:extLst>
                </p:cNvPr>
                <p:cNvSpPr/>
                <p:nvPr/>
              </p:nvSpPr>
              <p:spPr>
                <a:xfrm>
                  <a:off x="9690462" y="2377527"/>
                  <a:ext cx="47911" cy="47937"/>
                </a:xfrm>
                <a:custGeom>
                  <a:avLst/>
                  <a:gdLst>
                    <a:gd name="connsiteX0" fmla="*/ 18847 w 47911"/>
                    <a:gd name="connsiteY0" fmla="*/ 42935 h 47937"/>
                    <a:gd name="connsiteX1" fmla="*/ 4959 w 47911"/>
                    <a:gd name="connsiteY1" fmla="*/ 29014 h 47937"/>
                    <a:gd name="connsiteX2" fmla="*/ 4993 w 47911"/>
                    <a:gd name="connsiteY2" fmla="*/ 4976 h 47937"/>
                    <a:gd name="connsiteX3" fmla="*/ 28996 w 47911"/>
                    <a:gd name="connsiteY3" fmla="*/ 4976 h 47937"/>
                    <a:gd name="connsiteX4" fmla="*/ 42918 w 47911"/>
                    <a:gd name="connsiteY4" fmla="*/ 18864 h 47937"/>
                    <a:gd name="connsiteX5" fmla="*/ 42953 w 47911"/>
                    <a:gd name="connsiteY5" fmla="*/ 42935 h 47937"/>
                    <a:gd name="connsiteX6" fmla="*/ 18847 w 47911"/>
                    <a:gd name="connsiteY6" fmla="*/ 42935 h 47937"/>
                    <a:gd name="connsiteX7" fmla="*/ 18847 w 47911"/>
                    <a:gd name="connsiteY7" fmla="*/ 42935 h 4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911" h="47937">
                      <a:moveTo>
                        <a:pt x="18847" y="42935"/>
                      </a:moveTo>
                      <a:lnTo>
                        <a:pt x="4959" y="29014"/>
                      </a:lnTo>
                      <a:cubicBezTo>
                        <a:pt x="-1659" y="22361"/>
                        <a:pt x="-1659" y="11594"/>
                        <a:pt x="4993" y="4976"/>
                      </a:cubicBezTo>
                      <a:cubicBezTo>
                        <a:pt x="11645" y="-1642"/>
                        <a:pt x="22379" y="-1676"/>
                        <a:pt x="28996" y="4976"/>
                      </a:cubicBezTo>
                      <a:lnTo>
                        <a:pt x="42918" y="18864"/>
                      </a:lnTo>
                      <a:cubicBezTo>
                        <a:pt x="49570" y="25516"/>
                        <a:pt x="49570" y="36283"/>
                        <a:pt x="42953" y="42935"/>
                      </a:cubicBezTo>
                      <a:cubicBezTo>
                        <a:pt x="36301" y="49588"/>
                        <a:pt x="25533" y="49622"/>
                        <a:pt x="18847" y="42935"/>
                      </a:cubicBezTo>
                      <a:lnTo>
                        <a:pt x="18847" y="42935"/>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02" name="Freeform: Shape 201">
                  <a:extLst>
                    <a:ext uri="{FF2B5EF4-FFF2-40B4-BE49-F238E27FC236}">
                      <a16:creationId xmlns:a16="http://schemas.microsoft.com/office/drawing/2014/main" id="{65C8BA38-58A8-8958-8712-991FADBA4D38}"/>
                    </a:ext>
                  </a:extLst>
                </p:cNvPr>
                <p:cNvSpPr/>
                <p:nvPr/>
              </p:nvSpPr>
              <p:spPr>
                <a:xfrm>
                  <a:off x="9538043" y="2225129"/>
                  <a:ext cx="46848" cy="46810"/>
                </a:xfrm>
                <a:custGeom>
                  <a:avLst/>
                  <a:gdLst>
                    <a:gd name="connsiteX0" fmla="*/ 18641 w 46848"/>
                    <a:gd name="connsiteY0" fmla="*/ 41988 h 46810"/>
                    <a:gd name="connsiteX1" fmla="*/ 4787 w 46848"/>
                    <a:gd name="connsiteY1" fmla="*/ 28032 h 46810"/>
                    <a:gd name="connsiteX2" fmla="*/ 4856 w 46848"/>
                    <a:gd name="connsiteY2" fmla="*/ 4783 h 46810"/>
                    <a:gd name="connsiteX3" fmla="*/ 28036 w 46848"/>
                    <a:gd name="connsiteY3" fmla="*/ 4783 h 46810"/>
                    <a:gd name="connsiteX4" fmla="*/ 41992 w 46848"/>
                    <a:gd name="connsiteY4" fmla="*/ 18637 h 46810"/>
                    <a:gd name="connsiteX5" fmla="*/ 42061 w 46848"/>
                    <a:gd name="connsiteY5" fmla="*/ 41954 h 46810"/>
                    <a:gd name="connsiteX6" fmla="*/ 18744 w 46848"/>
                    <a:gd name="connsiteY6" fmla="*/ 42022 h 46810"/>
                    <a:gd name="connsiteX7" fmla="*/ 18641 w 46848"/>
                    <a:gd name="connsiteY7" fmla="*/ 41988 h 46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8" h="46810">
                      <a:moveTo>
                        <a:pt x="18641" y="41988"/>
                      </a:moveTo>
                      <a:lnTo>
                        <a:pt x="4787" y="28032"/>
                      </a:lnTo>
                      <a:cubicBezTo>
                        <a:pt x="-1624" y="21586"/>
                        <a:pt x="-1590" y="11196"/>
                        <a:pt x="4856" y="4783"/>
                      </a:cubicBezTo>
                      <a:cubicBezTo>
                        <a:pt x="11269" y="-1594"/>
                        <a:pt x="21624" y="-1594"/>
                        <a:pt x="28036" y="4783"/>
                      </a:cubicBezTo>
                      <a:lnTo>
                        <a:pt x="41992" y="18637"/>
                      </a:lnTo>
                      <a:cubicBezTo>
                        <a:pt x="48439" y="25049"/>
                        <a:pt x="48473" y="35507"/>
                        <a:pt x="42061" y="41954"/>
                      </a:cubicBezTo>
                      <a:cubicBezTo>
                        <a:pt x="35648" y="48400"/>
                        <a:pt x="25190" y="48435"/>
                        <a:pt x="18744" y="42022"/>
                      </a:cubicBezTo>
                      <a:lnTo>
                        <a:pt x="18641" y="41988"/>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03" name="Freeform: Shape 202">
                  <a:extLst>
                    <a:ext uri="{FF2B5EF4-FFF2-40B4-BE49-F238E27FC236}">
                      <a16:creationId xmlns:a16="http://schemas.microsoft.com/office/drawing/2014/main" id="{01CD316B-6FD8-488E-2F33-06FD78518FD7}"/>
                    </a:ext>
                  </a:extLst>
                </p:cNvPr>
                <p:cNvSpPr/>
                <p:nvPr/>
              </p:nvSpPr>
              <p:spPr>
                <a:xfrm>
                  <a:off x="9385760" y="2072847"/>
                  <a:ext cx="45503" cy="45498"/>
                </a:xfrm>
                <a:custGeom>
                  <a:avLst/>
                  <a:gdLst>
                    <a:gd name="connsiteX0" fmla="*/ 18435 w 45503"/>
                    <a:gd name="connsiteY0" fmla="*/ 40822 h 45498"/>
                    <a:gd name="connsiteX1" fmla="*/ 4582 w 45503"/>
                    <a:gd name="connsiteY1" fmla="*/ 26866 h 45498"/>
                    <a:gd name="connsiteX2" fmla="*/ 4651 w 45503"/>
                    <a:gd name="connsiteY2" fmla="*/ 4578 h 45498"/>
                    <a:gd name="connsiteX3" fmla="*/ 26871 w 45503"/>
                    <a:gd name="connsiteY3" fmla="*/ 4578 h 45498"/>
                    <a:gd name="connsiteX4" fmla="*/ 40827 w 45503"/>
                    <a:gd name="connsiteY4" fmla="*/ 18431 h 45498"/>
                    <a:gd name="connsiteX5" fmla="*/ 40896 w 45503"/>
                    <a:gd name="connsiteY5" fmla="*/ 40822 h 45498"/>
                    <a:gd name="connsiteX6" fmla="*/ 18504 w 45503"/>
                    <a:gd name="connsiteY6" fmla="*/ 40891 h 45498"/>
                    <a:gd name="connsiteX7" fmla="*/ 18435 w 45503"/>
                    <a:gd name="connsiteY7" fmla="*/ 40822 h 4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503" h="45498">
                      <a:moveTo>
                        <a:pt x="18435" y="40822"/>
                      </a:moveTo>
                      <a:lnTo>
                        <a:pt x="4582" y="26866"/>
                      </a:lnTo>
                      <a:cubicBezTo>
                        <a:pt x="-1556" y="20694"/>
                        <a:pt x="-1522" y="10716"/>
                        <a:pt x="4651" y="4578"/>
                      </a:cubicBezTo>
                      <a:cubicBezTo>
                        <a:pt x="10789" y="-1526"/>
                        <a:pt x="20733" y="-1526"/>
                        <a:pt x="26871" y="4578"/>
                      </a:cubicBezTo>
                      <a:lnTo>
                        <a:pt x="40827" y="18431"/>
                      </a:lnTo>
                      <a:cubicBezTo>
                        <a:pt x="47034" y="24603"/>
                        <a:pt x="47068" y="34616"/>
                        <a:pt x="40896" y="40822"/>
                      </a:cubicBezTo>
                      <a:cubicBezTo>
                        <a:pt x="34723" y="47029"/>
                        <a:pt x="24711" y="47063"/>
                        <a:pt x="18504" y="40891"/>
                      </a:cubicBezTo>
                      <a:lnTo>
                        <a:pt x="18435" y="40822"/>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04" name="Freeform: Shape 203">
                  <a:extLst>
                    <a:ext uri="{FF2B5EF4-FFF2-40B4-BE49-F238E27FC236}">
                      <a16:creationId xmlns:a16="http://schemas.microsoft.com/office/drawing/2014/main" id="{7134C2CB-B179-E01E-F34E-A515A78FFF62}"/>
                    </a:ext>
                  </a:extLst>
                </p:cNvPr>
                <p:cNvSpPr/>
                <p:nvPr/>
              </p:nvSpPr>
              <p:spPr>
                <a:xfrm>
                  <a:off x="9233419" y="1920505"/>
                  <a:ext cx="44191" cy="44187"/>
                </a:xfrm>
                <a:custGeom>
                  <a:avLst/>
                  <a:gdLst>
                    <a:gd name="connsiteX0" fmla="*/ 18255 w 44191"/>
                    <a:gd name="connsiteY0" fmla="*/ 39716 h 44187"/>
                    <a:gd name="connsiteX1" fmla="*/ 4402 w 44191"/>
                    <a:gd name="connsiteY1" fmla="*/ 25760 h 44187"/>
                    <a:gd name="connsiteX2" fmla="*/ 4471 w 44191"/>
                    <a:gd name="connsiteY2" fmla="*/ 4398 h 44187"/>
                    <a:gd name="connsiteX3" fmla="*/ 25765 w 44191"/>
                    <a:gd name="connsiteY3" fmla="*/ 4398 h 44187"/>
                    <a:gd name="connsiteX4" fmla="*/ 39721 w 44191"/>
                    <a:gd name="connsiteY4" fmla="*/ 18251 h 44187"/>
                    <a:gd name="connsiteX5" fmla="*/ 39789 w 44191"/>
                    <a:gd name="connsiteY5" fmla="*/ 39716 h 44187"/>
                    <a:gd name="connsiteX6" fmla="*/ 18324 w 44191"/>
                    <a:gd name="connsiteY6" fmla="*/ 39785 h 44187"/>
                    <a:gd name="connsiteX7" fmla="*/ 18255 w 44191"/>
                    <a:gd name="connsiteY7" fmla="*/ 39716 h 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91" h="44187">
                      <a:moveTo>
                        <a:pt x="18255" y="39716"/>
                      </a:moveTo>
                      <a:lnTo>
                        <a:pt x="4402" y="25760"/>
                      </a:lnTo>
                      <a:cubicBezTo>
                        <a:pt x="-1496" y="19828"/>
                        <a:pt x="-1461" y="10261"/>
                        <a:pt x="4471" y="4398"/>
                      </a:cubicBezTo>
                      <a:cubicBezTo>
                        <a:pt x="10368" y="-1466"/>
                        <a:pt x="19901" y="-1466"/>
                        <a:pt x="25765" y="4398"/>
                      </a:cubicBezTo>
                      <a:lnTo>
                        <a:pt x="39721" y="18251"/>
                      </a:lnTo>
                      <a:cubicBezTo>
                        <a:pt x="45653" y="24149"/>
                        <a:pt x="45687" y="33750"/>
                        <a:pt x="39789" y="39716"/>
                      </a:cubicBezTo>
                      <a:cubicBezTo>
                        <a:pt x="33892" y="45649"/>
                        <a:pt x="24290" y="45683"/>
                        <a:pt x="18324" y="39785"/>
                      </a:cubicBezTo>
                      <a:lnTo>
                        <a:pt x="18255" y="39716"/>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05" name="Freeform: Shape 204">
                  <a:extLst>
                    <a:ext uri="{FF2B5EF4-FFF2-40B4-BE49-F238E27FC236}">
                      <a16:creationId xmlns:a16="http://schemas.microsoft.com/office/drawing/2014/main" id="{FA74DF39-35DE-A449-6F29-B7AD9F087EE7}"/>
                    </a:ext>
                  </a:extLst>
                </p:cNvPr>
                <p:cNvSpPr/>
                <p:nvPr/>
              </p:nvSpPr>
              <p:spPr>
                <a:xfrm>
                  <a:off x="9081355" y="1768519"/>
                  <a:ext cx="42395" cy="42382"/>
                </a:xfrm>
                <a:custGeom>
                  <a:avLst/>
                  <a:gdLst>
                    <a:gd name="connsiteX0" fmla="*/ 17969 w 42395"/>
                    <a:gd name="connsiteY0" fmla="*/ 38118 h 42382"/>
                    <a:gd name="connsiteX1" fmla="*/ 4115 w 42395"/>
                    <a:gd name="connsiteY1" fmla="*/ 24162 h 42382"/>
                    <a:gd name="connsiteX2" fmla="*/ 4218 w 42395"/>
                    <a:gd name="connsiteY2" fmla="*/ 4102 h 42382"/>
                    <a:gd name="connsiteX3" fmla="*/ 24209 w 42395"/>
                    <a:gd name="connsiteY3" fmla="*/ 4102 h 42382"/>
                    <a:gd name="connsiteX4" fmla="*/ 38165 w 42395"/>
                    <a:gd name="connsiteY4" fmla="*/ 17955 h 42382"/>
                    <a:gd name="connsiteX5" fmla="*/ 38268 w 42395"/>
                    <a:gd name="connsiteY5" fmla="*/ 38152 h 42382"/>
                    <a:gd name="connsiteX6" fmla="*/ 18071 w 42395"/>
                    <a:gd name="connsiteY6" fmla="*/ 38255 h 42382"/>
                    <a:gd name="connsiteX7" fmla="*/ 17969 w 42395"/>
                    <a:gd name="connsiteY7" fmla="*/ 38118 h 4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395" h="42382">
                      <a:moveTo>
                        <a:pt x="17969" y="38118"/>
                      </a:moveTo>
                      <a:lnTo>
                        <a:pt x="4115" y="24162"/>
                      </a:lnTo>
                      <a:cubicBezTo>
                        <a:pt x="-1406" y="18607"/>
                        <a:pt x="-1372" y="9623"/>
                        <a:pt x="4218" y="4102"/>
                      </a:cubicBezTo>
                      <a:cubicBezTo>
                        <a:pt x="9738" y="-1384"/>
                        <a:pt x="18654" y="-1350"/>
                        <a:pt x="24209" y="4102"/>
                      </a:cubicBezTo>
                      <a:lnTo>
                        <a:pt x="38165" y="17955"/>
                      </a:lnTo>
                      <a:cubicBezTo>
                        <a:pt x="43754" y="23510"/>
                        <a:pt x="43822" y="32563"/>
                        <a:pt x="38268" y="38152"/>
                      </a:cubicBezTo>
                      <a:cubicBezTo>
                        <a:pt x="32713" y="43741"/>
                        <a:pt x="23660" y="43810"/>
                        <a:pt x="18071" y="38255"/>
                      </a:cubicBezTo>
                      <a:lnTo>
                        <a:pt x="17969" y="38118"/>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06" name="Freeform: Shape 205">
                  <a:extLst>
                    <a:ext uri="{FF2B5EF4-FFF2-40B4-BE49-F238E27FC236}">
                      <a16:creationId xmlns:a16="http://schemas.microsoft.com/office/drawing/2014/main" id="{B20CC6EA-7B6D-2C52-3526-2EFE736A35B9}"/>
                    </a:ext>
                  </a:extLst>
                </p:cNvPr>
                <p:cNvSpPr/>
                <p:nvPr/>
              </p:nvSpPr>
              <p:spPr>
                <a:xfrm>
                  <a:off x="8929382" y="1616486"/>
                  <a:ext cx="40351" cy="40351"/>
                </a:xfrm>
                <a:custGeom>
                  <a:avLst/>
                  <a:gdLst>
                    <a:gd name="connsiteX0" fmla="*/ 17660 w 40351"/>
                    <a:gd name="connsiteY0" fmla="*/ 36429 h 40351"/>
                    <a:gd name="connsiteX1" fmla="*/ 3806 w 40351"/>
                    <a:gd name="connsiteY1" fmla="*/ 22473 h 40351"/>
                    <a:gd name="connsiteX2" fmla="*/ 3909 w 40351"/>
                    <a:gd name="connsiteY2" fmla="*/ 3819 h 40351"/>
                    <a:gd name="connsiteX3" fmla="*/ 22461 w 40351"/>
                    <a:gd name="connsiteY3" fmla="*/ 3819 h 40351"/>
                    <a:gd name="connsiteX4" fmla="*/ 36416 w 40351"/>
                    <a:gd name="connsiteY4" fmla="*/ 17672 h 40351"/>
                    <a:gd name="connsiteX5" fmla="*/ 36519 w 40351"/>
                    <a:gd name="connsiteY5" fmla="*/ 36429 h 40351"/>
                    <a:gd name="connsiteX6" fmla="*/ 17763 w 40351"/>
                    <a:gd name="connsiteY6" fmla="*/ 36532 h 40351"/>
                    <a:gd name="connsiteX7" fmla="*/ 17660 w 40351"/>
                    <a:gd name="connsiteY7" fmla="*/ 36429 h 40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351" h="40351">
                      <a:moveTo>
                        <a:pt x="17660" y="36429"/>
                      </a:moveTo>
                      <a:lnTo>
                        <a:pt x="3806" y="22473"/>
                      </a:lnTo>
                      <a:cubicBezTo>
                        <a:pt x="-1303" y="17295"/>
                        <a:pt x="-1269" y="8963"/>
                        <a:pt x="3909" y="3819"/>
                      </a:cubicBezTo>
                      <a:cubicBezTo>
                        <a:pt x="9053" y="-1290"/>
                        <a:pt x="17317" y="-1256"/>
                        <a:pt x="22461" y="3819"/>
                      </a:cubicBezTo>
                      <a:lnTo>
                        <a:pt x="36416" y="17672"/>
                      </a:lnTo>
                      <a:cubicBezTo>
                        <a:pt x="41628" y="22816"/>
                        <a:pt x="41663" y="31251"/>
                        <a:pt x="36519" y="36429"/>
                      </a:cubicBezTo>
                      <a:cubicBezTo>
                        <a:pt x="31376" y="41607"/>
                        <a:pt x="22940" y="41675"/>
                        <a:pt x="17763" y="36532"/>
                      </a:cubicBezTo>
                      <a:lnTo>
                        <a:pt x="17660" y="36429"/>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07" name="Freeform: Shape 206">
                  <a:extLst>
                    <a:ext uri="{FF2B5EF4-FFF2-40B4-BE49-F238E27FC236}">
                      <a16:creationId xmlns:a16="http://schemas.microsoft.com/office/drawing/2014/main" id="{763884D0-ACF0-77C7-D01B-BADCA0B2EF60}"/>
                    </a:ext>
                  </a:extLst>
                </p:cNvPr>
                <p:cNvSpPr/>
                <p:nvPr/>
              </p:nvSpPr>
              <p:spPr>
                <a:xfrm>
                  <a:off x="8777413" y="1464534"/>
                  <a:ext cx="38319" cy="38349"/>
                </a:xfrm>
                <a:custGeom>
                  <a:avLst/>
                  <a:gdLst>
                    <a:gd name="connsiteX0" fmla="*/ 17381 w 38319"/>
                    <a:gd name="connsiteY0" fmla="*/ 34693 h 38349"/>
                    <a:gd name="connsiteX1" fmla="*/ 3528 w 38319"/>
                    <a:gd name="connsiteY1" fmla="*/ 20737 h 38349"/>
                    <a:gd name="connsiteX2" fmla="*/ 3597 w 38319"/>
                    <a:gd name="connsiteY2" fmla="*/ 3523 h 38349"/>
                    <a:gd name="connsiteX3" fmla="*/ 20742 w 38319"/>
                    <a:gd name="connsiteY3" fmla="*/ 3523 h 38349"/>
                    <a:gd name="connsiteX4" fmla="*/ 34698 w 38319"/>
                    <a:gd name="connsiteY4" fmla="*/ 17376 h 38349"/>
                    <a:gd name="connsiteX5" fmla="*/ 34767 w 38319"/>
                    <a:gd name="connsiteY5" fmla="*/ 34727 h 38349"/>
                    <a:gd name="connsiteX6" fmla="*/ 17416 w 38319"/>
                    <a:gd name="connsiteY6" fmla="*/ 34796 h 38349"/>
                    <a:gd name="connsiteX7" fmla="*/ 17381 w 38319"/>
                    <a:gd name="connsiteY7" fmla="*/ 34693 h 38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19" h="38349">
                      <a:moveTo>
                        <a:pt x="17381" y="34693"/>
                      </a:moveTo>
                      <a:lnTo>
                        <a:pt x="3528" y="20737"/>
                      </a:lnTo>
                      <a:cubicBezTo>
                        <a:pt x="-1204" y="15971"/>
                        <a:pt x="-1170" y="8255"/>
                        <a:pt x="3597" y="3523"/>
                      </a:cubicBezTo>
                      <a:cubicBezTo>
                        <a:pt x="8328" y="-1174"/>
                        <a:pt x="15975" y="-1174"/>
                        <a:pt x="20742" y="3523"/>
                      </a:cubicBezTo>
                      <a:lnTo>
                        <a:pt x="34698" y="17376"/>
                      </a:lnTo>
                      <a:cubicBezTo>
                        <a:pt x="39498" y="22143"/>
                        <a:pt x="39532" y="29892"/>
                        <a:pt x="34767" y="34727"/>
                      </a:cubicBezTo>
                      <a:cubicBezTo>
                        <a:pt x="30000" y="39528"/>
                        <a:pt x="22250" y="39562"/>
                        <a:pt x="17416" y="34796"/>
                      </a:cubicBezTo>
                      <a:lnTo>
                        <a:pt x="17381" y="34693"/>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08" name="Freeform: Shape 207">
                  <a:extLst>
                    <a:ext uri="{FF2B5EF4-FFF2-40B4-BE49-F238E27FC236}">
                      <a16:creationId xmlns:a16="http://schemas.microsoft.com/office/drawing/2014/main" id="{F7423AB8-95E5-B0BC-7D97-D05197F2EE9D}"/>
                    </a:ext>
                  </a:extLst>
                </p:cNvPr>
                <p:cNvSpPr/>
                <p:nvPr/>
              </p:nvSpPr>
              <p:spPr>
                <a:xfrm>
                  <a:off x="8621236" y="1317139"/>
                  <a:ext cx="38821" cy="33772"/>
                </a:xfrm>
                <a:custGeom>
                  <a:avLst/>
                  <a:gdLst>
                    <a:gd name="connsiteX0" fmla="*/ 20728 w 38821"/>
                    <a:gd name="connsiteY0" fmla="*/ 31281 h 33772"/>
                    <a:gd name="connsiteX1" fmla="*/ 5297 w 38821"/>
                    <a:gd name="connsiteY1" fmla="*/ 20377 h 33772"/>
                    <a:gd name="connsiteX2" fmla="*/ 4646 w 38821"/>
                    <a:gd name="connsiteY2" fmla="*/ 19931 h 33772"/>
                    <a:gd name="connsiteX3" fmla="*/ 2006 w 38821"/>
                    <a:gd name="connsiteY3" fmla="*/ 4637 h 33772"/>
                    <a:gd name="connsiteX4" fmla="*/ 17196 w 38821"/>
                    <a:gd name="connsiteY4" fmla="*/ 1929 h 33772"/>
                    <a:gd name="connsiteX5" fmla="*/ 34033 w 38821"/>
                    <a:gd name="connsiteY5" fmla="*/ 13553 h 33772"/>
                    <a:gd name="connsiteX6" fmla="*/ 36844 w 38821"/>
                    <a:gd name="connsiteY6" fmla="*/ 28983 h 33772"/>
                    <a:gd name="connsiteX7" fmla="*/ 21413 w 38821"/>
                    <a:gd name="connsiteY7" fmla="*/ 31795 h 33772"/>
                    <a:gd name="connsiteX8" fmla="*/ 21379 w 38821"/>
                    <a:gd name="connsiteY8" fmla="*/ 31761 h 33772"/>
                    <a:gd name="connsiteX9" fmla="*/ 20728 w 38821"/>
                    <a:gd name="connsiteY9" fmla="*/ 31281 h 3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21" h="33772">
                      <a:moveTo>
                        <a:pt x="20728" y="31281"/>
                      </a:moveTo>
                      <a:lnTo>
                        <a:pt x="5297" y="20377"/>
                      </a:lnTo>
                      <a:lnTo>
                        <a:pt x="4646" y="19931"/>
                      </a:lnTo>
                      <a:cubicBezTo>
                        <a:pt x="-292" y="16433"/>
                        <a:pt x="-1492" y="9575"/>
                        <a:pt x="2006" y="4637"/>
                      </a:cubicBezTo>
                      <a:cubicBezTo>
                        <a:pt x="5469" y="-266"/>
                        <a:pt x="12258" y="-1466"/>
                        <a:pt x="17196" y="1929"/>
                      </a:cubicBezTo>
                      <a:lnTo>
                        <a:pt x="34033" y="13553"/>
                      </a:lnTo>
                      <a:cubicBezTo>
                        <a:pt x="39073" y="17016"/>
                        <a:pt x="40342" y="23943"/>
                        <a:pt x="36844" y="28983"/>
                      </a:cubicBezTo>
                      <a:cubicBezTo>
                        <a:pt x="33381" y="34024"/>
                        <a:pt x="26454" y="35293"/>
                        <a:pt x="21413" y="31795"/>
                      </a:cubicBezTo>
                      <a:cubicBezTo>
                        <a:pt x="21413" y="31795"/>
                        <a:pt x="21379" y="31761"/>
                        <a:pt x="21379" y="31761"/>
                      </a:cubicBezTo>
                      <a:lnTo>
                        <a:pt x="20728" y="31281"/>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09" name="Freeform: Shape 208">
                  <a:extLst>
                    <a:ext uri="{FF2B5EF4-FFF2-40B4-BE49-F238E27FC236}">
                      <a16:creationId xmlns:a16="http://schemas.microsoft.com/office/drawing/2014/main" id="{B29341F4-3C2E-4B5A-45E4-D3887E1BD493}"/>
                    </a:ext>
                  </a:extLst>
                </p:cNvPr>
                <p:cNvSpPr/>
                <p:nvPr/>
              </p:nvSpPr>
              <p:spPr>
                <a:xfrm>
                  <a:off x="8414954" y="1277204"/>
                  <a:ext cx="39713" cy="23252"/>
                </a:xfrm>
                <a:custGeom>
                  <a:avLst/>
                  <a:gdLst>
                    <a:gd name="connsiteX0" fmla="*/ 30803 w 39713"/>
                    <a:gd name="connsiteY0" fmla="*/ 19780 h 23252"/>
                    <a:gd name="connsiteX1" fmla="*/ 12115 w 39713"/>
                    <a:gd name="connsiteY1" fmla="*/ 23004 h 23252"/>
                    <a:gd name="connsiteX2" fmla="*/ 11429 w 39713"/>
                    <a:gd name="connsiteY2" fmla="*/ 23106 h 23252"/>
                    <a:gd name="connsiteX3" fmla="*/ 147 w 39713"/>
                    <a:gd name="connsiteY3" fmla="*/ 15151 h 23252"/>
                    <a:gd name="connsiteX4" fmla="*/ 8000 w 39713"/>
                    <a:gd name="connsiteY4" fmla="*/ 3870 h 23252"/>
                    <a:gd name="connsiteX5" fmla="*/ 28025 w 39713"/>
                    <a:gd name="connsiteY5" fmla="*/ 166 h 23252"/>
                    <a:gd name="connsiteX6" fmla="*/ 39547 w 39713"/>
                    <a:gd name="connsiteY6" fmla="*/ 8087 h 23252"/>
                    <a:gd name="connsiteX7" fmla="*/ 31625 w 39713"/>
                    <a:gd name="connsiteY7" fmla="*/ 19609 h 23252"/>
                    <a:gd name="connsiteX8" fmla="*/ 31557 w 39713"/>
                    <a:gd name="connsiteY8" fmla="*/ 19609 h 23252"/>
                    <a:gd name="connsiteX9" fmla="*/ 30803 w 39713"/>
                    <a:gd name="connsiteY9" fmla="*/ 19780 h 23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13" h="23252">
                      <a:moveTo>
                        <a:pt x="30803" y="19780"/>
                      </a:moveTo>
                      <a:lnTo>
                        <a:pt x="12115" y="23004"/>
                      </a:lnTo>
                      <a:lnTo>
                        <a:pt x="11429" y="23106"/>
                      </a:lnTo>
                      <a:cubicBezTo>
                        <a:pt x="6114" y="24032"/>
                        <a:pt x="1073" y="20466"/>
                        <a:pt x="147" y="15151"/>
                      </a:cubicBezTo>
                      <a:cubicBezTo>
                        <a:pt x="-778" y="9871"/>
                        <a:pt x="2754" y="4864"/>
                        <a:pt x="8000" y="3870"/>
                      </a:cubicBezTo>
                      <a:lnTo>
                        <a:pt x="28025" y="166"/>
                      </a:lnTo>
                      <a:cubicBezTo>
                        <a:pt x="33409" y="-828"/>
                        <a:pt x="38552" y="2738"/>
                        <a:pt x="39547" y="8087"/>
                      </a:cubicBezTo>
                      <a:cubicBezTo>
                        <a:pt x="40541" y="13471"/>
                        <a:pt x="36975" y="18614"/>
                        <a:pt x="31625" y="19609"/>
                      </a:cubicBezTo>
                      <a:cubicBezTo>
                        <a:pt x="31591" y="19609"/>
                        <a:pt x="31591" y="19609"/>
                        <a:pt x="31557" y="19609"/>
                      </a:cubicBezTo>
                      <a:lnTo>
                        <a:pt x="30803" y="19780"/>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10" name="Freeform: Shape 209">
                  <a:extLst>
                    <a:ext uri="{FF2B5EF4-FFF2-40B4-BE49-F238E27FC236}">
                      <a16:creationId xmlns:a16="http://schemas.microsoft.com/office/drawing/2014/main" id="{352B03D6-C3A3-E776-F7D3-320F2633D6B8}"/>
                    </a:ext>
                  </a:extLst>
                </p:cNvPr>
                <p:cNvSpPr/>
                <p:nvPr/>
              </p:nvSpPr>
              <p:spPr>
                <a:xfrm>
                  <a:off x="8238542" y="1384119"/>
                  <a:ext cx="31130" cy="31135"/>
                </a:xfrm>
                <a:custGeom>
                  <a:avLst/>
                  <a:gdLst>
                    <a:gd name="connsiteX0" fmla="*/ 28563 w 31130"/>
                    <a:gd name="connsiteY0" fmla="*/ 14843 h 31135"/>
                    <a:gd name="connsiteX1" fmla="*/ 14573 w 31130"/>
                    <a:gd name="connsiteY1" fmla="*/ 28662 h 31135"/>
                    <a:gd name="connsiteX2" fmla="*/ 2469 w 31130"/>
                    <a:gd name="connsiteY2" fmla="*/ 28594 h 31135"/>
                    <a:gd name="connsiteX3" fmla="*/ 2469 w 31130"/>
                    <a:gd name="connsiteY3" fmla="*/ 16558 h 31135"/>
                    <a:gd name="connsiteX4" fmla="*/ 16288 w 31130"/>
                    <a:gd name="connsiteY4" fmla="*/ 2568 h 31135"/>
                    <a:gd name="connsiteX5" fmla="*/ 28563 w 31130"/>
                    <a:gd name="connsiteY5" fmla="*/ 2499 h 31135"/>
                    <a:gd name="connsiteX6" fmla="*/ 28632 w 31130"/>
                    <a:gd name="connsiteY6" fmla="*/ 14775 h 31135"/>
                    <a:gd name="connsiteX7" fmla="*/ 28563 w 31130"/>
                    <a:gd name="connsiteY7" fmla="*/ 14843 h 31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30" h="31135">
                      <a:moveTo>
                        <a:pt x="28563" y="14843"/>
                      </a:moveTo>
                      <a:lnTo>
                        <a:pt x="14573" y="28662"/>
                      </a:lnTo>
                      <a:cubicBezTo>
                        <a:pt x="11213" y="31988"/>
                        <a:pt x="5795" y="31954"/>
                        <a:pt x="2469" y="28594"/>
                      </a:cubicBezTo>
                      <a:cubicBezTo>
                        <a:pt x="-823" y="25268"/>
                        <a:pt x="-823" y="19884"/>
                        <a:pt x="2469" y="16558"/>
                      </a:cubicBezTo>
                      <a:lnTo>
                        <a:pt x="16288" y="2568"/>
                      </a:lnTo>
                      <a:cubicBezTo>
                        <a:pt x="19648" y="-827"/>
                        <a:pt x="25168" y="-861"/>
                        <a:pt x="28563" y="2499"/>
                      </a:cubicBezTo>
                      <a:cubicBezTo>
                        <a:pt x="31958" y="5859"/>
                        <a:pt x="31992" y="11380"/>
                        <a:pt x="28632" y="14775"/>
                      </a:cubicBezTo>
                      <a:cubicBezTo>
                        <a:pt x="28597" y="14775"/>
                        <a:pt x="28563" y="14843"/>
                        <a:pt x="28563" y="14843"/>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11" name="Freeform: Shape 210">
                  <a:extLst>
                    <a:ext uri="{FF2B5EF4-FFF2-40B4-BE49-F238E27FC236}">
                      <a16:creationId xmlns:a16="http://schemas.microsoft.com/office/drawing/2014/main" id="{0B0424D9-223A-4EFE-6D25-AFC8994F15E7}"/>
                    </a:ext>
                  </a:extLst>
                </p:cNvPr>
                <p:cNvSpPr/>
                <p:nvPr/>
              </p:nvSpPr>
              <p:spPr>
                <a:xfrm>
                  <a:off x="8086697" y="1538292"/>
                  <a:ext cx="28734" cy="28760"/>
                </a:xfrm>
                <a:custGeom>
                  <a:avLst/>
                  <a:gdLst>
                    <a:gd name="connsiteX0" fmla="*/ 26549 w 28734"/>
                    <a:gd name="connsiteY0" fmla="*/ 12816 h 28760"/>
                    <a:gd name="connsiteX1" fmla="*/ 12558 w 28734"/>
                    <a:gd name="connsiteY1" fmla="*/ 26635 h 28760"/>
                    <a:gd name="connsiteX2" fmla="*/ 2134 w 28734"/>
                    <a:gd name="connsiteY2" fmla="*/ 26566 h 28760"/>
                    <a:gd name="connsiteX3" fmla="*/ 2134 w 28734"/>
                    <a:gd name="connsiteY3" fmla="*/ 16211 h 28760"/>
                    <a:gd name="connsiteX4" fmla="*/ 15953 w 28734"/>
                    <a:gd name="connsiteY4" fmla="*/ 2220 h 28760"/>
                    <a:gd name="connsiteX5" fmla="*/ 26515 w 28734"/>
                    <a:gd name="connsiteY5" fmla="*/ 2152 h 28760"/>
                    <a:gd name="connsiteX6" fmla="*/ 26583 w 28734"/>
                    <a:gd name="connsiteY6" fmla="*/ 12713 h 28760"/>
                    <a:gd name="connsiteX7" fmla="*/ 26549 w 28734"/>
                    <a:gd name="connsiteY7" fmla="*/ 12816 h 2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734" h="28760">
                      <a:moveTo>
                        <a:pt x="26549" y="12816"/>
                      </a:moveTo>
                      <a:lnTo>
                        <a:pt x="12558" y="26635"/>
                      </a:lnTo>
                      <a:cubicBezTo>
                        <a:pt x="9679" y="29481"/>
                        <a:pt x="5015" y="29481"/>
                        <a:pt x="2134" y="26566"/>
                      </a:cubicBezTo>
                      <a:cubicBezTo>
                        <a:pt x="-711" y="23686"/>
                        <a:pt x="-711" y="19091"/>
                        <a:pt x="2134" y="16211"/>
                      </a:cubicBezTo>
                      <a:lnTo>
                        <a:pt x="15953" y="2220"/>
                      </a:lnTo>
                      <a:cubicBezTo>
                        <a:pt x="18868" y="-729"/>
                        <a:pt x="23600" y="-729"/>
                        <a:pt x="26515" y="2152"/>
                      </a:cubicBezTo>
                      <a:cubicBezTo>
                        <a:pt x="29463" y="5066"/>
                        <a:pt x="29463" y="9798"/>
                        <a:pt x="26583" y="12713"/>
                      </a:cubicBezTo>
                      <a:cubicBezTo>
                        <a:pt x="26618" y="12747"/>
                        <a:pt x="26583" y="12782"/>
                        <a:pt x="26549" y="12816"/>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12" name="Freeform: Shape 211">
                  <a:extLst>
                    <a:ext uri="{FF2B5EF4-FFF2-40B4-BE49-F238E27FC236}">
                      <a16:creationId xmlns:a16="http://schemas.microsoft.com/office/drawing/2014/main" id="{A39048CE-4348-2085-9FD0-C64BA3AD223B}"/>
                    </a:ext>
                  </a:extLst>
                </p:cNvPr>
                <p:cNvSpPr/>
                <p:nvPr/>
              </p:nvSpPr>
              <p:spPr>
                <a:xfrm>
                  <a:off x="7934947" y="1692481"/>
                  <a:ext cx="26330" cy="26339"/>
                </a:xfrm>
                <a:custGeom>
                  <a:avLst/>
                  <a:gdLst>
                    <a:gd name="connsiteX0" fmla="*/ 24475 w 26330"/>
                    <a:gd name="connsiteY0" fmla="*/ 10737 h 26339"/>
                    <a:gd name="connsiteX1" fmla="*/ 10484 w 26330"/>
                    <a:gd name="connsiteY1" fmla="*/ 24556 h 26339"/>
                    <a:gd name="connsiteX2" fmla="*/ 1775 w 26330"/>
                    <a:gd name="connsiteY2" fmla="*/ 24522 h 26339"/>
                    <a:gd name="connsiteX3" fmla="*/ 1775 w 26330"/>
                    <a:gd name="connsiteY3" fmla="*/ 15846 h 26339"/>
                    <a:gd name="connsiteX4" fmla="*/ 15593 w 26330"/>
                    <a:gd name="connsiteY4" fmla="*/ 1856 h 26339"/>
                    <a:gd name="connsiteX5" fmla="*/ 24475 w 26330"/>
                    <a:gd name="connsiteY5" fmla="*/ 1822 h 26339"/>
                    <a:gd name="connsiteX6" fmla="*/ 24509 w 26330"/>
                    <a:gd name="connsiteY6" fmla="*/ 10703 h 26339"/>
                    <a:gd name="connsiteX7" fmla="*/ 24475 w 26330"/>
                    <a:gd name="connsiteY7" fmla="*/ 10737 h 26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30" h="26339">
                      <a:moveTo>
                        <a:pt x="24475" y="10737"/>
                      </a:moveTo>
                      <a:lnTo>
                        <a:pt x="10484" y="24556"/>
                      </a:lnTo>
                      <a:cubicBezTo>
                        <a:pt x="8050" y="26956"/>
                        <a:pt x="4175" y="26922"/>
                        <a:pt x="1775" y="24522"/>
                      </a:cubicBezTo>
                      <a:cubicBezTo>
                        <a:pt x="-592" y="22121"/>
                        <a:pt x="-592" y="18247"/>
                        <a:pt x="1775" y="15846"/>
                      </a:cubicBezTo>
                      <a:lnTo>
                        <a:pt x="15593" y="1856"/>
                      </a:lnTo>
                      <a:cubicBezTo>
                        <a:pt x="18028" y="-613"/>
                        <a:pt x="22005" y="-613"/>
                        <a:pt x="24475" y="1822"/>
                      </a:cubicBezTo>
                      <a:cubicBezTo>
                        <a:pt x="26943" y="4256"/>
                        <a:pt x="26943" y="8234"/>
                        <a:pt x="24509" y="10703"/>
                      </a:cubicBezTo>
                      <a:cubicBezTo>
                        <a:pt x="24509" y="10703"/>
                        <a:pt x="24475" y="10737"/>
                        <a:pt x="24475" y="10737"/>
                      </a:cubicBez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13" name="Freeform: Shape 212">
                  <a:extLst>
                    <a:ext uri="{FF2B5EF4-FFF2-40B4-BE49-F238E27FC236}">
                      <a16:creationId xmlns:a16="http://schemas.microsoft.com/office/drawing/2014/main" id="{1495881F-C87A-81A0-BF7A-0C67A3A5A741}"/>
                    </a:ext>
                  </a:extLst>
                </p:cNvPr>
                <p:cNvSpPr/>
                <p:nvPr/>
              </p:nvSpPr>
              <p:spPr>
                <a:xfrm>
                  <a:off x="7783076" y="1846606"/>
                  <a:ext cx="24110" cy="24105"/>
                </a:xfrm>
                <a:custGeom>
                  <a:avLst/>
                  <a:gdLst>
                    <a:gd name="connsiteX0" fmla="*/ 22588 w 24110"/>
                    <a:gd name="connsiteY0" fmla="*/ 8791 h 24105"/>
                    <a:gd name="connsiteX1" fmla="*/ 8633 w 24110"/>
                    <a:gd name="connsiteY1" fmla="*/ 22644 h 24105"/>
                    <a:gd name="connsiteX2" fmla="*/ 1466 w 24110"/>
                    <a:gd name="connsiteY2" fmla="*/ 22610 h 24105"/>
                    <a:gd name="connsiteX3" fmla="*/ 1466 w 24110"/>
                    <a:gd name="connsiteY3" fmla="*/ 15478 h 24105"/>
                    <a:gd name="connsiteX4" fmla="*/ 15319 w 24110"/>
                    <a:gd name="connsiteY4" fmla="*/ 1522 h 24105"/>
                    <a:gd name="connsiteX5" fmla="*/ 22588 w 24110"/>
                    <a:gd name="connsiteY5" fmla="*/ 1487 h 24105"/>
                    <a:gd name="connsiteX6" fmla="*/ 22623 w 24110"/>
                    <a:gd name="connsiteY6" fmla="*/ 8757 h 24105"/>
                    <a:gd name="connsiteX7" fmla="*/ 22588 w 24110"/>
                    <a:gd name="connsiteY7" fmla="*/ 8791 h 2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110" h="24105">
                      <a:moveTo>
                        <a:pt x="22588" y="8791"/>
                      </a:moveTo>
                      <a:lnTo>
                        <a:pt x="8633" y="22644"/>
                      </a:lnTo>
                      <a:cubicBezTo>
                        <a:pt x="6643" y="24599"/>
                        <a:pt x="3455" y="24599"/>
                        <a:pt x="1466" y="22610"/>
                      </a:cubicBezTo>
                      <a:cubicBezTo>
                        <a:pt x="-489" y="20621"/>
                        <a:pt x="-489" y="17466"/>
                        <a:pt x="1466" y="15478"/>
                      </a:cubicBezTo>
                      <a:lnTo>
                        <a:pt x="15319" y="1522"/>
                      </a:lnTo>
                      <a:cubicBezTo>
                        <a:pt x="17308" y="-501"/>
                        <a:pt x="20565" y="-501"/>
                        <a:pt x="22588" y="1487"/>
                      </a:cubicBezTo>
                      <a:cubicBezTo>
                        <a:pt x="24612" y="3476"/>
                        <a:pt x="24612" y="6734"/>
                        <a:pt x="22623" y="8757"/>
                      </a:cubicBezTo>
                      <a:lnTo>
                        <a:pt x="22588" y="8791"/>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14" name="Freeform: Shape 213">
                  <a:extLst>
                    <a:ext uri="{FF2B5EF4-FFF2-40B4-BE49-F238E27FC236}">
                      <a16:creationId xmlns:a16="http://schemas.microsoft.com/office/drawing/2014/main" id="{9F29D4AA-E5A5-F8C9-9870-3FCE089889CD}"/>
                    </a:ext>
                  </a:extLst>
                </p:cNvPr>
                <p:cNvSpPr/>
                <p:nvPr/>
              </p:nvSpPr>
              <p:spPr>
                <a:xfrm>
                  <a:off x="7631077" y="2000624"/>
                  <a:ext cx="22104" cy="22087"/>
                </a:xfrm>
                <a:custGeom>
                  <a:avLst/>
                  <a:gdLst>
                    <a:gd name="connsiteX0" fmla="*/ 20865 w 22104"/>
                    <a:gd name="connsiteY0" fmla="*/ 7055 h 22087"/>
                    <a:gd name="connsiteX1" fmla="*/ 6909 w 22104"/>
                    <a:gd name="connsiteY1" fmla="*/ 20908 h 22087"/>
                    <a:gd name="connsiteX2" fmla="*/ 1183 w 22104"/>
                    <a:gd name="connsiteY2" fmla="*/ 20874 h 22087"/>
                    <a:gd name="connsiteX3" fmla="*/ 1183 w 22104"/>
                    <a:gd name="connsiteY3" fmla="*/ 15182 h 22087"/>
                    <a:gd name="connsiteX4" fmla="*/ 15036 w 22104"/>
                    <a:gd name="connsiteY4" fmla="*/ 1226 h 22087"/>
                    <a:gd name="connsiteX5" fmla="*/ 20900 w 22104"/>
                    <a:gd name="connsiteY5" fmla="*/ 1192 h 22087"/>
                    <a:gd name="connsiteX6" fmla="*/ 20865 w 22104"/>
                    <a:gd name="connsiteY6" fmla="*/ 7055 h 22087"/>
                    <a:gd name="connsiteX7" fmla="*/ 20865 w 22104"/>
                    <a:gd name="connsiteY7" fmla="*/ 7055 h 22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04" h="22087">
                      <a:moveTo>
                        <a:pt x="20865" y="7055"/>
                      </a:moveTo>
                      <a:lnTo>
                        <a:pt x="6909" y="20908"/>
                      </a:lnTo>
                      <a:cubicBezTo>
                        <a:pt x="5332" y="22486"/>
                        <a:pt x="2760" y="22486"/>
                        <a:pt x="1183" y="20874"/>
                      </a:cubicBezTo>
                      <a:cubicBezTo>
                        <a:pt x="-394" y="19297"/>
                        <a:pt x="-394" y="16759"/>
                        <a:pt x="1183" y="15182"/>
                      </a:cubicBezTo>
                      <a:lnTo>
                        <a:pt x="15036" y="1226"/>
                      </a:lnTo>
                      <a:cubicBezTo>
                        <a:pt x="16648" y="-386"/>
                        <a:pt x="19254" y="-420"/>
                        <a:pt x="20900" y="1192"/>
                      </a:cubicBezTo>
                      <a:cubicBezTo>
                        <a:pt x="22511" y="2769"/>
                        <a:pt x="22511" y="5409"/>
                        <a:pt x="20865" y="7055"/>
                      </a:cubicBezTo>
                      <a:lnTo>
                        <a:pt x="20865" y="7055"/>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15" name="Freeform: Shape 214">
                  <a:extLst>
                    <a:ext uri="{FF2B5EF4-FFF2-40B4-BE49-F238E27FC236}">
                      <a16:creationId xmlns:a16="http://schemas.microsoft.com/office/drawing/2014/main" id="{F9668ECA-F4EF-90F0-9E0E-B99E3CE45BF2}"/>
                    </a:ext>
                  </a:extLst>
                </p:cNvPr>
                <p:cNvSpPr/>
                <p:nvPr/>
              </p:nvSpPr>
              <p:spPr>
                <a:xfrm>
                  <a:off x="7479138" y="2154607"/>
                  <a:ext cx="20046" cy="20076"/>
                </a:xfrm>
                <a:custGeom>
                  <a:avLst/>
                  <a:gdLst>
                    <a:gd name="connsiteX0" fmla="*/ 19116 w 20046"/>
                    <a:gd name="connsiteY0" fmla="*/ 5353 h 20076"/>
                    <a:gd name="connsiteX1" fmla="*/ 5161 w 20046"/>
                    <a:gd name="connsiteY1" fmla="*/ 19207 h 20076"/>
                    <a:gd name="connsiteX2" fmla="*/ 874 w 20046"/>
                    <a:gd name="connsiteY2" fmla="*/ 19172 h 20076"/>
                    <a:gd name="connsiteX3" fmla="*/ 874 w 20046"/>
                    <a:gd name="connsiteY3" fmla="*/ 14886 h 20076"/>
                    <a:gd name="connsiteX4" fmla="*/ 14728 w 20046"/>
                    <a:gd name="connsiteY4" fmla="*/ 930 h 20076"/>
                    <a:gd name="connsiteX5" fmla="*/ 19151 w 20046"/>
                    <a:gd name="connsiteY5" fmla="*/ 896 h 20076"/>
                    <a:gd name="connsiteX6" fmla="*/ 19116 w 20046"/>
                    <a:gd name="connsiteY6" fmla="*/ 5353 h 20076"/>
                    <a:gd name="connsiteX7" fmla="*/ 19116 w 20046"/>
                    <a:gd name="connsiteY7" fmla="*/ 5353 h 20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046" h="20076">
                      <a:moveTo>
                        <a:pt x="19116" y="5353"/>
                      </a:moveTo>
                      <a:lnTo>
                        <a:pt x="5161" y="19207"/>
                      </a:lnTo>
                      <a:cubicBezTo>
                        <a:pt x="3960" y="20373"/>
                        <a:pt x="2040" y="20373"/>
                        <a:pt x="874" y="19172"/>
                      </a:cubicBezTo>
                      <a:cubicBezTo>
                        <a:pt x="-291" y="17972"/>
                        <a:pt x="-291" y="16086"/>
                        <a:pt x="874" y="14886"/>
                      </a:cubicBezTo>
                      <a:lnTo>
                        <a:pt x="14728" y="930"/>
                      </a:lnTo>
                      <a:cubicBezTo>
                        <a:pt x="15962" y="-304"/>
                        <a:pt x="17916" y="-304"/>
                        <a:pt x="19151" y="896"/>
                      </a:cubicBezTo>
                      <a:cubicBezTo>
                        <a:pt x="20351" y="2096"/>
                        <a:pt x="20351" y="4085"/>
                        <a:pt x="19116" y="5353"/>
                      </a:cubicBezTo>
                      <a:lnTo>
                        <a:pt x="19116" y="5353"/>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16" name="Freeform: Shape 215">
                  <a:extLst>
                    <a:ext uri="{FF2B5EF4-FFF2-40B4-BE49-F238E27FC236}">
                      <a16:creationId xmlns:a16="http://schemas.microsoft.com/office/drawing/2014/main" id="{321129D0-97C7-DD08-8DEA-0C3A59CA77A9}"/>
                    </a:ext>
                  </a:extLst>
                </p:cNvPr>
                <p:cNvSpPr/>
                <p:nvPr/>
              </p:nvSpPr>
              <p:spPr>
                <a:xfrm>
                  <a:off x="7326891" y="2308359"/>
                  <a:ext cx="18516" cy="18542"/>
                </a:xfrm>
                <a:custGeom>
                  <a:avLst/>
                  <a:gdLst>
                    <a:gd name="connsiteX0" fmla="*/ 17848 w 18516"/>
                    <a:gd name="connsiteY0" fmla="*/ 4020 h 18542"/>
                    <a:gd name="connsiteX1" fmla="*/ 3892 w 18516"/>
                    <a:gd name="connsiteY1" fmla="*/ 17874 h 18542"/>
                    <a:gd name="connsiteX2" fmla="*/ 669 w 18516"/>
                    <a:gd name="connsiteY2" fmla="*/ 17874 h 18542"/>
                    <a:gd name="connsiteX3" fmla="*/ 669 w 18516"/>
                    <a:gd name="connsiteY3" fmla="*/ 14650 h 18542"/>
                    <a:gd name="connsiteX4" fmla="*/ 14522 w 18516"/>
                    <a:gd name="connsiteY4" fmla="*/ 694 h 18542"/>
                    <a:gd name="connsiteX5" fmla="*/ 17848 w 18516"/>
                    <a:gd name="connsiteY5" fmla="*/ 694 h 18542"/>
                    <a:gd name="connsiteX6" fmla="*/ 17848 w 18516"/>
                    <a:gd name="connsiteY6" fmla="*/ 4020 h 18542"/>
                    <a:gd name="connsiteX7" fmla="*/ 17848 w 18516"/>
                    <a:gd name="connsiteY7" fmla="*/ 4020 h 1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16" h="18542">
                      <a:moveTo>
                        <a:pt x="17848" y="4020"/>
                      </a:moveTo>
                      <a:lnTo>
                        <a:pt x="3892" y="17874"/>
                      </a:lnTo>
                      <a:cubicBezTo>
                        <a:pt x="3000" y="18765"/>
                        <a:pt x="1560" y="18765"/>
                        <a:pt x="669" y="17874"/>
                      </a:cubicBezTo>
                      <a:cubicBezTo>
                        <a:pt x="-223" y="16982"/>
                        <a:pt x="-223" y="15542"/>
                        <a:pt x="669" y="14650"/>
                      </a:cubicBezTo>
                      <a:lnTo>
                        <a:pt x="14522" y="694"/>
                      </a:lnTo>
                      <a:cubicBezTo>
                        <a:pt x="15447" y="-231"/>
                        <a:pt x="16922" y="-231"/>
                        <a:pt x="17848" y="694"/>
                      </a:cubicBezTo>
                      <a:cubicBezTo>
                        <a:pt x="18740" y="1586"/>
                        <a:pt x="18740" y="3095"/>
                        <a:pt x="17848" y="4020"/>
                      </a:cubicBezTo>
                      <a:lnTo>
                        <a:pt x="17848" y="4020"/>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17" name="Freeform: Shape 216">
                  <a:extLst>
                    <a:ext uri="{FF2B5EF4-FFF2-40B4-BE49-F238E27FC236}">
                      <a16:creationId xmlns:a16="http://schemas.microsoft.com/office/drawing/2014/main" id="{30D02581-75DA-5192-4FB6-866EE6466D76}"/>
                    </a:ext>
                  </a:extLst>
                </p:cNvPr>
                <p:cNvSpPr/>
                <p:nvPr/>
              </p:nvSpPr>
              <p:spPr>
                <a:xfrm>
                  <a:off x="7174574" y="2462013"/>
                  <a:ext cx="17200" cy="17204"/>
                </a:xfrm>
                <a:custGeom>
                  <a:avLst/>
                  <a:gdLst>
                    <a:gd name="connsiteX0" fmla="*/ 16716 w 17200"/>
                    <a:gd name="connsiteY0" fmla="*/ 2889 h 17204"/>
                    <a:gd name="connsiteX1" fmla="*/ 2760 w 17200"/>
                    <a:gd name="connsiteY1" fmla="*/ 16742 h 17204"/>
                    <a:gd name="connsiteX2" fmla="*/ 463 w 17200"/>
                    <a:gd name="connsiteY2" fmla="*/ 16742 h 17204"/>
                    <a:gd name="connsiteX3" fmla="*/ 463 w 17200"/>
                    <a:gd name="connsiteY3" fmla="*/ 14445 h 17204"/>
                    <a:gd name="connsiteX4" fmla="*/ 14316 w 17200"/>
                    <a:gd name="connsiteY4" fmla="*/ 489 h 17204"/>
                    <a:gd name="connsiteX5" fmla="*/ 16682 w 17200"/>
                    <a:gd name="connsiteY5" fmla="*/ 489 h 17204"/>
                    <a:gd name="connsiteX6" fmla="*/ 16716 w 17200"/>
                    <a:gd name="connsiteY6" fmla="*/ 2889 h 17204"/>
                    <a:gd name="connsiteX7" fmla="*/ 16716 w 17200"/>
                    <a:gd name="connsiteY7" fmla="*/ 2889 h 1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200" h="17204">
                      <a:moveTo>
                        <a:pt x="16716" y="2889"/>
                      </a:moveTo>
                      <a:lnTo>
                        <a:pt x="2760" y="16742"/>
                      </a:lnTo>
                      <a:cubicBezTo>
                        <a:pt x="2109" y="17359"/>
                        <a:pt x="1114" y="17359"/>
                        <a:pt x="463" y="16742"/>
                      </a:cubicBezTo>
                      <a:cubicBezTo>
                        <a:pt x="-154" y="16125"/>
                        <a:pt x="-154" y="15096"/>
                        <a:pt x="463" y="14445"/>
                      </a:cubicBezTo>
                      <a:lnTo>
                        <a:pt x="14316" y="489"/>
                      </a:lnTo>
                      <a:cubicBezTo>
                        <a:pt x="14968" y="-163"/>
                        <a:pt x="16030" y="-163"/>
                        <a:pt x="16682" y="489"/>
                      </a:cubicBezTo>
                      <a:cubicBezTo>
                        <a:pt x="17368" y="1140"/>
                        <a:pt x="17368" y="2203"/>
                        <a:pt x="16716" y="2889"/>
                      </a:cubicBezTo>
                      <a:lnTo>
                        <a:pt x="16716" y="2889"/>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18" name="Freeform: Shape 217">
                  <a:extLst>
                    <a:ext uri="{FF2B5EF4-FFF2-40B4-BE49-F238E27FC236}">
                      <a16:creationId xmlns:a16="http://schemas.microsoft.com/office/drawing/2014/main" id="{675A5162-3F29-8EAC-FB98-4A840DACB1F6}"/>
                    </a:ext>
                  </a:extLst>
                </p:cNvPr>
                <p:cNvSpPr/>
                <p:nvPr/>
              </p:nvSpPr>
              <p:spPr>
                <a:xfrm>
                  <a:off x="7022198" y="2615606"/>
                  <a:ext cx="15915" cy="15919"/>
                </a:xfrm>
                <a:custGeom>
                  <a:avLst/>
                  <a:gdLst>
                    <a:gd name="connsiteX0" fmla="*/ 15611 w 15915"/>
                    <a:gd name="connsiteY0" fmla="*/ 1783 h 15919"/>
                    <a:gd name="connsiteX1" fmla="*/ 1655 w 15915"/>
                    <a:gd name="connsiteY1" fmla="*/ 15636 h 15919"/>
                    <a:gd name="connsiteX2" fmla="*/ 283 w 15915"/>
                    <a:gd name="connsiteY2" fmla="*/ 15636 h 15919"/>
                    <a:gd name="connsiteX3" fmla="*/ 283 w 15915"/>
                    <a:gd name="connsiteY3" fmla="*/ 14265 h 15919"/>
                    <a:gd name="connsiteX4" fmla="*/ 14136 w 15915"/>
                    <a:gd name="connsiteY4" fmla="*/ 309 h 15919"/>
                    <a:gd name="connsiteX5" fmla="*/ 15576 w 15915"/>
                    <a:gd name="connsiteY5" fmla="*/ 309 h 15919"/>
                    <a:gd name="connsiteX6" fmla="*/ 15611 w 15915"/>
                    <a:gd name="connsiteY6" fmla="*/ 1783 h 15919"/>
                    <a:gd name="connsiteX7" fmla="*/ 15611 w 15915"/>
                    <a:gd name="connsiteY7" fmla="*/ 1783 h 1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15" h="15919">
                      <a:moveTo>
                        <a:pt x="15611" y="1783"/>
                      </a:moveTo>
                      <a:lnTo>
                        <a:pt x="1655" y="15636"/>
                      </a:lnTo>
                      <a:cubicBezTo>
                        <a:pt x="1277" y="16013"/>
                        <a:pt x="660" y="16013"/>
                        <a:pt x="283" y="15636"/>
                      </a:cubicBezTo>
                      <a:cubicBezTo>
                        <a:pt x="-94" y="15259"/>
                        <a:pt x="-94" y="14642"/>
                        <a:pt x="283" y="14265"/>
                      </a:cubicBezTo>
                      <a:lnTo>
                        <a:pt x="14136" y="309"/>
                      </a:lnTo>
                      <a:cubicBezTo>
                        <a:pt x="14548" y="-103"/>
                        <a:pt x="15165" y="-103"/>
                        <a:pt x="15576" y="309"/>
                      </a:cubicBezTo>
                      <a:cubicBezTo>
                        <a:pt x="16022" y="754"/>
                        <a:pt x="16022" y="1406"/>
                        <a:pt x="15611" y="1783"/>
                      </a:cubicBezTo>
                      <a:lnTo>
                        <a:pt x="15611" y="1783"/>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19" name="Freeform: Shape 218">
                  <a:extLst>
                    <a:ext uri="{FF2B5EF4-FFF2-40B4-BE49-F238E27FC236}">
                      <a16:creationId xmlns:a16="http://schemas.microsoft.com/office/drawing/2014/main" id="{E44CACDC-6A8A-F25C-4DD4-11429F5097F1}"/>
                    </a:ext>
                  </a:extLst>
                </p:cNvPr>
                <p:cNvSpPr/>
                <p:nvPr/>
              </p:nvSpPr>
              <p:spPr>
                <a:xfrm>
                  <a:off x="6869608" y="2769046"/>
                  <a:ext cx="15139" cy="15138"/>
                </a:xfrm>
                <a:custGeom>
                  <a:avLst/>
                  <a:gdLst>
                    <a:gd name="connsiteX0" fmla="*/ 14959 w 15139"/>
                    <a:gd name="connsiteY0" fmla="*/ 1071 h 15138"/>
                    <a:gd name="connsiteX1" fmla="*/ 1037 w 15139"/>
                    <a:gd name="connsiteY1" fmla="*/ 14959 h 15138"/>
                    <a:gd name="connsiteX2" fmla="*/ 180 w 15139"/>
                    <a:gd name="connsiteY2" fmla="*/ 14959 h 15138"/>
                    <a:gd name="connsiteX3" fmla="*/ 180 w 15139"/>
                    <a:gd name="connsiteY3" fmla="*/ 14102 h 15138"/>
                    <a:gd name="connsiteX4" fmla="*/ 14067 w 15139"/>
                    <a:gd name="connsiteY4" fmla="*/ 180 h 15138"/>
                    <a:gd name="connsiteX5" fmla="*/ 14959 w 15139"/>
                    <a:gd name="connsiteY5" fmla="*/ 180 h 15138"/>
                    <a:gd name="connsiteX6" fmla="*/ 14959 w 15139"/>
                    <a:gd name="connsiteY6" fmla="*/ 1071 h 15138"/>
                    <a:gd name="connsiteX7" fmla="*/ 14959 w 15139"/>
                    <a:gd name="connsiteY7" fmla="*/ 1071 h 15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9" h="15138">
                      <a:moveTo>
                        <a:pt x="14959" y="1071"/>
                      </a:moveTo>
                      <a:lnTo>
                        <a:pt x="1037" y="14959"/>
                      </a:lnTo>
                      <a:cubicBezTo>
                        <a:pt x="797" y="15199"/>
                        <a:pt x="420" y="15199"/>
                        <a:pt x="180" y="14959"/>
                      </a:cubicBezTo>
                      <a:cubicBezTo>
                        <a:pt x="-60" y="14719"/>
                        <a:pt x="-60" y="14342"/>
                        <a:pt x="180" y="14102"/>
                      </a:cubicBezTo>
                      <a:lnTo>
                        <a:pt x="14067" y="180"/>
                      </a:lnTo>
                      <a:cubicBezTo>
                        <a:pt x="14308" y="-60"/>
                        <a:pt x="14719" y="-60"/>
                        <a:pt x="14959" y="180"/>
                      </a:cubicBezTo>
                      <a:cubicBezTo>
                        <a:pt x="15199" y="420"/>
                        <a:pt x="15199" y="797"/>
                        <a:pt x="14959" y="1071"/>
                      </a:cubicBezTo>
                      <a:lnTo>
                        <a:pt x="14959" y="1071"/>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20" name="Freeform: Shape 219">
                  <a:extLst>
                    <a:ext uri="{FF2B5EF4-FFF2-40B4-BE49-F238E27FC236}">
                      <a16:creationId xmlns:a16="http://schemas.microsoft.com/office/drawing/2014/main" id="{D6A31BF9-9843-E9E8-C8F8-81FD00C1F1EF}"/>
                    </a:ext>
                  </a:extLst>
                </p:cNvPr>
                <p:cNvSpPr/>
                <p:nvPr/>
              </p:nvSpPr>
              <p:spPr>
                <a:xfrm>
                  <a:off x="6723914" y="2925471"/>
                  <a:ext cx="11242" cy="17437"/>
                </a:xfrm>
                <a:custGeom>
                  <a:avLst/>
                  <a:gdLst>
                    <a:gd name="connsiteX0" fmla="*/ 11183 w 11242"/>
                    <a:gd name="connsiteY0" fmla="*/ 631 h 17437"/>
                    <a:gd name="connsiteX1" fmla="*/ 690 w 11242"/>
                    <a:gd name="connsiteY1" fmla="*/ 17228 h 17437"/>
                    <a:gd name="connsiteX2" fmla="*/ 690 w 11242"/>
                    <a:gd name="connsiteY2" fmla="*/ 17262 h 17437"/>
                    <a:gd name="connsiteX3" fmla="*/ 176 w 11242"/>
                    <a:gd name="connsiteY3" fmla="*/ 17365 h 17437"/>
                    <a:gd name="connsiteX4" fmla="*/ 73 w 11242"/>
                    <a:gd name="connsiteY4" fmla="*/ 16850 h 17437"/>
                    <a:gd name="connsiteX5" fmla="*/ 10566 w 11242"/>
                    <a:gd name="connsiteY5" fmla="*/ 186 h 17437"/>
                    <a:gd name="connsiteX6" fmla="*/ 11114 w 11242"/>
                    <a:gd name="connsiteY6" fmla="*/ 48 h 17437"/>
                    <a:gd name="connsiteX7" fmla="*/ 11183 w 11242"/>
                    <a:gd name="connsiteY7" fmla="*/ 631 h 17437"/>
                    <a:gd name="connsiteX8" fmla="*/ 11183 w 11242"/>
                    <a:gd name="connsiteY8" fmla="*/ 631 h 17437"/>
                    <a:gd name="connsiteX9" fmla="*/ 11183 w 11242"/>
                    <a:gd name="connsiteY9" fmla="*/ 631 h 17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42" h="17437">
                      <a:moveTo>
                        <a:pt x="11183" y="631"/>
                      </a:moveTo>
                      <a:lnTo>
                        <a:pt x="690" y="17228"/>
                      </a:lnTo>
                      <a:lnTo>
                        <a:pt x="690" y="17262"/>
                      </a:lnTo>
                      <a:cubicBezTo>
                        <a:pt x="587" y="17433"/>
                        <a:pt x="347" y="17502"/>
                        <a:pt x="176" y="17365"/>
                      </a:cubicBezTo>
                      <a:cubicBezTo>
                        <a:pt x="4" y="17262"/>
                        <a:pt x="-64" y="17022"/>
                        <a:pt x="73" y="16850"/>
                      </a:cubicBezTo>
                      <a:lnTo>
                        <a:pt x="10566" y="186"/>
                      </a:lnTo>
                      <a:cubicBezTo>
                        <a:pt x="10669" y="14"/>
                        <a:pt x="10943" y="-54"/>
                        <a:pt x="11114" y="48"/>
                      </a:cubicBezTo>
                      <a:cubicBezTo>
                        <a:pt x="11252" y="186"/>
                        <a:pt x="11286" y="426"/>
                        <a:pt x="11183" y="631"/>
                      </a:cubicBezTo>
                      <a:lnTo>
                        <a:pt x="11183" y="631"/>
                      </a:lnTo>
                      <a:lnTo>
                        <a:pt x="11183" y="631"/>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221" name="Freeform: Shape 220">
                  <a:extLst>
                    <a:ext uri="{FF2B5EF4-FFF2-40B4-BE49-F238E27FC236}">
                      <a16:creationId xmlns:a16="http://schemas.microsoft.com/office/drawing/2014/main" id="{7BA5BCBC-8D91-E86E-6DCF-AFBBD86D8C0A}"/>
                    </a:ext>
                  </a:extLst>
                </p:cNvPr>
                <p:cNvSpPr/>
                <p:nvPr/>
              </p:nvSpPr>
              <p:spPr>
                <a:xfrm>
                  <a:off x="6691985" y="3132260"/>
                  <a:ext cx="4715" cy="19513"/>
                </a:xfrm>
                <a:custGeom>
                  <a:avLst/>
                  <a:gdLst>
                    <a:gd name="connsiteX0" fmla="*/ 352 w 4715"/>
                    <a:gd name="connsiteY0" fmla="*/ 131 h 19513"/>
                    <a:gd name="connsiteX1" fmla="*/ 4707 w 4715"/>
                    <a:gd name="connsiteY1" fmla="*/ 19299 h 19513"/>
                    <a:gd name="connsiteX2" fmla="*/ 4604 w 4715"/>
                    <a:gd name="connsiteY2" fmla="*/ 19504 h 19513"/>
                    <a:gd name="connsiteX3" fmla="*/ 4398 w 4715"/>
                    <a:gd name="connsiteY3" fmla="*/ 19401 h 19513"/>
                    <a:gd name="connsiteX4" fmla="*/ 9 w 4715"/>
                    <a:gd name="connsiteY4" fmla="*/ 233 h 19513"/>
                    <a:gd name="connsiteX5" fmla="*/ 146 w 4715"/>
                    <a:gd name="connsiteY5" fmla="*/ 28 h 19513"/>
                    <a:gd name="connsiteX6" fmla="*/ 352 w 4715"/>
                    <a:gd name="connsiteY6" fmla="*/ 131 h 19513"/>
                    <a:gd name="connsiteX7" fmla="*/ 352 w 4715"/>
                    <a:gd name="connsiteY7" fmla="*/ 131 h 1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15" h="19513">
                      <a:moveTo>
                        <a:pt x="352" y="131"/>
                      </a:moveTo>
                      <a:lnTo>
                        <a:pt x="4707" y="19299"/>
                      </a:lnTo>
                      <a:cubicBezTo>
                        <a:pt x="4741" y="19367"/>
                        <a:pt x="4672" y="19470"/>
                        <a:pt x="4604" y="19504"/>
                      </a:cubicBezTo>
                      <a:cubicBezTo>
                        <a:pt x="4535" y="19539"/>
                        <a:pt x="4432" y="19470"/>
                        <a:pt x="4398" y="19401"/>
                      </a:cubicBezTo>
                      <a:lnTo>
                        <a:pt x="9" y="233"/>
                      </a:lnTo>
                      <a:cubicBezTo>
                        <a:pt x="-25" y="131"/>
                        <a:pt x="43" y="62"/>
                        <a:pt x="146" y="28"/>
                      </a:cubicBezTo>
                      <a:cubicBezTo>
                        <a:pt x="214" y="-41"/>
                        <a:pt x="317" y="28"/>
                        <a:pt x="352" y="131"/>
                      </a:cubicBezTo>
                      <a:lnTo>
                        <a:pt x="352" y="131"/>
                      </a:lnTo>
                      <a:close/>
                    </a:path>
                  </a:pathLst>
                </a:custGeom>
                <a:solidFill>
                  <a:srgbClr val="636363"/>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grpSp>
          <p:sp>
            <p:nvSpPr>
              <p:cNvPr id="170" name="Freeform: Shape 169">
                <a:extLst>
                  <a:ext uri="{FF2B5EF4-FFF2-40B4-BE49-F238E27FC236}">
                    <a16:creationId xmlns:a16="http://schemas.microsoft.com/office/drawing/2014/main" id="{DF3445EE-4CFC-2B0A-48B6-DB6E0C630654}"/>
                  </a:ext>
                </a:extLst>
              </p:cNvPr>
              <p:cNvSpPr/>
              <p:nvPr/>
            </p:nvSpPr>
            <p:spPr>
              <a:xfrm>
                <a:off x="9753973" y="2241843"/>
                <a:ext cx="726009" cy="1489808"/>
              </a:xfrm>
              <a:custGeom>
                <a:avLst/>
                <a:gdLst>
                  <a:gd name="connsiteX0" fmla="*/ 103959 w 1015970"/>
                  <a:gd name="connsiteY0" fmla="*/ 2084823 h 2084823"/>
                  <a:gd name="connsiteX1" fmla="*/ 52764 w 1015970"/>
                  <a:gd name="connsiteY1" fmla="*/ 2063598 h 2084823"/>
                  <a:gd name="connsiteX2" fmla="*/ 52764 w 1015970"/>
                  <a:gd name="connsiteY2" fmla="*/ 1961174 h 2084823"/>
                  <a:gd name="connsiteX3" fmla="*/ 811293 w 1015970"/>
                  <a:gd name="connsiteY3" fmla="*/ 1202645 h 2084823"/>
                  <a:gd name="connsiteX4" fmla="*/ 871129 w 1015970"/>
                  <a:gd name="connsiteY4" fmla="*/ 1058181 h 2084823"/>
                  <a:gd name="connsiteX5" fmla="*/ 811293 w 1015970"/>
                  <a:gd name="connsiteY5" fmla="*/ 913717 h 2084823"/>
                  <a:gd name="connsiteX6" fmla="*/ 21217 w 1015970"/>
                  <a:gd name="connsiteY6" fmla="*/ 123641 h 2084823"/>
                  <a:gd name="connsiteX7" fmla="*/ 21217 w 1015970"/>
                  <a:gd name="connsiteY7" fmla="*/ 21217 h 2084823"/>
                  <a:gd name="connsiteX8" fmla="*/ 123642 w 1015970"/>
                  <a:gd name="connsiteY8" fmla="*/ 21217 h 2084823"/>
                  <a:gd name="connsiteX9" fmla="*/ 913717 w 1015970"/>
                  <a:gd name="connsiteY9" fmla="*/ 811293 h 2084823"/>
                  <a:gd name="connsiteX10" fmla="*/ 1015970 w 1015970"/>
                  <a:gd name="connsiteY10" fmla="*/ 1058147 h 2084823"/>
                  <a:gd name="connsiteX11" fmla="*/ 913717 w 1015970"/>
                  <a:gd name="connsiteY11" fmla="*/ 1305000 h 2084823"/>
                  <a:gd name="connsiteX12" fmla="*/ 155188 w 1015970"/>
                  <a:gd name="connsiteY12" fmla="*/ 2063530 h 2084823"/>
                  <a:gd name="connsiteX13" fmla="*/ 103959 w 1015970"/>
                  <a:gd name="connsiteY13" fmla="*/ 2084823 h 2084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5970" h="2084823">
                    <a:moveTo>
                      <a:pt x="103959" y="2084823"/>
                    </a:moveTo>
                    <a:cubicBezTo>
                      <a:pt x="85442" y="2084823"/>
                      <a:pt x="66891" y="2077760"/>
                      <a:pt x="52764" y="2063598"/>
                    </a:cubicBezTo>
                    <a:cubicBezTo>
                      <a:pt x="24475" y="2035309"/>
                      <a:pt x="24475" y="1989463"/>
                      <a:pt x="52764" y="1961174"/>
                    </a:cubicBezTo>
                    <a:lnTo>
                      <a:pt x="811293" y="1202645"/>
                    </a:lnTo>
                    <a:cubicBezTo>
                      <a:pt x="849870" y="1164069"/>
                      <a:pt x="871129" y="1112771"/>
                      <a:pt x="871129" y="1058181"/>
                    </a:cubicBezTo>
                    <a:cubicBezTo>
                      <a:pt x="871129" y="1003625"/>
                      <a:pt x="849870" y="952328"/>
                      <a:pt x="811293" y="913717"/>
                    </a:cubicBezTo>
                    <a:lnTo>
                      <a:pt x="21217" y="123641"/>
                    </a:lnTo>
                    <a:cubicBezTo>
                      <a:pt x="-7072" y="95352"/>
                      <a:pt x="-7072" y="49506"/>
                      <a:pt x="21217" y="21217"/>
                    </a:cubicBezTo>
                    <a:cubicBezTo>
                      <a:pt x="49506" y="-7072"/>
                      <a:pt x="95352" y="-7072"/>
                      <a:pt x="123642" y="21217"/>
                    </a:cubicBezTo>
                    <a:lnTo>
                      <a:pt x="913717" y="811293"/>
                    </a:lnTo>
                    <a:cubicBezTo>
                      <a:pt x="979657" y="877233"/>
                      <a:pt x="1015970" y="964912"/>
                      <a:pt x="1015970" y="1058147"/>
                    </a:cubicBezTo>
                    <a:cubicBezTo>
                      <a:pt x="1015970" y="1151381"/>
                      <a:pt x="979657" y="1239061"/>
                      <a:pt x="913717" y="1305000"/>
                    </a:cubicBezTo>
                    <a:lnTo>
                      <a:pt x="155188" y="2063530"/>
                    </a:lnTo>
                    <a:cubicBezTo>
                      <a:pt x="141027" y="2077726"/>
                      <a:pt x="122510" y="2084823"/>
                      <a:pt x="103959" y="2084823"/>
                    </a:cubicBezTo>
                    <a:close/>
                  </a:path>
                </a:pathLst>
              </a:custGeom>
              <a:solidFill>
                <a:srgbClr val="43B02A"/>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71" name="Freeform: Shape 170">
                <a:extLst>
                  <a:ext uri="{FF2B5EF4-FFF2-40B4-BE49-F238E27FC236}">
                    <a16:creationId xmlns:a16="http://schemas.microsoft.com/office/drawing/2014/main" id="{FC584028-FD27-51B0-3C99-56C1A706B9C7}"/>
                  </a:ext>
                </a:extLst>
              </p:cNvPr>
              <p:cNvSpPr/>
              <p:nvPr/>
            </p:nvSpPr>
            <p:spPr>
              <a:xfrm>
                <a:off x="7552742" y="2733795"/>
                <a:ext cx="1152499" cy="528467"/>
              </a:xfrm>
              <a:custGeom>
                <a:avLst/>
                <a:gdLst>
                  <a:gd name="connsiteX0" fmla="*/ 1262661 w 1612795"/>
                  <a:gd name="connsiteY0" fmla="*/ 739532 h 739532"/>
                  <a:gd name="connsiteX1" fmla="*/ 350169 w 1612795"/>
                  <a:gd name="connsiteY1" fmla="*/ 739532 h 739532"/>
                  <a:gd name="connsiteX2" fmla="*/ 0 w 1612795"/>
                  <a:gd name="connsiteY2" fmla="*/ 389397 h 739532"/>
                  <a:gd name="connsiteX3" fmla="*/ 0 w 1612795"/>
                  <a:gd name="connsiteY3" fmla="*/ 350169 h 739532"/>
                  <a:gd name="connsiteX4" fmla="*/ 350169 w 1612795"/>
                  <a:gd name="connsiteY4" fmla="*/ 0 h 739532"/>
                  <a:gd name="connsiteX5" fmla="*/ 1262661 w 1612795"/>
                  <a:gd name="connsiteY5" fmla="*/ 0 h 739532"/>
                  <a:gd name="connsiteX6" fmla="*/ 1612796 w 1612795"/>
                  <a:gd name="connsiteY6" fmla="*/ 350169 h 739532"/>
                  <a:gd name="connsiteX7" fmla="*/ 1612796 w 1612795"/>
                  <a:gd name="connsiteY7" fmla="*/ 389397 h 739532"/>
                  <a:gd name="connsiteX8" fmla="*/ 1262661 w 1612795"/>
                  <a:gd name="connsiteY8" fmla="*/ 739532 h 73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2795" h="739532">
                    <a:moveTo>
                      <a:pt x="1262661" y="739532"/>
                    </a:moveTo>
                    <a:lnTo>
                      <a:pt x="350169" y="739532"/>
                    </a:lnTo>
                    <a:cubicBezTo>
                      <a:pt x="156774" y="739532"/>
                      <a:pt x="0" y="582759"/>
                      <a:pt x="0" y="389397"/>
                    </a:cubicBezTo>
                    <a:lnTo>
                      <a:pt x="0" y="350169"/>
                    </a:lnTo>
                    <a:cubicBezTo>
                      <a:pt x="0" y="156774"/>
                      <a:pt x="156774" y="0"/>
                      <a:pt x="350169" y="0"/>
                    </a:cubicBezTo>
                    <a:lnTo>
                      <a:pt x="1262661" y="0"/>
                    </a:lnTo>
                    <a:cubicBezTo>
                      <a:pt x="1456056" y="0"/>
                      <a:pt x="1612796" y="156774"/>
                      <a:pt x="1612796" y="350169"/>
                    </a:cubicBezTo>
                    <a:lnTo>
                      <a:pt x="1612796" y="389397"/>
                    </a:lnTo>
                    <a:cubicBezTo>
                      <a:pt x="1612796" y="582759"/>
                      <a:pt x="1456056" y="739532"/>
                      <a:pt x="1262661" y="739532"/>
                    </a:cubicBezTo>
                    <a:close/>
                  </a:path>
                </a:pathLst>
              </a:custGeom>
              <a:solidFill>
                <a:srgbClr val="43B02A"/>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72" name="Freeform: Shape 171">
                <a:extLst>
                  <a:ext uri="{FF2B5EF4-FFF2-40B4-BE49-F238E27FC236}">
                    <a16:creationId xmlns:a16="http://schemas.microsoft.com/office/drawing/2014/main" id="{5FDF5903-37FA-36A1-8696-651822DDABCC}"/>
                  </a:ext>
                </a:extLst>
              </p:cNvPr>
              <p:cNvSpPr/>
              <p:nvPr/>
            </p:nvSpPr>
            <p:spPr>
              <a:xfrm>
                <a:off x="7979881" y="1840194"/>
                <a:ext cx="2315670" cy="2315670"/>
              </a:xfrm>
              <a:custGeom>
                <a:avLst/>
                <a:gdLst>
                  <a:gd name="connsiteX0" fmla="*/ 1444749 w 3240525"/>
                  <a:gd name="connsiteY0" fmla="*/ 3167822 h 3240525"/>
                  <a:gd name="connsiteX1" fmla="*/ 72703 w 3240525"/>
                  <a:gd name="connsiteY1" fmla="*/ 1795810 h 3240525"/>
                  <a:gd name="connsiteX2" fmla="*/ 72703 w 3240525"/>
                  <a:gd name="connsiteY2" fmla="*/ 1444715 h 3240525"/>
                  <a:gd name="connsiteX3" fmla="*/ 1444715 w 3240525"/>
                  <a:gd name="connsiteY3" fmla="*/ 72703 h 3240525"/>
                  <a:gd name="connsiteX4" fmla="*/ 1795810 w 3240525"/>
                  <a:gd name="connsiteY4" fmla="*/ 72703 h 3240525"/>
                  <a:gd name="connsiteX5" fmla="*/ 3167822 w 3240525"/>
                  <a:gd name="connsiteY5" fmla="*/ 1444715 h 3240525"/>
                  <a:gd name="connsiteX6" fmla="*/ 3167822 w 3240525"/>
                  <a:gd name="connsiteY6" fmla="*/ 1795810 h 3240525"/>
                  <a:gd name="connsiteX7" fmla="*/ 1795810 w 3240525"/>
                  <a:gd name="connsiteY7" fmla="*/ 3167822 h 3240525"/>
                  <a:gd name="connsiteX8" fmla="*/ 1444749 w 3240525"/>
                  <a:gd name="connsiteY8" fmla="*/ 3167822 h 324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0525" h="3240525">
                    <a:moveTo>
                      <a:pt x="1444749" y="3167822"/>
                    </a:moveTo>
                    <a:lnTo>
                      <a:pt x="72703" y="1795810"/>
                    </a:lnTo>
                    <a:cubicBezTo>
                      <a:pt x="-24234" y="1698872"/>
                      <a:pt x="-24234" y="1541653"/>
                      <a:pt x="72703" y="1444715"/>
                    </a:cubicBezTo>
                    <a:lnTo>
                      <a:pt x="1444715" y="72703"/>
                    </a:lnTo>
                    <a:cubicBezTo>
                      <a:pt x="1541653" y="-24234"/>
                      <a:pt x="1698872" y="-24234"/>
                      <a:pt x="1795810" y="72703"/>
                    </a:cubicBezTo>
                    <a:lnTo>
                      <a:pt x="3167822" y="1444715"/>
                    </a:lnTo>
                    <a:cubicBezTo>
                      <a:pt x="3264760" y="1541653"/>
                      <a:pt x="3264760" y="1698872"/>
                      <a:pt x="3167822" y="1795810"/>
                    </a:cubicBezTo>
                    <a:lnTo>
                      <a:pt x="1795810" y="3167822"/>
                    </a:lnTo>
                    <a:cubicBezTo>
                      <a:pt x="1698872" y="3264760"/>
                      <a:pt x="1541687" y="3264760"/>
                      <a:pt x="1444749" y="3167822"/>
                    </a:cubicBezTo>
                    <a:close/>
                  </a:path>
                </a:pathLst>
              </a:custGeom>
              <a:solidFill>
                <a:srgbClr val="E6E6E6"/>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173" name="Freeform: Shape 172">
                <a:extLst>
                  <a:ext uri="{FF2B5EF4-FFF2-40B4-BE49-F238E27FC236}">
                    <a16:creationId xmlns:a16="http://schemas.microsoft.com/office/drawing/2014/main" id="{35889CE6-EFF6-B827-2210-1D3DFFA08E67}"/>
                  </a:ext>
                </a:extLst>
              </p:cNvPr>
              <p:cNvSpPr/>
              <p:nvPr/>
            </p:nvSpPr>
            <p:spPr>
              <a:xfrm>
                <a:off x="8044190" y="1919769"/>
                <a:ext cx="2187075" cy="2164139"/>
              </a:xfrm>
              <a:custGeom>
                <a:avLst/>
                <a:gdLst>
                  <a:gd name="connsiteX0" fmla="*/ 1299240 w 3060571"/>
                  <a:gd name="connsiteY0" fmla="*/ 2932781 h 3028475"/>
                  <a:gd name="connsiteX1" fmla="*/ 95695 w 3060571"/>
                  <a:gd name="connsiteY1" fmla="*/ 1729236 h 3028475"/>
                  <a:gd name="connsiteX2" fmla="*/ 95695 w 3060571"/>
                  <a:gd name="connsiteY2" fmla="*/ 1267144 h 3028475"/>
                  <a:gd name="connsiteX3" fmla="*/ 1299240 w 3060571"/>
                  <a:gd name="connsiteY3" fmla="*/ 95695 h 3028475"/>
                  <a:gd name="connsiteX4" fmla="*/ 1761332 w 3060571"/>
                  <a:gd name="connsiteY4" fmla="*/ 95695 h 3028475"/>
                  <a:gd name="connsiteX5" fmla="*/ 2964877 w 3060571"/>
                  <a:gd name="connsiteY5" fmla="*/ 1267144 h 3028475"/>
                  <a:gd name="connsiteX6" fmla="*/ 2964877 w 3060571"/>
                  <a:gd name="connsiteY6" fmla="*/ 1729236 h 3028475"/>
                  <a:gd name="connsiteX7" fmla="*/ 1761332 w 3060571"/>
                  <a:gd name="connsiteY7" fmla="*/ 2932781 h 3028475"/>
                  <a:gd name="connsiteX8" fmla="*/ 1299240 w 3060571"/>
                  <a:gd name="connsiteY8" fmla="*/ 2932781 h 30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0571" h="3028475">
                    <a:moveTo>
                      <a:pt x="1299240" y="2932781"/>
                    </a:moveTo>
                    <a:lnTo>
                      <a:pt x="95695" y="1729236"/>
                    </a:lnTo>
                    <a:cubicBezTo>
                      <a:pt x="-31898" y="1601643"/>
                      <a:pt x="-31898" y="1394771"/>
                      <a:pt x="95695" y="1267144"/>
                    </a:cubicBezTo>
                    <a:lnTo>
                      <a:pt x="1299240" y="95695"/>
                    </a:lnTo>
                    <a:cubicBezTo>
                      <a:pt x="1426833" y="-31898"/>
                      <a:pt x="1633704" y="-31898"/>
                      <a:pt x="1761332" y="95695"/>
                    </a:cubicBezTo>
                    <a:lnTo>
                      <a:pt x="2964877" y="1267144"/>
                    </a:lnTo>
                    <a:cubicBezTo>
                      <a:pt x="3092470" y="1394737"/>
                      <a:pt x="3092470" y="1601609"/>
                      <a:pt x="2964877" y="1729236"/>
                    </a:cubicBezTo>
                    <a:lnTo>
                      <a:pt x="1761332" y="2932781"/>
                    </a:lnTo>
                    <a:cubicBezTo>
                      <a:pt x="1633738" y="3060374"/>
                      <a:pt x="1426833" y="3060374"/>
                      <a:pt x="1299240" y="2932781"/>
                    </a:cubicBezTo>
                    <a:close/>
                  </a:path>
                </a:pathLst>
              </a:custGeom>
              <a:solidFill>
                <a:srgbClr val="F9F9F9"/>
              </a:solidFill>
              <a:ln w="3429" cap="flat">
                <a:noFill/>
                <a:prstDash val="solid"/>
                <a:miter/>
              </a:ln>
            </p:spPr>
            <p:txBody>
              <a:bodyPr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400" b="1" i="0" u="none" strike="noStrike" kern="0" cap="none" spc="0" normalizeH="0" baseline="0" noProof="0">
                    <a:ln>
                      <a:noFill/>
                    </a:ln>
                    <a:solidFill>
                      <a:srgbClr val="43B02A"/>
                    </a:solidFill>
                    <a:effectLst/>
                    <a:uLnTx/>
                    <a:uFillTx/>
                    <a:latin typeface="Aptos"/>
                    <a:ea typeface="+mn-ea"/>
                    <a:cs typeface="+mn-cs"/>
                  </a:rPr>
                  <a:t>Leader in National Initiatives</a:t>
                </a:r>
              </a:p>
            </p:txBody>
          </p:sp>
        </p:grpSp>
      </p:grpSp>
      <p:sp>
        <p:nvSpPr>
          <p:cNvPr id="223" name="Rectangle: Rounded Corners 222">
            <a:extLst>
              <a:ext uri="{FF2B5EF4-FFF2-40B4-BE49-F238E27FC236}">
                <a16:creationId xmlns:a16="http://schemas.microsoft.com/office/drawing/2014/main" id="{1055067D-C457-37D9-BE67-271B8566F265}"/>
              </a:ext>
            </a:extLst>
          </p:cNvPr>
          <p:cNvSpPr/>
          <p:nvPr/>
        </p:nvSpPr>
        <p:spPr>
          <a:xfrm>
            <a:off x="501648" y="1519906"/>
            <a:ext cx="3915568" cy="900846"/>
          </a:xfrm>
          <a:prstGeom prst="roundRect">
            <a:avLst/>
          </a:prstGeom>
          <a:gradFill>
            <a:gsLst>
              <a:gs pos="0">
                <a:sysClr val="window" lastClr="FFFFFF">
                  <a:alpha val="0"/>
                </a:sysClr>
              </a:gs>
              <a:gs pos="100000">
                <a:sysClr val="window" lastClr="FFFFFF">
                  <a:alpha val="0"/>
                </a:sysClr>
              </a:gs>
              <a:gs pos="44000">
                <a:srgbClr val="60D345"/>
              </a:gs>
              <a:gs pos="0">
                <a:srgbClr val="43B02A"/>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Achieving the goals of DILRMP will position Rajasthan as a leader in advancing the national priorities of DILRMP</a:t>
            </a:r>
            <a:endParaRPr kumimoji="0" lang="en-IN"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24" name="Rectangle: Rounded Corners 223">
            <a:extLst>
              <a:ext uri="{FF2B5EF4-FFF2-40B4-BE49-F238E27FC236}">
                <a16:creationId xmlns:a16="http://schemas.microsoft.com/office/drawing/2014/main" id="{D212015C-E923-398D-8D2F-C0785E4C7C81}"/>
              </a:ext>
            </a:extLst>
          </p:cNvPr>
          <p:cNvSpPr/>
          <p:nvPr/>
        </p:nvSpPr>
        <p:spPr>
          <a:xfrm>
            <a:off x="7774785" y="1895826"/>
            <a:ext cx="3915568" cy="900846"/>
          </a:xfrm>
          <a:prstGeom prst="roundRect">
            <a:avLst/>
          </a:prstGeom>
          <a:gradFill>
            <a:gsLst>
              <a:gs pos="0">
                <a:sysClr val="window" lastClr="FFFFFF">
                  <a:alpha val="0"/>
                </a:sysClr>
              </a:gs>
              <a:gs pos="60000">
                <a:srgbClr val="3BCCFF"/>
              </a:gs>
              <a:gs pos="100000">
                <a:srgbClr val="00A3E0"/>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Executing DILRMP activities reduces State’s fiscal burden, as DOLR funds the activities aligned with RJ’s own priorities</a:t>
            </a:r>
            <a:endParaRPr kumimoji="0" lang="en-IN"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graphicFrame>
        <p:nvGraphicFramePr>
          <p:cNvPr id="8" name="Chart 0">
            <a:extLst>
              <a:ext uri="{FF2B5EF4-FFF2-40B4-BE49-F238E27FC236}">
                <a16:creationId xmlns:a16="http://schemas.microsoft.com/office/drawing/2014/main" id="{B3A8F6E3-19BC-8A72-DA94-0C3DDEB55C7D}"/>
              </a:ext>
            </a:extLst>
          </p:cNvPr>
          <p:cNvGraphicFramePr/>
          <p:nvPr/>
        </p:nvGraphicFramePr>
        <p:xfrm>
          <a:off x="501646" y="3402442"/>
          <a:ext cx="5859435" cy="2833362"/>
        </p:xfrm>
        <a:graphic>
          <a:graphicData uri="http://schemas.openxmlformats.org/drawingml/2006/chart">
            <c:chart xmlns:c="http://schemas.openxmlformats.org/drawingml/2006/chart" xmlns:r="http://schemas.openxmlformats.org/officeDocument/2006/relationships" r:id="rId2"/>
          </a:graphicData>
        </a:graphic>
      </p:graphicFrame>
      <p:sp>
        <p:nvSpPr>
          <p:cNvPr id="9" name="Rectangle 8">
            <a:extLst>
              <a:ext uri="{FF2B5EF4-FFF2-40B4-BE49-F238E27FC236}">
                <a16:creationId xmlns:a16="http://schemas.microsoft.com/office/drawing/2014/main" id="{F6235831-4560-F0A8-3EB4-6531533F6F34}"/>
              </a:ext>
            </a:extLst>
          </p:cNvPr>
          <p:cNvSpPr/>
          <p:nvPr/>
        </p:nvSpPr>
        <p:spPr>
          <a:xfrm>
            <a:off x="6257777" y="3361801"/>
            <a:ext cx="108000" cy="291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428A94BD-6827-ED27-B123-073139709F1B}"/>
              </a:ext>
            </a:extLst>
          </p:cNvPr>
          <p:cNvSpPr txBox="1"/>
          <p:nvPr/>
        </p:nvSpPr>
        <p:spPr>
          <a:xfrm>
            <a:off x="1205813" y="3103869"/>
            <a:ext cx="43560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Key Indicators for DILRMP 2026-27 to 2030-31</a:t>
            </a:r>
            <a:endParaRPr kumimoji="0" lang="en-IN" sz="1400" b="1"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1" name="Isosceles Triangle 10">
            <a:extLst>
              <a:ext uri="{FF2B5EF4-FFF2-40B4-BE49-F238E27FC236}">
                <a16:creationId xmlns:a16="http://schemas.microsoft.com/office/drawing/2014/main" id="{34B52F90-D799-4870-A39E-90FFAB3592DA}"/>
              </a:ext>
            </a:extLst>
          </p:cNvPr>
          <p:cNvSpPr/>
          <p:nvPr/>
        </p:nvSpPr>
        <p:spPr>
          <a:xfrm rot="5400000">
            <a:off x="6274281" y="3736252"/>
            <a:ext cx="180000" cy="10800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Isosceles Triangle 11">
            <a:extLst>
              <a:ext uri="{FF2B5EF4-FFF2-40B4-BE49-F238E27FC236}">
                <a16:creationId xmlns:a16="http://schemas.microsoft.com/office/drawing/2014/main" id="{E5C146AC-A36A-1B9D-6BBA-3A83AF0DCFB1}"/>
              </a:ext>
            </a:extLst>
          </p:cNvPr>
          <p:cNvSpPr/>
          <p:nvPr/>
        </p:nvSpPr>
        <p:spPr>
          <a:xfrm rot="5400000">
            <a:off x="6274281" y="4148638"/>
            <a:ext cx="180000" cy="10800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Isosceles Triangle 12">
            <a:extLst>
              <a:ext uri="{FF2B5EF4-FFF2-40B4-BE49-F238E27FC236}">
                <a16:creationId xmlns:a16="http://schemas.microsoft.com/office/drawing/2014/main" id="{A4F6613D-7412-3294-F0BB-4E4C3C65E810}"/>
              </a:ext>
            </a:extLst>
          </p:cNvPr>
          <p:cNvSpPr/>
          <p:nvPr/>
        </p:nvSpPr>
        <p:spPr>
          <a:xfrm rot="5400000">
            <a:off x="6274281" y="4561024"/>
            <a:ext cx="180000" cy="10800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Isosceles Triangle 13">
            <a:extLst>
              <a:ext uri="{FF2B5EF4-FFF2-40B4-BE49-F238E27FC236}">
                <a16:creationId xmlns:a16="http://schemas.microsoft.com/office/drawing/2014/main" id="{B3BFC3E6-D9AE-5CAD-2A78-1BE1495F245A}"/>
              </a:ext>
            </a:extLst>
          </p:cNvPr>
          <p:cNvSpPr/>
          <p:nvPr/>
        </p:nvSpPr>
        <p:spPr>
          <a:xfrm rot="5400000">
            <a:off x="6274281" y="4973410"/>
            <a:ext cx="180000" cy="10800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Isosceles Triangle 14">
            <a:extLst>
              <a:ext uri="{FF2B5EF4-FFF2-40B4-BE49-F238E27FC236}">
                <a16:creationId xmlns:a16="http://schemas.microsoft.com/office/drawing/2014/main" id="{CAEC3F70-0F9A-D3DC-9836-4726498549C3}"/>
              </a:ext>
            </a:extLst>
          </p:cNvPr>
          <p:cNvSpPr/>
          <p:nvPr/>
        </p:nvSpPr>
        <p:spPr>
          <a:xfrm rot="5400000">
            <a:off x="6274281" y="5385796"/>
            <a:ext cx="180000" cy="10800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7F6FD835-7751-9AD9-7141-C9D90C8DCDEA}"/>
              </a:ext>
            </a:extLst>
          </p:cNvPr>
          <p:cNvSpPr txBox="1"/>
          <p:nvPr/>
        </p:nvSpPr>
        <p:spPr>
          <a:xfrm>
            <a:off x="6470785" y="3636364"/>
            <a:ext cx="8280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Rank 18</a:t>
            </a:r>
            <a:endParaRPr kumimoji="0" lang="en-IN"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8" name="TextBox 17">
            <a:extLst>
              <a:ext uri="{FF2B5EF4-FFF2-40B4-BE49-F238E27FC236}">
                <a16:creationId xmlns:a16="http://schemas.microsoft.com/office/drawing/2014/main" id="{82E407DA-3021-6BEA-ECCA-FE2DA62E0F55}"/>
              </a:ext>
            </a:extLst>
          </p:cNvPr>
          <p:cNvSpPr txBox="1"/>
          <p:nvPr/>
        </p:nvSpPr>
        <p:spPr>
          <a:xfrm>
            <a:off x="6470785" y="4048750"/>
            <a:ext cx="8280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Rank 11</a:t>
            </a:r>
            <a:endParaRPr kumimoji="0" lang="en-IN"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9" name="TextBox 18">
            <a:extLst>
              <a:ext uri="{FF2B5EF4-FFF2-40B4-BE49-F238E27FC236}">
                <a16:creationId xmlns:a16="http://schemas.microsoft.com/office/drawing/2014/main" id="{4BB9FAD5-9E7F-5A6B-F1BA-C2379E7B4CAE}"/>
              </a:ext>
            </a:extLst>
          </p:cNvPr>
          <p:cNvSpPr txBox="1"/>
          <p:nvPr/>
        </p:nvSpPr>
        <p:spPr>
          <a:xfrm>
            <a:off x="6470785" y="4461136"/>
            <a:ext cx="8280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Rank 18</a:t>
            </a:r>
            <a:endParaRPr kumimoji="0" lang="en-IN"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0" name="TextBox 19">
            <a:extLst>
              <a:ext uri="{FF2B5EF4-FFF2-40B4-BE49-F238E27FC236}">
                <a16:creationId xmlns:a16="http://schemas.microsoft.com/office/drawing/2014/main" id="{CDB9491F-4492-9E61-6D1B-0881EEF1EEFF}"/>
              </a:ext>
            </a:extLst>
          </p:cNvPr>
          <p:cNvSpPr txBox="1"/>
          <p:nvPr/>
        </p:nvSpPr>
        <p:spPr>
          <a:xfrm>
            <a:off x="6470785" y="4873522"/>
            <a:ext cx="8280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Rank 18</a:t>
            </a:r>
            <a:endParaRPr kumimoji="0" lang="en-IN"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1" name="TextBox 20">
            <a:extLst>
              <a:ext uri="{FF2B5EF4-FFF2-40B4-BE49-F238E27FC236}">
                <a16:creationId xmlns:a16="http://schemas.microsoft.com/office/drawing/2014/main" id="{0DF1C010-F22E-286E-EE2B-B2A1E637505F}"/>
              </a:ext>
            </a:extLst>
          </p:cNvPr>
          <p:cNvSpPr txBox="1"/>
          <p:nvPr/>
        </p:nvSpPr>
        <p:spPr>
          <a:xfrm>
            <a:off x="6470785" y="5285908"/>
            <a:ext cx="8280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Rank 7</a:t>
            </a:r>
            <a:endParaRPr kumimoji="0" lang="en-IN"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3" name="Isosceles Triangle 22">
            <a:extLst>
              <a:ext uri="{FF2B5EF4-FFF2-40B4-BE49-F238E27FC236}">
                <a16:creationId xmlns:a16="http://schemas.microsoft.com/office/drawing/2014/main" id="{7E077026-E57A-243F-00C4-744CAC1C4A75}"/>
              </a:ext>
            </a:extLst>
          </p:cNvPr>
          <p:cNvSpPr/>
          <p:nvPr/>
        </p:nvSpPr>
        <p:spPr>
          <a:xfrm rot="5400000">
            <a:off x="7397925" y="3736252"/>
            <a:ext cx="180000" cy="10800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Isosceles Triangle 23">
            <a:extLst>
              <a:ext uri="{FF2B5EF4-FFF2-40B4-BE49-F238E27FC236}">
                <a16:creationId xmlns:a16="http://schemas.microsoft.com/office/drawing/2014/main" id="{C3B43258-13BB-826E-D79A-968EC281EF45}"/>
              </a:ext>
            </a:extLst>
          </p:cNvPr>
          <p:cNvSpPr/>
          <p:nvPr/>
        </p:nvSpPr>
        <p:spPr>
          <a:xfrm rot="5400000">
            <a:off x="7397925" y="4148638"/>
            <a:ext cx="180000" cy="10800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Isosceles Triangle 24">
            <a:extLst>
              <a:ext uri="{FF2B5EF4-FFF2-40B4-BE49-F238E27FC236}">
                <a16:creationId xmlns:a16="http://schemas.microsoft.com/office/drawing/2014/main" id="{8CC0E871-E213-00C1-9924-6A04A24E05D1}"/>
              </a:ext>
            </a:extLst>
          </p:cNvPr>
          <p:cNvSpPr/>
          <p:nvPr/>
        </p:nvSpPr>
        <p:spPr>
          <a:xfrm rot="5400000">
            <a:off x="7397925" y="4561024"/>
            <a:ext cx="180000" cy="10800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Isosceles Triangle 25">
            <a:extLst>
              <a:ext uri="{FF2B5EF4-FFF2-40B4-BE49-F238E27FC236}">
                <a16:creationId xmlns:a16="http://schemas.microsoft.com/office/drawing/2014/main" id="{288ABB52-2753-8E62-CE3B-B24B2F5EEB6E}"/>
              </a:ext>
            </a:extLst>
          </p:cNvPr>
          <p:cNvSpPr/>
          <p:nvPr/>
        </p:nvSpPr>
        <p:spPr>
          <a:xfrm rot="5400000">
            <a:off x="7397925" y="4973410"/>
            <a:ext cx="180000" cy="10800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Isosceles Triangle 26">
            <a:extLst>
              <a:ext uri="{FF2B5EF4-FFF2-40B4-BE49-F238E27FC236}">
                <a16:creationId xmlns:a16="http://schemas.microsoft.com/office/drawing/2014/main" id="{1B9EE4E2-3176-782E-5357-E251627292FE}"/>
              </a:ext>
            </a:extLst>
          </p:cNvPr>
          <p:cNvSpPr/>
          <p:nvPr/>
        </p:nvSpPr>
        <p:spPr>
          <a:xfrm rot="5400000">
            <a:off x="7397925" y="5385796"/>
            <a:ext cx="180000" cy="10800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Isosceles Triangle 27">
            <a:extLst>
              <a:ext uri="{FF2B5EF4-FFF2-40B4-BE49-F238E27FC236}">
                <a16:creationId xmlns:a16="http://schemas.microsoft.com/office/drawing/2014/main" id="{0C92FE48-1EEE-ED89-E52B-F68D749EF400}"/>
              </a:ext>
            </a:extLst>
          </p:cNvPr>
          <p:cNvSpPr/>
          <p:nvPr/>
        </p:nvSpPr>
        <p:spPr>
          <a:xfrm rot="5400000">
            <a:off x="7397925" y="5804344"/>
            <a:ext cx="180000" cy="10800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F65F7EE7-8D6B-BB0C-28D8-48353D42D505}"/>
              </a:ext>
            </a:extLst>
          </p:cNvPr>
          <p:cNvSpPr txBox="1"/>
          <p:nvPr/>
        </p:nvSpPr>
        <p:spPr>
          <a:xfrm>
            <a:off x="7452252" y="3221757"/>
            <a:ext cx="110754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ptos" panose="020B0004020202020204" pitchFamily="34" charset="0"/>
                <a:ea typeface="+mn-ea"/>
                <a:cs typeface="+mn-cs"/>
              </a:rPr>
              <a:t>National Outlay ₹ Cr.</a:t>
            </a:r>
            <a:endParaRPr kumimoji="0" lang="en-IN" sz="1200" b="1"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1" name="TextBox 30">
            <a:extLst>
              <a:ext uri="{FF2B5EF4-FFF2-40B4-BE49-F238E27FC236}">
                <a16:creationId xmlns:a16="http://schemas.microsoft.com/office/drawing/2014/main" id="{5440D673-354B-CFCE-B989-2277698151A0}"/>
              </a:ext>
            </a:extLst>
          </p:cNvPr>
          <p:cNvSpPr txBox="1"/>
          <p:nvPr/>
        </p:nvSpPr>
        <p:spPr>
          <a:xfrm>
            <a:off x="7592026" y="3636364"/>
            <a:ext cx="828000" cy="720163"/>
          </a:xfrm>
          <a:prstGeom prst="rect">
            <a:avLst/>
          </a:prstGeom>
          <a:solidFill>
            <a:schemeClr val="accent6">
              <a:lumMod val="20000"/>
              <a:lumOff val="80000"/>
            </a:schemeClr>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80</a:t>
            </a:r>
            <a:endParaRPr kumimoji="0" lang="en-IN"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4" name="TextBox 33">
            <a:extLst>
              <a:ext uri="{FF2B5EF4-FFF2-40B4-BE49-F238E27FC236}">
                <a16:creationId xmlns:a16="http://schemas.microsoft.com/office/drawing/2014/main" id="{ABAEA0CC-F66F-4469-14B4-0D636527434B}"/>
              </a:ext>
            </a:extLst>
          </p:cNvPr>
          <p:cNvSpPr txBox="1"/>
          <p:nvPr/>
        </p:nvSpPr>
        <p:spPr>
          <a:xfrm>
            <a:off x="7592026" y="4873522"/>
            <a:ext cx="828000" cy="307777"/>
          </a:xfrm>
          <a:prstGeom prst="rect">
            <a:avLst/>
          </a:prstGeom>
          <a:solidFill>
            <a:schemeClr val="accent6">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80</a:t>
            </a:r>
            <a:endParaRPr kumimoji="0" lang="en-IN"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5" name="TextBox 34">
            <a:extLst>
              <a:ext uri="{FF2B5EF4-FFF2-40B4-BE49-F238E27FC236}">
                <a16:creationId xmlns:a16="http://schemas.microsoft.com/office/drawing/2014/main" id="{43ED2DEF-32D0-8FDC-067A-953CF53569A1}"/>
              </a:ext>
            </a:extLst>
          </p:cNvPr>
          <p:cNvSpPr txBox="1"/>
          <p:nvPr/>
        </p:nvSpPr>
        <p:spPr>
          <a:xfrm>
            <a:off x="7592026" y="5285908"/>
            <a:ext cx="828000" cy="307777"/>
          </a:xfrm>
          <a:prstGeom prst="rect">
            <a:avLst/>
          </a:prstGeom>
          <a:solidFill>
            <a:schemeClr val="accent6">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15</a:t>
            </a:r>
            <a:endParaRPr kumimoji="0" lang="en-IN"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6" name="TextBox 35">
            <a:extLst>
              <a:ext uri="{FF2B5EF4-FFF2-40B4-BE49-F238E27FC236}">
                <a16:creationId xmlns:a16="http://schemas.microsoft.com/office/drawing/2014/main" id="{BBC6C8D9-6AF7-C784-773A-6B8F56B901CA}"/>
              </a:ext>
            </a:extLst>
          </p:cNvPr>
          <p:cNvSpPr txBox="1"/>
          <p:nvPr/>
        </p:nvSpPr>
        <p:spPr>
          <a:xfrm>
            <a:off x="7592026" y="5704455"/>
            <a:ext cx="828000" cy="307777"/>
          </a:xfrm>
          <a:prstGeom prst="rect">
            <a:avLst/>
          </a:prstGeom>
          <a:solidFill>
            <a:schemeClr val="accent6">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70</a:t>
            </a:r>
            <a:endParaRPr kumimoji="0" lang="en-IN"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7" name="TextBox 36">
            <a:extLst>
              <a:ext uri="{FF2B5EF4-FFF2-40B4-BE49-F238E27FC236}">
                <a16:creationId xmlns:a16="http://schemas.microsoft.com/office/drawing/2014/main" id="{AD3F523F-5C05-8E6E-F648-638B74D2EF1E}"/>
              </a:ext>
            </a:extLst>
          </p:cNvPr>
          <p:cNvSpPr txBox="1"/>
          <p:nvPr/>
        </p:nvSpPr>
        <p:spPr>
          <a:xfrm>
            <a:off x="7592026" y="4455685"/>
            <a:ext cx="828000" cy="307777"/>
          </a:xfrm>
          <a:prstGeom prst="rect">
            <a:avLst/>
          </a:prstGeom>
          <a:solidFill>
            <a:schemeClr val="accent6">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80</a:t>
            </a:r>
            <a:endParaRPr kumimoji="0" lang="en-IN"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8" name="Rectangle 37">
            <a:extLst>
              <a:ext uri="{FF2B5EF4-FFF2-40B4-BE49-F238E27FC236}">
                <a16:creationId xmlns:a16="http://schemas.microsoft.com/office/drawing/2014/main" id="{A8C9A805-FFEB-605F-0C86-BDDA27D317CC}"/>
              </a:ext>
            </a:extLst>
          </p:cNvPr>
          <p:cNvSpPr/>
          <p:nvPr/>
        </p:nvSpPr>
        <p:spPr>
          <a:xfrm>
            <a:off x="8713268" y="4627237"/>
            <a:ext cx="2977085" cy="138499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solidFill>
                  <a:srgbClr val="002753"/>
                </a:solidFill>
                <a:effectLst/>
                <a:uLnTx/>
                <a:uFillTx/>
                <a:latin typeface="Aptos" panose="020B0004020202020204" pitchFamily="34" charset="0"/>
                <a:ea typeface="+mn-ea"/>
                <a:cs typeface="+mn-cs"/>
              </a:rPr>
              <a:t>Identification of key challenges and bottlenecks, supported by SOPs and disaggregated dashboard-based monitoring, to </a:t>
            </a:r>
            <a:r>
              <a:rPr kumimoji="0" lang="en-US" sz="1400" i="0" u="none" strike="noStrike" kern="1200" cap="none" spc="0" normalizeH="0" baseline="0" noProof="0" err="1">
                <a:ln>
                  <a:noFill/>
                </a:ln>
                <a:solidFill>
                  <a:srgbClr val="002753"/>
                </a:solidFill>
                <a:effectLst/>
                <a:uLnTx/>
                <a:uFillTx/>
                <a:latin typeface="Aptos" panose="020B0004020202020204" pitchFamily="34" charset="0"/>
                <a:ea typeface="+mn-ea"/>
                <a:cs typeface="+mn-cs"/>
              </a:rPr>
              <a:t>maximise</a:t>
            </a:r>
            <a:r>
              <a:rPr kumimoji="0" lang="en-US" sz="1400" i="0" u="none" strike="noStrike" kern="1200" cap="none" spc="0" normalizeH="0" baseline="0" noProof="0">
                <a:ln>
                  <a:noFill/>
                </a:ln>
                <a:solidFill>
                  <a:srgbClr val="002753"/>
                </a:solidFill>
                <a:effectLst/>
                <a:uLnTx/>
                <a:uFillTx/>
                <a:latin typeface="Aptos" panose="020B0004020202020204" pitchFamily="34" charset="0"/>
                <a:ea typeface="+mn-ea"/>
                <a:cs typeface="+mn-cs"/>
              </a:rPr>
              <a:t> target achievement and ensure timely receipt of funds</a:t>
            </a:r>
          </a:p>
        </p:txBody>
      </p:sp>
      <mc:AlternateContent xmlns:mc="http://schemas.openxmlformats.org/markup-compatibility/2006">
        <mc:Choice xmlns:pslz="http://schemas.microsoft.com/office/powerpoint/2016/slidezoom" Requires="pslz">
          <p:graphicFrame>
            <p:nvGraphicFramePr>
              <p:cNvPr id="40" name="Slide Zoom 39">
                <a:extLst>
                  <a:ext uri="{FF2B5EF4-FFF2-40B4-BE49-F238E27FC236}">
                    <a16:creationId xmlns:a16="http://schemas.microsoft.com/office/drawing/2014/main" id="{7081E2E1-BCA6-E559-6F5A-0064C046538C}"/>
                  </a:ext>
                </a:extLst>
              </p:cNvPr>
              <p:cNvGraphicFramePr>
                <a:graphicFrameLocks noChangeAspect="1"/>
              </p:cNvGraphicFramePr>
              <p:nvPr/>
            </p:nvGraphicFramePr>
            <p:xfrm>
              <a:off x="9786049" y="3403140"/>
              <a:ext cx="1904304" cy="1071171"/>
            </p:xfrm>
            <a:graphic>
              <a:graphicData uri="http://schemas.microsoft.com/office/powerpoint/2016/slidezoom">
                <pslz:sldZm>
                  <pslz:sldZmObj sldId="2147483224" cId="2508961519">
                    <pslz:zmPr id="{D66686F7-A4ED-4E0C-A2A9-82EEB8BE66C9}" returnToParent="0" transitionDur="1000">
                      <p166:blipFill xmlns:p166="http://schemas.microsoft.com/office/powerpoint/2016/6/main">
                        <a:blip r:embed="rId3"/>
                        <a:stretch>
                          <a:fillRect/>
                        </a:stretch>
                      </p166:blipFill>
                      <p166:spPr xmlns:p166="http://schemas.microsoft.com/office/powerpoint/2016/6/main">
                        <a:xfrm>
                          <a:off x="0" y="0"/>
                          <a:ext cx="1904304" cy="1071171"/>
                        </a:xfrm>
                        <a:prstGeom prst="rect">
                          <a:avLst/>
                        </a:prstGeom>
                        <a:ln w="3175">
                          <a:solidFill>
                            <a:prstClr val="ltGray"/>
                          </a:solidFill>
                        </a:ln>
                      </p166:spPr>
                    </pslz:zmPr>
                  </pslz:sldZmObj>
                </pslz:sldZm>
              </a:graphicData>
            </a:graphic>
          </p:graphicFrame>
        </mc:Choice>
        <mc:Fallback>
          <p:pic>
            <p:nvPicPr>
              <p:cNvPr id="40" name="Slide Zoom 39">
                <a:hlinkClick r:id="rId4" action="ppaction://hlinksldjump"/>
                <a:extLst>
                  <a:ext uri="{FF2B5EF4-FFF2-40B4-BE49-F238E27FC236}">
                    <a16:creationId xmlns:a16="http://schemas.microsoft.com/office/drawing/2014/main" id="{7081E2E1-BCA6-E559-6F5A-0064C046538C}"/>
                  </a:ext>
                </a:extLst>
              </p:cNvPr>
              <p:cNvPicPr>
                <a:picLocks noGrp="1" noRot="1" noChangeAspect="1" noMove="1" noResize="1" noEditPoints="1" noAdjustHandles="1" noChangeArrowheads="1" noChangeShapeType="1"/>
              </p:cNvPicPr>
              <p:nvPr/>
            </p:nvPicPr>
            <p:blipFill>
              <a:blip r:embed="rId3"/>
              <a:stretch>
                <a:fillRect/>
              </a:stretch>
            </p:blipFill>
            <p:spPr>
              <a:xfrm>
                <a:off x="9786049" y="3403140"/>
                <a:ext cx="1904304" cy="1071171"/>
              </a:xfrm>
              <a:prstGeom prst="rect">
                <a:avLst/>
              </a:prstGeom>
              <a:ln w="3175">
                <a:solidFill>
                  <a:prstClr val="ltGray"/>
                </a:solidFill>
              </a:ln>
            </p:spPr>
          </p:pic>
        </mc:Fallback>
      </mc:AlternateContent>
      <p:sp>
        <p:nvSpPr>
          <p:cNvPr id="42" name="TextBox 41">
            <a:extLst>
              <a:ext uri="{FF2B5EF4-FFF2-40B4-BE49-F238E27FC236}">
                <a16:creationId xmlns:a16="http://schemas.microsoft.com/office/drawing/2014/main" id="{B6634115-79BB-625D-8601-DEE8D2450886}"/>
              </a:ext>
            </a:extLst>
          </p:cNvPr>
          <p:cNvSpPr txBox="1"/>
          <p:nvPr/>
        </p:nvSpPr>
        <p:spPr>
          <a:xfrm>
            <a:off x="8628400" y="3610439"/>
            <a:ext cx="110754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ptos" panose="020B0004020202020204" pitchFamily="34" charset="0"/>
                <a:ea typeface="+mn-ea"/>
                <a:cs typeface="+mn-cs"/>
              </a:rPr>
              <a:t>District-level performance of indicators</a:t>
            </a:r>
            <a:endParaRPr kumimoji="0" lang="en-IN" sz="1200" b="1"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2393335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33F62-3C8D-8C7D-E7CC-2F018B446E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A76DE-DF0C-0B52-8C79-9BD68462EA2B}"/>
              </a:ext>
            </a:extLst>
          </p:cNvPr>
          <p:cNvSpPr>
            <a:spLocks noGrp="1"/>
          </p:cNvSpPr>
          <p:nvPr>
            <p:ph type="title"/>
          </p:nvPr>
        </p:nvSpPr>
        <p:spPr/>
        <p:txBody>
          <a:bodyPr/>
          <a:lstStyle/>
          <a:p>
            <a:r>
              <a:rPr lang="en-US"/>
              <a:t>Performance at District Level</a:t>
            </a:r>
            <a:endParaRPr lang="en-IN"/>
          </a:p>
        </p:txBody>
      </p:sp>
      <p:sp>
        <p:nvSpPr>
          <p:cNvPr id="3" name="Text Placeholder 2">
            <a:extLst>
              <a:ext uri="{FF2B5EF4-FFF2-40B4-BE49-F238E27FC236}">
                <a16:creationId xmlns:a16="http://schemas.microsoft.com/office/drawing/2014/main" id="{E6BC35D3-5A71-664E-9734-B57FEE4D5B38}"/>
              </a:ext>
            </a:extLst>
          </p:cNvPr>
          <p:cNvSpPr>
            <a:spLocks noGrp="1"/>
          </p:cNvSpPr>
          <p:nvPr>
            <p:ph type="body" sz="quarter" idx="13"/>
          </p:nvPr>
        </p:nvSpPr>
        <p:spPr/>
        <p:txBody>
          <a:bodyPr/>
          <a:lstStyle/>
          <a:p>
            <a:r>
              <a:rPr lang="en-IN" sz="1600"/>
              <a:t>Comparative Assessment of District-level DILRMP Performance</a:t>
            </a:r>
            <a:endParaRPr lang="en-US" sz="1600" i="1"/>
          </a:p>
        </p:txBody>
      </p:sp>
      <p:grpSp>
        <p:nvGrpSpPr>
          <p:cNvPr id="20" name="Group 19">
            <a:extLst>
              <a:ext uri="{FF2B5EF4-FFF2-40B4-BE49-F238E27FC236}">
                <a16:creationId xmlns:a16="http://schemas.microsoft.com/office/drawing/2014/main" id="{CBF9CCC4-D650-C60C-3061-7A15185B4A66}"/>
              </a:ext>
            </a:extLst>
          </p:cNvPr>
          <p:cNvGrpSpPr/>
          <p:nvPr/>
        </p:nvGrpSpPr>
        <p:grpSpPr>
          <a:xfrm>
            <a:off x="352536" y="1106442"/>
            <a:ext cx="5918282" cy="5261725"/>
            <a:chOff x="352536" y="1339208"/>
            <a:chExt cx="5918282" cy="5261725"/>
          </a:xfrm>
        </p:grpSpPr>
        <p:pic>
          <p:nvPicPr>
            <p:cNvPr id="10" name="Picture 9">
              <a:extLst>
                <a:ext uri="{FF2B5EF4-FFF2-40B4-BE49-F238E27FC236}">
                  <a16:creationId xmlns:a16="http://schemas.microsoft.com/office/drawing/2014/main" id="{BD44A9E9-60FD-6F2D-A6B7-FA31B0772032}"/>
                </a:ext>
              </a:extLst>
            </p:cNvPr>
            <p:cNvPicPr>
              <a:picLocks noChangeAspect="1"/>
            </p:cNvPicPr>
            <p:nvPr/>
          </p:nvPicPr>
          <p:blipFill>
            <a:blip r:embed="rId2">
              <a:extLst>
                <a:ext uri="{28A0092B-C50C-407E-A947-70E740481C1C}">
                  <a14:useLocalDpi xmlns:a14="http://schemas.microsoft.com/office/drawing/2010/main" val="0"/>
                </a:ext>
              </a:extLst>
            </a:blip>
            <a:srcRect l="7020"/>
            <a:stretch>
              <a:fillRect/>
            </a:stretch>
          </p:blipFill>
          <p:spPr>
            <a:xfrm>
              <a:off x="352536" y="1339208"/>
              <a:ext cx="5321147" cy="5261725"/>
            </a:xfrm>
            <a:prstGeom prst="rect">
              <a:avLst/>
            </a:prstGeom>
          </p:spPr>
        </p:pic>
        <p:pic>
          <p:nvPicPr>
            <p:cNvPr id="8" name="Picture 7">
              <a:extLst>
                <a:ext uri="{FF2B5EF4-FFF2-40B4-BE49-F238E27FC236}">
                  <a16:creationId xmlns:a16="http://schemas.microsoft.com/office/drawing/2014/main" id="{B418C5A3-9D94-7868-60A5-1C61530F6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649" y="5566525"/>
              <a:ext cx="876345" cy="939848"/>
            </a:xfrm>
            <a:prstGeom prst="rect">
              <a:avLst/>
            </a:prstGeom>
          </p:spPr>
        </p:pic>
        <p:sp>
          <p:nvSpPr>
            <p:cNvPr id="11" name="Rectangle 10">
              <a:extLst>
                <a:ext uri="{FF2B5EF4-FFF2-40B4-BE49-F238E27FC236}">
                  <a16:creationId xmlns:a16="http://schemas.microsoft.com/office/drawing/2014/main" id="{9F578145-BE3B-D845-81C7-CE4791F9DF5A}"/>
                </a:ext>
              </a:extLst>
            </p:cNvPr>
            <p:cNvSpPr/>
            <p:nvPr/>
          </p:nvSpPr>
          <p:spPr>
            <a:xfrm>
              <a:off x="1200839" y="4439797"/>
              <a:ext cx="627961" cy="253389"/>
            </a:xfrm>
            <a:prstGeom prst="rect">
              <a:avLst/>
            </a:prstGeom>
            <a:solidFill>
              <a:srgbClr val="165080"/>
            </a:solidFill>
            <a:ln>
              <a:solidFill>
                <a:srgbClr val="165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ptos" panose="02110004020202020204"/>
                  <a:ea typeface="+mn-ea"/>
                  <a:cs typeface="+mn-cs"/>
                </a:rPr>
                <a:t>Barmer</a:t>
              </a:r>
              <a:endParaRPr kumimoji="0" lang="en-IN" sz="11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CA2A5750-78EF-9811-12E5-0A11891D8A21}"/>
                </a:ext>
              </a:extLst>
            </p:cNvPr>
            <p:cNvSpPr/>
            <p:nvPr/>
          </p:nvSpPr>
          <p:spPr>
            <a:xfrm>
              <a:off x="3224268" y="3270437"/>
              <a:ext cx="565249" cy="144835"/>
            </a:xfrm>
            <a:prstGeom prst="rect">
              <a:avLst/>
            </a:prstGeom>
            <a:solidFill>
              <a:srgbClr val="165080"/>
            </a:solidFill>
            <a:ln>
              <a:solidFill>
                <a:srgbClr val="165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ptos" panose="02110004020202020204"/>
                  <a:ea typeface="+mn-ea"/>
                  <a:cs typeface="+mn-cs"/>
                </a:rPr>
                <a:t>Sikar</a:t>
              </a:r>
              <a:endParaRPr kumimoji="0" lang="en-IN" sz="11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8" name="Straight Connector 17">
              <a:extLst>
                <a:ext uri="{FF2B5EF4-FFF2-40B4-BE49-F238E27FC236}">
                  <a16:creationId xmlns:a16="http://schemas.microsoft.com/office/drawing/2014/main" id="{08528E2D-DA3A-79BD-0DAE-DFD3773ED693}"/>
                </a:ext>
              </a:extLst>
            </p:cNvPr>
            <p:cNvCxnSpPr>
              <a:cxnSpLocks/>
            </p:cNvCxnSpPr>
            <p:nvPr/>
          </p:nvCxnSpPr>
          <p:spPr>
            <a:xfrm>
              <a:off x="6270818" y="1734415"/>
              <a:ext cx="0" cy="4866518"/>
            </a:xfrm>
            <a:prstGeom prst="line">
              <a:avLst/>
            </a:prstGeom>
            <a:ln w="6350">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grpSp>
      <p:sp>
        <p:nvSpPr>
          <p:cNvPr id="19" name="TextBox 18">
            <a:extLst>
              <a:ext uri="{FF2B5EF4-FFF2-40B4-BE49-F238E27FC236}">
                <a16:creationId xmlns:a16="http://schemas.microsoft.com/office/drawing/2014/main" id="{39FE21FE-4854-3017-2F2B-AAE87732BCFA}"/>
              </a:ext>
            </a:extLst>
          </p:cNvPr>
          <p:cNvSpPr txBox="1"/>
          <p:nvPr/>
        </p:nvSpPr>
        <p:spPr>
          <a:xfrm>
            <a:off x="473721" y="6546010"/>
            <a:ext cx="507877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solidFill>
                <a:effectLst/>
                <a:uLnTx/>
                <a:uFillTx/>
                <a:latin typeface="Aptos" panose="02110004020202020204"/>
                <a:ea typeface="+mn-ea"/>
                <a:cs typeface="+mn-cs"/>
              </a:rPr>
              <a:t>*Note: Average score of CLR, E-RCMS, MRR, and Digitized Maps (DILRMP)</a:t>
            </a:r>
            <a:endParaRPr kumimoji="0" lang="en-IN" sz="1200" b="0" i="1"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D7C0B239-2699-BC31-3DFC-293454402294}"/>
              </a:ext>
            </a:extLst>
          </p:cNvPr>
          <p:cNvSpPr txBox="1"/>
          <p:nvPr/>
        </p:nvSpPr>
        <p:spPr>
          <a:xfrm>
            <a:off x="501648" y="937165"/>
            <a:ext cx="5743464" cy="338554"/>
          </a:xfrm>
          <a:prstGeom prst="rect">
            <a:avLst/>
          </a:prstGeom>
          <a:solidFill>
            <a:srgbClr val="AC8300"/>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white"/>
                </a:solidFill>
                <a:effectLst/>
                <a:uLnTx/>
                <a:uFillTx/>
                <a:latin typeface="Aptos" panose="02110004020202020204"/>
                <a:ea typeface="+mn-ea"/>
                <a:cs typeface="+mn-cs"/>
              </a:rPr>
              <a:t>Composite Performance of Districts on Key DILRMP Indicators*</a:t>
            </a:r>
          </a:p>
        </p:txBody>
      </p:sp>
      <p:graphicFrame>
        <p:nvGraphicFramePr>
          <p:cNvPr id="24" name="Table 23">
            <a:extLst>
              <a:ext uri="{FF2B5EF4-FFF2-40B4-BE49-F238E27FC236}">
                <a16:creationId xmlns:a16="http://schemas.microsoft.com/office/drawing/2014/main" id="{44FF72F6-FAFC-FE46-8FFC-B5F415C3C6A5}"/>
              </a:ext>
            </a:extLst>
          </p:cNvPr>
          <p:cNvGraphicFramePr>
            <a:graphicFrameLocks noGrp="1"/>
          </p:cNvGraphicFramePr>
          <p:nvPr/>
        </p:nvGraphicFramePr>
        <p:xfrm>
          <a:off x="6518319" y="1435964"/>
          <a:ext cx="5523115" cy="4865649"/>
        </p:xfrm>
        <a:graphic>
          <a:graphicData uri="http://schemas.openxmlformats.org/drawingml/2006/table">
            <a:tbl>
              <a:tblPr/>
              <a:tblGrid>
                <a:gridCol w="1708845">
                  <a:extLst>
                    <a:ext uri="{9D8B030D-6E8A-4147-A177-3AD203B41FA5}">
                      <a16:colId xmlns:a16="http://schemas.microsoft.com/office/drawing/2014/main" val="516952408"/>
                    </a:ext>
                  </a:extLst>
                </a:gridCol>
                <a:gridCol w="3814270">
                  <a:extLst>
                    <a:ext uri="{9D8B030D-6E8A-4147-A177-3AD203B41FA5}">
                      <a16:colId xmlns:a16="http://schemas.microsoft.com/office/drawing/2014/main" val="4116082318"/>
                    </a:ext>
                  </a:extLst>
                </a:gridCol>
              </a:tblGrid>
              <a:tr h="657241">
                <a:tc>
                  <a:txBody>
                    <a:bodyPr/>
                    <a:lstStyle/>
                    <a:p>
                      <a:pPr>
                        <a:buNone/>
                      </a:pPr>
                      <a:r>
                        <a:rPr lang="en-IN" sz="1600" b="0"/>
                        <a:t>MRR remains a major Gap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IN" sz="1600" b="0"/>
                        <a:t>54% of districts have 0% MRR completion.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9581268"/>
                  </a:ext>
                </a:extLst>
              </a:tr>
              <a:tr h="1217346">
                <a:tc>
                  <a:txBody>
                    <a:bodyPr/>
                    <a:lstStyle/>
                    <a:p>
                      <a:pPr>
                        <a:buNone/>
                      </a:pPr>
                      <a:r>
                        <a:rPr lang="en-IN" sz="1600" b="0"/>
                        <a:t>Revenue Court computerisation lags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IN" sz="1600" b="0"/>
                        <a:t>Nearly 60% of districts have less than 70% of Revenue Courts computerised, with Jalore lowest at 25%, followed by Banswara at 33%.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331305"/>
                  </a:ext>
                </a:extLst>
              </a:tr>
              <a:tr h="456850">
                <a:tc>
                  <a:txBody>
                    <a:bodyPr/>
                    <a:lstStyle/>
                    <a:p>
                      <a:pPr>
                        <a:buNone/>
                      </a:pPr>
                      <a:endParaRPr lang="en-IN" sz="16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endParaRPr lang="en-IN" sz="16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7758196"/>
                  </a:ext>
                </a:extLst>
              </a:tr>
              <a:tr h="1211855">
                <a:tc>
                  <a:txBody>
                    <a:bodyPr/>
                    <a:lstStyle/>
                    <a:p>
                      <a:pPr>
                        <a:buNone/>
                      </a:pPr>
                      <a:r>
                        <a:rPr lang="en-IN" sz="1600" b="0"/>
                        <a:t>Cadastral map Digitisation is largely complete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7F7FD"/>
                    </a:solidFill>
                  </a:tcPr>
                </a:tc>
                <a:tc>
                  <a:txBody>
                    <a:bodyPr/>
                    <a:lstStyle/>
                    <a:p>
                      <a:pPr>
                        <a:buNone/>
                      </a:pPr>
                      <a:r>
                        <a:rPr lang="en-IN" sz="1600" b="0"/>
                        <a:t>Nearly 90% of districts have digitised over 90% of  maps, although Udaipur remains at 0%.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8756948"/>
                  </a:ext>
                </a:extLst>
              </a:tr>
              <a:tr h="1322357">
                <a:tc>
                  <a:txBody>
                    <a:bodyPr/>
                    <a:lstStyle/>
                    <a:p>
                      <a:pPr>
                        <a:buNone/>
                      </a:pPr>
                      <a:r>
                        <a:rPr lang="en-IN" sz="1600" b="0"/>
                        <a:t>CLR Computerisation is largely complete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F7FD"/>
                    </a:solidFill>
                  </a:tcPr>
                </a:tc>
                <a:tc>
                  <a:txBody>
                    <a:bodyPr/>
                    <a:lstStyle/>
                    <a:p>
                      <a:pPr>
                        <a:buNone/>
                      </a:pPr>
                      <a:r>
                        <a:rPr lang="en-IN" sz="1600" b="0"/>
                        <a:t>Around 90% of districts have achieved nearly 100% Computerized Land Records, with Sirohi significantly lower at 70%.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081613"/>
                  </a:ext>
                </a:extLst>
              </a:tr>
            </a:tbl>
          </a:graphicData>
        </a:graphic>
      </p:graphicFrame>
      <p:sp>
        <p:nvSpPr>
          <p:cNvPr id="26" name="TextBox 25">
            <a:extLst>
              <a:ext uri="{FF2B5EF4-FFF2-40B4-BE49-F238E27FC236}">
                <a16:creationId xmlns:a16="http://schemas.microsoft.com/office/drawing/2014/main" id="{25195E28-1479-47D5-427D-05EFAB437B0A}"/>
              </a:ext>
            </a:extLst>
          </p:cNvPr>
          <p:cNvSpPr txBox="1"/>
          <p:nvPr/>
        </p:nvSpPr>
        <p:spPr>
          <a:xfrm>
            <a:off x="6470565" y="924844"/>
            <a:ext cx="5570871" cy="338554"/>
          </a:xfrm>
          <a:prstGeom prst="rect">
            <a:avLst/>
          </a:prstGeom>
          <a:solidFill>
            <a:schemeClr val="bg2">
              <a:lumMod val="5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ptos" panose="02110004020202020204"/>
                <a:ea typeface="+mn-ea"/>
                <a:cs typeface="+mn-cs"/>
              </a:rPr>
              <a:t>Areas of Concern – Pulling the State Performance down</a:t>
            </a:r>
            <a:endParaRPr kumimoji="0" lang="en-IN" sz="16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8" name="TextBox 27">
            <a:extLst>
              <a:ext uri="{FF2B5EF4-FFF2-40B4-BE49-F238E27FC236}">
                <a16:creationId xmlns:a16="http://schemas.microsoft.com/office/drawing/2014/main" id="{6863086D-6EB9-CD5D-CED9-25EF7B52922F}"/>
              </a:ext>
            </a:extLst>
          </p:cNvPr>
          <p:cNvSpPr txBox="1"/>
          <p:nvPr/>
        </p:nvSpPr>
        <p:spPr>
          <a:xfrm>
            <a:off x="6470563" y="3368359"/>
            <a:ext cx="5570871" cy="338554"/>
          </a:xfrm>
          <a:prstGeom prst="rect">
            <a:avLst/>
          </a:prstGeom>
          <a:solidFill>
            <a:schemeClr val="accent4">
              <a:lumMod val="75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ptos" panose="02110004020202020204"/>
                <a:ea typeface="+mn-ea"/>
                <a:cs typeface="+mn-cs"/>
              </a:rPr>
              <a:t>Positive Performance</a:t>
            </a:r>
            <a:endParaRPr kumimoji="0" lang="en-IN" sz="16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Slide Number Placeholder 4">
            <a:extLst>
              <a:ext uri="{FF2B5EF4-FFF2-40B4-BE49-F238E27FC236}">
                <a16:creationId xmlns:a16="http://schemas.microsoft.com/office/drawing/2014/main" id="{EF48B435-D182-D5DA-A9FD-057F879100E2}"/>
              </a:ext>
            </a:extLst>
          </p:cNvPr>
          <p:cNvSpPr>
            <a:spLocks noGrp="1"/>
          </p:cNvSpPr>
          <p:nvPr>
            <p:ph type="sldNum" sz="quarter" idx="4"/>
          </p:nvPr>
        </p:nvSpPr>
        <p:spPr>
          <a:xfrm>
            <a:off x="4724400" y="6579370"/>
            <a:ext cx="2743200" cy="180000"/>
          </a:xfrm>
        </p:spPr>
        <p:txBody>
          <a:bodyPr/>
          <a:lstStyle/>
          <a:p>
            <a:pPr algn="ctr"/>
            <a:fld id="{39E7427F-21AC-4FC2-AC74-F5AF5A475796}" type="slidenum">
              <a:rPr lang="en-IN" smtClean="0"/>
              <a:pPr algn="ctr"/>
              <a:t>39</a:t>
            </a:fld>
            <a:endParaRPr lang="en-IN"/>
          </a:p>
        </p:txBody>
      </p:sp>
    </p:spTree>
    <p:extLst>
      <p:ext uri="{BB962C8B-B14F-4D97-AF65-F5344CB8AC3E}">
        <p14:creationId xmlns:p14="http://schemas.microsoft.com/office/powerpoint/2010/main" val="2508961519"/>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424B6-7EBD-0D2E-B8A8-50B348AD8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FDB30-2BF1-B1B4-C38F-C300370813E8}"/>
              </a:ext>
            </a:extLst>
          </p:cNvPr>
          <p:cNvSpPr>
            <a:spLocks noGrp="1"/>
          </p:cNvSpPr>
          <p:nvPr>
            <p:ph type="title"/>
          </p:nvPr>
        </p:nvSpPr>
        <p:spPr/>
        <p:txBody>
          <a:bodyPr/>
          <a:lstStyle/>
          <a:p>
            <a:r>
              <a:rPr lang="en-US"/>
              <a:t>Deloitte’s Point of View: Align with Viksit Bharat &amp; Viksit Rajasthan</a:t>
            </a:r>
            <a:endParaRPr lang="en-IN"/>
          </a:p>
        </p:txBody>
      </p:sp>
      <p:sp>
        <p:nvSpPr>
          <p:cNvPr id="3" name="Text Placeholder 2">
            <a:extLst>
              <a:ext uri="{FF2B5EF4-FFF2-40B4-BE49-F238E27FC236}">
                <a16:creationId xmlns:a16="http://schemas.microsoft.com/office/drawing/2014/main" id="{C1B2AB1E-1CB8-ACE5-B6D7-390DA471AD8E}"/>
              </a:ext>
            </a:extLst>
          </p:cNvPr>
          <p:cNvSpPr>
            <a:spLocks noGrp="1"/>
          </p:cNvSpPr>
          <p:nvPr>
            <p:ph type="body" sz="quarter" idx="13"/>
          </p:nvPr>
        </p:nvSpPr>
        <p:spPr/>
        <p:txBody>
          <a:bodyPr/>
          <a:lstStyle/>
          <a:p>
            <a:r>
              <a:rPr lang="en-US"/>
              <a:t>Clear, investment-ready land for </a:t>
            </a:r>
            <a:r>
              <a:rPr lang="en-US" err="1"/>
              <a:t>industrialisation</a:t>
            </a:r>
            <a:r>
              <a:rPr lang="en-US"/>
              <a:t> and urban growth</a:t>
            </a:r>
          </a:p>
        </p:txBody>
      </p:sp>
      <p:sp>
        <p:nvSpPr>
          <p:cNvPr id="5" name="Slide Number Placeholder 4">
            <a:extLst>
              <a:ext uri="{FF2B5EF4-FFF2-40B4-BE49-F238E27FC236}">
                <a16:creationId xmlns:a16="http://schemas.microsoft.com/office/drawing/2014/main" id="{D3E21F7B-C5F4-E0DE-8C00-B0303BF3EF10}"/>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9E7427F-21AC-4FC2-AC74-F5AF5A475796}" type="slidenum">
              <a:rPr kumimoji="0" lang="en-IN" sz="1000" b="0" i="0" u="none" strike="noStrike" kern="1200" cap="none" spc="0" normalizeH="0" baseline="0" noProof="0" smtClean="0">
                <a:ln>
                  <a:noFill/>
                </a:ln>
                <a:solidFill>
                  <a:prstClr val="black">
                    <a:tint val="75000"/>
                  </a:prstClr>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40</a:t>
            </a:fld>
            <a:endParaRPr kumimoji="0" lang="en-IN" sz="1000" b="0" i="0" u="none" strike="noStrike" kern="1200" cap="none" spc="0" normalizeH="0" baseline="0" noProof="0">
              <a:ln>
                <a:noFill/>
              </a:ln>
              <a:solidFill>
                <a:prstClr val="black">
                  <a:tint val="75000"/>
                </a:prstClr>
              </a:solidFill>
              <a:effectLst/>
              <a:uLnTx/>
              <a:uFillTx/>
              <a:latin typeface="Aptos" panose="020B0004020202020204" pitchFamily="34" charset="0"/>
              <a:ea typeface="+mn-ea"/>
              <a:cs typeface="+mn-cs"/>
            </a:endParaRPr>
          </a:p>
        </p:txBody>
      </p:sp>
      <p:sp>
        <p:nvSpPr>
          <p:cNvPr id="8" name="Rectangle 7">
            <a:extLst>
              <a:ext uri="{FF2B5EF4-FFF2-40B4-BE49-F238E27FC236}">
                <a16:creationId xmlns:a16="http://schemas.microsoft.com/office/drawing/2014/main" id="{B369E80D-27EB-14FD-EE8C-BBE01E12F121}"/>
              </a:ext>
            </a:extLst>
          </p:cNvPr>
          <p:cNvSpPr/>
          <p:nvPr/>
        </p:nvSpPr>
        <p:spPr>
          <a:xfrm>
            <a:off x="501641" y="1107608"/>
            <a:ext cx="2229511" cy="28931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Potential challenge: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Fragmented and outdated land records, complex processes and limited data integration can </a:t>
            </a: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constrain land’s productive use, delay investment and development</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 </a:t>
            </a: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and</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 </a:t>
            </a: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limit Rajasthan’s ability </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to achieve its Viksit Rajasthan and Viksit Bharat priorities</a:t>
            </a:r>
          </a:p>
        </p:txBody>
      </p:sp>
      <p:sp>
        <p:nvSpPr>
          <p:cNvPr id="36" name="Rectangle: Rounded Corners 35">
            <a:extLst>
              <a:ext uri="{FF2B5EF4-FFF2-40B4-BE49-F238E27FC236}">
                <a16:creationId xmlns:a16="http://schemas.microsoft.com/office/drawing/2014/main" id="{BA375FF8-8011-5076-5D13-65241866CEE7}"/>
              </a:ext>
            </a:extLst>
          </p:cNvPr>
          <p:cNvSpPr/>
          <p:nvPr/>
        </p:nvSpPr>
        <p:spPr bwMode="gray">
          <a:xfrm>
            <a:off x="3062604" y="1574543"/>
            <a:ext cx="303339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Aptos" panose="020B0004020202020204" pitchFamily="34" charset="0"/>
                <a:ea typeface="+mn-ea"/>
                <a:cs typeface="+mn-cs"/>
              </a:rPr>
              <a:t>Resurvey &amp; </a:t>
            </a:r>
            <a:r>
              <a:rPr kumimoji="0" lang="en-US" sz="1400" b="0" i="0" u="none" strike="noStrike" kern="0" cap="none" spc="0" normalizeH="0" baseline="0" noProof="0" err="1">
                <a:ln>
                  <a:noFill/>
                </a:ln>
                <a:solidFill>
                  <a:prstClr val="black"/>
                </a:solidFill>
                <a:effectLst/>
                <a:uLnTx/>
                <a:uFillTx/>
                <a:latin typeface="Aptos" panose="020B0004020202020204" pitchFamily="34" charset="0"/>
                <a:ea typeface="+mn-ea"/>
                <a:cs typeface="+mn-cs"/>
              </a:rPr>
              <a:t>modernise</a:t>
            </a:r>
            <a:r>
              <a:rPr kumimoji="0" lang="en-US" sz="1400" b="0" i="0" u="none" strike="noStrike" kern="0" cap="none" spc="0" normalizeH="0" baseline="0" noProof="0">
                <a:ln>
                  <a:noFill/>
                </a:ln>
                <a:solidFill>
                  <a:prstClr val="black"/>
                </a:solidFill>
                <a:effectLst/>
                <a:uLnTx/>
                <a:uFillTx/>
                <a:latin typeface="Aptos" panose="020B0004020202020204" pitchFamily="34" charset="0"/>
                <a:ea typeface="+mn-ea"/>
                <a:cs typeface="+mn-cs"/>
              </a:rPr>
              <a:t> cadastral maps; accurate </a:t>
            </a:r>
            <a:r>
              <a:rPr kumimoji="0" lang="en-US" sz="1400" b="0" i="0" u="none" strike="noStrike" kern="0" cap="none" spc="0" normalizeH="0" baseline="0" noProof="0" err="1">
                <a:ln>
                  <a:noFill/>
                </a:ln>
                <a:solidFill>
                  <a:prstClr val="black"/>
                </a:solidFill>
                <a:effectLst/>
                <a:uLnTx/>
                <a:uFillTx/>
                <a:latin typeface="Aptos" panose="020B0004020202020204" pitchFamily="34" charset="0"/>
                <a:ea typeface="+mn-ea"/>
                <a:cs typeface="+mn-cs"/>
              </a:rPr>
              <a:t>RoR</a:t>
            </a:r>
            <a:r>
              <a:rPr kumimoji="0" lang="en-US" sz="1400" b="0" i="0" u="none" strike="noStrike" kern="0" cap="none" spc="0" normalizeH="0" baseline="0" noProof="0">
                <a:ln>
                  <a:noFill/>
                </a:ln>
                <a:solidFill>
                  <a:prstClr val="black"/>
                </a:solidFill>
                <a:effectLst/>
                <a:uLnTx/>
                <a:uFillTx/>
                <a:latin typeface="Aptos" panose="020B0004020202020204" pitchFamily="34" charset="0"/>
                <a:ea typeface="+mn-ea"/>
                <a:cs typeface="+mn-cs"/>
              </a:rPr>
              <a:t>; unique land IDs</a:t>
            </a:r>
          </a:p>
        </p:txBody>
      </p:sp>
      <p:sp>
        <p:nvSpPr>
          <p:cNvPr id="37" name="Freeform 575">
            <a:extLst>
              <a:ext uri="{FF2B5EF4-FFF2-40B4-BE49-F238E27FC236}">
                <a16:creationId xmlns:a16="http://schemas.microsoft.com/office/drawing/2014/main" id="{A0DEA624-AA71-9B62-AB5A-C91E2806D2DB}"/>
              </a:ext>
            </a:extLst>
          </p:cNvPr>
          <p:cNvSpPr>
            <a:spLocks noEditPoints="1"/>
          </p:cNvSpPr>
          <p:nvPr/>
        </p:nvSpPr>
        <p:spPr bwMode="auto">
          <a:xfrm>
            <a:off x="2955892" y="1840818"/>
            <a:ext cx="224705" cy="224705"/>
          </a:xfrm>
          <a:prstGeom prst="ellipse">
            <a:avLst/>
          </a:prstGeom>
          <a:solidFill>
            <a:srgbClr val="43B02A"/>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white"/>
                </a:solidFill>
                <a:effectLst/>
                <a:uLnTx/>
                <a:uFillTx/>
                <a:latin typeface="Aptos" panose="020B0004020202020204" pitchFamily="34" charset="0"/>
                <a:ea typeface="+mn-ea"/>
                <a:cs typeface="+mn-cs"/>
              </a:rPr>
              <a:t>1</a:t>
            </a:r>
          </a:p>
        </p:txBody>
      </p:sp>
      <p:sp>
        <p:nvSpPr>
          <p:cNvPr id="38" name="Rectangle: Rounded Corners 37">
            <a:extLst>
              <a:ext uri="{FF2B5EF4-FFF2-40B4-BE49-F238E27FC236}">
                <a16:creationId xmlns:a16="http://schemas.microsoft.com/office/drawing/2014/main" id="{BD97156F-8BCF-61D0-7017-877FDBF48150}"/>
              </a:ext>
            </a:extLst>
          </p:cNvPr>
          <p:cNvSpPr/>
          <p:nvPr/>
        </p:nvSpPr>
        <p:spPr bwMode="gray">
          <a:xfrm>
            <a:off x="3062604" y="2495292"/>
            <a:ext cx="303339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Aptos" panose="020B0004020202020204" pitchFamily="34" charset="0"/>
                <a:ea typeface="+mn-ea"/>
                <a:cs typeface="+mn-cs"/>
              </a:rPr>
              <a:t>Re-engineer processes; streamline services; </a:t>
            </a:r>
            <a:r>
              <a:rPr kumimoji="0" lang="en-US" sz="1400" b="0" i="0" u="none" strike="noStrike" kern="0" cap="none" spc="0" normalizeH="0" baseline="0" noProof="0" err="1">
                <a:ln>
                  <a:noFill/>
                </a:ln>
                <a:solidFill>
                  <a:prstClr val="black"/>
                </a:solidFill>
                <a:effectLst/>
                <a:uLnTx/>
                <a:uFillTx/>
                <a:latin typeface="Aptos" panose="020B0004020202020204" pitchFamily="34" charset="0"/>
                <a:ea typeface="+mn-ea"/>
                <a:cs typeface="+mn-cs"/>
              </a:rPr>
              <a:t>rationalise</a:t>
            </a:r>
            <a:r>
              <a:rPr kumimoji="0" lang="en-US" sz="1400" b="0" i="0" u="none" strike="noStrike" kern="0" cap="none" spc="0" normalizeH="0" baseline="0" noProof="0">
                <a:ln>
                  <a:noFill/>
                </a:ln>
                <a:solidFill>
                  <a:prstClr val="black"/>
                </a:solidFill>
                <a:effectLst/>
                <a:uLnTx/>
                <a:uFillTx/>
                <a:latin typeface="Aptos" panose="020B0004020202020204" pitchFamily="34" charset="0"/>
                <a:ea typeface="+mn-ea"/>
                <a:cs typeface="+mn-cs"/>
              </a:rPr>
              <a:t> jurisdictions</a:t>
            </a:r>
          </a:p>
        </p:txBody>
      </p:sp>
      <p:grpSp>
        <p:nvGrpSpPr>
          <p:cNvPr id="39" name="Group 38">
            <a:extLst>
              <a:ext uri="{FF2B5EF4-FFF2-40B4-BE49-F238E27FC236}">
                <a16:creationId xmlns:a16="http://schemas.microsoft.com/office/drawing/2014/main" id="{1155F661-549E-FBF6-62F6-A60EF14F28EE}"/>
              </a:ext>
            </a:extLst>
          </p:cNvPr>
          <p:cNvGrpSpPr>
            <a:grpSpLocks/>
          </p:cNvGrpSpPr>
          <p:nvPr/>
        </p:nvGrpSpPr>
        <p:grpSpPr>
          <a:xfrm>
            <a:off x="2955878" y="2761567"/>
            <a:ext cx="224701" cy="224706"/>
            <a:chOff x="5672138" y="4513263"/>
            <a:chExt cx="1579562" cy="1571625"/>
          </a:xfrm>
          <a:solidFill>
            <a:srgbClr val="43B02A"/>
          </a:solidFill>
        </p:grpSpPr>
        <p:sp>
          <p:nvSpPr>
            <p:cNvPr id="40" name="Rectangle 5">
              <a:extLst>
                <a:ext uri="{FF2B5EF4-FFF2-40B4-BE49-F238E27FC236}">
                  <a16:creationId xmlns:a16="http://schemas.microsoft.com/office/drawing/2014/main" id="{63F8C437-114C-96AC-5677-E228431F01BB}"/>
                </a:ext>
              </a:extLst>
            </p:cNvPr>
            <p:cNvSpPr>
              <a:spLocks noChangeArrowheads="1"/>
            </p:cNvSpPr>
            <p:nvPr/>
          </p:nvSpPr>
          <p:spPr bwMode="auto">
            <a:xfrm>
              <a:off x="6067425" y="5135563"/>
              <a:ext cx="131762" cy="196850"/>
            </a:xfrm>
            <a:prstGeom prst="ellips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1" name="Oval 6">
              <a:extLst>
                <a:ext uri="{FF2B5EF4-FFF2-40B4-BE49-F238E27FC236}">
                  <a16:creationId xmlns:a16="http://schemas.microsoft.com/office/drawing/2014/main" id="{99D8F8F2-3181-EA5C-0507-E9D24136BE81}"/>
                </a:ext>
              </a:extLst>
            </p:cNvPr>
            <p:cNvSpPr>
              <a:spLocks noChangeArrowheads="1"/>
            </p:cNvSpPr>
            <p:nvPr/>
          </p:nvSpPr>
          <p:spPr bwMode="auto">
            <a:xfrm>
              <a:off x="6100763"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2" name="Rectangle 7">
              <a:extLst>
                <a:ext uri="{FF2B5EF4-FFF2-40B4-BE49-F238E27FC236}">
                  <a16:creationId xmlns:a16="http://schemas.microsoft.com/office/drawing/2014/main" id="{EB4EF48D-216D-5775-B956-1A9BC36B049A}"/>
                </a:ext>
              </a:extLst>
            </p:cNvPr>
            <p:cNvSpPr>
              <a:spLocks noChangeArrowheads="1"/>
            </p:cNvSpPr>
            <p:nvPr/>
          </p:nvSpPr>
          <p:spPr bwMode="auto">
            <a:xfrm>
              <a:off x="6396038" y="5135563"/>
              <a:ext cx="131762" cy="196850"/>
            </a:xfrm>
            <a:prstGeom prst="ellips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3" name="Oval 8">
              <a:extLst>
                <a:ext uri="{FF2B5EF4-FFF2-40B4-BE49-F238E27FC236}">
                  <a16:creationId xmlns:a16="http://schemas.microsoft.com/office/drawing/2014/main" id="{38920C83-5855-F5CD-5262-F5FB2025A48C}"/>
                </a:ext>
              </a:extLst>
            </p:cNvPr>
            <p:cNvSpPr>
              <a:spLocks noChangeArrowheads="1"/>
            </p:cNvSpPr>
            <p:nvPr/>
          </p:nvSpPr>
          <p:spPr bwMode="auto">
            <a:xfrm>
              <a:off x="6429375"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4" name="Oval 9">
              <a:extLst>
                <a:ext uri="{FF2B5EF4-FFF2-40B4-BE49-F238E27FC236}">
                  <a16:creationId xmlns:a16="http://schemas.microsoft.com/office/drawing/2014/main" id="{723E1A13-E365-EBB4-DD2F-58E02B2F4E9B}"/>
                </a:ext>
              </a:extLst>
            </p:cNvPr>
            <p:cNvSpPr>
              <a:spLocks noChangeArrowheads="1"/>
            </p:cNvSpPr>
            <p:nvPr/>
          </p:nvSpPr>
          <p:spPr bwMode="auto">
            <a:xfrm>
              <a:off x="6757988" y="4873626"/>
              <a:ext cx="66675"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5" name="Freeform 10">
              <a:extLst>
                <a:ext uri="{FF2B5EF4-FFF2-40B4-BE49-F238E27FC236}">
                  <a16:creationId xmlns:a16="http://schemas.microsoft.com/office/drawing/2014/main" id="{29A2E906-3B19-36CF-CE22-A407179CFB26}"/>
                </a:ext>
              </a:extLst>
            </p:cNvPr>
            <p:cNvSpPr>
              <a:spLocks noEditPoints="1"/>
            </p:cNvSpPr>
            <p:nvPr/>
          </p:nvSpPr>
          <p:spPr bwMode="auto">
            <a:xfrm>
              <a:off x="5672138" y="4513263"/>
              <a:ext cx="1579562" cy="15716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rPr>
                <a:t>2</a:t>
              </a:r>
            </a:p>
          </p:txBody>
        </p:sp>
        <p:sp>
          <p:nvSpPr>
            <p:cNvPr id="46" name="Freeform 11">
              <a:extLst>
                <a:ext uri="{FF2B5EF4-FFF2-40B4-BE49-F238E27FC236}">
                  <a16:creationId xmlns:a16="http://schemas.microsoft.com/office/drawing/2014/main" id="{83921D6F-CE4F-274A-AC84-6FD01B129FCB}"/>
                </a:ext>
              </a:extLst>
            </p:cNvPr>
            <p:cNvSpPr>
              <a:spLocks/>
            </p:cNvSpPr>
            <p:nvPr/>
          </p:nvSpPr>
          <p:spPr bwMode="auto">
            <a:xfrm>
              <a:off x="6729413" y="5135563"/>
              <a:ext cx="119062" cy="2619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grpSp>
      <p:sp>
        <p:nvSpPr>
          <p:cNvPr id="47" name="Rectangle: Rounded Corners 46">
            <a:extLst>
              <a:ext uri="{FF2B5EF4-FFF2-40B4-BE49-F238E27FC236}">
                <a16:creationId xmlns:a16="http://schemas.microsoft.com/office/drawing/2014/main" id="{3F927913-1803-66EC-738A-330AE2829858}"/>
              </a:ext>
            </a:extLst>
          </p:cNvPr>
          <p:cNvSpPr/>
          <p:nvPr/>
        </p:nvSpPr>
        <p:spPr bwMode="gray">
          <a:xfrm>
            <a:off x="3062604" y="5257540"/>
            <a:ext cx="303339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20" normalizeH="0" baseline="0" noProof="0">
                <a:ln>
                  <a:noFill/>
                </a:ln>
                <a:solidFill>
                  <a:prstClr val="black"/>
                </a:solidFill>
                <a:effectLst/>
                <a:uLnTx/>
                <a:uFillTx/>
                <a:latin typeface="Aptos" panose="020B0004020202020204" pitchFamily="34" charset="0"/>
                <a:ea typeface="+mn-ea"/>
                <a:cs typeface="+mn-cs"/>
              </a:rPr>
              <a:t>Build institutional capacity; Centre of Excellence; training; land literacy</a:t>
            </a:r>
          </a:p>
        </p:txBody>
      </p:sp>
      <p:sp>
        <p:nvSpPr>
          <p:cNvPr id="48" name="Freeform 23">
            <a:extLst>
              <a:ext uri="{FF2B5EF4-FFF2-40B4-BE49-F238E27FC236}">
                <a16:creationId xmlns:a16="http://schemas.microsoft.com/office/drawing/2014/main" id="{DB616148-0FAF-6B2F-FEFA-761F54EE25A9}"/>
              </a:ext>
            </a:extLst>
          </p:cNvPr>
          <p:cNvSpPr>
            <a:spLocks noEditPoints="1"/>
          </p:cNvSpPr>
          <p:nvPr/>
        </p:nvSpPr>
        <p:spPr bwMode="auto">
          <a:xfrm>
            <a:off x="2955892" y="5523814"/>
            <a:ext cx="224705" cy="224705"/>
          </a:xfrm>
          <a:prstGeom prst="ellipse">
            <a:avLst/>
          </a:prstGeom>
          <a:solidFill>
            <a:srgbClr val="43B02A"/>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white"/>
                </a:solidFill>
                <a:effectLst/>
                <a:uLnTx/>
                <a:uFillTx/>
                <a:latin typeface="Aptos" panose="020B0004020202020204" pitchFamily="34" charset="0"/>
                <a:ea typeface="+mn-ea"/>
                <a:cs typeface="+mn-cs"/>
              </a:rPr>
              <a:t>5</a:t>
            </a:r>
          </a:p>
        </p:txBody>
      </p:sp>
      <p:sp>
        <p:nvSpPr>
          <p:cNvPr id="51" name="Rectangle: Rounded Corners 50">
            <a:extLst>
              <a:ext uri="{FF2B5EF4-FFF2-40B4-BE49-F238E27FC236}">
                <a16:creationId xmlns:a16="http://schemas.microsoft.com/office/drawing/2014/main" id="{3B2C5EBB-A8FF-C4C4-4BD4-E89989A949DD}"/>
              </a:ext>
            </a:extLst>
          </p:cNvPr>
          <p:cNvSpPr/>
          <p:nvPr/>
        </p:nvSpPr>
        <p:spPr bwMode="gray">
          <a:xfrm>
            <a:off x="6187440" y="1574543"/>
            <a:ext cx="5502918"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Aptos" panose="020B0004020202020204" pitchFamily="34" charset="0"/>
                <a:ea typeface="+mn-ea"/>
                <a:cs typeface="+mn-cs"/>
              </a:rPr>
              <a:t>Unlocks land for productive use, reduces disputes and supports faster development</a:t>
            </a:r>
          </a:p>
        </p:txBody>
      </p:sp>
      <p:sp>
        <p:nvSpPr>
          <p:cNvPr id="52" name="Rectangle: Rounded Corners 51">
            <a:extLst>
              <a:ext uri="{FF2B5EF4-FFF2-40B4-BE49-F238E27FC236}">
                <a16:creationId xmlns:a16="http://schemas.microsoft.com/office/drawing/2014/main" id="{C64C8923-1503-47AF-61D4-ABF9096838C3}"/>
              </a:ext>
            </a:extLst>
          </p:cNvPr>
          <p:cNvSpPr/>
          <p:nvPr/>
        </p:nvSpPr>
        <p:spPr bwMode="gray">
          <a:xfrm>
            <a:off x="6187440" y="2495292"/>
            <a:ext cx="5502918"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Aptos" panose="020B0004020202020204" pitchFamily="34" charset="0"/>
                <a:ea typeface="+mn-ea"/>
                <a:cs typeface="+mn-cs"/>
              </a:rPr>
              <a:t>Reduces time and transaction costs, improving Ease of Living and Ease of Doing Business</a:t>
            </a:r>
          </a:p>
        </p:txBody>
      </p:sp>
      <p:sp>
        <p:nvSpPr>
          <p:cNvPr id="53" name="Rectangle: Rounded Corners 52">
            <a:extLst>
              <a:ext uri="{FF2B5EF4-FFF2-40B4-BE49-F238E27FC236}">
                <a16:creationId xmlns:a16="http://schemas.microsoft.com/office/drawing/2014/main" id="{C71A7274-BB31-C3B0-61A3-AE2A2D226D78}"/>
              </a:ext>
            </a:extLst>
          </p:cNvPr>
          <p:cNvSpPr/>
          <p:nvPr/>
        </p:nvSpPr>
        <p:spPr bwMode="gray">
          <a:xfrm>
            <a:off x="6187440" y="5257540"/>
            <a:ext cx="5502918"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Aptos" panose="020B0004020202020204" pitchFamily="34" charset="0"/>
                <a:ea typeface="+mn-ea"/>
                <a:cs typeface="+mn-cs"/>
              </a:rPr>
              <a:t>Creates sustainable institutional capability and promotes inclusive, equitable growth</a:t>
            </a:r>
          </a:p>
        </p:txBody>
      </p:sp>
      <p:sp>
        <p:nvSpPr>
          <p:cNvPr id="56" name="Rectangle: Rounded Corners 55">
            <a:extLst>
              <a:ext uri="{FF2B5EF4-FFF2-40B4-BE49-F238E27FC236}">
                <a16:creationId xmlns:a16="http://schemas.microsoft.com/office/drawing/2014/main" id="{3A2106F1-B222-7494-7B74-67C38D2CDFEC}"/>
              </a:ext>
            </a:extLst>
          </p:cNvPr>
          <p:cNvSpPr/>
          <p:nvPr/>
        </p:nvSpPr>
        <p:spPr bwMode="gray">
          <a:xfrm>
            <a:off x="3062604" y="3416041"/>
            <a:ext cx="303339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Aptos" panose="020B0004020202020204" pitchFamily="34" charset="0"/>
                <a:ea typeface="+mn-ea"/>
                <a:cs typeface="+mn-cs"/>
              </a:rPr>
              <a:t>Faster registration &amp; mutation; simplified conversion; faceless services</a:t>
            </a:r>
          </a:p>
        </p:txBody>
      </p:sp>
      <p:sp>
        <p:nvSpPr>
          <p:cNvPr id="57" name="Freeform 23">
            <a:extLst>
              <a:ext uri="{FF2B5EF4-FFF2-40B4-BE49-F238E27FC236}">
                <a16:creationId xmlns:a16="http://schemas.microsoft.com/office/drawing/2014/main" id="{C230B8D2-0D89-67BC-5E34-A06B2DD88974}"/>
              </a:ext>
            </a:extLst>
          </p:cNvPr>
          <p:cNvSpPr>
            <a:spLocks noEditPoints="1"/>
          </p:cNvSpPr>
          <p:nvPr/>
        </p:nvSpPr>
        <p:spPr bwMode="auto">
          <a:xfrm>
            <a:off x="2955892" y="3682317"/>
            <a:ext cx="224705" cy="224705"/>
          </a:xfrm>
          <a:prstGeom prst="ellipse">
            <a:avLst/>
          </a:prstGeom>
          <a:solidFill>
            <a:srgbClr val="43B02A"/>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white"/>
                </a:solidFill>
                <a:effectLst/>
                <a:uLnTx/>
                <a:uFillTx/>
                <a:latin typeface="Aptos" panose="020B0004020202020204" pitchFamily="34" charset="0"/>
                <a:ea typeface="+mn-ea"/>
                <a:cs typeface="+mn-cs"/>
              </a:rPr>
              <a:t>3</a:t>
            </a:r>
          </a:p>
        </p:txBody>
      </p:sp>
      <p:sp>
        <p:nvSpPr>
          <p:cNvPr id="58" name="Rectangle: Rounded Corners 57">
            <a:extLst>
              <a:ext uri="{FF2B5EF4-FFF2-40B4-BE49-F238E27FC236}">
                <a16:creationId xmlns:a16="http://schemas.microsoft.com/office/drawing/2014/main" id="{58AB8D10-783E-2ADE-7322-B517B0AED7A1}"/>
              </a:ext>
            </a:extLst>
          </p:cNvPr>
          <p:cNvSpPr/>
          <p:nvPr/>
        </p:nvSpPr>
        <p:spPr bwMode="gray">
          <a:xfrm>
            <a:off x="3062604" y="4336790"/>
            <a:ext cx="3033396" cy="757255"/>
          </a:xfrm>
          <a:prstGeom prst="roundRect">
            <a:avLst/>
          </a:prstGeom>
          <a:noFill/>
          <a:ln w="9525" algn="ctr">
            <a:solidFill>
              <a:srgbClr val="43B02A"/>
            </a:solidFill>
            <a:miter lim="800000"/>
            <a:headEnd/>
            <a:tailEnd/>
          </a:ln>
          <a:effectLst/>
        </p:spPr>
        <p:txBody>
          <a:bodyPr wrap="square" lIns="182880" tIns="88900" rIns="0" bIns="889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Aptos" panose="020B0004020202020204" pitchFamily="34" charset="0"/>
                <a:ea typeface="+mn-ea"/>
                <a:cs typeface="+mn-cs"/>
              </a:rPr>
              <a:t>Integrate land &amp; maps; AI; interoperable data; cybersecurity</a:t>
            </a:r>
          </a:p>
        </p:txBody>
      </p:sp>
      <p:sp>
        <p:nvSpPr>
          <p:cNvPr id="59" name="Freeform 564">
            <a:extLst>
              <a:ext uri="{FF2B5EF4-FFF2-40B4-BE49-F238E27FC236}">
                <a16:creationId xmlns:a16="http://schemas.microsoft.com/office/drawing/2014/main" id="{227F22D6-550A-7A0E-AD9B-EC314EAD8CEB}"/>
              </a:ext>
            </a:extLst>
          </p:cNvPr>
          <p:cNvSpPr>
            <a:spLocks noEditPoints="1"/>
          </p:cNvSpPr>
          <p:nvPr/>
        </p:nvSpPr>
        <p:spPr bwMode="auto">
          <a:xfrm>
            <a:off x="2955892" y="4603066"/>
            <a:ext cx="224705" cy="224705"/>
          </a:xfrm>
          <a:prstGeom prst="ellipse">
            <a:avLst/>
          </a:prstGeom>
          <a:solidFill>
            <a:srgbClr val="43B02A"/>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white"/>
                </a:solidFill>
                <a:effectLst/>
                <a:uLnTx/>
                <a:uFillTx/>
                <a:latin typeface="Aptos" panose="020B0004020202020204" pitchFamily="34" charset="0"/>
                <a:ea typeface="+mn-ea"/>
                <a:cs typeface="+mn-cs"/>
              </a:rPr>
              <a:t>4</a:t>
            </a:r>
          </a:p>
        </p:txBody>
      </p:sp>
      <p:sp>
        <p:nvSpPr>
          <p:cNvPr id="60" name="Rectangle: Rounded Corners 59">
            <a:extLst>
              <a:ext uri="{FF2B5EF4-FFF2-40B4-BE49-F238E27FC236}">
                <a16:creationId xmlns:a16="http://schemas.microsoft.com/office/drawing/2014/main" id="{62D95396-5915-EBD6-033E-8A1AC5A6BB58}"/>
              </a:ext>
            </a:extLst>
          </p:cNvPr>
          <p:cNvSpPr/>
          <p:nvPr/>
        </p:nvSpPr>
        <p:spPr bwMode="gray">
          <a:xfrm>
            <a:off x="6187440" y="3416041"/>
            <a:ext cx="5502918"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Aptos" panose="020B0004020202020204" pitchFamily="34" charset="0"/>
                <a:ea typeface="+mn-ea"/>
                <a:cs typeface="+mn-cs"/>
              </a:rPr>
              <a:t>Accelerates investment, </a:t>
            </a:r>
            <a:r>
              <a:rPr kumimoji="0" lang="en-US" sz="1400" b="0" i="0" u="none" strike="noStrike" kern="0" cap="none" spc="0" normalizeH="0" baseline="0" noProof="0" err="1">
                <a:ln>
                  <a:noFill/>
                </a:ln>
                <a:solidFill>
                  <a:prstClr val="black"/>
                </a:solidFill>
                <a:effectLst/>
                <a:uLnTx/>
                <a:uFillTx/>
                <a:latin typeface="Aptos" panose="020B0004020202020204" pitchFamily="34" charset="0"/>
                <a:ea typeface="+mn-ea"/>
                <a:cs typeface="+mn-cs"/>
              </a:rPr>
              <a:t>urbanisation</a:t>
            </a:r>
            <a:r>
              <a:rPr kumimoji="0" lang="en-US" sz="1400" b="0" i="0" u="none" strike="noStrike" kern="0" cap="none" spc="0" normalizeH="0" baseline="0" noProof="0">
                <a:ln>
                  <a:noFill/>
                </a:ln>
                <a:solidFill>
                  <a:prstClr val="black"/>
                </a:solidFill>
                <a:effectLst/>
                <a:uLnTx/>
                <a:uFillTx/>
                <a:latin typeface="Aptos" panose="020B0004020202020204" pitchFamily="34" charset="0"/>
                <a:ea typeface="+mn-ea"/>
                <a:cs typeface="+mn-cs"/>
              </a:rPr>
              <a:t> and infrastructure development</a:t>
            </a:r>
          </a:p>
        </p:txBody>
      </p:sp>
      <p:sp>
        <p:nvSpPr>
          <p:cNvPr id="61" name="Rectangle: Rounded Corners 60">
            <a:extLst>
              <a:ext uri="{FF2B5EF4-FFF2-40B4-BE49-F238E27FC236}">
                <a16:creationId xmlns:a16="http://schemas.microsoft.com/office/drawing/2014/main" id="{98D8D0CE-6DA1-E770-BC2E-500BE3437AEC}"/>
              </a:ext>
            </a:extLst>
          </p:cNvPr>
          <p:cNvSpPr/>
          <p:nvPr/>
        </p:nvSpPr>
        <p:spPr bwMode="gray">
          <a:xfrm>
            <a:off x="6187440" y="4336790"/>
            <a:ext cx="5502918" cy="757255"/>
          </a:xfrm>
          <a:prstGeom prst="roundRect">
            <a:avLst/>
          </a:prstGeom>
          <a:solidFill>
            <a:srgbClr val="43B02A">
              <a:lumMod val="20000"/>
              <a:lumOff val="80000"/>
              <a:alpha val="50000"/>
            </a:srgbClr>
          </a:solidFill>
          <a:ln w="12700" algn="ctr">
            <a:noFill/>
            <a:miter lim="800000"/>
            <a:headEnd/>
            <a:tailEnd/>
          </a:ln>
          <a:effectLst/>
        </p:spPr>
        <p:txBody>
          <a:bodyPr wrap="square" lIns="91440" tIns="88900" rIns="0" bIns="889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Aptos" panose="020B0004020202020204" pitchFamily="34" charset="0"/>
                <a:ea typeface="+mn-ea"/>
                <a:cs typeface="+mn-cs"/>
              </a:rPr>
              <a:t>Enables data-driven governance, better planning and efficient public service delivery</a:t>
            </a:r>
          </a:p>
        </p:txBody>
      </p:sp>
      <p:sp>
        <p:nvSpPr>
          <p:cNvPr id="63" name="TextBox 62">
            <a:extLst>
              <a:ext uri="{FF2B5EF4-FFF2-40B4-BE49-F238E27FC236}">
                <a16:creationId xmlns:a16="http://schemas.microsoft.com/office/drawing/2014/main" id="{8A5107B7-8BE9-50F3-CC93-8D6223629DF5}"/>
              </a:ext>
            </a:extLst>
          </p:cNvPr>
          <p:cNvSpPr txBox="1"/>
          <p:nvPr/>
        </p:nvSpPr>
        <p:spPr>
          <a:xfrm>
            <a:off x="3058857" y="1184470"/>
            <a:ext cx="3033396" cy="31335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70AD47">
                    <a:lumMod val="50000"/>
                  </a:srgbClr>
                </a:solidFill>
                <a:effectLst/>
                <a:uLnTx/>
                <a:uFillTx/>
                <a:latin typeface="Aptos" panose="020B0004020202020204" pitchFamily="34" charset="0"/>
                <a:ea typeface="+mn-ea"/>
                <a:cs typeface="+mn-cs"/>
              </a:rPr>
              <a:t>Land Governance Reform</a:t>
            </a:r>
            <a:endParaRPr kumimoji="0" lang="en-IN" sz="1400" b="1" i="0" u="none" strike="noStrike" kern="1200" cap="none" spc="0" normalizeH="0" baseline="0" noProof="0">
              <a:ln>
                <a:noFill/>
              </a:ln>
              <a:solidFill>
                <a:srgbClr val="70AD47">
                  <a:lumMod val="50000"/>
                </a:srgbClr>
              </a:solidFill>
              <a:effectLst/>
              <a:uLnTx/>
              <a:uFillTx/>
              <a:latin typeface="Aptos" panose="020B0004020202020204" pitchFamily="34" charset="0"/>
              <a:ea typeface="+mn-ea"/>
              <a:cs typeface="+mn-cs"/>
            </a:endParaRPr>
          </a:p>
        </p:txBody>
      </p:sp>
      <p:sp>
        <p:nvSpPr>
          <p:cNvPr id="64" name="TextBox 63">
            <a:extLst>
              <a:ext uri="{FF2B5EF4-FFF2-40B4-BE49-F238E27FC236}">
                <a16:creationId xmlns:a16="http://schemas.microsoft.com/office/drawing/2014/main" id="{21986254-36CB-D941-FE16-59DD7B44E73C}"/>
              </a:ext>
            </a:extLst>
          </p:cNvPr>
          <p:cNvSpPr txBox="1"/>
          <p:nvPr/>
        </p:nvSpPr>
        <p:spPr>
          <a:xfrm>
            <a:off x="7093902" y="1184470"/>
            <a:ext cx="3033396" cy="31335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70AD47">
                    <a:lumMod val="50000"/>
                  </a:srgbClr>
                </a:solidFill>
                <a:effectLst/>
                <a:uLnTx/>
                <a:uFillTx/>
                <a:latin typeface="Aptos" panose="020B0004020202020204" pitchFamily="34" charset="0"/>
                <a:ea typeface="+mn-ea"/>
                <a:cs typeface="+mn-cs"/>
              </a:rPr>
              <a:t>Contribution to the Viksit Agenda</a:t>
            </a:r>
            <a:endParaRPr kumimoji="0" lang="en-IN" sz="1400" b="1" i="0" u="none" strike="noStrike" kern="1200" cap="none" spc="0" normalizeH="0" baseline="0" noProof="0">
              <a:ln>
                <a:noFill/>
              </a:ln>
              <a:solidFill>
                <a:srgbClr val="70AD47">
                  <a:lumMod val="50000"/>
                </a:srgbClr>
              </a:solidFill>
              <a:effectLst/>
              <a:uLnTx/>
              <a:uFillTx/>
              <a:latin typeface="Aptos" panose="020B0004020202020204" pitchFamily="34" charset="0"/>
              <a:ea typeface="+mn-ea"/>
              <a:cs typeface="+mn-cs"/>
            </a:endParaRPr>
          </a:p>
        </p:txBody>
      </p:sp>
      <p:sp>
        <p:nvSpPr>
          <p:cNvPr id="65" name="Rectangle 64">
            <a:extLst>
              <a:ext uri="{FF2B5EF4-FFF2-40B4-BE49-F238E27FC236}">
                <a16:creationId xmlns:a16="http://schemas.microsoft.com/office/drawing/2014/main" id="{FA32BCE4-D7FD-B0C2-D219-78284B948366}"/>
              </a:ext>
            </a:extLst>
          </p:cNvPr>
          <p:cNvSpPr/>
          <p:nvPr/>
        </p:nvSpPr>
        <p:spPr>
          <a:xfrm>
            <a:off x="514515" y="4128566"/>
            <a:ext cx="2216637" cy="203132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ptos" panose="020B0004020202020204" pitchFamily="34" charset="0"/>
                <a:ea typeface="+mn-ea"/>
                <a:cs typeface="+mn-cs"/>
              </a:rPr>
              <a:t>Focused land governance reforms, guided by a clear medium-term vision and strong implementation focus, can significantly advance the State’s and the country’s Viksit agenda</a:t>
            </a:r>
          </a:p>
        </p:txBody>
      </p:sp>
    </p:spTree>
    <p:extLst>
      <p:ext uri="{BB962C8B-B14F-4D97-AF65-F5344CB8AC3E}">
        <p14:creationId xmlns:p14="http://schemas.microsoft.com/office/powerpoint/2010/main" val="33373627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090A5-D545-E985-E943-7D88196B1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D2C310-B800-9BFA-0FE8-3DD583580ACD}"/>
              </a:ext>
            </a:extLst>
          </p:cNvPr>
          <p:cNvSpPr>
            <a:spLocks noGrp="1"/>
          </p:cNvSpPr>
          <p:nvPr>
            <p:ph type="title"/>
          </p:nvPr>
        </p:nvSpPr>
        <p:spPr/>
        <p:txBody>
          <a:bodyPr/>
          <a:lstStyle/>
          <a:p>
            <a:r>
              <a:rPr lang="en-US"/>
              <a:t>Deloitte’s Point of View: Improve Service Delivery for Citizens and Businesses</a:t>
            </a:r>
            <a:endParaRPr lang="en-IN"/>
          </a:p>
        </p:txBody>
      </p:sp>
      <p:sp>
        <p:nvSpPr>
          <p:cNvPr id="3" name="Text Placeholder 2">
            <a:extLst>
              <a:ext uri="{FF2B5EF4-FFF2-40B4-BE49-F238E27FC236}">
                <a16:creationId xmlns:a16="http://schemas.microsoft.com/office/drawing/2014/main" id="{7CB2CC19-DC63-1F71-9C38-6BA660CCA0B2}"/>
              </a:ext>
            </a:extLst>
          </p:cNvPr>
          <p:cNvSpPr>
            <a:spLocks noGrp="1"/>
          </p:cNvSpPr>
          <p:nvPr>
            <p:ph type="body" sz="quarter" idx="13"/>
          </p:nvPr>
        </p:nvSpPr>
        <p:spPr/>
        <p:txBody>
          <a:bodyPr/>
          <a:lstStyle/>
          <a:p>
            <a:r>
              <a:rPr lang="en-US"/>
              <a:t>Simplified processes and consolidated legislation </a:t>
            </a:r>
          </a:p>
        </p:txBody>
      </p:sp>
      <p:sp>
        <p:nvSpPr>
          <p:cNvPr id="5" name="Slide Number Placeholder 4">
            <a:extLst>
              <a:ext uri="{FF2B5EF4-FFF2-40B4-BE49-F238E27FC236}">
                <a16:creationId xmlns:a16="http://schemas.microsoft.com/office/drawing/2014/main" id="{64FAD279-21C7-3261-7491-1DED0F488FBD}"/>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9E7427F-21AC-4FC2-AC74-F5AF5A475796}" type="slidenum">
              <a:rPr kumimoji="0" lang="en-IN" sz="1000" b="0" i="0" u="none" strike="noStrike" kern="1200" cap="none" spc="0" normalizeH="0" baseline="0" noProof="0" smtClean="0">
                <a:ln>
                  <a:noFill/>
                </a:ln>
                <a:solidFill>
                  <a:prstClr val="black">
                    <a:tint val="75000"/>
                  </a:prstClr>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41</a:t>
            </a:fld>
            <a:endParaRPr kumimoji="0" lang="en-IN" sz="1000" b="0" i="0" u="none" strike="noStrike" kern="1200" cap="none" spc="0" normalizeH="0" baseline="0" noProof="0">
              <a:ln>
                <a:noFill/>
              </a:ln>
              <a:solidFill>
                <a:prstClr val="black">
                  <a:tint val="75000"/>
                </a:prstClr>
              </a:solidFill>
              <a:effectLst/>
              <a:uLnTx/>
              <a:uFillTx/>
              <a:latin typeface="Aptos" panose="020B0004020202020204" pitchFamily="34" charset="0"/>
              <a:ea typeface="+mn-ea"/>
              <a:cs typeface="+mn-cs"/>
            </a:endParaRPr>
          </a:p>
        </p:txBody>
      </p:sp>
      <p:sp>
        <p:nvSpPr>
          <p:cNvPr id="28" name="TextBox 27">
            <a:extLst>
              <a:ext uri="{FF2B5EF4-FFF2-40B4-BE49-F238E27FC236}">
                <a16:creationId xmlns:a16="http://schemas.microsoft.com/office/drawing/2014/main" id="{BF07B350-2CAA-475B-F427-F11E1703EF20}"/>
              </a:ext>
            </a:extLst>
          </p:cNvPr>
          <p:cNvSpPr txBox="1"/>
          <p:nvPr/>
        </p:nvSpPr>
        <p:spPr>
          <a:xfrm>
            <a:off x="931441" y="2506824"/>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Lengthy forms, difficult to understand by citizens – need for intermediaries</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cxnSp>
        <p:nvCxnSpPr>
          <p:cNvPr id="37" name="Straight Connector 36">
            <a:extLst>
              <a:ext uri="{FF2B5EF4-FFF2-40B4-BE49-F238E27FC236}">
                <a16:creationId xmlns:a16="http://schemas.microsoft.com/office/drawing/2014/main" id="{5C61239B-F66E-624D-A4A4-1811B726D86C}"/>
              </a:ext>
            </a:extLst>
          </p:cNvPr>
          <p:cNvCxnSpPr>
            <a:cxnSpLocks/>
          </p:cNvCxnSpPr>
          <p:nvPr/>
        </p:nvCxnSpPr>
        <p:spPr>
          <a:xfrm flipH="1">
            <a:off x="8303172" y="1916730"/>
            <a:ext cx="3460565" cy="0"/>
          </a:xfrm>
          <a:prstGeom prst="line">
            <a:avLst/>
          </a:prstGeom>
          <a:noFill/>
          <a:ln w="12700" cap="flat" cmpd="sng" algn="ctr">
            <a:solidFill>
              <a:sysClr val="window" lastClr="FFFFFF">
                <a:lumMod val="75000"/>
              </a:sysClr>
            </a:solidFill>
            <a:prstDash val="solid"/>
          </a:ln>
          <a:effectLst/>
        </p:spPr>
      </p:cxnSp>
      <p:sp>
        <p:nvSpPr>
          <p:cNvPr id="38" name="Arc 37">
            <a:extLst>
              <a:ext uri="{FF2B5EF4-FFF2-40B4-BE49-F238E27FC236}">
                <a16:creationId xmlns:a16="http://schemas.microsoft.com/office/drawing/2014/main" id="{EFE7497F-C750-3868-25F5-BF3EC83242EC}"/>
              </a:ext>
            </a:extLst>
          </p:cNvPr>
          <p:cNvSpPr/>
          <p:nvPr/>
        </p:nvSpPr>
        <p:spPr>
          <a:xfrm>
            <a:off x="3148544" y="1916730"/>
            <a:ext cx="584492" cy="584492"/>
          </a:xfrm>
          <a:prstGeom prst="arc">
            <a:avLst/>
          </a:prstGeom>
          <a:noFill/>
          <a:ln w="12700" cap="flat" cmpd="sng" algn="ctr">
            <a:solidFill>
              <a:sysClr val="window" lastClr="FFFFFF">
                <a:lumMod val="75000"/>
              </a:sys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39" name="TextBox 38">
            <a:extLst>
              <a:ext uri="{FF2B5EF4-FFF2-40B4-BE49-F238E27FC236}">
                <a16:creationId xmlns:a16="http://schemas.microsoft.com/office/drawing/2014/main" id="{C60B22C4-0027-5795-82F5-249FD51C707D}"/>
              </a:ext>
            </a:extLst>
          </p:cNvPr>
          <p:cNvSpPr txBox="1"/>
          <p:nvPr/>
        </p:nvSpPr>
        <p:spPr>
          <a:xfrm>
            <a:off x="557529" y="1688129"/>
            <a:ext cx="2907792" cy="648541"/>
          </a:xfrm>
          <a:prstGeom prst="roundRect">
            <a:avLst>
              <a:gd name="adj" fmla="val 50000"/>
            </a:avLst>
          </a:prstGeom>
          <a:solidFill>
            <a:srgbClr val="002753"/>
          </a:solidFill>
          <a:ln w="19050" algn="ctr">
            <a:noFill/>
            <a:miter lim="800000"/>
            <a:headEnd/>
            <a:tailEnd/>
          </a:ln>
          <a:effectLst/>
        </p:spPr>
        <p:txBody>
          <a:bodyPr vert="horz" wrap="square" lIns="91440" tIns="88900" rIns="91440" bIns="88900" rtlCol="0" anchor="ctr"/>
          <a:lstStyle>
            <a:defPPr>
              <a:defRPr lang="en-US"/>
            </a:defPPr>
            <a:lvl1pPr algn="ctr">
              <a:lnSpc>
                <a:spcPct val="106000"/>
              </a:lnSpc>
              <a:buFont typeface="Wingdings 2" pitchFamily="18" charset="2"/>
              <a:buNone/>
              <a:defRPr sz="1600" b="1" kern="0" spc="-10">
                <a:solidFill>
                  <a:srgbClr val="00A3E0"/>
                </a:solidFill>
                <a:cs typeface="Open Sans"/>
              </a:defRPr>
            </a:lvl1p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0" cap="none" spc="-10" normalizeH="0" baseline="0" noProof="0">
                <a:ln>
                  <a:noFill/>
                </a:ln>
                <a:solidFill>
                  <a:srgbClr val="FFFFFF"/>
                </a:solidFill>
                <a:effectLst/>
                <a:uLnTx/>
                <a:uFillTx/>
                <a:latin typeface="Aptos"/>
                <a:ea typeface="+mn-ea"/>
                <a:cs typeface="Open Sans"/>
              </a:rPr>
              <a:t>Process Gaps</a:t>
            </a:r>
            <a:endParaRPr kumimoji="0" lang="en-IN" sz="1400" b="1" i="0" u="none" strike="noStrike" kern="0" cap="none" spc="-10" normalizeH="0" baseline="0" noProof="0">
              <a:ln>
                <a:noFill/>
              </a:ln>
              <a:solidFill>
                <a:srgbClr val="FFFFFF"/>
              </a:solidFill>
              <a:effectLst/>
              <a:uLnTx/>
              <a:uFillTx/>
              <a:latin typeface="Aptos"/>
              <a:ea typeface="+mn-ea"/>
              <a:cs typeface="Open Sans"/>
            </a:endParaRPr>
          </a:p>
        </p:txBody>
      </p:sp>
      <p:sp>
        <p:nvSpPr>
          <p:cNvPr id="40" name="Arc 39">
            <a:extLst>
              <a:ext uri="{FF2B5EF4-FFF2-40B4-BE49-F238E27FC236}">
                <a16:creationId xmlns:a16="http://schemas.microsoft.com/office/drawing/2014/main" id="{AC840FAF-DC98-7967-E587-CA0CEC078669}"/>
              </a:ext>
            </a:extLst>
          </p:cNvPr>
          <p:cNvSpPr/>
          <p:nvPr/>
        </p:nvSpPr>
        <p:spPr>
          <a:xfrm flipH="1">
            <a:off x="4076333" y="1916730"/>
            <a:ext cx="584492" cy="584492"/>
          </a:xfrm>
          <a:prstGeom prst="arc">
            <a:avLst/>
          </a:prstGeom>
          <a:noFill/>
          <a:ln w="12700" cap="flat" cmpd="sng" algn="ctr">
            <a:solidFill>
              <a:sysClr val="window" lastClr="FFFFFF">
                <a:lumMod val="75000"/>
              </a:sys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cxnSp>
        <p:nvCxnSpPr>
          <p:cNvPr id="41" name="Straight Connector 40">
            <a:extLst>
              <a:ext uri="{FF2B5EF4-FFF2-40B4-BE49-F238E27FC236}">
                <a16:creationId xmlns:a16="http://schemas.microsoft.com/office/drawing/2014/main" id="{89839F9B-7169-447E-26CB-972781F46017}"/>
              </a:ext>
            </a:extLst>
          </p:cNvPr>
          <p:cNvCxnSpPr>
            <a:cxnSpLocks/>
          </p:cNvCxnSpPr>
          <p:nvPr/>
        </p:nvCxnSpPr>
        <p:spPr>
          <a:xfrm flipH="1">
            <a:off x="4354468" y="1916732"/>
            <a:ext cx="3008719" cy="0"/>
          </a:xfrm>
          <a:prstGeom prst="line">
            <a:avLst/>
          </a:prstGeom>
          <a:noFill/>
          <a:ln w="12700" cap="flat" cmpd="sng" algn="ctr">
            <a:solidFill>
              <a:sysClr val="window" lastClr="FFFFFF">
                <a:lumMod val="75000"/>
              </a:sysClr>
            </a:solidFill>
            <a:prstDash val="solid"/>
          </a:ln>
          <a:effectLst/>
        </p:spPr>
      </p:cxnSp>
      <p:sp>
        <p:nvSpPr>
          <p:cNvPr id="42" name="TextBox 41">
            <a:extLst>
              <a:ext uri="{FF2B5EF4-FFF2-40B4-BE49-F238E27FC236}">
                <a16:creationId xmlns:a16="http://schemas.microsoft.com/office/drawing/2014/main" id="{11254022-96C8-9F4F-E839-6C770152B9CB}"/>
              </a:ext>
            </a:extLst>
          </p:cNvPr>
          <p:cNvSpPr txBox="1"/>
          <p:nvPr/>
        </p:nvSpPr>
        <p:spPr>
          <a:xfrm>
            <a:off x="4479250" y="1688129"/>
            <a:ext cx="2911367" cy="648541"/>
          </a:xfrm>
          <a:prstGeom prst="roundRect">
            <a:avLst>
              <a:gd name="adj" fmla="val 50000"/>
            </a:avLst>
          </a:prstGeom>
          <a:solidFill>
            <a:srgbClr val="86BC25"/>
          </a:solidFill>
          <a:ln w="19050" algn="ctr">
            <a:noFill/>
            <a:miter lim="800000"/>
            <a:headEnd/>
            <a:tailEnd/>
          </a:ln>
          <a:effectLst/>
        </p:spPr>
        <p:txBody>
          <a:bodyPr vert="horz" wrap="square" lIns="91440" tIns="88900" rIns="88900" bIns="88900" rtlCol="0" anchor="ctr"/>
          <a:lstStyle>
            <a:defPPr>
              <a:defRPr lang="en-US"/>
            </a:defPPr>
            <a:lvl1pPr algn="ctr">
              <a:lnSpc>
                <a:spcPct val="106000"/>
              </a:lnSpc>
              <a:buFont typeface="Wingdings 2" pitchFamily="18" charset="2"/>
              <a:buNone/>
              <a:defRPr sz="1600" b="1" kern="0" spc="-10">
                <a:solidFill>
                  <a:srgbClr val="00A3E0"/>
                </a:solidFill>
                <a:cs typeface="Open Sans"/>
              </a:defRPr>
            </a:lvl1p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0" cap="none" spc="-10" normalizeH="0" baseline="0" noProof="0">
                <a:ln>
                  <a:noFill/>
                </a:ln>
                <a:solidFill>
                  <a:srgbClr val="FFFFFF"/>
                </a:solidFill>
                <a:effectLst/>
                <a:uLnTx/>
                <a:uFillTx/>
                <a:latin typeface="Aptos"/>
                <a:ea typeface="+mn-ea"/>
                <a:cs typeface="Open Sans"/>
              </a:rPr>
              <a:t>Integration Limitations</a:t>
            </a:r>
          </a:p>
        </p:txBody>
      </p:sp>
      <p:sp>
        <p:nvSpPr>
          <p:cNvPr id="43" name="Arc 42">
            <a:extLst>
              <a:ext uri="{FF2B5EF4-FFF2-40B4-BE49-F238E27FC236}">
                <a16:creationId xmlns:a16="http://schemas.microsoft.com/office/drawing/2014/main" id="{9BC6CBC5-2D31-1C4B-9BFC-F62900F83141}"/>
              </a:ext>
            </a:extLst>
          </p:cNvPr>
          <p:cNvSpPr/>
          <p:nvPr/>
        </p:nvSpPr>
        <p:spPr>
          <a:xfrm>
            <a:off x="7060026" y="1916730"/>
            <a:ext cx="584492" cy="584492"/>
          </a:xfrm>
          <a:prstGeom prst="arc">
            <a:avLst/>
          </a:prstGeom>
          <a:noFill/>
          <a:ln w="12700" cap="flat" cmpd="sng" algn="ctr">
            <a:solidFill>
              <a:sysClr val="window" lastClr="FFFFFF">
                <a:lumMod val="75000"/>
              </a:sys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44" name="Arc 43">
            <a:extLst>
              <a:ext uri="{FF2B5EF4-FFF2-40B4-BE49-F238E27FC236}">
                <a16:creationId xmlns:a16="http://schemas.microsoft.com/office/drawing/2014/main" id="{0052A314-DA26-FE86-450D-DF82C841A488}"/>
              </a:ext>
            </a:extLst>
          </p:cNvPr>
          <p:cNvSpPr/>
          <p:nvPr/>
        </p:nvSpPr>
        <p:spPr>
          <a:xfrm flipH="1">
            <a:off x="7987815" y="1916730"/>
            <a:ext cx="584492" cy="584492"/>
          </a:xfrm>
          <a:prstGeom prst="arc">
            <a:avLst/>
          </a:prstGeom>
          <a:noFill/>
          <a:ln w="12700" cap="flat" cmpd="sng" algn="ctr">
            <a:solidFill>
              <a:sysClr val="window" lastClr="FFFFFF">
                <a:lumMod val="75000"/>
              </a:sys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a:ea typeface="+mn-ea"/>
              <a:cs typeface="+mn-cs"/>
            </a:endParaRPr>
          </a:p>
        </p:txBody>
      </p:sp>
      <p:sp>
        <p:nvSpPr>
          <p:cNvPr id="45" name="Rectangle: Rounded Corners 44">
            <a:extLst>
              <a:ext uri="{FF2B5EF4-FFF2-40B4-BE49-F238E27FC236}">
                <a16:creationId xmlns:a16="http://schemas.microsoft.com/office/drawing/2014/main" id="{A142BD9C-8197-1D0C-3DE7-35D1F25D7D80}"/>
              </a:ext>
            </a:extLst>
          </p:cNvPr>
          <p:cNvSpPr/>
          <p:nvPr/>
        </p:nvSpPr>
        <p:spPr bwMode="gray">
          <a:xfrm>
            <a:off x="8267865" y="1688129"/>
            <a:ext cx="2911367" cy="648541"/>
          </a:xfrm>
          <a:prstGeom prst="roundRect">
            <a:avLst>
              <a:gd name="adj" fmla="val 50000"/>
            </a:avLst>
          </a:prstGeom>
          <a:solidFill>
            <a:srgbClr val="43B02A"/>
          </a:solidFill>
          <a:ln w="19050" algn="ctr">
            <a:noFill/>
            <a:miter lim="800000"/>
            <a:headEnd/>
            <a:tailEnd/>
          </a:ln>
          <a:effectLst/>
        </p:spPr>
        <p:txBody>
          <a:bodyPr vert="horz" wrap="square" lIns="9144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400" b="1" i="0" u="none" strike="noStrike" kern="0" cap="none" spc="-10" normalizeH="0" baseline="0" noProof="0">
                <a:ln>
                  <a:noFill/>
                </a:ln>
                <a:solidFill>
                  <a:srgbClr val="FFFFFF"/>
                </a:solidFill>
                <a:effectLst/>
                <a:uLnTx/>
                <a:uFillTx/>
                <a:latin typeface="Aptos"/>
                <a:ea typeface="+mn-ea"/>
                <a:cs typeface="Open Sans"/>
              </a:rPr>
              <a:t>Technology Gaps</a:t>
            </a:r>
          </a:p>
        </p:txBody>
      </p:sp>
      <p:sp>
        <p:nvSpPr>
          <p:cNvPr id="49" name="Rectangle 48">
            <a:extLst>
              <a:ext uri="{FF2B5EF4-FFF2-40B4-BE49-F238E27FC236}">
                <a16:creationId xmlns:a16="http://schemas.microsoft.com/office/drawing/2014/main" id="{0D2B7034-4CD2-8DDC-0687-FC8DFD9BC35E}"/>
              </a:ext>
            </a:extLst>
          </p:cNvPr>
          <p:cNvSpPr/>
          <p:nvPr/>
        </p:nvSpPr>
        <p:spPr>
          <a:xfrm>
            <a:off x="501641" y="1107608"/>
            <a:ext cx="11086448" cy="41549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Potential challenges </a:t>
            </a:r>
            <a:r>
              <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rPr>
              <a:t>in service delivery can be due to several systemic and process gaps</a:t>
            </a:r>
            <a:endPar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cxnSp>
        <p:nvCxnSpPr>
          <p:cNvPr id="50" name="Straight Connector 49">
            <a:extLst>
              <a:ext uri="{FF2B5EF4-FFF2-40B4-BE49-F238E27FC236}">
                <a16:creationId xmlns:a16="http://schemas.microsoft.com/office/drawing/2014/main" id="{578741ED-E8E4-7A09-E99D-474F83CD5236}"/>
              </a:ext>
            </a:extLst>
          </p:cNvPr>
          <p:cNvCxnSpPr>
            <a:cxnSpLocks/>
          </p:cNvCxnSpPr>
          <p:nvPr/>
        </p:nvCxnSpPr>
        <p:spPr>
          <a:xfrm>
            <a:off x="3733036" y="2194769"/>
            <a:ext cx="0" cy="360000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77B94CA-AD9C-0356-C84B-CD1AA0EBAC57}"/>
              </a:ext>
            </a:extLst>
          </p:cNvPr>
          <p:cNvCxnSpPr>
            <a:cxnSpLocks/>
          </p:cNvCxnSpPr>
          <p:nvPr/>
        </p:nvCxnSpPr>
        <p:spPr>
          <a:xfrm>
            <a:off x="4076333" y="2175719"/>
            <a:ext cx="0" cy="252730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A776ECF-03E7-1F81-2464-1440093ABF44}"/>
              </a:ext>
            </a:extLst>
          </p:cNvPr>
          <p:cNvCxnSpPr>
            <a:cxnSpLocks/>
          </p:cNvCxnSpPr>
          <p:nvPr/>
        </p:nvCxnSpPr>
        <p:spPr>
          <a:xfrm>
            <a:off x="7644518" y="2175719"/>
            <a:ext cx="0" cy="306000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C3A015D-BD28-2A52-2AFA-985D46053B5C}"/>
              </a:ext>
            </a:extLst>
          </p:cNvPr>
          <p:cNvCxnSpPr>
            <a:cxnSpLocks/>
          </p:cNvCxnSpPr>
          <p:nvPr/>
        </p:nvCxnSpPr>
        <p:spPr>
          <a:xfrm>
            <a:off x="7987815" y="2193098"/>
            <a:ext cx="0" cy="306000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Arc 53">
            <a:extLst>
              <a:ext uri="{FF2B5EF4-FFF2-40B4-BE49-F238E27FC236}">
                <a16:creationId xmlns:a16="http://schemas.microsoft.com/office/drawing/2014/main" id="{C3993D17-B491-2EE7-C75B-921721388400}"/>
              </a:ext>
            </a:extLst>
          </p:cNvPr>
          <p:cNvSpPr/>
          <p:nvPr/>
        </p:nvSpPr>
        <p:spPr>
          <a:xfrm flipV="1">
            <a:off x="3733036" y="4489898"/>
            <a:ext cx="343297" cy="343297"/>
          </a:xfrm>
          <a:prstGeom prst="arc">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55" name="Oval 54">
            <a:extLst>
              <a:ext uri="{FF2B5EF4-FFF2-40B4-BE49-F238E27FC236}">
                <a16:creationId xmlns:a16="http://schemas.microsoft.com/office/drawing/2014/main" id="{80AC3217-65F0-6D84-1621-F9BDB87C9AEE}"/>
              </a:ext>
            </a:extLst>
          </p:cNvPr>
          <p:cNvSpPr/>
          <p:nvPr/>
        </p:nvSpPr>
        <p:spPr>
          <a:xfrm>
            <a:off x="557529" y="2533984"/>
            <a:ext cx="315012" cy="315012"/>
          </a:xfrm>
          <a:prstGeom prst="ellipse">
            <a:avLst/>
          </a:prstGeom>
          <a:solidFill>
            <a:srgbClr val="0027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1</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6" name="TextBox 55">
            <a:extLst>
              <a:ext uri="{FF2B5EF4-FFF2-40B4-BE49-F238E27FC236}">
                <a16:creationId xmlns:a16="http://schemas.microsoft.com/office/drawing/2014/main" id="{F730FD66-CAB5-AD76-B59B-1958649F1D7A}"/>
              </a:ext>
            </a:extLst>
          </p:cNvPr>
          <p:cNvSpPr txBox="1"/>
          <p:nvPr/>
        </p:nvSpPr>
        <p:spPr>
          <a:xfrm>
            <a:off x="931441" y="3087861"/>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Limited access to information – increased footfall at field offices</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57" name="Oval 56">
            <a:extLst>
              <a:ext uri="{FF2B5EF4-FFF2-40B4-BE49-F238E27FC236}">
                <a16:creationId xmlns:a16="http://schemas.microsoft.com/office/drawing/2014/main" id="{378B94F4-E1F2-5894-877B-5855E351DBF4}"/>
              </a:ext>
            </a:extLst>
          </p:cNvPr>
          <p:cNvSpPr/>
          <p:nvPr/>
        </p:nvSpPr>
        <p:spPr>
          <a:xfrm>
            <a:off x="557529" y="3115021"/>
            <a:ext cx="315012" cy="315012"/>
          </a:xfrm>
          <a:prstGeom prst="ellipse">
            <a:avLst/>
          </a:prstGeom>
          <a:solidFill>
            <a:srgbClr val="0027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2</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8" name="TextBox 57">
            <a:extLst>
              <a:ext uri="{FF2B5EF4-FFF2-40B4-BE49-F238E27FC236}">
                <a16:creationId xmlns:a16="http://schemas.microsoft.com/office/drawing/2014/main" id="{6F3DFE83-736D-8934-E728-8D23E73BB54F}"/>
              </a:ext>
            </a:extLst>
          </p:cNvPr>
          <p:cNvSpPr txBox="1"/>
          <p:nvPr/>
        </p:nvSpPr>
        <p:spPr>
          <a:xfrm>
            <a:off x="931441" y="3668898"/>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Digitized workflows with select manual steps – e.g., physical signatures</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59" name="Oval 58">
            <a:extLst>
              <a:ext uri="{FF2B5EF4-FFF2-40B4-BE49-F238E27FC236}">
                <a16:creationId xmlns:a16="http://schemas.microsoft.com/office/drawing/2014/main" id="{5007CD0F-0241-2E03-83AB-39BABA010A48}"/>
              </a:ext>
            </a:extLst>
          </p:cNvPr>
          <p:cNvSpPr/>
          <p:nvPr/>
        </p:nvSpPr>
        <p:spPr>
          <a:xfrm>
            <a:off x="557529" y="3696058"/>
            <a:ext cx="315012" cy="315012"/>
          </a:xfrm>
          <a:prstGeom prst="ellipse">
            <a:avLst/>
          </a:prstGeom>
          <a:solidFill>
            <a:srgbClr val="0027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3</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0" name="TextBox 59">
            <a:extLst>
              <a:ext uri="{FF2B5EF4-FFF2-40B4-BE49-F238E27FC236}">
                <a16:creationId xmlns:a16="http://schemas.microsoft.com/office/drawing/2014/main" id="{0B3E34D5-0514-CE17-149B-66DC65B35BD7}"/>
              </a:ext>
            </a:extLst>
          </p:cNvPr>
          <p:cNvSpPr txBox="1"/>
          <p:nvPr/>
        </p:nvSpPr>
        <p:spPr>
          <a:xfrm>
            <a:off x="931441" y="4249935"/>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Need for multiple visits to the field offices for single applications</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61" name="Oval 60">
            <a:extLst>
              <a:ext uri="{FF2B5EF4-FFF2-40B4-BE49-F238E27FC236}">
                <a16:creationId xmlns:a16="http://schemas.microsoft.com/office/drawing/2014/main" id="{9DD10EDD-80BE-7F97-FC85-3C99A091337B}"/>
              </a:ext>
            </a:extLst>
          </p:cNvPr>
          <p:cNvSpPr/>
          <p:nvPr/>
        </p:nvSpPr>
        <p:spPr>
          <a:xfrm>
            <a:off x="557529" y="4277095"/>
            <a:ext cx="315012" cy="315012"/>
          </a:xfrm>
          <a:prstGeom prst="ellipse">
            <a:avLst/>
          </a:prstGeom>
          <a:solidFill>
            <a:srgbClr val="0027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4</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2" name="TextBox 61">
            <a:extLst>
              <a:ext uri="{FF2B5EF4-FFF2-40B4-BE49-F238E27FC236}">
                <a16:creationId xmlns:a16="http://schemas.microsoft.com/office/drawing/2014/main" id="{F3E80E0B-0615-E992-F3F4-F138421116B6}"/>
              </a:ext>
            </a:extLst>
          </p:cNvPr>
          <p:cNvSpPr txBox="1"/>
          <p:nvPr/>
        </p:nvSpPr>
        <p:spPr>
          <a:xfrm>
            <a:off x="931441" y="4830973"/>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Inadequate timely response for grievance redressal</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63" name="Oval 62">
            <a:extLst>
              <a:ext uri="{FF2B5EF4-FFF2-40B4-BE49-F238E27FC236}">
                <a16:creationId xmlns:a16="http://schemas.microsoft.com/office/drawing/2014/main" id="{0F7F9016-177C-71BF-5C89-90A0AEC1C1F9}"/>
              </a:ext>
            </a:extLst>
          </p:cNvPr>
          <p:cNvSpPr/>
          <p:nvPr/>
        </p:nvSpPr>
        <p:spPr>
          <a:xfrm>
            <a:off x="557529" y="4858133"/>
            <a:ext cx="315012" cy="315012"/>
          </a:xfrm>
          <a:prstGeom prst="ellipse">
            <a:avLst/>
          </a:prstGeom>
          <a:solidFill>
            <a:srgbClr val="0027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5</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4" name="TextBox 63">
            <a:extLst>
              <a:ext uri="{FF2B5EF4-FFF2-40B4-BE49-F238E27FC236}">
                <a16:creationId xmlns:a16="http://schemas.microsoft.com/office/drawing/2014/main" id="{C9AEF664-2B83-BB84-C20C-896AA6F6B666}"/>
              </a:ext>
            </a:extLst>
          </p:cNvPr>
          <p:cNvSpPr txBox="1"/>
          <p:nvPr/>
        </p:nvSpPr>
        <p:spPr>
          <a:xfrm>
            <a:off x="4802114" y="2506824"/>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Need for citizens to upload multiple documents already available with govt.</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65" name="Oval 64">
            <a:extLst>
              <a:ext uri="{FF2B5EF4-FFF2-40B4-BE49-F238E27FC236}">
                <a16:creationId xmlns:a16="http://schemas.microsoft.com/office/drawing/2014/main" id="{0E9ADAFA-0394-4260-7316-D5BA4FC13535}"/>
              </a:ext>
            </a:extLst>
          </p:cNvPr>
          <p:cNvSpPr/>
          <p:nvPr/>
        </p:nvSpPr>
        <p:spPr>
          <a:xfrm>
            <a:off x="4428202" y="2533984"/>
            <a:ext cx="315012" cy="315012"/>
          </a:xfrm>
          <a:prstGeom prst="ellipse">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1</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6" name="TextBox 65">
            <a:extLst>
              <a:ext uri="{FF2B5EF4-FFF2-40B4-BE49-F238E27FC236}">
                <a16:creationId xmlns:a16="http://schemas.microsoft.com/office/drawing/2014/main" id="{83ACC302-CF87-3DCE-F60F-D63159C93DD2}"/>
              </a:ext>
            </a:extLst>
          </p:cNvPr>
          <p:cNvSpPr txBox="1"/>
          <p:nvPr/>
        </p:nvSpPr>
        <p:spPr>
          <a:xfrm>
            <a:off x="4802114" y="3087861"/>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Limited information on encumbrances, litigation, mortgage etc. on land</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68" name="Oval 67">
            <a:extLst>
              <a:ext uri="{FF2B5EF4-FFF2-40B4-BE49-F238E27FC236}">
                <a16:creationId xmlns:a16="http://schemas.microsoft.com/office/drawing/2014/main" id="{E73D18A3-D383-4C8A-320A-7A8ED8F64DF6}"/>
              </a:ext>
            </a:extLst>
          </p:cNvPr>
          <p:cNvSpPr/>
          <p:nvPr/>
        </p:nvSpPr>
        <p:spPr>
          <a:xfrm>
            <a:off x="4428202" y="3115021"/>
            <a:ext cx="315012" cy="315012"/>
          </a:xfrm>
          <a:prstGeom prst="ellipse">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2</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1" name="TextBox 70">
            <a:extLst>
              <a:ext uri="{FF2B5EF4-FFF2-40B4-BE49-F238E27FC236}">
                <a16:creationId xmlns:a16="http://schemas.microsoft.com/office/drawing/2014/main" id="{C7A86A75-672F-7AA8-7D21-B83BDC3BE8B6}"/>
              </a:ext>
            </a:extLst>
          </p:cNvPr>
          <p:cNvSpPr txBox="1"/>
          <p:nvPr/>
        </p:nvSpPr>
        <p:spPr>
          <a:xfrm>
            <a:off x="4802114" y="3668898"/>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Manual data exchange on land acquisition details</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72" name="Oval 71">
            <a:extLst>
              <a:ext uri="{FF2B5EF4-FFF2-40B4-BE49-F238E27FC236}">
                <a16:creationId xmlns:a16="http://schemas.microsoft.com/office/drawing/2014/main" id="{DAE019E3-AA95-CAFB-9984-A05F108B7EAD}"/>
              </a:ext>
            </a:extLst>
          </p:cNvPr>
          <p:cNvSpPr/>
          <p:nvPr/>
        </p:nvSpPr>
        <p:spPr>
          <a:xfrm>
            <a:off x="4428202" y="3696058"/>
            <a:ext cx="315012" cy="315012"/>
          </a:xfrm>
          <a:prstGeom prst="ellipse">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3</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7" name="TextBox 76">
            <a:extLst>
              <a:ext uri="{FF2B5EF4-FFF2-40B4-BE49-F238E27FC236}">
                <a16:creationId xmlns:a16="http://schemas.microsoft.com/office/drawing/2014/main" id="{28BC782C-CEB0-9FDF-3446-AE810181B481}"/>
              </a:ext>
            </a:extLst>
          </p:cNvPr>
          <p:cNvSpPr txBox="1"/>
          <p:nvPr/>
        </p:nvSpPr>
        <p:spPr>
          <a:xfrm>
            <a:off x="4802114" y="4249935"/>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Limited/manual data exchange for master plan development</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82" name="Oval 81">
            <a:extLst>
              <a:ext uri="{FF2B5EF4-FFF2-40B4-BE49-F238E27FC236}">
                <a16:creationId xmlns:a16="http://schemas.microsoft.com/office/drawing/2014/main" id="{F9AC23C2-4A82-B5FA-9DF4-689B2951AD85}"/>
              </a:ext>
            </a:extLst>
          </p:cNvPr>
          <p:cNvSpPr/>
          <p:nvPr/>
        </p:nvSpPr>
        <p:spPr>
          <a:xfrm>
            <a:off x="4428202" y="4277095"/>
            <a:ext cx="315012" cy="315012"/>
          </a:xfrm>
          <a:prstGeom prst="ellipse">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4</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5" name="TextBox 84">
            <a:extLst>
              <a:ext uri="{FF2B5EF4-FFF2-40B4-BE49-F238E27FC236}">
                <a16:creationId xmlns:a16="http://schemas.microsoft.com/office/drawing/2014/main" id="{BAF9FDD3-C7E4-0415-C643-7526BB0FA3B6}"/>
              </a:ext>
            </a:extLst>
          </p:cNvPr>
          <p:cNvSpPr txBox="1"/>
          <p:nvPr/>
        </p:nvSpPr>
        <p:spPr>
          <a:xfrm>
            <a:off x="4802114" y="4830973"/>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Point-to-point integration of own modules</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90" name="Oval 89">
            <a:extLst>
              <a:ext uri="{FF2B5EF4-FFF2-40B4-BE49-F238E27FC236}">
                <a16:creationId xmlns:a16="http://schemas.microsoft.com/office/drawing/2014/main" id="{4FC82680-7356-03EC-1BBC-15F83869EC2D}"/>
              </a:ext>
            </a:extLst>
          </p:cNvPr>
          <p:cNvSpPr/>
          <p:nvPr/>
        </p:nvSpPr>
        <p:spPr>
          <a:xfrm>
            <a:off x="4428202" y="4858133"/>
            <a:ext cx="315012" cy="315012"/>
          </a:xfrm>
          <a:prstGeom prst="ellipse">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5</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1" name="TextBox 90">
            <a:extLst>
              <a:ext uri="{FF2B5EF4-FFF2-40B4-BE49-F238E27FC236}">
                <a16:creationId xmlns:a16="http://schemas.microsoft.com/office/drawing/2014/main" id="{3B2034AE-684E-2FB5-5A2B-EDBEFA9D8BCA}"/>
              </a:ext>
            </a:extLst>
          </p:cNvPr>
          <p:cNvSpPr txBox="1"/>
          <p:nvPr/>
        </p:nvSpPr>
        <p:spPr>
          <a:xfrm>
            <a:off x="8641777" y="2506824"/>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Dated technology, fragmented database, monolithic architecture</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92" name="Oval 91">
            <a:extLst>
              <a:ext uri="{FF2B5EF4-FFF2-40B4-BE49-F238E27FC236}">
                <a16:creationId xmlns:a16="http://schemas.microsoft.com/office/drawing/2014/main" id="{46E8F2C1-91B6-6D7C-6E01-21EC2870EDCA}"/>
              </a:ext>
            </a:extLst>
          </p:cNvPr>
          <p:cNvSpPr/>
          <p:nvPr/>
        </p:nvSpPr>
        <p:spPr>
          <a:xfrm>
            <a:off x="8267865" y="2533984"/>
            <a:ext cx="315012" cy="315012"/>
          </a:xfrm>
          <a:prstGeom prst="ellipse">
            <a:avLst/>
          </a:prstGeom>
          <a:solidFill>
            <a:srgbClr val="43B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1</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3" name="TextBox 92">
            <a:extLst>
              <a:ext uri="{FF2B5EF4-FFF2-40B4-BE49-F238E27FC236}">
                <a16:creationId xmlns:a16="http://schemas.microsoft.com/office/drawing/2014/main" id="{95ECC9C7-ACA0-F643-5668-00A3EE4CA03C}"/>
              </a:ext>
            </a:extLst>
          </p:cNvPr>
          <p:cNvSpPr txBox="1"/>
          <p:nvPr/>
        </p:nvSpPr>
        <p:spPr>
          <a:xfrm>
            <a:off x="8641777" y="3087861"/>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Limited use of open source tech, emerging technology etc.</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94" name="Oval 93">
            <a:extLst>
              <a:ext uri="{FF2B5EF4-FFF2-40B4-BE49-F238E27FC236}">
                <a16:creationId xmlns:a16="http://schemas.microsoft.com/office/drawing/2014/main" id="{3AE54D61-6B0D-DB75-732E-0CF2260CB300}"/>
              </a:ext>
            </a:extLst>
          </p:cNvPr>
          <p:cNvSpPr/>
          <p:nvPr/>
        </p:nvSpPr>
        <p:spPr>
          <a:xfrm>
            <a:off x="8267865" y="3115021"/>
            <a:ext cx="315012" cy="315012"/>
          </a:xfrm>
          <a:prstGeom prst="ellipse">
            <a:avLst/>
          </a:prstGeom>
          <a:solidFill>
            <a:srgbClr val="43B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2</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5" name="TextBox 94">
            <a:extLst>
              <a:ext uri="{FF2B5EF4-FFF2-40B4-BE49-F238E27FC236}">
                <a16:creationId xmlns:a16="http://schemas.microsoft.com/office/drawing/2014/main" id="{88D61262-29CE-893D-DC79-87DA00CE8012}"/>
              </a:ext>
            </a:extLst>
          </p:cNvPr>
          <p:cNvSpPr txBox="1"/>
          <p:nvPr/>
        </p:nvSpPr>
        <p:spPr>
          <a:xfrm>
            <a:off x="8641777" y="3668898"/>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Internet connectivity issues leading to manual processing of applications</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96" name="Oval 95">
            <a:extLst>
              <a:ext uri="{FF2B5EF4-FFF2-40B4-BE49-F238E27FC236}">
                <a16:creationId xmlns:a16="http://schemas.microsoft.com/office/drawing/2014/main" id="{F29C026E-76F7-BCE0-510C-7CEA4A4F12C9}"/>
              </a:ext>
            </a:extLst>
          </p:cNvPr>
          <p:cNvSpPr/>
          <p:nvPr/>
        </p:nvSpPr>
        <p:spPr>
          <a:xfrm>
            <a:off x="8267865" y="3696058"/>
            <a:ext cx="315012" cy="315012"/>
          </a:xfrm>
          <a:prstGeom prst="ellipse">
            <a:avLst/>
          </a:prstGeom>
          <a:solidFill>
            <a:srgbClr val="43B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3</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7" name="TextBox 96">
            <a:extLst>
              <a:ext uri="{FF2B5EF4-FFF2-40B4-BE49-F238E27FC236}">
                <a16:creationId xmlns:a16="http://schemas.microsoft.com/office/drawing/2014/main" id="{FCECB44B-27CF-81E7-35EA-1062C58A8DC2}"/>
              </a:ext>
            </a:extLst>
          </p:cNvPr>
          <p:cNvSpPr txBox="1"/>
          <p:nvPr/>
        </p:nvSpPr>
        <p:spPr>
          <a:xfrm>
            <a:off x="8641777" y="4249935"/>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Duplication of business logic, lack of centralised workflows</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98" name="Oval 97">
            <a:extLst>
              <a:ext uri="{FF2B5EF4-FFF2-40B4-BE49-F238E27FC236}">
                <a16:creationId xmlns:a16="http://schemas.microsoft.com/office/drawing/2014/main" id="{C8152634-1301-5E9F-53E5-EF2C584AD2DA}"/>
              </a:ext>
            </a:extLst>
          </p:cNvPr>
          <p:cNvSpPr/>
          <p:nvPr/>
        </p:nvSpPr>
        <p:spPr>
          <a:xfrm>
            <a:off x="8267865" y="4277095"/>
            <a:ext cx="315012" cy="315012"/>
          </a:xfrm>
          <a:prstGeom prst="ellipse">
            <a:avLst/>
          </a:prstGeom>
          <a:solidFill>
            <a:srgbClr val="43B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4</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1" name="TextBox 100">
            <a:extLst>
              <a:ext uri="{FF2B5EF4-FFF2-40B4-BE49-F238E27FC236}">
                <a16:creationId xmlns:a16="http://schemas.microsoft.com/office/drawing/2014/main" id="{0F84C056-6E43-275A-9AD1-3AC6AD801183}"/>
              </a:ext>
            </a:extLst>
          </p:cNvPr>
          <p:cNvSpPr txBox="1"/>
          <p:nvPr/>
        </p:nvSpPr>
        <p:spPr>
          <a:xfrm>
            <a:off x="931441" y="5411409"/>
            <a:ext cx="2601210" cy="369332"/>
          </a:xfrm>
          <a:prstGeom prst="rect">
            <a:avLst/>
          </a:prstGeom>
          <a:noFill/>
        </p:spPr>
        <p:txBody>
          <a:bodyPr wrap="square" lIns="0" tIns="0" rIns="0" bIns="0" anchor="ctr">
            <a:spAutoFit/>
          </a:bodyPr>
          <a:lstStyle>
            <a:defPPr>
              <a:defRPr lang="en-US"/>
            </a:defPPr>
            <a:lvl1pPr marR="0" lvl="0" indent="0" fontAlgn="auto">
              <a:lnSpc>
                <a:spcPct val="100000"/>
              </a:lnSpc>
              <a:spcAft>
                <a:spcPts val="1500"/>
              </a:spcAft>
              <a:buClrTx/>
              <a:buSzPct val="100000"/>
              <a:buFontTx/>
              <a:buNone/>
              <a:tabLst/>
              <a:defRPr kumimoji="0" sz="900" b="1" i="0" u="none" strike="noStrike" cap="none" spc="0" normalizeH="0" baseline="0">
                <a:ln>
                  <a:noFill/>
                </a:ln>
                <a:solidFill>
                  <a:srgbClr val="43B02A"/>
                </a:solidFill>
                <a:effectLst/>
                <a:uLnTx/>
                <a:uFillTx/>
                <a:latin typeface="Aptos" panose="020B0004020202020204" pitchFamily="34"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1500"/>
              </a:spcAft>
              <a:buClrTx/>
              <a:buSzPct val="100000"/>
              <a:buFontTx/>
              <a:buNone/>
              <a:tabLst/>
              <a:defRPr/>
            </a:pPr>
            <a:r>
              <a:rPr kumimoji="0" lang="en-IN"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rPr>
              <a:t>Lack of structured forms, feedback etc. for process improvements/challenges</a:t>
            </a:r>
            <a:endParaRPr kumimoji="0" lang="en-US" sz="1200" b="0" i="0" u="none" strike="noStrike" kern="0" cap="none" spc="0" normalizeH="0" baseline="0" noProof="0">
              <a:ln>
                <a:noFill/>
              </a:ln>
              <a:solidFill>
                <a:sysClr val="windowText" lastClr="000000"/>
              </a:solidFill>
              <a:effectLst/>
              <a:uLnTx/>
              <a:uFillTx/>
              <a:latin typeface="Aptos" panose="020B0004020202020204" pitchFamily="34" charset="0"/>
              <a:ea typeface="+mn-ea"/>
              <a:cs typeface="Times New Roman" panose="02020603050405020304" pitchFamily="18" charset="0"/>
            </a:endParaRPr>
          </a:p>
        </p:txBody>
      </p:sp>
      <p:sp>
        <p:nvSpPr>
          <p:cNvPr id="102" name="Oval 101">
            <a:extLst>
              <a:ext uri="{FF2B5EF4-FFF2-40B4-BE49-F238E27FC236}">
                <a16:creationId xmlns:a16="http://schemas.microsoft.com/office/drawing/2014/main" id="{D0A46764-D9F4-1789-FF2B-8F7C67059C03}"/>
              </a:ext>
            </a:extLst>
          </p:cNvPr>
          <p:cNvSpPr/>
          <p:nvPr/>
        </p:nvSpPr>
        <p:spPr>
          <a:xfrm>
            <a:off x="557529" y="5438569"/>
            <a:ext cx="315012" cy="315012"/>
          </a:xfrm>
          <a:prstGeom prst="ellipse">
            <a:avLst/>
          </a:prstGeom>
          <a:solidFill>
            <a:srgbClr val="0027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6</a:t>
            </a:r>
            <a:endParaRPr kumimoji="0" lang="en-IN" sz="18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3" name="Rectangle 102">
            <a:extLst>
              <a:ext uri="{FF2B5EF4-FFF2-40B4-BE49-F238E27FC236}">
                <a16:creationId xmlns:a16="http://schemas.microsoft.com/office/drawing/2014/main" id="{33AA549F-CFD7-BC8E-F05C-847EA8DF8A40}"/>
              </a:ext>
            </a:extLst>
          </p:cNvPr>
          <p:cNvSpPr/>
          <p:nvPr/>
        </p:nvSpPr>
        <p:spPr>
          <a:xfrm>
            <a:off x="4317528" y="5470217"/>
            <a:ext cx="7270557" cy="738664"/>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ptos" panose="020B0004020202020204" pitchFamily="34" charset="0"/>
                <a:ea typeface="+mn-ea"/>
                <a:cs typeface="+mn-cs"/>
              </a:rPr>
              <a:t>Business process re-engineering and integrated governance systems can simplify processes, reduce turnaround time, enhance transparency, and improve service delivery for citizens and businesses</a:t>
            </a:r>
          </a:p>
        </p:txBody>
      </p:sp>
    </p:spTree>
    <p:extLst>
      <p:ext uri="{BB962C8B-B14F-4D97-AF65-F5344CB8AC3E}">
        <p14:creationId xmlns:p14="http://schemas.microsoft.com/office/powerpoint/2010/main" val="25746902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1">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41</Slides>
  <Notes>19</Notes>
  <HiddenSlides>0</HiddenSlides>
  <ScaleCrop>false</ScaleCrop>
  <HeadingPairs>
    <vt:vector size="4" baseType="variant">
      <vt:variant>
        <vt:lpstr>Theme</vt:lpstr>
      </vt:variant>
      <vt:variant>
        <vt:i4>4</vt:i4>
      </vt:variant>
      <vt:variant>
        <vt:lpstr>Slide Titles</vt:lpstr>
      </vt:variant>
      <vt:variant>
        <vt:i4>41</vt:i4>
      </vt:variant>
    </vt:vector>
  </HeadingPairs>
  <TitlesOfParts>
    <vt:vector size="45" baseType="lpstr">
      <vt:lpstr>Office Theme</vt:lpstr>
      <vt:lpstr>1_Office Theme</vt:lpstr>
      <vt:lpstr>2_Office Theme</vt:lpstr>
      <vt:lpstr>3_Office Theme</vt:lpstr>
      <vt:lpstr>PowerPoint Presentation</vt:lpstr>
      <vt:lpstr>PowerPoint Presentation</vt:lpstr>
      <vt:lpstr>PowerPoint Presentation</vt:lpstr>
      <vt:lpstr>PowerPoint Presentation</vt:lpstr>
      <vt:lpstr>Introduction</vt:lpstr>
      <vt:lpstr>PowerPoint Presentation</vt:lpstr>
      <vt:lpstr>Five Strategic Priorities for Trusted Land Governance</vt:lpstr>
      <vt:lpstr>Deloitte’s Point of View: Integrated Land Governance System</vt:lpstr>
      <vt:lpstr>Deloitte’s Point of View: Integrated Land Governance System</vt:lpstr>
      <vt:lpstr>Deloitte’s Point of View: Integrated Land Governance System</vt:lpstr>
      <vt:lpstr>Our Value Proposition</vt:lpstr>
      <vt:lpstr>PowerPoint Presentation</vt:lpstr>
      <vt:lpstr>Our Implementation Framework</vt:lpstr>
      <vt:lpstr>Detailed Methodology: Revenue Analysis and Enhancement</vt:lpstr>
      <vt:lpstr>Detailed Methodology: Policy Intervention (1/2)</vt:lpstr>
      <vt:lpstr>Detailed Methodology: Policy Intervention (2/2)</vt:lpstr>
      <vt:lpstr>Detailed Methodology: Process Improv. in LR Management &amp; Citizen Services (1/2)</vt:lpstr>
      <vt:lpstr>Detailed Methodology: Process Improv. in LR Management &amp; Citizen Services (2/2)</vt:lpstr>
      <vt:lpstr>Detailed Methodology: Illustrative Business Process Improvement</vt:lpstr>
      <vt:lpstr>PowerPoint Presentation</vt:lpstr>
      <vt:lpstr>Deloitte Value Addition: Achieving "One Parcel, One Truth“ through automated, frictionless ecosystem integration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Our Experience</vt:lpstr>
      <vt:lpstr>Our Experience – Detailed Activities across Projects (1/4)</vt:lpstr>
      <vt:lpstr>Our Experience – Detailed Activities across Projects (2/4)</vt:lpstr>
      <vt:lpstr>Our Experience – Detailed Activities across Projects (3/4)</vt:lpstr>
      <vt:lpstr>Our Experience – Detailed Activities across Projects (4/4)</vt:lpstr>
      <vt:lpstr>PowerPoint Presentation</vt:lpstr>
      <vt:lpstr>Deloitte’s Experience in Rajasthan</vt:lpstr>
      <vt:lpstr>Rajasthan’s Revenue Land Revenue Collection</vt:lpstr>
      <vt:lpstr>Illustrative Dashboard Snapshots</vt:lpstr>
      <vt:lpstr>Deloitte’s Point of View: Support National Priorities under DILRMP</vt:lpstr>
      <vt:lpstr>Performance at District Level</vt:lpstr>
      <vt:lpstr>Deloitte’s Point of View: Align with Viksit Bharat &amp; Viksit Rajasthan</vt:lpstr>
      <vt:lpstr>Deloitte’s Point of View: Improve Service Delivery for Citizens and Businesses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Dalmia, Shreya</dc:creator>
  <cp:revision>1</cp:revision>
  <dcterms:created xsi:type="dcterms:W3CDTF">2026-07-15T09:23:38Z</dcterms:created>
  <dcterms:modified xsi:type="dcterms:W3CDTF">2026-09-08T05:06:46Z</dcterms:modified>
</cp:coreProperties>
</file>