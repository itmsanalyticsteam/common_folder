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4"/>
  </p:notesMasterIdLst>
  <p:sldIdLst>
    <p:sldId id="300" r:id="rId3"/>
    <p:sldId id="284" r:id="rId4"/>
    <p:sldId id="346" r:id="rId5"/>
    <p:sldId id="347" r:id="rId6"/>
    <p:sldId id="348" r:id="rId7"/>
    <p:sldId id="349" r:id="rId8"/>
    <p:sldId id="367" r:id="rId9"/>
    <p:sldId id="368" r:id="rId10"/>
    <p:sldId id="369" r:id="rId11"/>
    <p:sldId id="370" r:id="rId12"/>
    <p:sldId id="371" r:id="rId13"/>
    <p:sldId id="350" r:id="rId14"/>
    <p:sldId id="366" r:id="rId15"/>
    <p:sldId id="363" r:id="rId16"/>
    <p:sldId id="364" r:id="rId17"/>
    <p:sldId id="373" r:id="rId18"/>
    <p:sldId id="374" r:id="rId19"/>
    <p:sldId id="375" r:id="rId20"/>
    <p:sldId id="376" r:id="rId21"/>
    <p:sldId id="377" r:id="rId22"/>
    <p:sldId id="3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1313"/>
    <a:srgbClr val="156082"/>
    <a:srgbClr val="337C3D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Sheet1!$H$2:$H$6</c:f>
              <c:strCache>
                <c:ptCount val="5"/>
                <c:pt idx="0">
                  <c:v>Royalty</c:v>
                </c:pt>
                <c:pt idx="1">
                  <c:v>Premium</c:v>
                </c:pt>
                <c:pt idx="2">
                  <c:v>BT Amount</c:v>
                </c:pt>
                <c:pt idx="3">
                  <c:v>Penalty</c:v>
                </c:pt>
                <c:pt idx="4">
                  <c:v>Others</c:v>
                </c:pt>
              </c:strCache>
            </c:strRef>
          </c:cat>
          <c:val>
            <c:numRef>
              <c:f>Sheet1!$I$2:$I$6</c:f>
              <c:numCache>
                <c:formatCode>#,##0_ ;\-#,##0\ </c:formatCode>
                <c:ptCount val="5"/>
                <c:pt idx="0">
                  <c:v>8678.9439999999995</c:v>
                </c:pt>
                <c:pt idx="1">
                  <c:v>953.577</c:v>
                </c:pt>
                <c:pt idx="2">
                  <c:v>232.547</c:v>
                </c:pt>
                <c:pt idx="3">
                  <c:v>104.589</c:v>
                </c:pt>
                <c:pt idx="4">
                  <c:v>411.71300000000002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5B-412D-B0CD-D60235E3D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0112479"/>
        <c:axId val="860113919"/>
      </c:barChart>
      <c:catAx>
        <c:axId val="860112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0113919"/>
        <c:crosses val="autoZero"/>
        <c:auto val="1"/>
        <c:lblAlgn val="ctr"/>
        <c:lblOffset val="100"/>
        <c:noMultiLvlLbl val="0"/>
      </c:catAx>
      <c:valAx>
        <c:axId val="860113919"/>
        <c:scaling>
          <c:orientation val="minMax"/>
        </c:scaling>
        <c:delete val="0"/>
        <c:axPos val="l"/>
        <c:numFmt formatCode="#,##0_ ;\-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0112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Minor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322585242063044E-2"/>
          <c:y val="7.4913216434337737E-2"/>
          <c:w val="0.82535482951587391"/>
          <c:h val="0.6667100439903899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399-4A91-9910-2EB865A4E5DC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399-4A91-9910-2EB865A4E5DC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399-4A91-9910-2EB865A4E5D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399-4A91-9910-2EB865A4E5DC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C399-4A91-9910-2EB865A4E5DC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C399-4A91-9910-2EB865A4E5DC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C399-4A91-9910-2EB865A4E5DC}"/>
              </c:ext>
            </c:extLst>
          </c:dPt>
          <c:dLbls>
            <c:dLbl>
              <c:idx val="5"/>
              <c:layout>
                <c:manualLayout>
                  <c:x val="0"/>
                  <c:y val="-8.6712327654866153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399-4A91-9910-2EB865A4E5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Masonary Stone</c:v>
                </c:pt>
                <c:pt idx="1">
                  <c:v>Granite</c:v>
                </c:pt>
                <c:pt idx="2">
                  <c:v>Marble</c:v>
                </c:pt>
                <c:pt idx="3">
                  <c:v>Limestone</c:v>
                </c:pt>
                <c:pt idx="4">
                  <c:v>Sandstone</c:v>
                </c:pt>
                <c:pt idx="5">
                  <c:v>Gypsum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753.73</c:v>
                </c:pt>
                <c:pt idx="1">
                  <c:v>334.49</c:v>
                </c:pt>
                <c:pt idx="2">
                  <c:v>314.20999999999998</c:v>
                </c:pt>
                <c:pt idx="3">
                  <c:v>228.51</c:v>
                </c:pt>
                <c:pt idx="4">
                  <c:v>310.19</c:v>
                </c:pt>
                <c:pt idx="5">
                  <c:v>143.94999999999999</c:v>
                </c:pt>
                <c:pt idx="6">
                  <c:v>607.99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399-4A91-9910-2EB865A4E5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2.8357327744970396E-2"/>
          <c:y val="0.78144470599003368"/>
          <c:w val="0.94328534451005919"/>
          <c:h val="0.19746310620202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40" b="1"/>
              <a:t>Major Minerals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8.7784706593975026E-2"/>
          <c:y val="0.15479341188300988"/>
          <c:w val="0.82443058681204995"/>
          <c:h val="0.51675735429636505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Royalty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548-4813-BCCE-90C07C854920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548-4813-BCCE-90C07C854920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548-4813-BCCE-90C07C854920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548-4813-BCCE-90C07C854920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6548-4813-BCCE-90C07C854920}"/>
              </c:ext>
            </c:extLst>
          </c:dPt>
          <c:dPt>
            <c:idx val="5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6548-4813-BCCE-90C07C854920}"/>
              </c:ext>
            </c:extLst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6548-4813-BCCE-90C07C854920}"/>
              </c:ext>
            </c:extLst>
          </c:dPt>
          <c:dLbls>
            <c:dLbl>
              <c:idx val="4"/>
              <c:layout>
                <c:manualLayout>
                  <c:x val="-6.4361128918816318E-2"/>
                  <c:y val="-1.2242058855963214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548-4813-BCCE-90C07C854920}"/>
                </c:ext>
              </c:extLst>
            </c:dLbl>
            <c:dLbl>
              <c:idx val="6"/>
              <c:layout>
                <c:manualLayout>
                  <c:x val="6.2062517171715625E-2"/>
                  <c:y val="-7.345235313577933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548-4813-BCCE-90C07C85492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Zinc</c:v>
                </c:pt>
                <c:pt idx="1">
                  <c:v>Limestone</c:v>
                </c:pt>
                <c:pt idx="2">
                  <c:v>Lead</c:v>
                </c:pt>
                <c:pt idx="3">
                  <c:v>Silver</c:v>
                </c:pt>
                <c:pt idx="4">
                  <c:v>Rock  Phosphate</c:v>
                </c:pt>
                <c:pt idx="5">
                  <c:v>Felspar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2509.88</c:v>
                </c:pt>
                <c:pt idx="1">
                  <c:v>841.66</c:v>
                </c:pt>
                <c:pt idx="2">
                  <c:v>544.55999999999995</c:v>
                </c:pt>
                <c:pt idx="3">
                  <c:v>769.01</c:v>
                </c:pt>
                <c:pt idx="4">
                  <c:v>202.56</c:v>
                </c:pt>
                <c:pt idx="5">
                  <c:v>145.15</c:v>
                </c:pt>
                <c:pt idx="6">
                  <c:v>340.38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548-4813-BCCE-90C07C85492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7236330228337215E-2"/>
          <c:y val="0.74049206521797806"/>
          <c:w val="0.9631438585677472"/>
          <c:h val="0.236122132177220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2023-24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2.416589505210176E-2"/>
                  <c:y val="4.60097293018093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336-4162-B42A-CE608A8E6239}"/>
                </c:ext>
              </c:extLst>
            </c:dLbl>
            <c:numFmt formatCode="#,##0" sourceLinked="0"/>
            <c:spPr>
              <a:solidFill>
                <a:srgbClr val="C41313"/>
              </a:solidFill>
              <a:ln>
                <a:solidFill>
                  <a:srgbClr val="15608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Sheet2!$B$2:$B$13</c:f>
              <c:numCache>
                <c:formatCode>General</c:formatCode>
                <c:ptCount val="12"/>
                <c:pt idx="0">
                  <c:v>503.7</c:v>
                </c:pt>
                <c:pt idx="1">
                  <c:v>543.72</c:v>
                </c:pt>
                <c:pt idx="2">
                  <c:v>590.80999999999995</c:v>
                </c:pt>
                <c:pt idx="3">
                  <c:v>525.47</c:v>
                </c:pt>
                <c:pt idx="4">
                  <c:v>574.72</c:v>
                </c:pt>
                <c:pt idx="5">
                  <c:v>621.64</c:v>
                </c:pt>
                <c:pt idx="6">
                  <c:v>619.66</c:v>
                </c:pt>
                <c:pt idx="7">
                  <c:v>537.82000000000005</c:v>
                </c:pt>
                <c:pt idx="8">
                  <c:v>613.95000000000005</c:v>
                </c:pt>
                <c:pt idx="9">
                  <c:v>635.89</c:v>
                </c:pt>
                <c:pt idx="10">
                  <c:v>624</c:v>
                </c:pt>
                <c:pt idx="11">
                  <c:v>1047.54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36-4162-B42A-CE608A8E6239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2024-25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4"/>
              <c:layout>
                <c:manualLayout>
                  <c:x val="-1.5301742809240041E-2"/>
                  <c:y val="-3.70625336668952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336-4162-B42A-CE608A8E6239}"/>
                </c:ext>
              </c:extLst>
            </c:dLbl>
            <c:dLbl>
              <c:idx val="5"/>
              <c:layout>
                <c:manualLayout>
                  <c:x val="-2.8597971173532698E-2"/>
                  <c:y val="-2.58365521846378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36-4162-B42A-CE608A8E6239}"/>
                </c:ext>
              </c:extLst>
            </c:dLbl>
            <c:numFmt formatCode="#,##0" sourceLinked="0"/>
            <c:spPr>
              <a:solidFill>
                <a:srgbClr val="337C3D"/>
              </a:solidFill>
              <a:ln>
                <a:solidFill>
                  <a:srgbClr val="3B7D2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Sheet2!$C$2:$C$13</c:f>
              <c:numCache>
                <c:formatCode>General</c:formatCode>
                <c:ptCount val="12"/>
                <c:pt idx="0">
                  <c:v>613.54999999999995</c:v>
                </c:pt>
                <c:pt idx="1">
                  <c:v>638.12</c:v>
                </c:pt>
                <c:pt idx="2">
                  <c:v>663.25</c:v>
                </c:pt>
                <c:pt idx="3">
                  <c:v>893.44</c:v>
                </c:pt>
                <c:pt idx="4">
                  <c:v>670.33</c:v>
                </c:pt>
                <c:pt idx="5">
                  <c:v>648.63</c:v>
                </c:pt>
                <c:pt idx="6">
                  <c:v>781.15</c:v>
                </c:pt>
                <c:pt idx="7">
                  <c:v>693.39</c:v>
                </c:pt>
                <c:pt idx="8">
                  <c:v>738.88</c:v>
                </c:pt>
                <c:pt idx="9">
                  <c:v>755.03</c:v>
                </c:pt>
                <c:pt idx="10">
                  <c:v>840.2</c:v>
                </c:pt>
                <c:pt idx="11">
                  <c:v>1292.25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36-4162-B42A-CE608A8E6239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2025-26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2.5273914082459516E-2"/>
                  <c:y val="2.80817484810893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162-B42A-CE608A8E6239}"/>
                </c:ext>
              </c:extLst>
            </c:dLbl>
            <c:dLbl>
              <c:idx val="4"/>
              <c:layout>
                <c:manualLayout>
                  <c:x val="-2.416589505210176E-2"/>
                  <c:y val="1.685576699883188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336-4162-B42A-CE608A8E6239}"/>
                </c:ext>
              </c:extLst>
            </c:dLbl>
            <c:numFmt formatCode="#,##0" sourceLinked="0"/>
            <c:spPr>
              <a:solidFill>
                <a:schemeClr val="accent5"/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Sheet2!$A$2:$A$13</c:f>
              <c:strCache>
                <c:ptCount val="12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  <c:pt idx="6">
                  <c:v>October</c:v>
                </c:pt>
                <c:pt idx="7">
                  <c:v>November</c:v>
                </c:pt>
                <c:pt idx="8">
                  <c:v>December</c:v>
                </c:pt>
                <c:pt idx="9">
                  <c:v>January</c:v>
                </c:pt>
                <c:pt idx="10">
                  <c:v>February</c:v>
                </c:pt>
                <c:pt idx="11">
                  <c:v>March</c:v>
                </c:pt>
              </c:strCache>
            </c:strRef>
          </c:cat>
          <c:val>
            <c:numRef>
              <c:f>Sheet2!$D$2:$D$13</c:f>
              <c:numCache>
                <c:formatCode>General</c:formatCode>
                <c:ptCount val="12"/>
                <c:pt idx="0">
                  <c:v>623.16</c:v>
                </c:pt>
                <c:pt idx="1">
                  <c:v>692.03</c:v>
                </c:pt>
                <c:pt idx="2">
                  <c:v>779.52</c:v>
                </c:pt>
                <c:pt idx="3">
                  <c:v>734.42</c:v>
                </c:pt>
                <c:pt idx="4">
                  <c:v>631.19000000000005</c:v>
                </c:pt>
                <c:pt idx="5">
                  <c:v>747.96</c:v>
                </c:pt>
                <c:pt idx="6">
                  <c:v>873.56</c:v>
                </c:pt>
                <c:pt idx="7">
                  <c:v>806.96</c:v>
                </c:pt>
                <c:pt idx="8">
                  <c:v>969.16</c:v>
                </c:pt>
                <c:pt idx="9">
                  <c:v>970.24</c:v>
                </c:pt>
                <c:pt idx="10">
                  <c:v>1060.6099999999999</c:v>
                </c:pt>
                <c:pt idx="11">
                  <c:v>1492.56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36-4162-B42A-CE608A8E623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863594383"/>
        <c:axId val="863595823"/>
      </c:lineChart>
      <c:catAx>
        <c:axId val="863594383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3595823"/>
        <c:crossesAt val="10"/>
        <c:auto val="1"/>
        <c:lblAlgn val="ctr"/>
        <c:lblOffset val="100"/>
        <c:noMultiLvlLbl val="0"/>
      </c:catAx>
      <c:valAx>
        <c:axId val="863595823"/>
        <c:scaling>
          <c:orientation val="minMax"/>
          <c:max val="1500"/>
          <c:min val="40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3594383"/>
        <c:crosses val="autoZero"/>
        <c:crossBetween val="between"/>
        <c:majorUnit val="100"/>
        <c:minorUnit val="4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>
          <a:alpha val="98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45481983207139"/>
          <c:y val="2.435613974408635E-2"/>
          <c:w val="0.80697079308885211"/>
          <c:h val="0.863566696810401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Targets</c:v>
                </c:pt>
              </c:strCache>
            </c:strRef>
          </c:tx>
          <c:spPr>
            <a:solidFill>
              <a:srgbClr val="4472C4"/>
            </a:solidFill>
            <a:ln w="32267">
              <a:noFill/>
            </a:ln>
          </c:spPr>
          <c:invertIfNegative val="0"/>
          <c:dLbls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</c:v>
                </c:pt>
                <c:pt idx="1">
                  <c:v>5000</c:v>
                </c:pt>
                <c:pt idx="2" formatCode="_ * #,##0_ ;_ * \-#,##0_ ;_ * &quot;-&quot;??_ ;_ @_ ">
                  <c:v>3500</c:v>
                </c:pt>
                <c:pt idx="3" formatCode="_ * #,##0_ ;_ * \-#,##0_ ;_ * &quot;-&quot;??_ ;_ @_ ">
                  <c:v>2900</c:v>
                </c:pt>
                <c:pt idx="4" formatCode="_ * #,##0_ ;_ * \-#,##0_ ;_ * &quot;-&quot;??_ ;_ @_ ">
                  <c:v>2100</c:v>
                </c:pt>
                <c:pt idx="5" formatCode="_ * #,##0_ ;_ * \-#,##0_ ;_ * &quot;-&quot;??_ ;_ @_ 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ED-4D1D-8396-E222CEEF7D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Achievements</c:v>
                </c:pt>
              </c:strCache>
            </c:strRef>
          </c:tx>
          <c:spPr>
            <a:solidFill>
              <a:srgbClr val="ED7D31"/>
            </a:solidFill>
            <a:ln w="32267">
              <a:noFill/>
            </a:ln>
          </c:spPr>
          <c:invertIfNegative val="0"/>
          <c:dLbls>
            <c:dLbl>
              <c:idx val="0"/>
              <c:layout>
                <c:manualLayout>
                  <c:x val="1.7516929296087252E-2"/>
                  <c:y val="-3.339554160121872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ED-4D1D-8396-E222CEEF7D80}"/>
                </c:ext>
              </c:extLst>
            </c:dLbl>
            <c:dLbl>
              <c:idx val="1"/>
              <c:layout>
                <c:manualLayout>
                  <c:x val="1.6057185188079984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ED-4D1D-8396-E222CEEF7D80}"/>
                </c:ext>
              </c:extLst>
            </c:dLbl>
            <c:dLbl>
              <c:idx val="2"/>
              <c:layout>
                <c:manualLayout>
                  <c:x val="1.6057185188080036E-2"/>
                  <c:y val="-6.679108320243744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ED-4D1D-8396-E222CEEF7D80}"/>
                </c:ext>
              </c:extLst>
            </c:dLbl>
            <c:dLbl>
              <c:idx val="3"/>
              <c:layout>
                <c:manualLayout>
                  <c:x val="1.6057185188079876E-2"/>
                  <c:y val="3.64319207883975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ED-4D1D-8396-E222CEEF7D80}"/>
                </c:ext>
              </c:extLst>
            </c:dLbl>
            <c:dLbl>
              <c:idx val="4"/>
              <c:layout>
                <c:manualLayout>
                  <c:x val="1.6057185188079769E-2"/>
                  <c:y val="3.64319207883982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ED-4D1D-8396-E222CEEF7D80}"/>
                </c:ext>
              </c:extLst>
            </c:dLbl>
            <c:numFmt formatCode="#,##0" sourceLinked="0"/>
            <c:spPr>
              <a:noFill/>
              <a:ln w="32267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21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2021-22</c:v>
                </c:pt>
                <c:pt idx="1">
                  <c:v>2022-23</c:v>
                </c:pt>
                <c:pt idx="2">
                  <c:v>2023-24</c:v>
                </c:pt>
                <c:pt idx="3">
                  <c:v>2024-25</c:v>
                </c:pt>
                <c:pt idx="4">
                  <c:v>2025-26</c:v>
                </c:pt>
                <c:pt idx="5">
                  <c:v>2026-27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3995.4</c:v>
                </c:pt>
                <c:pt idx="1">
                  <c:v>4889.17</c:v>
                </c:pt>
                <c:pt idx="2" formatCode="_ * #,##0_ ;_ * \-#,##0_ ;_ * &quot;-&quot;??_ ;_ @_ ">
                  <c:v>3425.08</c:v>
                </c:pt>
                <c:pt idx="3" formatCode="_ * #,##0_ ;_ * \-#,##0_ ;_ * &quot;-&quot;??_ ;_ @_ ">
                  <c:v>2688.91</c:v>
                </c:pt>
                <c:pt idx="4" formatCode="_ * #,##0_ ;_ * \-#,##0_ ;_ * &quot;-&quot;??_ ;_ @_ ">
                  <c:v>2030.43</c:v>
                </c:pt>
                <c:pt idx="5" formatCode="_ * #,##0_ ;_ * \-#,##0_ ;_ * &quot;-&quot;??_ ;_ @_ ">
                  <c:v>220.04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ED-4D1D-8396-E222CEEF7D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0740111"/>
        <c:axId val="1"/>
      </c:barChart>
      <c:catAx>
        <c:axId val="88074011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121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21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8067">
            <a:noFill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1524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0740111"/>
        <c:crosses val="autoZero"/>
        <c:crossBetween val="between"/>
      </c:valAx>
      <c:spPr>
        <a:noFill/>
        <a:ln w="32267">
          <a:noFill/>
        </a:ln>
      </c:spPr>
    </c:plotArea>
    <c:legend>
      <c:legendPos val="r"/>
      <c:layout>
        <c:manualLayout>
          <c:xMode val="edge"/>
          <c:yMode val="edge"/>
          <c:x val="0.72200332155874047"/>
          <c:y val="4.7062239648698247E-2"/>
          <c:w val="0.25604395604395602"/>
          <c:h val="7.4812967581047385E-2"/>
        </c:manualLayout>
      </c:layout>
      <c:overlay val="0"/>
      <c:spPr>
        <a:noFill/>
        <a:ln w="32267">
          <a:noFill/>
        </a:ln>
      </c:spPr>
      <c:txPr>
        <a:bodyPr rot="0" spcFirstLastPara="1" vertOverflow="ellipsis" vert="horz" wrap="square" anchor="ctr" anchorCtr="1"/>
        <a:lstStyle/>
        <a:p>
          <a:pPr>
            <a:defRPr sz="1521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6D8E6-1F2D-498C-BDFD-55840DB8F6A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DF74A-357F-4663-83BA-71AC7508D0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7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259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7BDF1-0ADF-022B-3DA0-EE549EB3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7C381-F354-DE3B-0BCD-B8251B35D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4C2C8-C041-1FAC-5D0B-3C9983138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FD8F-D85F-05CE-8F89-06CF4A1C6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544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9B62-50D9-1614-92F6-A03425E4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78CBB-2168-97CD-BBE6-A0D8F0794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9BD5-A482-092C-E5D3-41979347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F7A32-5554-DFDB-A045-FD5362985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363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043-1811-2700-ACA0-05731D59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FC3AF-5E82-82F7-5A00-8A1478FD9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085E3-0B68-F4DC-6447-D358D00A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5BAA-584F-3F66-90A1-7361A9DC1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474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0EF5-19AF-2A4E-0F59-7E2C055C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6FFF-569C-1576-635C-2B645F9C3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7E2D4-C69A-CD72-1F67-13756C73A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3E385-F7F1-FE48-3029-8839D3C45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902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AFDF-6F0B-F31E-A81E-822D5F0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0FF5-2477-DD39-A574-516D9165F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8B8B9-3DC3-DFDD-913B-B96D92899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A4A21-A8A8-9701-B9A3-6D551F88D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920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A3A4-7ED7-0EE2-4866-372568DE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E490-8848-B5B1-A155-9A47DEB1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5EA38-F9D8-8D2F-184A-F573FA122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6CD6-AED8-A27C-4E52-D4F7269ED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80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70CF-94CB-9FDB-F2A7-62178281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6C302-5D21-A1E3-4C65-39463B586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ABCD5-6530-7228-0B84-E11A96E7F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0A40C-2421-8614-B2F6-C5BB813EA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613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1AE8-045E-01DF-EB88-2E2E3428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0CF04-45DB-0010-ACCA-5C9DAA704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08C9-6537-0AA2-A43D-E69C751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5D7CF-C438-1F9F-93EE-8444DBA74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7644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6E91-6123-5DBA-66B0-F524AAA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2E426-16DE-2F85-9EFB-B99E2660C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D1887-4ECD-5239-1233-68207FF1B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E53E7-CC77-73AA-EB4B-817935A3C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480D-BAD5-42D1-B62D-16376DEED2F9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2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601A6-1F11-502F-6072-729C70BA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16170-31F9-D659-5542-ADB65B6BD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5CEF5-ADB4-2BB9-26D3-34015FA52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FD33-BC61-99DF-42ED-A3779BC8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296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FC92-AA8F-DDA6-4CF2-B3D87966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A7AAD-B677-04D4-A8E8-DE6A0019F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2480C-8B36-6305-543D-3D10FCCD2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DD0CA-BAD0-9355-C4F0-E5AB2E95D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332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82D5-EE73-A119-B7B2-0416415E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7CD75-D3BA-902C-9298-51BC1A2D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0EF5D-D3CA-D854-29EF-042C20A11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B5C3E-8838-29C8-FDC3-C823960E6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39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754F-34DE-8C0D-3981-23DCE68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B7CA8-BE8C-1CD4-6148-434A26741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1841E-C7B2-3C18-CE1B-F618A6149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1C164-5362-C313-8E25-083EE914F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15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24D72-5E66-167F-2954-9E33682E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A041E-192C-111F-3723-9AF14F4EC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C2CA5-62B1-746F-44EF-FB0D24C0F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23DC8-3A29-6D3B-1508-1E147456A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459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4C29-2174-2541-4925-DAB2D3D7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82C9B-D437-C593-2EAE-AB1F781F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6ECCD-97C6-8612-B85E-C9A2461F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4C6C0-AA72-CCBD-6038-26F3F59AD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46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2005-08A2-2B06-45DB-9FBF42EC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9FBEE-C902-6C9F-8C50-0ED289ACA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D2780-FD89-E014-EB20-787D2A148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BAC1A-6123-260D-8D53-F944CE68E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7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B649-DF96-40DD-1521-53616862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D1D0F-3953-22AF-0132-833758FED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5D82B-96BA-5ECE-2D69-E4315E8A2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98D47-074D-6D2A-28CC-B49083B95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582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7776-BD21-52B1-96BF-F1AFE36A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DD5A1-BFEA-0F46-92F6-C5ABDB5C2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DA684-916E-CE01-6037-03A11E8B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4256F-D493-AB79-1BB6-D253C5C37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104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F269-F824-381F-8623-14900850E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0F71B-1561-B241-29AE-BF7BF00F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F2275-6098-1A58-0A70-651E2D0B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FDD0C-067E-ACA9-54F7-1037DDAD3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94480D-BAD5-42D1-B62D-16376DEED2F9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2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8247-C717-50F5-569E-C7CE91DE3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75D44-9CCC-9F34-147C-BB27AAE0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6C16-CBE3-A814-C602-F6AB99E9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606C4-106D-AD7F-293F-9D70DA0B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6629-BA0F-DE95-1A92-0DDCACE9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9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0C35-C2DE-F1EA-E777-AEE488CE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DCA2-BE4C-0BDB-822D-2D66DAA0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A202F-D7A1-1540-7B0F-D08AEEA1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979E3-1128-E4C6-67CF-88F753A9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8C16-EDDE-7488-B894-99B5EF11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49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C7A0E-B153-22CD-479E-07DA7D24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91F86-9B65-547D-F2E0-25A4A3E31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0E61-99E8-CF88-4643-DF703FC8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7DF06-DA34-484E-3D1E-DBB2E2FB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E82B8-CC4F-719A-0DD7-B7B9F97A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2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E166-97A8-B201-70B1-9E35C5F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3488-2678-3F21-FAD4-DCF1E43E6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38C37-1ABD-BF4F-B592-FB85BD453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FD27-46A8-6E34-2BC8-2405633D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90742-B0F4-A313-1E2F-6312AC1E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4C2AD-90E4-4038-0E9B-E3EB4EA0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5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A954-8FBC-88F8-33AB-9B739640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83CA0-247C-DFE4-6431-A026E284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CE25D-BED0-52FB-CFD5-E635E45E3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89C0F-D4ED-0B02-8054-B45269843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7F4AD-D27B-C9DB-4DED-0DD0EA054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EDF069-E476-3834-BB42-87C5B50C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F2C90-B679-F4C9-3194-F5368CD2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0333A-161C-A628-5B2B-45FC377E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6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3BE4-01D7-A1E2-EAE1-60A33920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36E10-B4BF-3E9F-BD7A-8924D0FB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862E9-1D21-1FE6-C834-E93F5FA2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2B2F2-7931-4A25-8B18-4A954FC7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E90B0-93CD-3910-89D9-DB977FF5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FC27F-13BC-DCC6-6BD3-806EB0D9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63E99-4C0B-096C-CAFF-036EF35C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9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3FB2-C23A-2B11-DD57-29A0307F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14E1-7060-133C-CC05-96DA60D0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BD8FE-B321-F463-1DE6-21D6B0AC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47166-494F-D81D-F9DD-99D67E5C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75A44-50A0-00F9-FE63-DE106431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5B956-8BFB-B791-D931-AE5FF763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11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DB7E-5C6E-7152-0B8F-88DC3322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A13830-D167-8C33-CCC1-D9759348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200CF-4CD7-A1A9-010A-51A599260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4F10-7EC4-5E3B-B631-D0CD4636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E92A-0A4A-C0CD-A9F5-49A6C068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12967-9040-7FEC-ADA9-C128953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C2ED-2EA4-FA5B-199D-AD50589B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E2FB6-3ABE-A927-66A5-886040F3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E70F-0455-E263-D9B2-F0DB0C29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39D5F-6052-2D04-D8B5-226635D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26D0C-928E-DFF3-E0E4-21007EF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6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E3F06-EBBF-B09D-C775-BD5CEB963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7B119-97DE-5E7A-E4AF-217CB73D9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59900-50B5-3FA9-0B8C-FE78B9FB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C227-2B83-A57A-E41E-FFA0D4D9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2C13-68E3-D2FA-803E-75116CEB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60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3A1C-A4BF-F1E9-7236-F7D34FBC3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33591-D8F9-3BCD-88A3-D31E6EC54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A4EF3-CB2F-BAA3-F729-AF60EDA0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2D85-7415-7676-C0AE-B48D6401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D804-30B4-192D-DC92-A030EA02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72C41-6FBA-9139-C898-5606C62D305F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864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EBDB-6342-2B9B-99EE-62E34FAF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1BA10-39FA-4CF0-3664-9EBDCAAE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CA533-1DD9-B04E-AC9E-B1E43AD3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0F69F-5A86-21B7-744A-7A68256A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2A5BD-0EE9-2C26-1554-FD86093D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4B36C-A339-04F1-8A51-85B13CA00E01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06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B901-BA81-F30C-DE6B-7C75B352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95C43-CD2F-EF19-3B31-B1B27867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C241-CB25-34C1-69A4-6018B95C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1669C-27E1-16FE-74FA-21A971D33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6369-BC94-0077-5C42-BE8B44A6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03053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8E96-B098-DF59-07A1-C3F94C6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849A-CF6F-4DC6-6546-6940F76DB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3B9AE-89AD-A9A0-7EC0-15524AD02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02FE7-2881-C24E-4511-4BF1A88A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76FB9-8BD3-C40F-854A-34C05065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A66AF-D601-7D82-AC54-2F924386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809685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65EC-E6FC-ADD6-C24C-C96ECAE1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986EC-7584-C47E-88C1-1EF7CC64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A1FF4-F279-67D6-6FFA-E87F4CA37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DA2EE-ADF0-5B65-179B-F2D037728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74FDF-9A2E-57F3-2B9B-D6E45E7EA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8C16F-3F14-DBC0-DC11-F6FF6EDE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1D129-0AAD-269D-1729-46A65CDE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B8ADF-D842-BCBD-83D8-58C14117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57531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EBF1-A227-BC1A-E751-CC91FC42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C3AD1-662B-EFD5-F69C-9FBF9EFD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49619-7F5D-C248-61E9-7F20308B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174AC-4565-6272-D2AE-9367F56A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96594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7FAEB-BC52-2E78-8F98-AF243A0C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43CC6-0484-3264-452C-BA67D562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40930-5EAB-D773-5F1B-6CD9EBCD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373613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BB16-7C79-0BF2-C995-955AF3CF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649B-08CE-BA07-9658-62F80471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629C5-4831-EDEF-686B-5DB0B4B05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54C77-35A6-5382-0C40-57B2008F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C7547-99B5-185E-3995-E3781CB6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AF376-EA6A-C1C1-4D25-9689E8A1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3664542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2C297-B0B4-16C6-84E4-8BA64ABE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8384A-A05C-566B-68CF-ECEF43CDC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AF816-9B68-2FAF-7178-2C1D7258F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803A-CF68-9C76-5840-8FFAE59F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63FB-B594-F5E1-30D0-5A7328BF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E651-B88D-28C7-FF89-AB8043C4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160221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614D-B6FB-7CB4-0EA2-A039C552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7E944-36CC-AA42-C24E-39A306A15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97D5-49C3-7FFA-29B8-A22D4644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A6483-1EE8-50A8-3503-76073CF7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FB46-8894-253F-363A-7740E283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2924514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CAB29-3E2C-54B7-9B5F-9EFCDF81A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471AB-C064-8B10-8688-F86AA4969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D12A-6A3C-8E92-706F-38AA7696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FA3C-05BF-612A-51E0-58B9B69A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643D-EA67-1722-9FA6-900B501B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</p:spTree>
    <p:extLst>
      <p:ext uri="{BB962C8B-B14F-4D97-AF65-F5344CB8AC3E}">
        <p14:creationId xmlns:p14="http://schemas.microsoft.com/office/powerpoint/2010/main" val="124651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A3C13-522E-D7B4-BA4A-300FEB28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9A60-1878-D5E0-0195-C3D29019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D710-175E-1704-0DDC-C903C21A6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AFDDD-0950-404D-A69C-C21C286955A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15D77-4000-021D-8849-654CFA3D7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958C9-83E5-DA97-F97D-A61664092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DB2C9-9C6F-4B55-8650-A5800A146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6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EAEE2-6E25-F58B-43D1-6EB3852E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61A8D-7ABB-702F-AEFF-1090949F6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9C87B-AF8C-72DC-0B66-6A7DF9F5C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37A3-2705-D521-C23A-9D6181E39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217B-D6AE-3F6D-BB80-7D44B04A8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130"/>
              </a:lnSpc>
            </a:pPr>
            <a:fld id="{81D60167-4931-47E6-BA6A-407CBD079E47}" type="slidenum">
              <a:rPr lang="en-IN" spc="-25" smtClean="0"/>
              <a:pPr marL="12700">
                <a:lnSpc>
                  <a:spcPts val="1130"/>
                </a:lnSpc>
              </a:pPr>
              <a:t>‹#›</a:t>
            </a:fld>
            <a:endParaRPr lang="en-IN" spc="-2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716466-A219-6706-3151-EA4BAC73FE48}"/>
              </a:ext>
            </a:extLst>
          </p:cNvPr>
          <p:cNvCxnSpPr/>
          <p:nvPr userDrawn="1"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42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partment of Mines &amp; Geology">
            <a:extLst>
              <a:ext uri="{FF2B5EF4-FFF2-40B4-BE49-F238E27FC236}">
                <a16:creationId xmlns:a16="http://schemas.microsoft.com/office/drawing/2014/main" id="{20341F8C-B14D-F619-A61A-3FF9D7EF2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856"/>
            <a:ext cx="12192000" cy="6876856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solidFill>
              <a:schemeClr val="tx1"/>
            </a:solidFill>
          </a:ln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B72E08F-07CF-C9FC-C012-DEC0F6BD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423" y="511551"/>
            <a:ext cx="1733133" cy="175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515FBCA5-DBF5-19A4-B33F-DAC206761193}"/>
              </a:ext>
            </a:extLst>
          </p:cNvPr>
          <p:cNvSpPr txBox="1">
            <a:spLocks/>
          </p:cNvSpPr>
          <p:nvPr/>
        </p:nvSpPr>
        <p:spPr>
          <a:xfrm>
            <a:off x="2286001" y="2895601"/>
            <a:ext cx="7703003" cy="103574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91440" rIns="0" bIns="0" rtlCol="0">
            <a:spAutoFit/>
          </a:bodyPr>
          <a:lstStyle>
            <a:lvl1pPr>
              <a:defRPr sz="3600" b="0" i="0">
                <a:solidFill>
                  <a:srgbClr val="006FC0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algn="ctr">
              <a:spcBef>
                <a:spcPts val="720"/>
              </a:spcBef>
            </a:pP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kku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,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oa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isVªksfy;e</a:t>
            </a:r>
            <a:r>
              <a:rPr lang="en-US" sz="4000" b="1" dirty="0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foHkkx</a:t>
            </a:r>
            <a:endParaRPr lang="en-US" sz="40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  <a:p>
            <a:pPr marL="12700" algn="ctr">
              <a:spcBef>
                <a:spcPts val="720"/>
              </a:spcBef>
            </a:pPr>
            <a:endParaRPr lang="en-US" sz="900" b="1" dirty="0">
              <a:solidFill>
                <a:schemeClr val="bg1"/>
              </a:solidFill>
              <a:latin typeface="DevLys 010" pitchFamily="2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DEC72-14A5-F6B9-1BD5-539A9B985B53}"/>
              </a:ext>
            </a:extLst>
          </p:cNvPr>
          <p:cNvSpPr/>
          <p:nvPr/>
        </p:nvSpPr>
        <p:spPr>
          <a:xfrm>
            <a:off x="4116599" y="4562718"/>
            <a:ext cx="3314240" cy="70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spcBef>
                <a:spcPts val="720"/>
              </a:spcBef>
            </a:pPr>
            <a:r>
              <a:rPr lang="en-US" sz="3600" b="1" dirty="0" err="1">
                <a:solidFill>
                  <a:srgbClr val="C00000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fnukad</a:t>
            </a:r>
            <a:r>
              <a:rPr lang="en-US" sz="3600" b="1" dirty="0">
                <a:solidFill>
                  <a:srgbClr val="C00000"/>
                </a:solidFill>
                <a:latin typeface="DevLys 010" pitchFamily="2" charset="0"/>
                <a:ea typeface="Times New Roman"/>
                <a:cs typeface="Times New Roman"/>
                <a:sym typeface="Times New Roman"/>
              </a:rPr>
              <a:t> 05-05-2026</a:t>
            </a:r>
            <a:endParaRPr lang="en-US" sz="3600" b="1" kern="0" dirty="0">
              <a:solidFill>
                <a:srgbClr val="C00000"/>
              </a:solidFill>
              <a:latin typeface="DevLys 010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E61CC-47EF-4421-A150-C590F21C210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7BF39122-8F06-7485-295E-0798743E3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77471"/>
            <a:ext cx="9456281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IN" sz="3600" b="1" kern="1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jktLFkku</a:t>
            </a:r>
            <a:r>
              <a:rPr lang="en-IN" sz="3600" b="1" kern="1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IN" sz="3600" b="1" kern="1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jkT</a:t>
            </a:r>
            <a:r>
              <a:rPr lang="en-IN" sz="3600" b="1" kern="1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; % [</a:t>
            </a:r>
            <a:r>
              <a:rPr lang="en-IN" sz="3600" b="1" kern="1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kuu</a:t>
            </a:r>
            <a:r>
              <a:rPr lang="en-IN" sz="3600" b="1" kern="1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 </a:t>
            </a:r>
            <a:r>
              <a:rPr lang="en-IN" sz="3600" b="1" kern="100" err="1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ifjn</a:t>
            </a:r>
            <a:r>
              <a:rPr lang="en-IN" sz="3600" b="1" kern="100">
                <a:latin typeface="DevLys 010" pitchFamily="2" charset="0"/>
                <a:ea typeface="Calibri" panose="020F0502020204030204" pitchFamily="34" charset="0"/>
                <a:cs typeface="Times New Roman" pitchFamily="18" charset="0"/>
              </a:rPr>
              <a:t>`';</a:t>
            </a:r>
            <a:endParaRPr lang="en-IN" sz="3600">
              <a:latin typeface="DevLys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70A5B7C-683E-90C7-AA61-1A29A5CA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E53897-B0B6-EE7F-90AF-67E16457AD83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818FD2-5202-F631-A3E4-FE684DEDB123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E8EF30-9B43-4553-F80F-4275119993A6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21ECCA-8F45-BCDB-5DA6-C7EE9ED221B1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631E14FA-7555-D684-ABD9-F2A07ED0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24" y="1454026"/>
            <a:ext cx="11229247" cy="5004594"/>
          </a:xfrm>
        </p:spPr>
        <p:txBody>
          <a:bodyPr>
            <a:noAutofit/>
          </a:bodyPr>
          <a:lstStyle/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DevLys 010" pitchFamily="2" charset="0"/>
              </a:rPr>
              <a:t>82 </a:t>
            </a:r>
            <a:r>
              <a:rPr lang="en-US" sz="2000" dirty="0" err="1">
                <a:latin typeface="DevLys 010" pitchFamily="2" charset="0"/>
              </a:rPr>
              <a:t>fofHkUu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izdkj</a:t>
            </a:r>
            <a:r>
              <a:rPr lang="en-US" sz="2000" dirty="0">
                <a:latin typeface="DevLys 010" pitchFamily="2" charset="0"/>
              </a:rPr>
              <a:t> ds 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miyCèk</a:t>
            </a:r>
            <a:r>
              <a:rPr lang="en-US" sz="2000" dirty="0">
                <a:latin typeface="DevLys 010" pitchFamily="2" charset="0"/>
              </a:rPr>
              <a:t>] 57 [</a:t>
            </a:r>
            <a:r>
              <a:rPr lang="en-US" sz="2000" dirty="0" err="1">
                <a:latin typeface="DevLys 010" pitchFamily="2" charset="0"/>
              </a:rPr>
              <a:t>kfutksa</a:t>
            </a:r>
            <a:r>
              <a:rPr lang="en-US" sz="2000" dirty="0">
                <a:latin typeface="DevLys 010" pitchFamily="2" charset="0"/>
              </a:rPr>
              <a:t> dk </a:t>
            </a:r>
            <a:r>
              <a:rPr lang="en-US" sz="2000" dirty="0" err="1">
                <a:latin typeface="DevLys 010" pitchFamily="2" charset="0"/>
              </a:rPr>
              <a:t>mRiknu</a:t>
            </a:r>
            <a:endParaRPr lang="en-US" sz="2000" dirty="0">
              <a:latin typeface="DevLys 010" pitchFamily="2" charset="0"/>
            </a:endParaRP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latin typeface="DevLys 010" pitchFamily="2" charset="0"/>
              </a:rPr>
              <a:t>iz</a:t>
            </a:r>
            <a:r>
              <a:rPr lang="en-US" sz="2000" dirty="0">
                <a:latin typeface="DevLys 010" pitchFamily="2" charset="0"/>
              </a:rPr>
              <a:t>/</a:t>
            </a:r>
            <a:r>
              <a:rPr lang="en-US" sz="2000" dirty="0" err="1">
                <a:latin typeface="DevLys 010" pitchFamily="2" charset="0"/>
              </a:rPr>
              <a:t>kku</a:t>
            </a:r>
            <a:r>
              <a:rPr lang="en-US" sz="2000" dirty="0">
                <a:latin typeface="DevLys 010" pitchFamily="2" charset="0"/>
              </a:rPr>
              <a:t> 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ds 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3395</a:t>
            </a:r>
            <a:r>
              <a:rPr lang="en-US" sz="2000" dirty="0">
                <a:latin typeface="DevLys 010" pitchFamily="2" charset="0"/>
              </a:rPr>
              <a:t>] viz/</a:t>
            </a:r>
            <a:r>
              <a:rPr lang="en-US" sz="2000" dirty="0" err="1">
                <a:latin typeface="DevLys 010" pitchFamily="2" charset="0"/>
              </a:rPr>
              <a:t>kku</a:t>
            </a:r>
            <a:r>
              <a:rPr lang="en-US" sz="2000" dirty="0">
                <a:latin typeface="DevLys 010" pitchFamily="2" charset="0"/>
              </a:rPr>
              <a:t> 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ds 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13428</a:t>
            </a:r>
            <a:r>
              <a:rPr lang="en-US" sz="2000" dirty="0">
                <a:latin typeface="DevLys 010" pitchFamily="2" charset="0"/>
              </a:rPr>
              <a:t> [</a:t>
            </a:r>
            <a:r>
              <a:rPr lang="en-US" sz="2000" dirty="0" err="1">
                <a:latin typeface="DevLys 010" pitchFamily="2" charset="0"/>
              </a:rPr>
              <a:t>kuu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iV~Vs</a:t>
            </a:r>
            <a:r>
              <a:rPr lang="en-US" sz="2000" dirty="0">
                <a:latin typeface="DevLys 010" pitchFamily="2" charset="0"/>
              </a:rPr>
              <a:t> ,</a:t>
            </a:r>
            <a:r>
              <a:rPr lang="en-US" sz="2000" dirty="0" err="1">
                <a:latin typeface="DevLys 010" pitchFamily="2" charset="0"/>
              </a:rPr>
              <a:t>oa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Dokjh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ykbZlsal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16508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izHkkoh</a:t>
            </a:r>
            <a:endParaRPr lang="en-US" sz="2000" dirty="0">
              <a:latin typeface="DevLys 010" pitchFamily="2" charset="0"/>
            </a:endParaRP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DevLys 010" pitchFamily="2" charset="0"/>
              </a:rPr>
              <a:t>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iksVk'k</a:t>
            </a:r>
            <a:r>
              <a:rPr lang="en-US" sz="2000" dirty="0">
                <a:latin typeface="DevLys 010" pitchFamily="2" charset="0"/>
              </a:rPr>
              <a:t> ds </a:t>
            </a:r>
            <a:r>
              <a:rPr lang="en-US" sz="2000" dirty="0" err="1">
                <a:latin typeface="DevLys 010" pitchFamily="2" charset="0"/>
              </a:rPr>
              <a:t>lokZf</a:t>
            </a:r>
            <a:r>
              <a:rPr lang="en-US" sz="2000" dirty="0">
                <a:latin typeface="DevLys 010" pitchFamily="2" charset="0"/>
              </a:rPr>
              <a:t>/</a:t>
            </a:r>
            <a:r>
              <a:rPr lang="en-US" sz="2000" dirty="0" err="1">
                <a:latin typeface="DevLys 010" pitchFamily="2" charset="0"/>
              </a:rPr>
              <a:t>kd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Hk.Mkj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jkT</a:t>
            </a:r>
            <a:r>
              <a:rPr lang="en-US" sz="2000" dirty="0">
                <a:latin typeface="DevLys 010" pitchFamily="2" charset="0"/>
              </a:rPr>
              <a:t>; </a:t>
            </a:r>
            <a:r>
              <a:rPr lang="en-US" sz="2000" dirty="0" err="1">
                <a:latin typeface="DevLys 010" pitchFamily="2" charset="0"/>
              </a:rPr>
              <a:t>esa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miyC</a:t>
            </a:r>
            <a:r>
              <a:rPr lang="en-US" sz="2000" dirty="0">
                <a:latin typeface="DevLys 010" pitchFamily="2" charset="0"/>
              </a:rPr>
              <a:t>/k</a:t>
            </a: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DevLys 010" pitchFamily="2" charset="0"/>
              </a:rPr>
              <a:t>[</a:t>
            </a:r>
            <a:r>
              <a:rPr lang="en-US" sz="2000" dirty="0" err="1">
                <a:latin typeface="DevLys 010" pitchFamily="2" charset="0"/>
              </a:rPr>
              <a:t>kfut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mRiknu</a:t>
            </a:r>
            <a:r>
              <a:rPr lang="en-US" sz="2000" dirty="0">
                <a:latin typeface="DevLys 010" pitchFamily="2" charset="0"/>
              </a:rPr>
              <a:t> ds </a:t>
            </a:r>
            <a:r>
              <a:rPr lang="en-US" sz="2000" dirty="0" err="1">
                <a:latin typeface="DevLys 010" pitchFamily="2" charset="0"/>
              </a:rPr>
              <a:t>ewY</a:t>
            </a:r>
            <a:r>
              <a:rPr lang="en-US" sz="2000" dirty="0">
                <a:latin typeface="DevLys 010" pitchFamily="2" charset="0"/>
              </a:rPr>
              <a:t>; dh </a:t>
            </a:r>
            <a:r>
              <a:rPr lang="en-US" sz="2000" dirty="0" err="1">
                <a:latin typeface="DevLys 010" pitchFamily="2" charset="0"/>
              </a:rPr>
              <a:t>n`f"V</a:t>
            </a:r>
            <a:r>
              <a:rPr lang="en-US" sz="2000" dirty="0">
                <a:latin typeface="DevLys 010" pitchFamily="2" charset="0"/>
              </a:rPr>
              <a:t> ls </a:t>
            </a:r>
            <a:r>
              <a:rPr lang="en-US" sz="2000" dirty="0" err="1">
                <a:latin typeface="DevLys 010" pitchFamily="2" charset="0"/>
              </a:rPr>
              <a:t>jkT</a:t>
            </a:r>
            <a:r>
              <a:rPr lang="en-US" sz="2000" dirty="0">
                <a:latin typeface="DevLys 010" pitchFamily="2" charset="0"/>
              </a:rPr>
              <a:t>; dk </a:t>
            </a:r>
            <a:r>
              <a:rPr lang="en-US" sz="2000" dirty="0" err="1">
                <a:latin typeface="DevLys 010" pitchFamily="2" charset="0"/>
              </a:rPr>
              <a:t>rhljk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LFkku</a:t>
            </a:r>
            <a:endParaRPr lang="en-US" sz="2000" dirty="0">
              <a:latin typeface="DevLys 010" pitchFamily="2" charset="0"/>
            </a:endParaRP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latin typeface="DevLys 010" pitchFamily="2" charset="0"/>
              </a:rPr>
              <a:t>lhlk</a:t>
            </a:r>
            <a:r>
              <a:rPr lang="en-US" sz="2000" dirty="0">
                <a:latin typeface="DevLys 010" pitchFamily="2" charset="0"/>
              </a:rPr>
              <a:t>] </a:t>
            </a:r>
            <a:r>
              <a:rPr lang="en-US" sz="2000" dirty="0" err="1">
                <a:latin typeface="DevLys 010" pitchFamily="2" charset="0"/>
              </a:rPr>
              <a:t>tLrk</a:t>
            </a:r>
            <a:r>
              <a:rPr lang="en-US" sz="2000" dirty="0">
                <a:latin typeface="DevLys 010" pitchFamily="2" charset="0"/>
              </a:rPr>
              <a:t>] </a:t>
            </a:r>
            <a:r>
              <a:rPr lang="en-US" sz="2000" dirty="0" err="1">
                <a:latin typeface="DevLys 010" pitchFamily="2" charset="0"/>
              </a:rPr>
              <a:t>lsysukbV</a:t>
            </a:r>
            <a:r>
              <a:rPr lang="en-US" sz="2000" dirty="0">
                <a:latin typeface="DevLys 010" pitchFamily="2" charset="0"/>
              </a:rPr>
              <a:t> o </a:t>
            </a:r>
            <a:r>
              <a:rPr lang="en-US" sz="2000" dirty="0" err="1">
                <a:latin typeface="DevLys 010" pitchFamily="2" charset="0"/>
              </a:rPr>
              <a:t>oksysLVksukbV</a:t>
            </a:r>
            <a:r>
              <a:rPr lang="en-US" sz="2000" dirty="0">
                <a:latin typeface="DevLys 010" pitchFamily="2" charset="0"/>
              </a:rPr>
              <a:t> dk ,</a:t>
            </a:r>
            <a:r>
              <a:rPr lang="en-US" sz="2000" dirty="0" err="1">
                <a:latin typeface="DevLys 010" pitchFamily="2" charset="0"/>
              </a:rPr>
              <a:t>dek</a:t>
            </a:r>
            <a:r>
              <a:rPr lang="en-US" sz="2000" dirty="0">
                <a:latin typeface="DevLys 010" pitchFamily="2" charset="0"/>
              </a:rPr>
              <a:t>= </a:t>
            </a:r>
            <a:r>
              <a:rPr lang="en-US" sz="2000" dirty="0" err="1">
                <a:latin typeface="DevLys 010" pitchFamily="2" charset="0"/>
              </a:rPr>
              <a:t>mRiknd</a:t>
            </a:r>
            <a:endParaRPr lang="en-US" sz="2000" dirty="0">
              <a:latin typeface="DevLys 010" pitchFamily="2" charset="0"/>
            </a:endParaRP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latin typeface="DevLys 010" pitchFamily="2" charset="0"/>
              </a:rPr>
              <a:t>dSYlkbV</a:t>
            </a:r>
            <a:r>
              <a:rPr lang="en-US" sz="2000" dirty="0">
                <a:latin typeface="DevLys 010" pitchFamily="2" charset="0"/>
              </a:rPr>
              <a:t> ,</a:t>
            </a:r>
            <a:r>
              <a:rPr lang="en-US" sz="2000" dirty="0" err="1">
                <a:latin typeface="DevLys 010" pitchFamily="2" charset="0"/>
              </a:rPr>
              <a:t>oa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ftIle</a:t>
            </a:r>
            <a:r>
              <a:rPr lang="en-US" sz="2000" dirty="0">
                <a:latin typeface="DevLys 010" pitchFamily="2" charset="0"/>
              </a:rPr>
              <a:t> dk </a:t>
            </a:r>
            <a:r>
              <a:rPr lang="en-US" sz="2000" dirty="0" err="1">
                <a:latin typeface="DevLys 010" pitchFamily="2" charset="0"/>
              </a:rPr>
              <a:t>yxHkx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iwjk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mRiknu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sz="2000" dirty="0" err="1">
                <a:latin typeface="DevLys 010" pitchFamily="2" charset="0"/>
              </a:rPr>
              <a:t>pk¡nh</a:t>
            </a:r>
            <a:r>
              <a:rPr lang="en-US" sz="2000" dirty="0">
                <a:latin typeface="DevLys 010" pitchFamily="2" charset="0"/>
              </a:rPr>
              <a:t> dk </a:t>
            </a:r>
            <a:r>
              <a:rPr lang="en-US" sz="2000" dirty="0" err="1">
                <a:latin typeface="DevLys 010" pitchFamily="2" charset="0"/>
              </a:rPr>
              <a:t>lcls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cMk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mRiknd</a:t>
            </a:r>
            <a:r>
              <a:rPr lang="en-US" sz="2000" dirty="0">
                <a:latin typeface="DevLys 010" pitchFamily="2" charset="0"/>
              </a:rPr>
              <a:t> ,</a:t>
            </a:r>
            <a:r>
              <a:rPr lang="en-US" sz="2000" dirty="0" err="1">
                <a:latin typeface="DevLys 010" pitchFamily="2" charset="0"/>
              </a:rPr>
              <a:t>oa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,l-,e-,l- </a:t>
            </a:r>
            <a:r>
              <a:rPr lang="en-US" sz="2000" dirty="0" err="1">
                <a:solidFill>
                  <a:srgbClr val="C00000"/>
                </a:solidFill>
                <a:latin typeface="DevLys 010" pitchFamily="2" charset="0"/>
              </a:rPr>
              <a:t>xszM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DevLys 010" pitchFamily="2" charset="0"/>
              </a:rPr>
              <a:t>ykbZeLVksu</a:t>
            </a:r>
            <a:r>
              <a:rPr lang="en-US" sz="2000" dirty="0">
                <a:solidFill>
                  <a:srgbClr val="C00000"/>
                </a:solidFill>
                <a:latin typeface="DevLys 010" pitchFamily="2" charset="0"/>
              </a:rPr>
              <a:t> </a:t>
            </a:r>
            <a:r>
              <a:rPr lang="en-US" sz="2000" dirty="0">
                <a:latin typeface="DevLys 010" pitchFamily="2" charset="0"/>
              </a:rPr>
              <a:t>dk </a:t>
            </a:r>
            <a:r>
              <a:rPr lang="en-US" sz="2000" dirty="0" err="1">
                <a:latin typeface="DevLys 010" pitchFamily="2" charset="0"/>
              </a:rPr>
              <a:t>nwljk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lcls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cMk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mRiknd</a:t>
            </a:r>
            <a:r>
              <a:rPr lang="en-US" sz="2000" dirty="0">
                <a:latin typeface="DevLys 010" pitchFamily="2" charset="0"/>
              </a:rPr>
              <a:t> </a:t>
            </a:r>
          </a:p>
          <a:p>
            <a:pPr marL="465138" indent="-4651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latin typeface="DevLys 010" pitchFamily="2" charset="0"/>
              </a:rPr>
              <a:t>dPps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rsy</a:t>
            </a:r>
            <a:r>
              <a:rPr lang="en-US" sz="2000" dirty="0">
                <a:latin typeface="DevLys 010" pitchFamily="2" charset="0"/>
              </a:rPr>
              <a:t> ¼vkWQ&amp;'kkssj½ dk </a:t>
            </a:r>
            <a:r>
              <a:rPr lang="en-US" sz="2000" dirty="0" err="1">
                <a:latin typeface="DevLys 010" pitchFamily="2" charset="0"/>
              </a:rPr>
              <a:t>nwljk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lcls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cM+k</a:t>
            </a:r>
            <a:r>
              <a:rPr lang="en-US" sz="2000" dirty="0">
                <a:latin typeface="DevLys 010" pitchFamily="2" charset="0"/>
              </a:rPr>
              <a:t> </a:t>
            </a:r>
            <a:r>
              <a:rPr lang="en-US" sz="2000" dirty="0" err="1">
                <a:latin typeface="DevLys 010" pitchFamily="2" charset="0"/>
              </a:rPr>
              <a:t>mRiknd</a:t>
            </a:r>
            <a:endParaRPr lang="en-US" sz="2000" dirty="0">
              <a:latin typeface="DevLys 010" pitchFamily="2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b="1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1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717D-8FE5-C694-7295-B438CE46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5C97741-B8A2-B20F-A556-D2AA92688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115307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latin typeface="+mj-lt"/>
                <a:ea typeface="Cambria" panose="02040503050406030204" pitchFamily="18" charset="0"/>
              </a:rPr>
              <a:t>(1/2)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520171CF-2368-C51B-F9BE-D363DDBB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2B6272-41BC-9C72-9685-E47E82572148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43B707-946F-069D-A160-E3CFEA7378EF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E52ADC-61FF-AB99-4D02-7FE83BA8B1FC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50F273-C2E4-CD98-99CD-64EB163CE6B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D37F74-DCE5-D139-F8A6-BDCCA2E34300}"/>
              </a:ext>
            </a:extLst>
          </p:cNvPr>
          <p:cNvSpPr txBox="1"/>
          <p:nvPr/>
        </p:nvSpPr>
        <p:spPr>
          <a:xfrm>
            <a:off x="10646835" y="76214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389466A-BC2F-5B8F-EBB1-96B4A02E75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297894"/>
              </p:ext>
            </p:extLst>
          </p:nvPr>
        </p:nvGraphicFramePr>
        <p:xfrm>
          <a:off x="440675" y="1178805"/>
          <a:ext cx="11281272" cy="5177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2010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43A6-9891-A304-B6F7-9994676A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4CC0218-A8C8-35FB-F6EB-3595310CE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1" y="114845"/>
            <a:ext cx="9391402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ds </a:t>
            </a:r>
            <a:r>
              <a:rPr lang="en-US" altLang="en-US" sz="3600" b="1" dirty="0" err="1">
                <a:latin typeface="DevLys 010" pitchFamily="2" charset="0"/>
              </a:rPr>
              <a:t>izeq</a:t>
            </a:r>
            <a:r>
              <a:rPr lang="en-US" altLang="en-US" sz="3600" b="1" dirty="0">
                <a:latin typeface="DevLys 010" pitchFamily="2" charset="0"/>
              </a:rPr>
              <a:t>[k L=</a:t>
            </a:r>
            <a:r>
              <a:rPr lang="en-US" altLang="en-US" sz="3600" b="1" dirty="0" err="1">
                <a:latin typeface="DevLys 010" pitchFamily="2" charset="0"/>
              </a:rPr>
              <a:t>ksr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dirty="0">
                <a:ea typeface="Cambria" panose="02040503050406030204" pitchFamily="18" charset="0"/>
              </a:rPr>
              <a:t>(2/2)</a:t>
            </a:r>
            <a:endParaRPr lang="en-US" altLang="en-US" sz="3600" b="1" dirty="0">
              <a:latin typeface="DevLys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60FEB59-4D2C-E386-B18E-330ADAE9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4643F8-BAAD-12E4-C1A3-A0E8E98458B5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550976E-B1ED-0EDE-C2CD-E0685471089B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9565C8-14D1-1608-05C1-36DEDC660BAB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AFC20-8700-D111-5B80-DC5A7799D51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21E4445-42CA-688F-4FA2-A26A325E2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328850"/>
              </p:ext>
            </p:extLst>
          </p:nvPr>
        </p:nvGraphicFramePr>
        <p:xfrm>
          <a:off x="446314" y="1170215"/>
          <a:ext cx="5627914" cy="51870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1238C59-350F-0A58-0AED-F3942A6A6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965078"/>
              </p:ext>
            </p:extLst>
          </p:nvPr>
        </p:nvGraphicFramePr>
        <p:xfrm>
          <a:off x="6198840" y="1170215"/>
          <a:ext cx="5525074" cy="5187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904A79D-7711-AB14-BC68-B730348E4FD9}"/>
              </a:ext>
            </a:extLst>
          </p:cNvPr>
          <p:cNvSpPr txBox="1"/>
          <p:nvPr/>
        </p:nvSpPr>
        <p:spPr>
          <a:xfrm>
            <a:off x="10632279" y="111493"/>
            <a:ext cx="1421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DevLys 010" pitchFamily="2" charset="0"/>
              </a:rPr>
              <a:t>o"kZ</a:t>
            </a:r>
            <a:r>
              <a:rPr lang="en-US" sz="2000" b="1" dirty="0">
                <a:latin typeface="DevLys 010" pitchFamily="2" charset="0"/>
              </a:rPr>
              <a:t> 2025&amp;26</a:t>
            </a:r>
          </a:p>
          <a:p>
            <a:pPr algn="ctr"/>
            <a:r>
              <a:rPr lang="en-US" sz="1600" b="1" dirty="0">
                <a:latin typeface="+mj-lt"/>
              </a:rPr>
              <a:t>(in Cr.)</a:t>
            </a:r>
          </a:p>
        </p:txBody>
      </p:sp>
    </p:spTree>
    <p:extLst>
      <p:ext uri="{BB962C8B-B14F-4D97-AF65-F5344CB8AC3E}">
        <p14:creationId xmlns:p14="http://schemas.microsoft.com/office/powerpoint/2010/main" val="198125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E562-5E78-B1B2-1B7D-73EA58EE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FF624ED-984A-4EFA-3B79-FF0088C6F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06646"/>
            <a:ext cx="11714795" cy="597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Aft>
                <a:spcPts val="1000"/>
              </a:spcAft>
              <a:buNone/>
            </a:pPr>
            <a:r>
              <a:rPr lang="en-US" altLang="en-US" sz="3600" b="1" dirty="0" err="1">
                <a:latin typeface="DevLys 010" pitchFamily="2" charset="0"/>
              </a:rPr>
              <a:t>foxr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rhu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o"kksZa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ekgokj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jktLo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izkfIr</a:t>
            </a:r>
            <a:r>
              <a:rPr lang="en-US" altLang="en-US" sz="3600" b="1" dirty="0">
                <a:latin typeface="DevLys 010" pitchFamily="2" charset="0"/>
              </a:rPr>
              <a:t> dh </a:t>
            </a:r>
            <a:r>
              <a:rPr lang="en-US" altLang="en-US" sz="3600" b="1" dirty="0" err="1">
                <a:latin typeface="DevLys 010" pitchFamily="2" charset="0"/>
              </a:rPr>
              <a:t>rqyukRed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600" b="1" dirty="0" err="1">
                <a:latin typeface="DevLys 010" pitchFamily="2" charset="0"/>
              </a:rPr>
              <a:t>fLFkfr</a:t>
            </a:r>
            <a:r>
              <a:rPr lang="en-US" altLang="en-US" sz="3600" b="1" dirty="0">
                <a:latin typeface="DevLys 010" pitchFamily="2" charset="0"/>
              </a:rPr>
              <a:t> </a:t>
            </a:r>
            <a:r>
              <a:rPr lang="en-US" altLang="en-US" sz="3000" b="1" dirty="0">
                <a:latin typeface="+mj-lt"/>
              </a:rPr>
              <a:t>(in Cr. 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E291648-E522-E79C-ECE2-8D97227D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8B494FD-ACE9-B39D-B03E-BDCC4ED686A9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D2B898C-F020-A508-6D06-DA9A8D8242E2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890B37-EB91-F712-FD9B-AD3B0C16E5A6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144A20-083C-82C6-7FAE-0C2D99EADD77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6C61B98-3FD3-11F6-BB27-938DF53B92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803193"/>
              </p:ext>
            </p:extLst>
          </p:nvPr>
        </p:nvGraphicFramePr>
        <p:xfrm>
          <a:off x="457201" y="1152334"/>
          <a:ext cx="11257594" cy="520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199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7255-9E38-2DB9-4404-7659219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162215D-2ECB-9C17-5373-2A6ECB76E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23" y="72300"/>
            <a:ext cx="9391402" cy="59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1000"/>
              </a:spcAft>
              <a:buNone/>
            </a:pPr>
            <a:r>
              <a:rPr lang="en-US" sz="3600" b="1" err="1">
                <a:latin typeface="DevLys 010" pitchFamily="2" charset="0"/>
              </a:rPr>
              <a:t>xr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esa</a:t>
            </a:r>
            <a:r>
              <a:rPr lang="en-US" sz="3600" b="1">
                <a:latin typeface="DevLys 010" pitchFamily="2" charset="0"/>
              </a:rPr>
              <a:t> de </a:t>
            </a:r>
            <a:r>
              <a:rPr lang="en-US" sz="3600" b="1" err="1">
                <a:latin typeface="DevLys 010" pitchFamily="2" charset="0"/>
              </a:rPr>
              <a:t>jktLo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izkfIr</a:t>
            </a:r>
            <a:r>
              <a:rPr lang="en-US" sz="3600" b="1">
                <a:latin typeface="DevLys 010" pitchFamily="2" charset="0"/>
              </a:rPr>
              <a:t> ds </a:t>
            </a:r>
            <a:r>
              <a:rPr lang="en-US" sz="3600" b="1" err="1">
                <a:latin typeface="DevLys 010" pitchFamily="2" charset="0"/>
              </a:rPr>
              <a:t>dkj.k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2130E14-84DB-CCDE-724F-E873C8B4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8A6BFB-3293-7F10-61D4-D232FC4F7301}"/>
              </a:ext>
            </a:extLst>
          </p:cNvPr>
          <p:cNvGrpSpPr/>
          <p:nvPr/>
        </p:nvGrpSpPr>
        <p:grpSpPr>
          <a:xfrm>
            <a:off x="71421" y="848300"/>
            <a:ext cx="11982034" cy="5873133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C51AD8-EAEB-40B1-109B-E4B0C295D41E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43E3CF-2342-7277-D8E8-73EE8524AF8C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R="0" lvl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tabLst/>
                <a:defRPr/>
              </a:pPr>
              <a:endParaRPr kumimoji="0" lang="en-I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E57BC2-EC6B-EA41-F1A1-06B3A737ADE0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506739-84CF-4466-134F-A9C0BE14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16" y="1042356"/>
            <a:ext cx="11140440" cy="4351338"/>
          </a:xfrm>
        </p:spPr>
        <p:txBody>
          <a:bodyPr>
            <a:noAutofit/>
          </a:bodyPr>
          <a:lstStyle/>
          <a:p>
            <a:pPr marL="363538" indent="-363538" algn="just">
              <a:lnSpc>
                <a:spcPct val="2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</a:rPr>
              <a:t>vjkoyh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fgYl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jsat</a:t>
            </a:r>
            <a:r>
              <a:rPr lang="en-US" sz="2400" dirty="0">
                <a:latin typeface="DevLys 010" pitchFamily="2" charset="0"/>
              </a:rPr>
              <a:t> ds 20 </a:t>
            </a:r>
            <a:r>
              <a:rPr lang="en-US" sz="2400" dirty="0" err="1">
                <a:latin typeface="DevLys 010" pitchFamily="2" charset="0"/>
              </a:rPr>
              <a:t>ftyksa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esa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uhykeh@vkoaVu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ij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jksd</a:t>
            </a:r>
            <a:r>
              <a:rPr lang="en-US" sz="2400" dirty="0">
                <a:latin typeface="DevLys 010" pitchFamily="2" charset="0"/>
              </a:rPr>
              <a:t> </a:t>
            </a:r>
          </a:p>
          <a:p>
            <a:pPr marL="363538" indent="-363538" algn="just">
              <a:lnSpc>
                <a:spcPct val="2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</a:rPr>
              <a:t>ctjh</a:t>
            </a:r>
            <a:r>
              <a:rPr lang="en-US" sz="2400" dirty="0">
                <a:latin typeface="DevLys 010" pitchFamily="2" charset="0"/>
              </a:rPr>
              <a:t> ds </a:t>
            </a:r>
            <a:r>
              <a:rPr lang="en-US" sz="2400" dirty="0" err="1">
                <a:latin typeface="DevLys 010" pitchFamily="2" charset="0"/>
              </a:rPr>
              <a:t>izeq</a:t>
            </a:r>
            <a:r>
              <a:rPr lang="en-US" sz="2400" dirty="0">
                <a:latin typeface="DevLys 010" pitchFamily="2" charset="0"/>
              </a:rPr>
              <a:t>[k L=</a:t>
            </a:r>
            <a:r>
              <a:rPr lang="en-US" sz="2400" dirty="0" err="1">
                <a:latin typeface="DevLys 010" pitchFamily="2" charset="0"/>
              </a:rPr>
              <a:t>ksr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cukl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unh</a:t>
            </a:r>
            <a:r>
              <a:rPr lang="en-US" sz="2400" dirty="0">
                <a:latin typeface="DevLys 010" pitchFamily="2" charset="0"/>
              </a:rPr>
              <a:t> ds 4 </a:t>
            </a:r>
            <a:r>
              <a:rPr lang="en-US" sz="2400" dirty="0" err="1">
                <a:latin typeface="DevLys 010" pitchFamily="2" charset="0"/>
              </a:rPr>
              <a:t>ftyksa</a:t>
            </a:r>
            <a:r>
              <a:rPr lang="en-US" sz="2400" dirty="0">
                <a:latin typeface="DevLys 010" pitchFamily="2" charset="0"/>
              </a:rPr>
              <a:t> ¼HkhyokM+k] </a:t>
            </a:r>
            <a:r>
              <a:rPr lang="en-US" sz="2400" dirty="0" err="1">
                <a:latin typeface="DevLys 010" pitchFamily="2" charset="0"/>
              </a:rPr>
              <a:t>vtesj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Vksad</a:t>
            </a:r>
            <a:r>
              <a:rPr lang="en-US" sz="2400" dirty="0">
                <a:latin typeface="DevLys 010" pitchFamily="2" charset="0"/>
              </a:rPr>
              <a:t> o </a:t>
            </a:r>
            <a:r>
              <a:rPr lang="en-US" sz="2400" dirty="0" err="1">
                <a:latin typeface="DevLys 010" pitchFamily="2" charset="0"/>
              </a:rPr>
              <a:t>lokbZek</a:t>
            </a:r>
            <a:r>
              <a:rPr lang="en-US" sz="2400" dirty="0">
                <a:latin typeface="DevLys 010" pitchFamily="2" charset="0"/>
              </a:rPr>
              <a:t>/kksiqj½ ds 93 </a:t>
            </a:r>
            <a:r>
              <a:rPr lang="en-US" sz="2400" dirty="0" err="1">
                <a:latin typeface="DevLys 010" pitchFamily="2" charset="0"/>
              </a:rPr>
              <a:t>IykWV~l</a:t>
            </a:r>
            <a:r>
              <a:rPr lang="en-US" sz="2400" dirty="0">
                <a:latin typeface="DevLys 010" pitchFamily="2" charset="0"/>
              </a:rPr>
              <a:t> dh </a:t>
            </a:r>
            <a:r>
              <a:rPr lang="en-US" sz="2400" dirty="0" err="1">
                <a:latin typeface="DevLys 010" pitchFamily="2" charset="0"/>
              </a:rPr>
              <a:t>uhykeh</a:t>
            </a:r>
            <a:r>
              <a:rPr lang="en-US" sz="2400" dirty="0">
                <a:latin typeface="DevLys 010" pitchFamily="2" charset="0"/>
              </a:rPr>
              <a:t>@,yvksvkbZ@yht </a:t>
            </a:r>
            <a:r>
              <a:rPr lang="en-US" sz="2400" dirty="0" err="1">
                <a:latin typeface="DevLys 010" pitchFamily="2" charset="0"/>
              </a:rPr>
              <a:t>dks</a:t>
            </a:r>
            <a:r>
              <a:rPr lang="en-US" sz="2400" dirty="0">
                <a:latin typeface="DevLys 010" pitchFamily="2" charset="0"/>
              </a:rPr>
              <a:t> ek- </a:t>
            </a:r>
            <a:r>
              <a:rPr lang="en-US" sz="2400" dirty="0" err="1">
                <a:latin typeface="DevLys 010" pitchFamily="2" charset="0"/>
              </a:rPr>
              <a:t>U;k;ky</a:t>
            </a:r>
            <a:r>
              <a:rPr lang="en-US" sz="2400" dirty="0">
                <a:latin typeface="DevLys 010" pitchFamily="2" charset="0"/>
              </a:rPr>
              <a:t>; }</a:t>
            </a:r>
            <a:r>
              <a:rPr lang="en-US" sz="2400" dirty="0" err="1">
                <a:latin typeface="DevLys 010" pitchFamily="2" charset="0"/>
              </a:rPr>
              <a:t>kjk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fujLr</a:t>
            </a:r>
            <a:endParaRPr lang="en-US" sz="2400" dirty="0">
              <a:latin typeface="DevLys 010" pitchFamily="2" charset="0"/>
            </a:endParaRPr>
          </a:p>
          <a:p>
            <a:pPr marL="363538" indent="-363538" algn="just">
              <a:lnSpc>
                <a:spcPct val="2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</a:rPr>
              <a:t>cnyrs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oSf'od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ifjn</a:t>
            </a:r>
            <a:r>
              <a:rPr lang="en-US" sz="2400" dirty="0">
                <a:latin typeface="DevLys 010" pitchFamily="2" charset="0"/>
              </a:rPr>
              <a:t>`'; ds </a:t>
            </a:r>
            <a:r>
              <a:rPr lang="en-US" sz="2400" dirty="0" err="1">
                <a:latin typeface="DevLys 010" pitchFamily="2" charset="0"/>
              </a:rPr>
              <a:t>dkj.k</a:t>
            </a:r>
            <a:r>
              <a:rPr lang="en-US" sz="2400" dirty="0">
                <a:latin typeface="DevLys 010" pitchFamily="2" charset="0"/>
              </a:rPr>
              <a:t> [</a:t>
            </a:r>
            <a:r>
              <a:rPr lang="en-US" sz="2400" dirty="0" err="1">
                <a:latin typeface="DevLys 010" pitchFamily="2" charset="0"/>
              </a:rPr>
              <a:t>kfut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DokVZt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QSYlikj</a:t>
            </a:r>
            <a:r>
              <a:rPr lang="en-US" sz="2400" dirty="0">
                <a:latin typeface="DevLys 010" pitchFamily="2" charset="0"/>
              </a:rPr>
              <a:t> o Dys dk </a:t>
            </a:r>
            <a:r>
              <a:rPr lang="en-US" sz="2400" dirty="0" err="1">
                <a:latin typeface="DevLys 010" pitchFamily="2" charset="0"/>
              </a:rPr>
              <a:t>mRiknu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izHkkfor</a:t>
            </a:r>
            <a:endParaRPr lang="en-US" sz="2400" dirty="0">
              <a:latin typeface="DevLys 010" pitchFamily="2" charset="0"/>
            </a:endParaRPr>
          </a:p>
          <a:p>
            <a:pPr marL="363538" indent="-363538" algn="just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</a:rPr>
              <a:t>[</a:t>
            </a:r>
            <a:r>
              <a:rPr lang="en-US" sz="2400" dirty="0" err="1">
                <a:latin typeface="DevLys 010" pitchFamily="2" charset="0"/>
              </a:rPr>
              <a:t>kfut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ykbZeLVksu</a:t>
            </a:r>
            <a:r>
              <a:rPr lang="en-US" sz="2400" dirty="0">
                <a:latin typeface="DevLys 010" pitchFamily="2" charset="0"/>
              </a:rPr>
              <a:t>] </a:t>
            </a:r>
            <a:r>
              <a:rPr lang="en-US" sz="2400" dirty="0" err="1">
                <a:latin typeface="DevLys 010" pitchFamily="2" charset="0"/>
              </a:rPr>
              <a:t>ysM</a:t>
            </a:r>
            <a:r>
              <a:rPr lang="en-US" sz="2400" dirty="0">
                <a:latin typeface="DevLys 010" pitchFamily="2" charset="0"/>
              </a:rPr>
              <a:t> o </a:t>
            </a:r>
            <a:r>
              <a:rPr lang="en-US" sz="2400" dirty="0" err="1">
                <a:latin typeface="DevLys 010" pitchFamily="2" charset="0"/>
              </a:rPr>
              <a:t>ftad</a:t>
            </a:r>
            <a:r>
              <a:rPr lang="en-US" sz="2400" dirty="0">
                <a:latin typeface="DevLys 010" pitchFamily="2" charset="0"/>
              </a:rPr>
              <a:t> ds </a:t>
            </a:r>
            <a:r>
              <a:rPr lang="en-US" sz="2400" dirty="0" err="1">
                <a:latin typeface="DevLys 010" pitchFamily="2" charset="0"/>
              </a:rPr>
              <a:t>mRiknu</a:t>
            </a:r>
            <a:r>
              <a:rPr lang="en-US" sz="2400" dirty="0">
                <a:latin typeface="DevLys 010" pitchFamily="2" charset="0"/>
              </a:rPr>
              <a:t> </a:t>
            </a:r>
            <a:r>
              <a:rPr lang="en-US" sz="2400" dirty="0" err="1">
                <a:latin typeface="DevLys 010" pitchFamily="2" charset="0"/>
              </a:rPr>
              <a:t>esa</a:t>
            </a:r>
            <a:r>
              <a:rPr lang="en-US" sz="2400" dirty="0">
                <a:latin typeface="DevLys 010" pitchFamily="2" charset="0"/>
              </a:rPr>
              <a:t> vis{</a:t>
            </a:r>
            <a:r>
              <a:rPr lang="en-US" sz="2400" dirty="0" err="1">
                <a:latin typeface="DevLys 010" pitchFamily="2" charset="0"/>
              </a:rPr>
              <a:t>kkd`r</a:t>
            </a:r>
            <a:r>
              <a:rPr lang="en-US" sz="2400" dirty="0">
                <a:latin typeface="DevLys 010" pitchFamily="2" charset="0"/>
              </a:rPr>
              <a:t> de </a:t>
            </a:r>
            <a:r>
              <a:rPr lang="en-US" sz="2400" dirty="0" err="1">
                <a:latin typeface="DevLys 010" pitchFamily="2" charset="0"/>
              </a:rPr>
              <a:t>o`f</a:t>
            </a:r>
            <a:r>
              <a:rPr lang="en-US" sz="2400" dirty="0">
                <a:latin typeface="DevLys 010" pitchFamily="2" charset="0"/>
              </a:rPr>
              <a:t>)</a:t>
            </a:r>
          </a:p>
          <a:p>
            <a:pPr algn="just">
              <a:lnSpc>
                <a:spcPct val="25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133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0649-4B23-9D49-DC04-B0FD010C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41917B1-6C4D-2094-5881-4CB4C312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3053DE-B8E2-4B94-346A-36547AD61635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93231C-D761-1AF7-9F8E-925ADC6BA20C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EA95DB-65E2-2E3C-8911-E88ED1320C79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AD9548-7E7C-38BF-98C3-F61E60550E7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1718737-44EA-D8EB-3D4E-8DF657C636C4}"/>
              </a:ext>
            </a:extLst>
          </p:cNvPr>
          <p:cNvSpPr txBox="1">
            <a:spLocks/>
          </p:cNvSpPr>
          <p:nvPr/>
        </p:nvSpPr>
        <p:spPr>
          <a:xfrm>
            <a:off x="0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2026&amp;27 % </a:t>
            </a:r>
            <a:r>
              <a:rPr lang="en-US" sz="3600" b="1" err="1">
                <a:latin typeface="DevLys 010" pitchFamily="2" charset="0"/>
              </a:rPr>
              <a:t>vk</a:t>
            </a:r>
            <a:r>
              <a:rPr lang="en-US" sz="3600" b="1">
                <a:latin typeface="DevLys 010" pitchFamily="2" charset="0"/>
              </a:rPr>
              <a:t>; y{; o </a:t>
            </a:r>
            <a:r>
              <a:rPr lang="en-US" sz="3600" b="1" err="1">
                <a:latin typeface="DevLys 010" pitchFamily="2" charset="0"/>
              </a:rPr>
              <a:t>izkfIr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FC3506-58B1-D8DB-D1F1-D6FAACF94B40}"/>
              </a:ext>
            </a:extLst>
          </p:cNvPr>
          <p:cNvSpPr txBox="1">
            <a:spLocks/>
          </p:cNvSpPr>
          <p:nvPr/>
        </p:nvSpPr>
        <p:spPr>
          <a:xfrm>
            <a:off x="453619" y="4020731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y{; % 14001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viszy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ekg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y{; % 840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jktLo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545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¼295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de½</a:t>
            </a:r>
          </a:p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deh dk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</a:p>
          <a:p>
            <a:pPr marL="72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ekpZ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2025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vfxze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198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72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20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uhykeh@vkoaVu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jksd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</a:p>
          <a:p>
            <a:pPr marL="72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cnyrs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oSf'od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ifjn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`';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DokVZt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QSYlikj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Dys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deh %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yxHkx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15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dh deh</a:t>
            </a:r>
          </a:p>
          <a:p>
            <a:pPr marL="720000" indent="-342900" algn="just">
              <a:lnSpc>
                <a:spcPct val="170000"/>
              </a:lnSpc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fgUnqLrku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ftad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gM+rky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izHkkfor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yxHkx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15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dh deh</a:t>
            </a:r>
          </a:p>
        </p:txBody>
      </p:sp>
    </p:spTree>
    <p:extLst>
      <p:ext uri="{BB962C8B-B14F-4D97-AF65-F5344CB8AC3E}">
        <p14:creationId xmlns:p14="http://schemas.microsoft.com/office/powerpoint/2010/main" val="113990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52BA-4F44-0719-F17B-6520D157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892AE21-48C3-5670-A987-EB2080BC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78BD7F-CE92-EBC3-84D8-A37902C97C5F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CEA94B-E8BF-12B7-F6D6-AF133AD4385E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327239-BA40-3C1D-161A-FAFD3AD10BB4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BFF58A-0D3A-F666-5AFC-98FE5FB805B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940B4CD-7BB3-0596-F935-5695726108F1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" pitchFamily="2" charset="0"/>
              </a:rPr>
              <a:t>foRrh</a:t>
            </a:r>
            <a:r>
              <a:rPr lang="en-US" sz="3600" b="1">
                <a:latin typeface="DevLys 010" pitchFamily="2" charset="0"/>
              </a:rPr>
              <a:t>; </a:t>
            </a:r>
            <a:r>
              <a:rPr lang="en-US" sz="3600" b="1" err="1">
                <a:latin typeface="DevLys 010" pitchFamily="2" charset="0"/>
              </a:rPr>
              <a:t>o"kZ</a:t>
            </a:r>
            <a:r>
              <a:rPr lang="en-US" sz="3600" b="1">
                <a:latin typeface="DevLys 010" pitchFamily="2" charset="0"/>
              </a:rPr>
              <a:t> 2026&amp;27 % </a:t>
            </a:r>
            <a:r>
              <a:rPr lang="en-US" sz="3600" b="1" err="1">
                <a:latin typeface="DevLys 010" pitchFamily="2" charset="0"/>
              </a:rPr>
              <a:t>dk;Z</a:t>
            </a:r>
            <a:r>
              <a:rPr lang="en-US" sz="3600" b="1">
                <a:latin typeface="DevLys 010" pitchFamily="2" charset="0"/>
              </a:rPr>
              <a:t> ;</a:t>
            </a:r>
            <a:r>
              <a:rPr lang="en-US" sz="3600" b="1" err="1">
                <a:latin typeface="DevLys 010" pitchFamily="2" charset="0"/>
              </a:rPr>
              <a:t>kstuk</a:t>
            </a:r>
            <a:endParaRPr lang="en-US" sz="3600" b="1">
              <a:latin typeface="Kruti Dev 01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05D2E3-F433-3B8D-D2CF-A013D7A598E9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96508-4A06-A9BA-A0AF-07D203780D01}"/>
              </a:ext>
            </a:extLst>
          </p:cNvPr>
          <p:cNvSpPr txBox="1"/>
          <p:nvPr/>
        </p:nvSpPr>
        <p:spPr>
          <a:xfrm>
            <a:off x="515041" y="1144864"/>
            <a:ext cx="1116191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cM+s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>
                <a:latin typeface="DevLys 010 " pitchFamily="2" charset="0"/>
              </a:rPr>
              <a:t>¼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HZL 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</a:t>
            </a:r>
            <a:r>
              <a:rPr lang="en-US">
                <a:latin typeface="DevLys 010 " pitchFamily="2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RSMML</a:t>
            </a:r>
            <a:r>
              <a:rPr lang="en-US">
                <a:latin typeface="DevLys 010 " pitchFamily="2" charset="0"/>
              </a:rPr>
              <a:t>½ % 4850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1050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RCC/ERCC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2700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 " pitchFamily="2" charset="0"/>
              </a:rPr>
              <a:t>+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viz/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¼cM+s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laLFkku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lhesaV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dEiuht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Bsdksa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izkfIr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NksM+dj½ % 900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viÝaV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isesUV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¼iz/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</a:t>
            </a:r>
            <a:r>
              <a:rPr lang="en-US">
                <a:latin typeface="DevLys 010 " pitchFamily="2" charset="0"/>
              </a:rPr>
              <a:t>½ %</a:t>
            </a:r>
          </a:p>
          <a:p>
            <a:pPr marL="630237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200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630237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bl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100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izhfe;e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jkf'k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¼viz/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[kfut½ %</a:t>
            </a:r>
          </a:p>
          <a:p>
            <a:pPr marL="630237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iwoZ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pqds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250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 </a:t>
            </a:r>
          </a:p>
          <a:p>
            <a:pPr marL="630237" indent="-28575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bl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foRrh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o"kZ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izLrkfor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350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fuEkkZ.k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foHkkxksa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250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voS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[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'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kkfLr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200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iqjkuh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cdk;k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% 100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2100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+</a:t>
            </a:r>
          </a:p>
          <a:p>
            <a:pPr marL="344488" indent="-344488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unh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ctjh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ekeyk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¼ek-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fu.kZ</a:t>
            </a:r>
            <a:r>
              <a:rPr lang="en-US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mijkUr½ % 500 </a:t>
            </a:r>
            <a:r>
              <a:rPr lang="en-US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djksM</a:t>
            </a:r>
            <a:endParaRPr lang="en-US">
              <a:latin typeface="DevLys 010 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003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3E4B-0B70-726A-5C06-B12D19A8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C19412F-473F-9981-61FD-350E6E42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624170-B2A0-B104-ABF7-D53974B65F37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1647A6E-E352-3878-5F6A-4C672C34DA70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83A5E6-02A6-9A30-A542-10A005528851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A30D4E-4C92-38B2-4B4A-4B38C5B5FE74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DF6EF24-363F-8480-5511-024AAF848252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 " pitchFamily="2" charset="0"/>
              </a:rPr>
              <a:t>fo'ks"k</a:t>
            </a:r>
            <a:r>
              <a:rPr lang="en-US" sz="3600" b="1">
                <a:latin typeface="DevLys 010 " pitchFamily="2" charset="0"/>
              </a:rPr>
              <a:t> </a:t>
            </a:r>
            <a:r>
              <a:rPr lang="en-US" sz="3600" b="1" err="1">
                <a:latin typeface="DevLys 010 " pitchFamily="2" charset="0"/>
              </a:rPr>
              <a:t>iz;kl</a:t>
            </a:r>
            <a:r>
              <a:rPr lang="en-US" sz="3600" b="1">
                <a:latin typeface="DevLys 010 " pitchFamily="2" charset="0"/>
              </a:rPr>
              <a:t> </a:t>
            </a:r>
            <a:endParaRPr lang="en-US" sz="3600" b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46A4F69-D90C-BA68-8D90-093E9A0342B2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068AD-4811-17CB-8D2E-3EA563578799}"/>
              </a:ext>
            </a:extLst>
          </p:cNvPr>
          <p:cNvSpPr txBox="1"/>
          <p:nvPr/>
        </p:nvSpPr>
        <p:spPr>
          <a:xfrm>
            <a:off x="504966" y="1290017"/>
            <a:ext cx="11161918" cy="493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NksM+dj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'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ks"k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vfèkdre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fpUghdj.k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o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ekeys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ek-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loksZPp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vkns'k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fnukad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29-12-2025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la'kks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ç;klA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4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ctjh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laca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/k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ek-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fopkjk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khu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izdj.k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fuLrkj.k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ç;klA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izHkkoh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non-operational 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mRiknu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izkjEHk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djus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ç;klA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fd;s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x;s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early operationalization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gsrq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xfBr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Post Auction Cell 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lqn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`&lt;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hdj.kA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400" dirty="0">
              <a:latin typeface="DevLys 010 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7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B97F-BEF9-4D1F-4A72-2107B5084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1A57AC5-68B6-F3CC-60D9-ADC0AC83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4843A8-47FF-02D9-F92D-97CF2044EF26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13F3D9-002D-E356-46B2-D56A2241A44A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3D7119-6F7D-0A9B-D1D3-6DE82905A439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0D3201-0711-C48D-3E65-24619F90D4E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11BBB3-BAD9-058E-C5F9-5F951082162C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6665595" cy="596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err="1">
                <a:latin typeface="DevLys 010 " pitchFamily="2" charset="0"/>
              </a:rPr>
              <a:t>psyastst</a:t>
            </a:r>
            <a:endParaRPr lang="en-US" sz="3600" b="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86CD2A-D8BA-B382-AB99-76172EF32BC3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BC5CD-8EE6-532A-CFEC-1D65E6FAE510}"/>
              </a:ext>
            </a:extLst>
          </p:cNvPr>
          <p:cNvSpPr txBox="1"/>
          <p:nvPr/>
        </p:nvSpPr>
        <p:spPr>
          <a:xfrm>
            <a:off x="515041" y="1196667"/>
            <a:ext cx="11161918" cy="493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vjkoyh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fgYl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jsat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20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ek-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mPpre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kuu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iV~Vksa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vkoaVu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jksd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cukl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unh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4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ftyksa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93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vkoafVr@uhyke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fd;s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x;s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dk ek-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mPp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U;k;ky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fujLrhdj.kA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EC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tkjh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jkT;ksa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rqyuk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vis{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kkd`r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vf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le;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yxuk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viz/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ls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:- 175@&amp; ds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LFkku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80@&amp;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izfrVu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gksuk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fodkl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izkf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kdj.k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ds {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=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IykWV~l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uhykeh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ijUrq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fudk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; }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,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uvkslh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nsus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vkukdkuh@nsjh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indent="-3429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Hkkjr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ljdkj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}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kjk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flrEcj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] 2017 ls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jkW;YVh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njksa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o``f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)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ugha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dh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xbZA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48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5971B-0946-E6B3-2CB5-9216F363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F5C5C0F-FF32-95FE-35CB-F945703D9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F78ADD-73C9-4183-AFDA-6039D928B4E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667B4A-62E8-5243-34E2-EF10D1E099EF}"/>
              </a:ext>
            </a:extLst>
          </p:cNvPr>
          <p:cNvGrpSpPr/>
          <p:nvPr/>
        </p:nvGrpSpPr>
        <p:grpSpPr>
          <a:xfrm>
            <a:off x="71421" y="859734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D5F9914-9141-D059-DB6D-1B02202E41FB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08803C-44A6-B3C2-50FE-128E941C44FB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fr-FR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IN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vLys 010" pitchFamily="2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9ACBFC-0A09-6068-0979-2BC6EDABF043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9DCB797-CD1D-8A91-197B-3D25591D4052}"/>
              </a:ext>
            </a:extLst>
          </p:cNvPr>
          <p:cNvSpPr txBox="1">
            <a:spLocks/>
          </p:cNvSpPr>
          <p:nvPr/>
        </p:nvSpPr>
        <p:spPr>
          <a:xfrm>
            <a:off x="135429" y="100419"/>
            <a:ext cx="8505334" cy="5969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latin typeface="DevLys 010 " pitchFamily="2" charset="0"/>
              </a:rPr>
              <a:t>[</a:t>
            </a:r>
            <a:r>
              <a:rPr lang="en-US" sz="3600" b="1" err="1">
                <a:latin typeface="DevLys 010 " pitchFamily="2" charset="0"/>
              </a:rPr>
              <a:t>kfut</a:t>
            </a:r>
            <a:r>
              <a:rPr lang="en-US" sz="3600" b="1">
                <a:latin typeface="DevLys 010 " pitchFamily="2" charset="0"/>
              </a:rPr>
              <a:t> </a:t>
            </a:r>
            <a:r>
              <a:rPr lang="en-US" sz="3600" b="1" err="1">
                <a:latin typeface="DevLys 010 " pitchFamily="2" charset="0"/>
              </a:rPr>
              <a:t>CykWDl@IykWV~l</a:t>
            </a:r>
            <a:r>
              <a:rPr lang="en-US" sz="3600" b="1"/>
              <a:t> </a:t>
            </a:r>
            <a:r>
              <a:rPr lang="en-US" sz="3600" b="1">
                <a:latin typeface="DevLys 010 " pitchFamily="2" charset="0"/>
              </a:rPr>
              <a:t> dh </a:t>
            </a:r>
            <a:r>
              <a:rPr lang="en-US" sz="3600" b="1" err="1">
                <a:latin typeface="DevLys 010 " pitchFamily="2" charset="0"/>
              </a:rPr>
              <a:t>izLrkfor</a:t>
            </a:r>
            <a:r>
              <a:rPr lang="en-US" sz="3600" b="1">
                <a:latin typeface="DevLys 010 " pitchFamily="2" charset="0"/>
              </a:rPr>
              <a:t> </a:t>
            </a:r>
            <a:r>
              <a:rPr lang="en-US" sz="3600" b="1" err="1">
                <a:latin typeface="DevLys 010 " pitchFamily="2" charset="0"/>
              </a:rPr>
              <a:t>uhykeh</a:t>
            </a:r>
            <a:r>
              <a:rPr lang="en-US" sz="3600" b="1">
                <a:latin typeface="DevLys 010 " pitchFamily="2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71480E-68D1-F303-86C6-41C045FB970F}"/>
              </a:ext>
            </a:extLst>
          </p:cNvPr>
          <p:cNvSpPr txBox="1">
            <a:spLocks/>
          </p:cNvSpPr>
          <p:nvPr/>
        </p:nvSpPr>
        <p:spPr>
          <a:xfrm>
            <a:off x="597266" y="2969258"/>
            <a:ext cx="10930344" cy="2438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 indent="-342900" algn="just">
              <a:lnSpc>
                <a:spcPct val="17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A4981-2A7A-EB48-8705-C89346967306}"/>
              </a:ext>
            </a:extLst>
          </p:cNvPr>
          <p:cNvSpPr txBox="1"/>
          <p:nvPr/>
        </p:nvSpPr>
        <p:spPr>
          <a:xfrm>
            <a:off x="515041" y="1196667"/>
            <a:ext cx="11161918" cy="519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139825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54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¼xksYM 1 ]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dkWij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4]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ykbZeLVksu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46] </a:t>
            </a:r>
            <a:r>
              <a:rPr lang="hi-IN" dirty="0"/>
              <a:t>गार्नेट</a:t>
            </a:r>
            <a:r>
              <a:rPr lang="en-US" dirty="0"/>
              <a:t> 2</a:t>
            </a:r>
            <a:r>
              <a:rPr lang="en-US" u="sng" dirty="0"/>
              <a:t>,</a:t>
            </a:r>
            <a:r>
              <a:rPr lang="hi-IN" dirty="0"/>
              <a:t>लेड–जिंक – 1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¼ekcZy------]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xszukbZV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-----------------]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ls.MLVksu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-----]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eslujhLVksu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-----½</a:t>
            </a: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 ¼ctjh----------½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izh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&amp;,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EcsMsM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CykWDl@IykWV~l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iz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10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CykWDl</a:t>
            </a:r>
            <a:endParaRPr lang="en-US" sz="2400" dirty="0">
              <a:latin typeface="DevLys 01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081088" indent="-403225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viz/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kku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[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kfut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 % ------------ </a:t>
            </a:r>
            <a:r>
              <a:rPr lang="en-US" sz="2400" dirty="0" err="1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IykWV</a:t>
            </a:r>
            <a:r>
              <a:rPr lang="en-US" sz="2400" dirty="0">
                <a:latin typeface="DevLys 010" pitchFamily="2" charset="0"/>
                <a:ea typeface="Calibri" panose="020F0502020204030204" pitchFamily="34" charset="0"/>
                <a:cs typeface="Mangal" panose="02040503050203030202" pitchFamily="18" charset="0"/>
              </a:rPr>
              <a:t>~~l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9ABA9-DD8A-82CD-BFBC-19694C33BE52}"/>
              </a:ext>
            </a:extLst>
          </p:cNvPr>
          <p:cNvSpPr txBox="1"/>
          <p:nvPr/>
        </p:nvSpPr>
        <p:spPr>
          <a:xfrm>
            <a:off x="10810729" y="162448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DevLys 010" pitchFamily="2" charset="0"/>
              </a:rPr>
              <a:t>o"kZ</a:t>
            </a:r>
            <a:r>
              <a:rPr lang="en-US" b="1" dirty="0">
                <a:latin typeface="DevLys 010" pitchFamily="2" charset="0"/>
              </a:rPr>
              <a:t> 2025&amp;26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136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10B3-8A1D-E7A5-4DA3-6F58B1AB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56EF043-417F-F79C-4148-7DC1EF9D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C43071-B54A-615C-D561-597125571A8F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11BC7D1-3D11-A8C9-2B38-F38C123C9191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984097-2528-B7A2-2333-6A71610EDCF1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B0D7AB-BCC9-BD38-1746-EF1B9450E79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FA7C5-9406-8C2A-56CF-7FEF421409B0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0A422-D281-F3FE-B27D-E7F1C8159E2E}"/>
              </a:ext>
            </a:extLst>
          </p:cNvPr>
          <p:cNvSpPr/>
          <p:nvPr/>
        </p:nvSpPr>
        <p:spPr>
          <a:xfrm>
            <a:off x="71421" y="65397"/>
            <a:ext cx="6474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840"/>
              </a:spcBef>
              <a:spcAft>
                <a:spcPts val="840"/>
              </a:spcAft>
            </a:pPr>
            <a:r>
              <a:rPr lang="en-US" altLang="en-US" sz="3200" b="1" err="1">
                <a:latin typeface="DevLys 010" pitchFamily="2" charset="0"/>
              </a:rPr>
              <a:t>voS</a:t>
            </a:r>
            <a:r>
              <a:rPr lang="en-US" altLang="en-US" sz="3200" b="1">
                <a:latin typeface="DevLys 010" pitchFamily="2" charset="0"/>
              </a:rPr>
              <a:t>/k [</a:t>
            </a:r>
            <a:r>
              <a:rPr lang="en-US" altLang="en-US" sz="3200" b="1" err="1">
                <a:latin typeface="DevLys 010" pitchFamily="2" charset="0"/>
              </a:rPr>
              <a:t>kuu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laHkkfor</a:t>
            </a:r>
            <a:r>
              <a:rPr lang="en-US" altLang="en-US" sz="3200" b="1">
                <a:latin typeface="DevLys 010" pitchFamily="2" charset="0"/>
              </a:rPr>
              <a:t> [</a:t>
            </a:r>
            <a:r>
              <a:rPr lang="en-US" altLang="en-US" sz="3200" b="1" err="1">
                <a:latin typeface="DevLys 010" pitchFamily="2" charset="0"/>
              </a:rPr>
              <a:t>kfut</a:t>
            </a:r>
            <a:r>
              <a:rPr lang="en-US" altLang="en-US" sz="3200" b="1">
                <a:latin typeface="DevLys 010" pitchFamily="2" charset="0"/>
              </a:rPr>
              <a:t> ,</a:t>
            </a:r>
            <a:r>
              <a:rPr lang="en-US" altLang="en-US" sz="3200" b="1" err="1">
                <a:latin typeface="DevLys 010" pitchFamily="2" charset="0"/>
              </a:rPr>
              <a:t>oa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laosnu'khy</a:t>
            </a:r>
            <a:r>
              <a:rPr lang="en-US" altLang="en-US" sz="3200" b="1">
                <a:latin typeface="DevLys 010" pitchFamily="2" charset="0"/>
              </a:rPr>
              <a:t> {</a:t>
            </a:r>
            <a:r>
              <a:rPr lang="en-US" altLang="en-US" sz="3200" b="1" err="1">
                <a:latin typeface="DevLys 010" pitchFamily="2" charset="0"/>
              </a:rPr>
              <a:t>ks</a:t>
            </a:r>
            <a:r>
              <a:rPr lang="en-US" altLang="en-US" sz="3200" b="1">
                <a:latin typeface="DevLys 010" pitchFamily="2" charset="0"/>
              </a:rPr>
              <a:t>=</a:t>
            </a:r>
            <a:endParaRPr lang="en-US" altLang="en-US" sz="3200" b="1">
              <a:solidFill>
                <a:schemeClr val="tx2"/>
              </a:solidFill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69A5D2A3-4A47-2108-BC32-D7E192C6AA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86418"/>
              </p:ext>
            </p:extLst>
          </p:nvPr>
        </p:nvGraphicFramePr>
        <p:xfrm>
          <a:off x="385598" y="1124828"/>
          <a:ext cx="11411115" cy="52451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69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8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4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dz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-l-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[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kfut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izHkkfor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ftyk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03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0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ctjh</a:t>
                      </a:r>
                      <a:endParaRPr lang="en-IN" sz="20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000" baseline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lokbZek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kksiqj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fprkSM+x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&lt;+]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/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kkSyiqj</a:t>
                      </a:r>
                      <a:endParaRPr lang="en-IN" sz="2000">
                        <a:effectLst/>
                        <a:latin typeface="DevLys 010" pitchFamily="2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ikyh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tSrkj.k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ckM+esj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fljksgh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ckyksrjk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tkykSj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ukxkSj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90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eslujh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LVksu</a:t>
                      </a:r>
                      <a:endParaRPr lang="en-IN" sz="20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vyoj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uhedkFkkuk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&gt;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qU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&gt;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quw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dksViqryh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t;iqj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dksVk</a:t>
                      </a:r>
                      <a:endParaRPr lang="en-IN" sz="20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68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DokVZt&amp;QsYlikj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C;koj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jktlean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Mqaxjiqj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Vksad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mn;iqj</a:t>
                      </a:r>
                      <a:endParaRPr lang="en-IN" sz="20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68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ykbZe</a:t>
                      </a:r>
                      <a:r>
                        <a:rPr lang="en-IN" sz="200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LVksu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ukxkSj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tSrkj.k</a:t>
                      </a:r>
                      <a:endParaRPr lang="en-IN" sz="20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68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ls.MLVksu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kkSyiqj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Hkjriqj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djksyh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HkhyokM+k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cqUnh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tks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/</a:t>
                      </a:r>
                      <a:r>
                        <a:rPr lang="en-IN" sz="2000" baseline="0" dirty="0" err="1">
                          <a:effectLst/>
                          <a:latin typeface="DevLys 010" pitchFamily="2" charset="0"/>
                        </a:rPr>
                        <a:t>kiqj</a:t>
                      </a:r>
                      <a:r>
                        <a:rPr lang="en-IN" sz="2000" baseline="0" dirty="0">
                          <a:effectLst/>
                          <a:latin typeface="DevLys 010" pitchFamily="2" charset="0"/>
                        </a:rPr>
                        <a:t>]</a:t>
                      </a:r>
                      <a:endParaRPr lang="en-IN" sz="20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68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6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err="1">
                          <a:effectLst/>
                          <a:latin typeface="DevLys 010" pitchFamily="2" charset="0"/>
                        </a:rPr>
                        <a:t>ftIle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chdkusj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Jhxaxkuxj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] </a:t>
                      </a:r>
                      <a:r>
                        <a:rPr lang="en-IN" sz="2000" dirty="0" err="1">
                          <a:effectLst/>
                          <a:latin typeface="DevLys 010" pitchFamily="2" charset="0"/>
                        </a:rPr>
                        <a:t>guqekux</a:t>
                      </a:r>
                      <a:r>
                        <a:rPr lang="en-IN" sz="2000" dirty="0">
                          <a:effectLst/>
                          <a:latin typeface="DevLys 010" pitchFamily="2" charset="0"/>
                        </a:rPr>
                        <a:t>&lt;+</a:t>
                      </a:r>
                      <a:endParaRPr lang="en-IN" sz="2000" dirty="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453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74FB-491C-9EB0-BEDA-70FD823E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3D5A71B-C0D6-6524-9843-E5C4FBDB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4067E3-60B0-7686-5B41-592C7F73983A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0D1C56-47F3-24BC-7170-5A94CC715371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92847C-C871-2D02-CD24-E65C2F24289C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C2AF99-B79B-1FD3-8F8A-127BE7D68DE5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A00EEB-6519-58B2-A229-C002B1705B7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C4182-3BE5-0AB1-C1E8-5B18E48085F6}"/>
              </a:ext>
            </a:extLst>
          </p:cNvPr>
          <p:cNvSpPr/>
          <p:nvPr/>
        </p:nvSpPr>
        <p:spPr>
          <a:xfrm>
            <a:off x="71421" y="65397"/>
            <a:ext cx="64748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840"/>
              </a:spcBef>
              <a:spcAft>
                <a:spcPts val="840"/>
              </a:spcAft>
            </a:pPr>
            <a:r>
              <a:rPr lang="en-US" altLang="en-US" sz="3200" b="1" err="1">
                <a:latin typeface="DevLys 010" pitchFamily="2" charset="0"/>
              </a:rPr>
              <a:t>voS</a:t>
            </a:r>
            <a:r>
              <a:rPr lang="en-US" altLang="en-US" sz="3200" b="1">
                <a:latin typeface="DevLys 010" pitchFamily="2" charset="0"/>
              </a:rPr>
              <a:t>/k [</a:t>
            </a:r>
            <a:r>
              <a:rPr lang="en-US" altLang="en-US" sz="3200" b="1" err="1">
                <a:latin typeface="DevLys 010" pitchFamily="2" charset="0"/>
              </a:rPr>
              <a:t>kuu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laHkkfor</a:t>
            </a:r>
            <a:r>
              <a:rPr lang="en-US" altLang="en-US" sz="3200" b="1">
                <a:latin typeface="DevLys 010" pitchFamily="2" charset="0"/>
              </a:rPr>
              <a:t> [</a:t>
            </a:r>
            <a:r>
              <a:rPr lang="en-US" altLang="en-US" sz="3200" b="1" err="1">
                <a:latin typeface="DevLys 010" pitchFamily="2" charset="0"/>
              </a:rPr>
              <a:t>kfut</a:t>
            </a:r>
            <a:r>
              <a:rPr lang="en-US" altLang="en-US" sz="3200" b="1">
                <a:latin typeface="DevLys 010" pitchFamily="2" charset="0"/>
              </a:rPr>
              <a:t> ,</a:t>
            </a:r>
            <a:r>
              <a:rPr lang="en-US" altLang="en-US" sz="3200" b="1" err="1">
                <a:latin typeface="DevLys 010" pitchFamily="2" charset="0"/>
              </a:rPr>
              <a:t>oa</a:t>
            </a:r>
            <a:r>
              <a:rPr lang="en-US" altLang="en-US" sz="3200" b="1">
                <a:latin typeface="DevLys 010" pitchFamily="2" charset="0"/>
              </a:rPr>
              <a:t> </a:t>
            </a:r>
            <a:r>
              <a:rPr lang="en-US" altLang="en-US" sz="3200" b="1" err="1">
                <a:latin typeface="DevLys 010" pitchFamily="2" charset="0"/>
              </a:rPr>
              <a:t>laosnu'khy</a:t>
            </a:r>
            <a:r>
              <a:rPr lang="en-US" altLang="en-US" sz="3200" b="1">
                <a:latin typeface="DevLys 010" pitchFamily="2" charset="0"/>
              </a:rPr>
              <a:t> {</a:t>
            </a:r>
            <a:r>
              <a:rPr lang="en-US" altLang="en-US" sz="3200" b="1" err="1">
                <a:latin typeface="DevLys 010" pitchFamily="2" charset="0"/>
              </a:rPr>
              <a:t>ks</a:t>
            </a:r>
            <a:r>
              <a:rPr lang="en-US" altLang="en-US" sz="3200" b="1">
                <a:latin typeface="DevLys 010" pitchFamily="2" charset="0"/>
              </a:rPr>
              <a:t>=</a:t>
            </a:r>
            <a:endParaRPr lang="en-US" altLang="en-US" sz="3200" b="1">
              <a:solidFill>
                <a:schemeClr val="tx2"/>
              </a:solidFill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7ACCCE70-A552-7BEB-0703-3051E0103B69}"/>
              </a:ext>
            </a:extLst>
          </p:cNvPr>
          <p:cNvGraphicFramePr>
            <a:graphicFrameLocks/>
          </p:cNvGraphicFramePr>
          <p:nvPr/>
        </p:nvGraphicFramePr>
        <p:xfrm>
          <a:off x="385598" y="1124828"/>
          <a:ext cx="11459698" cy="52485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39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3222490616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4020745929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1048730062"/>
                    </a:ext>
                  </a:extLst>
                </a:gridCol>
              </a:tblGrid>
              <a:tr h="937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Ø-l-</a:t>
                      </a: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fooj.k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2023&amp;24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o"kZ</a:t>
                      </a:r>
                      <a:endParaRPr lang="en-US" sz="200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2024&amp;25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2025&amp;26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o"kZ</a:t>
                      </a: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2026&amp;27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¼vizsy</a:t>
                      </a:r>
                      <a:r>
                        <a:rPr lang="en-US" sz="2000" u="none" strike="noStrike" baseline="0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baseline="0" err="1">
                          <a:solidFill>
                            <a:schemeClr val="tx1"/>
                          </a:solidFill>
                          <a:effectLst/>
                          <a:latin typeface="DevLys 010" pitchFamily="2" charset="0"/>
                        </a:rPr>
                        <a:t>rd½</a:t>
                      </a:r>
                      <a:endParaRPr lang="hi-IN" sz="2000" b="0" i="0" u="none" strike="noStrike">
                        <a:solidFill>
                          <a:schemeClr val="tx1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77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1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ntZ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izdj.k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9563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9331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10568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920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761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2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,Q-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vkbZ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-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vkj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-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1219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801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1161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88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50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3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tCr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okgu@e'khujh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9033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9342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10402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945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869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4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olwy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dh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xbZ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'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kkfLr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jkf'k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¼:i;s</a:t>
                      </a:r>
                      <a:r>
                        <a:rPr lang="en-US" sz="2000" u="none" strike="noStrike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djksMksa</a:t>
                      </a:r>
                      <a:r>
                        <a:rPr lang="en-US" sz="2000" u="none" strike="noStrike" baseline="0">
                          <a:effectLst/>
                          <a:latin typeface="DevLys 010" pitchFamily="2" charset="0"/>
                        </a:rPr>
                        <a:t> </a:t>
                      </a:r>
                      <a:r>
                        <a:rPr lang="en-US" sz="2000" u="none" strike="noStrike" baseline="0" err="1">
                          <a:effectLst/>
                          <a:latin typeface="DevLys 010" pitchFamily="2" charset="0"/>
                        </a:rPr>
                        <a:t>esa½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108-32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67-05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109-78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5-00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50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2000">
                          <a:effectLst/>
                          <a:latin typeface="DevLys 010" pitchFamily="2" charset="0"/>
                        </a:rPr>
                        <a:t>5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err="1">
                          <a:effectLst/>
                          <a:latin typeface="DevLys 010" pitchFamily="2" charset="0"/>
                        </a:rPr>
                        <a:t>fxj¶rkjh</a:t>
                      </a:r>
                      <a:endParaRPr lang="hi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562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DevLys 010" pitchFamily="2" charset="0"/>
                        </a:rPr>
                        <a:t>397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734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DevLys 010" pitchFamily="2" charset="0"/>
                        </a:rPr>
                        <a:t>66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DevLys 010" pitchFamily="2" charset="0"/>
                      </a:endParaRPr>
                    </a:p>
                  </a:txBody>
                  <a:tcPr marL="5716" marR="5716" marT="7621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246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ACAB-493B-AD39-A908-00CAFCE0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6AB4B84-A30B-370F-EFD3-DC74540F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EA4AEA-7C64-A87E-194F-E1BF54F05C88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86182F-B220-1D05-79FD-FB763A8C0991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38EFB0-A179-41F3-B58E-97ED8DFAB7CE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CD4C27-EA20-C886-F1AE-61C896F3DF28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7EDA9-A5ED-C772-EA78-245D390BC81D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94146-1DA6-3487-F6D9-B74DF9D58E3B}"/>
              </a:ext>
            </a:extLst>
          </p:cNvPr>
          <p:cNvSpPr/>
          <p:nvPr/>
        </p:nvSpPr>
        <p:spPr>
          <a:xfrm>
            <a:off x="0" y="57667"/>
            <a:ext cx="10256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err="1">
                <a:latin typeface="DevLys 010" pitchFamily="2" charset="0"/>
              </a:rPr>
              <a:t>voS</a:t>
            </a:r>
            <a:r>
              <a:rPr lang="en-US" sz="3600" b="1">
                <a:latin typeface="DevLys 010" pitchFamily="2" charset="0"/>
              </a:rPr>
              <a:t>/k [</a:t>
            </a:r>
            <a:r>
              <a:rPr lang="en-US" sz="3600" b="1" err="1">
                <a:latin typeface="DevLys 010" pitchFamily="2" charset="0"/>
              </a:rPr>
              <a:t>kuu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xfrfof</a:t>
            </a:r>
            <a:r>
              <a:rPr lang="en-US" sz="3600" b="1">
                <a:latin typeface="DevLys 010" pitchFamily="2" charset="0"/>
              </a:rPr>
              <a:t>/</a:t>
            </a:r>
            <a:r>
              <a:rPr lang="en-US" sz="3600" b="1" err="1">
                <a:latin typeface="DevLys 010" pitchFamily="2" charset="0"/>
              </a:rPr>
              <a:t>k;ksa</a:t>
            </a:r>
            <a:r>
              <a:rPr lang="en-US" sz="3600" b="1">
                <a:latin typeface="DevLys 010" pitchFamily="2" charset="0"/>
              </a:rPr>
              <a:t> dh </a:t>
            </a:r>
            <a:r>
              <a:rPr lang="en-US" sz="3600" b="1" err="1">
                <a:latin typeface="DevLys 010" pitchFamily="2" charset="0"/>
              </a:rPr>
              <a:t>jksdFkke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gsrq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uohure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rduhd</a:t>
            </a:r>
            <a:r>
              <a:rPr lang="en-US" sz="3600" b="1">
                <a:latin typeface="DevLys 010" pitchFamily="2" charset="0"/>
              </a:rPr>
              <a:t> dk </a:t>
            </a:r>
            <a:r>
              <a:rPr lang="en-US" sz="3600" b="1" err="1">
                <a:latin typeface="DevLys 010" pitchFamily="2" charset="0"/>
              </a:rPr>
              <a:t>iz;ksx</a:t>
            </a:r>
            <a:endParaRPr lang="en-IN" sz="3600" b="1">
              <a:latin typeface="DevLys 01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BA300-A96E-A684-FC71-33897B8981D6}"/>
              </a:ext>
            </a:extLst>
          </p:cNvPr>
          <p:cNvSpPr txBox="1"/>
          <p:nvPr/>
        </p:nvSpPr>
        <p:spPr>
          <a:xfrm>
            <a:off x="549070" y="1244736"/>
            <a:ext cx="11168906" cy="48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5138" indent="-465138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DevLys 010" pitchFamily="2" charset="0"/>
              </a:rPr>
              <a:t>[</a:t>
            </a:r>
            <a:r>
              <a:rPr lang="en-IN" sz="2400" dirty="0" err="1">
                <a:latin typeface="DevLys 010" pitchFamily="2" charset="0"/>
              </a:rPr>
              <a:t>kuu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iV~Vk</a:t>
            </a:r>
            <a:r>
              <a:rPr lang="en-IN" sz="2400" dirty="0">
                <a:latin typeface="DevLys 010" pitchFamily="2" charset="0"/>
              </a:rPr>
              <a:t> {</a:t>
            </a:r>
            <a:r>
              <a:rPr lang="en-IN" sz="2400" dirty="0" err="1">
                <a:latin typeface="DevLys 010" pitchFamily="2" charset="0"/>
              </a:rPr>
              <a:t>ks</a:t>
            </a:r>
            <a:r>
              <a:rPr lang="en-IN" sz="2400" dirty="0">
                <a:latin typeface="DevLys 010" pitchFamily="2" charset="0"/>
              </a:rPr>
              <a:t>=</a:t>
            </a:r>
            <a:r>
              <a:rPr lang="en-IN" sz="2400" dirty="0" err="1">
                <a:latin typeface="DevLys 010" pitchFamily="2" charset="0"/>
              </a:rPr>
              <a:t>ksa</a:t>
            </a:r>
            <a:r>
              <a:rPr lang="en-IN" sz="2400" dirty="0">
                <a:latin typeface="DevLys 010" pitchFamily="2" charset="0"/>
              </a:rPr>
              <a:t> dh </a:t>
            </a:r>
            <a:r>
              <a:rPr lang="en-IN" sz="2400" dirty="0" err="1">
                <a:latin typeface="DevLys 010" pitchFamily="2" charset="0"/>
              </a:rPr>
              <a:t>ft;ks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QSfUlx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izfØ;k</a:t>
            </a:r>
            <a:r>
              <a:rPr lang="en-IN" sz="2400" dirty="0">
                <a:latin typeface="DevLys 010" pitchFamily="2" charset="0"/>
              </a:rPr>
              <a:t>/</a:t>
            </a:r>
            <a:r>
              <a:rPr lang="en-IN" sz="2400" dirty="0" err="1">
                <a:latin typeface="DevLys 010" pitchFamily="2" charset="0"/>
              </a:rPr>
              <a:t>khu</a:t>
            </a:r>
            <a:endParaRPr lang="en-IN" sz="2400" dirty="0">
              <a:latin typeface="DevLys 010" pitchFamily="2" charset="0"/>
            </a:endParaRPr>
          </a:p>
          <a:p>
            <a:pPr marL="465138" indent="-465138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 err="1">
                <a:latin typeface="DevLys 010" pitchFamily="2" charset="0"/>
              </a:rPr>
              <a:t>joUuk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dUQesZ'ku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esa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dirty="0">
                <a:latin typeface="DevLys 010" pitchFamily="2" charset="0"/>
              </a:rPr>
              <a:t>[</a:t>
            </a:r>
            <a:r>
              <a:rPr lang="en-IN" sz="2400" dirty="0" err="1">
                <a:latin typeface="DevLys 010" pitchFamily="2" charset="0"/>
              </a:rPr>
              <a:t>kfut</a:t>
            </a:r>
            <a:r>
              <a:rPr lang="en-IN" sz="2400" dirty="0">
                <a:latin typeface="DevLys 010" pitchFamily="2" charset="0"/>
              </a:rPr>
              <a:t> ds </a:t>
            </a:r>
            <a:r>
              <a:rPr lang="en-IN" sz="2400" dirty="0" err="1">
                <a:latin typeface="DevLys 010" pitchFamily="2" charset="0"/>
              </a:rPr>
              <a:t>otu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esa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laHkkfor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ifjorZu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dks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jksdus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gsrq</a:t>
            </a:r>
            <a:r>
              <a:rPr lang="en-IN" sz="2400" baseline="0" dirty="0">
                <a:latin typeface="DevLys 010" pitchFamily="2" charset="0"/>
              </a:rPr>
              <a:t> ,d </a:t>
            </a:r>
            <a:r>
              <a:rPr lang="en-IN" sz="2400" baseline="0" dirty="0" err="1">
                <a:latin typeface="DevLys 010" pitchFamily="2" charset="0"/>
              </a:rPr>
              <a:t>gh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lkW¶Vos;j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rFkk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vk</a:t>
            </a:r>
            <a:r>
              <a:rPr lang="en-IN" sz="2400" baseline="0" dirty="0">
                <a:latin typeface="DevLys 010" pitchFamily="2" charset="0"/>
              </a:rPr>
              <a:t>/</a:t>
            </a:r>
            <a:r>
              <a:rPr lang="en-IN" sz="2400" baseline="0" dirty="0" err="1">
                <a:latin typeface="DevLys 010" pitchFamily="2" charset="0"/>
              </a:rPr>
              <a:t>kqfud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rduhd</a:t>
            </a:r>
            <a:r>
              <a:rPr lang="en-IN" sz="2400" baseline="0" dirty="0">
                <a:latin typeface="DevLys 010" pitchFamily="2" charset="0"/>
              </a:rPr>
              <a:t> dk </a:t>
            </a:r>
            <a:r>
              <a:rPr lang="en-IN" sz="2400" baseline="0" dirty="0" err="1">
                <a:latin typeface="DevLys 010" pitchFamily="2" charset="0"/>
              </a:rPr>
              <a:t>mi;ksx</a:t>
            </a:r>
            <a:endParaRPr lang="en-IN" sz="2400" dirty="0">
              <a:latin typeface="DevLys 010" pitchFamily="2" charset="0"/>
            </a:endParaRPr>
          </a:p>
          <a:p>
            <a:pPr marL="465138" indent="-465138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DevLys 010" pitchFamily="2" charset="0"/>
              </a:rPr>
              <a:t>[</a:t>
            </a:r>
            <a:r>
              <a:rPr lang="en-IN" sz="2400" dirty="0" err="1">
                <a:latin typeface="DevLys 010" pitchFamily="2" charset="0"/>
              </a:rPr>
              <a:t>kfut</a:t>
            </a:r>
            <a:r>
              <a:rPr lang="en-IN" sz="2400" dirty="0">
                <a:latin typeface="DevLys 010" pitchFamily="2" charset="0"/>
              </a:rPr>
              <a:t> ds </a:t>
            </a:r>
            <a:r>
              <a:rPr lang="en-IN" sz="2400" dirty="0" err="1">
                <a:latin typeface="DevLys 010" pitchFamily="2" charset="0"/>
              </a:rPr>
              <a:t>ifjogu</a:t>
            </a:r>
            <a:r>
              <a:rPr lang="en-IN" sz="2400" dirty="0">
                <a:latin typeface="DevLys 010" pitchFamily="2" charset="0"/>
              </a:rPr>
              <a:t> dh </a:t>
            </a:r>
            <a:r>
              <a:rPr lang="en-IN" sz="2400" dirty="0" err="1">
                <a:latin typeface="DevLys 010" pitchFamily="2" charset="0"/>
              </a:rPr>
              <a:t>ekWfuVfjax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gsrq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okguksa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esa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vkj</a:t>
            </a:r>
            <a:r>
              <a:rPr lang="en-IN" sz="2400" baseline="0" dirty="0">
                <a:latin typeface="DevLys 010" pitchFamily="2" charset="0"/>
              </a:rPr>
              <a:t>-,Q-</a:t>
            </a:r>
            <a:r>
              <a:rPr lang="en-IN" sz="2400" baseline="0" dirty="0" err="1">
                <a:latin typeface="DevLys 010" pitchFamily="2" charset="0"/>
              </a:rPr>
              <a:t>vkbZ</a:t>
            </a:r>
            <a:r>
              <a:rPr lang="en-IN" sz="2400" baseline="0" dirty="0">
                <a:latin typeface="DevLys 010" pitchFamily="2" charset="0"/>
              </a:rPr>
              <a:t>-</a:t>
            </a:r>
            <a:r>
              <a:rPr lang="en-IN" sz="2400" baseline="0" dirty="0" err="1">
                <a:latin typeface="DevLys 010" pitchFamily="2" charset="0"/>
              </a:rPr>
              <a:t>Mh</a:t>
            </a:r>
            <a:r>
              <a:rPr lang="en-IN" sz="2400" baseline="0" dirty="0">
                <a:latin typeface="DevLys 010" pitchFamily="2" charset="0"/>
              </a:rPr>
              <a:t>- o </a:t>
            </a:r>
            <a:r>
              <a:rPr lang="en-IN" sz="2400" baseline="0" dirty="0" err="1">
                <a:latin typeface="DevLys 010" pitchFamily="2" charset="0"/>
              </a:rPr>
              <a:t>th</a:t>
            </a:r>
            <a:r>
              <a:rPr lang="en-IN" sz="2400" baseline="0" dirty="0">
                <a:latin typeface="DevLys 010" pitchFamily="2" charset="0"/>
              </a:rPr>
              <a:t>-</a:t>
            </a:r>
            <a:r>
              <a:rPr lang="en-IN" sz="2400" baseline="0" dirty="0" err="1">
                <a:latin typeface="DevLys 010" pitchFamily="2" charset="0"/>
              </a:rPr>
              <a:t>ih</a:t>
            </a:r>
            <a:r>
              <a:rPr lang="en-IN" sz="2400" baseline="0" dirty="0">
                <a:latin typeface="DevLys 010" pitchFamily="2" charset="0"/>
              </a:rPr>
              <a:t>-,l- dk </a:t>
            </a:r>
            <a:r>
              <a:rPr lang="en-IN" sz="2400" baseline="0" dirty="0" err="1">
                <a:latin typeface="DevLys 010" pitchFamily="2" charset="0"/>
              </a:rPr>
              <a:t>mi;ksx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dirty="0">
                <a:latin typeface="DevLys 010" pitchFamily="2" charset="0"/>
              </a:rPr>
              <a:t> </a:t>
            </a:r>
          </a:p>
          <a:p>
            <a:pPr marL="465138" indent="-465138"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 err="1">
                <a:latin typeface="DevLys 010" pitchFamily="2" charset="0"/>
              </a:rPr>
              <a:t>jkW;YVh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olwyh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Bsdsnkjksa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dks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vkj</a:t>
            </a:r>
            <a:r>
              <a:rPr lang="en-IN" sz="2400" baseline="0" dirty="0">
                <a:latin typeface="DevLys 010" pitchFamily="2" charset="0"/>
              </a:rPr>
              <a:t>-,Q-</a:t>
            </a:r>
            <a:r>
              <a:rPr lang="en-IN" sz="2400" baseline="0" dirty="0" err="1">
                <a:latin typeface="DevLys 010" pitchFamily="2" charset="0"/>
              </a:rPr>
              <a:t>vkbZ</a:t>
            </a:r>
            <a:r>
              <a:rPr lang="en-IN" sz="2400" baseline="0" dirty="0">
                <a:latin typeface="DevLys 010" pitchFamily="2" charset="0"/>
              </a:rPr>
              <a:t>-</a:t>
            </a:r>
            <a:r>
              <a:rPr lang="en-IN" sz="2400" baseline="0" dirty="0" err="1">
                <a:latin typeface="DevLys 010" pitchFamily="2" charset="0"/>
              </a:rPr>
              <a:t>Mh</a:t>
            </a:r>
            <a:r>
              <a:rPr lang="en-IN" sz="2400" baseline="0" dirty="0">
                <a:latin typeface="DevLys 010" pitchFamily="2" charset="0"/>
              </a:rPr>
              <a:t>- ;</a:t>
            </a:r>
            <a:r>
              <a:rPr lang="en-IN" sz="2400" baseline="0" dirty="0" err="1">
                <a:latin typeface="DevLys 010" pitchFamily="2" charset="0"/>
              </a:rPr>
              <a:t>qDr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pSdiksLV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LFkkfir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djus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rFkk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vkWuykbZu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jkf'k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tek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dj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jlhn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tkjh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djuk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izLrkforA</a:t>
            </a:r>
            <a:endParaRPr lang="en-IN" sz="2400" dirty="0">
              <a:latin typeface="DevLys 010" pitchFamily="2" charset="0"/>
            </a:endParaRPr>
          </a:p>
          <a:p>
            <a:pPr marL="465138" marR="0" indent="-465138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IN" sz="2400" dirty="0" err="1">
                <a:latin typeface="DevLys 010" pitchFamily="2" charset="0"/>
              </a:rPr>
              <a:t>voS</a:t>
            </a:r>
            <a:r>
              <a:rPr lang="en-IN" sz="2400" dirty="0">
                <a:latin typeface="DevLys 010" pitchFamily="2" charset="0"/>
              </a:rPr>
              <a:t>/k [</a:t>
            </a:r>
            <a:r>
              <a:rPr lang="en-IN" sz="2400" dirty="0" err="1">
                <a:latin typeface="DevLys 010" pitchFamily="2" charset="0"/>
              </a:rPr>
              <a:t>kuu</a:t>
            </a:r>
            <a:r>
              <a:rPr lang="en-IN" sz="2400" dirty="0">
                <a:latin typeface="DevLys 010" pitchFamily="2" charset="0"/>
              </a:rPr>
              <a:t> </a:t>
            </a:r>
            <a:r>
              <a:rPr lang="en-IN" sz="2400" dirty="0" err="1">
                <a:latin typeface="DevLys 010" pitchFamily="2" charset="0"/>
              </a:rPr>
              <a:t>LFkyksa</a:t>
            </a:r>
            <a:r>
              <a:rPr lang="en-IN" sz="2400" dirty="0">
                <a:latin typeface="DevLys 010" pitchFamily="2" charset="0"/>
              </a:rPr>
              <a:t> dh </a:t>
            </a:r>
            <a:r>
              <a:rPr lang="en-IN" sz="2400" dirty="0" err="1">
                <a:latin typeface="DevLys 010" pitchFamily="2" charset="0"/>
              </a:rPr>
              <a:t>ft;ks</a:t>
            </a:r>
            <a:r>
              <a:rPr lang="en-IN" sz="2400" baseline="0" dirty="0">
                <a:latin typeface="DevLys 010" pitchFamily="2" charset="0"/>
              </a:rPr>
              <a:t> </a:t>
            </a:r>
            <a:r>
              <a:rPr lang="en-IN" sz="2400" baseline="0" dirty="0" err="1">
                <a:latin typeface="DevLys 010" pitchFamily="2" charset="0"/>
              </a:rPr>
              <a:t>QsfUlax</a:t>
            </a:r>
            <a:endParaRPr lang="en-IN" sz="2400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728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0BF33-F45A-5D9B-5881-EA9D3BA1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5B75442-D851-8D0C-5E44-47807667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B663F5-38D8-915D-304F-A9A95C4A2F3D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B48F53-9330-EB76-5C32-7F2F2D9ED574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176250-58D9-2AD8-7707-C68A5AD71438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7B5747-A793-85A9-32D2-AFB6617A24BE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44B70-265F-531D-304E-58521D196DD5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0407F-593E-2721-D856-76AC0049F54A}"/>
              </a:ext>
            </a:extLst>
          </p:cNvPr>
          <p:cNvSpPr/>
          <p:nvPr/>
        </p:nvSpPr>
        <p:spPr>
          <a:xfrm>
            <a:off x="148867" y="69960"/>
            <a:ext cx="47099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err="1">
                <a:latin typeface="DevLys 010" pitchFamily="2" charset="0"/>
              </a:rPr>
              <a:t>os&amp;fczt</a:t>
            </a:r>
            <a:r>
              <a:rPr lang="en-US" sz="3600" b="1">
                <a:latin typeface="DevLys 010" pitchFamily="2" charset="0"/>
              </a:rPr>
              <a:t> ,</a:t>
            </a:r>
            <a:r>
              <a:rPr lang="en-US" sz="3600" b="1" err="1">
                <a:latin typeface="DevLys 010" pitchFamily="2" charset="0"/>
              </a:rPr>
              <a:t>oa</a:t>
            </a:r>
            <a:r>
              <a:rPr lang="en-US" sz="3600" b="1">
                <a:latin typeface="DevLys 010" pitchFamily="2" charset="0"/>
              </a:rPr>
              <a:t> </a:t>
            </a:r>
            <a:r>
              <a:rPr lang="en-US" sz="3600" b="1" err="1">
                <a:latin typeface="DevLys 010" pitchFamily="2" charset="0"/>
              </a:rPr>
              <a:t>thih,l</a:t>
            </a:r>
            <a:r>
              <a:rPr lang="en-US" sz="3600" b="1">
                <a:latin typeface="DevLys 010" pitchFamily="2" charset="0"/>
              </a:rPr>
              <a:t> dh </a:t>
            </a:r>
            <a:r>
              <a:rPr lang="en-US" sz="3600" b="1" err="1">
                <a:latin typeface="DevLys 010" pitchFamily="2" charset="0"/>
              </a:rPr>
              <a:t>izxfr</a:t>
            </a:r>
            <a:endParaRPr lang="en-IN" sz="3600" b="1">
              <a:latin typeface="DevLys 010" pitchFamily="2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0A9356EE-B1E3-613A-B031-198E3DC9ACDA}"/>
              </a:ext>
            </a:extLst>
          </p:cNvPr>
          <p:cNvGraphicFramePr>
            <a:graphicFrameLocks/>
          </p:cNvGraphicFramePr>
          <p:nvPr/>
        </p:nvGraphicFramePr>
        <p:xfrm>
          <a:off x="392252" y="1137784"/>
          <a:ext cx="11353155" cy="342798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07562">
                  <a:extLst>
                    <a:ext uri="{9D8B030D-6E8A-4147-A177-3AD203B41FA5}">
                      <a16:colId xmlns:a16="http://schemas.microsoft.com/office/drawing/2014/main" val="1626336352"/>
                    </a:ext>
                  </a:extLst>
                </a:gridCol>
                <a:gridCol w="3076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9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8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kern="120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>
                          <a:solidFill>
                            <a:schemeClr val="tx1"/>
                          </a:solidFill>
                          <a:latin typeface="DevLys 010" pitchFamily="2" charset="0"/>
                          <a:ea typeface="+mn-ea"/>
                          <a:cs typeface="+mn-cs"/>
                        </a:rPr>
                        <a:t>Ø-l-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IN" sz="2000" b="1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y{;</a:t>
                      </a:r>
                      <a:endParaRPr lang="en-IN" sz="2000" b="1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izxfr</a:t>
                      </a:r>
                      <a:endParaRPr lang="en-IN" sz="2000" b="1">
                        <a:solidFill>
                          <a:schemeClr val="tx1"/>
                        </a:solidFill>
                        <a:latin typeface="DevLys 010" pitchFamily="2" charset="0"/>
                      </a:endParaRPr>
                    </a:p>
                  </a:txBody>
                  <a:tcPr marL="32147" marR="32147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24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DevLys 010" pitchFamily="2" charset="0"/>
                          <a:ea typeface="Times New Roman"/>
                          <a:cs typeface="Mangal"/>
                        </a:rPr>
                        <a:t>1</a:t>
                      </a: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leLr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LFkkuksa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vkWVkses'ku</a:t>
                      </a:r>
                      <a:endParaRPr lang="en-IN" sz="2000"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IN" sz="2000">
                        <a:effectLst/>
                        <a:latin typeface="DevLys 010" pitchFamily="2" charset="0"/>
                        <a:ea typeface="Times New Roman"/>
                        <a:cs typeface="Mangal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gkMZos;j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631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ij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os&amp;fczt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441</a:t>
                      </a:r>
                      <a:endParaRPr lang="en-IN" sz="2000" b="0">
                        <a:solidFill>
                          <a:schemeClr val="tx1"/>
                        </a:solidFill>
                      </a:endParaRPr>
                    </a:p>
                  </a:txBody>
                  <a:tcPr marL="32147" marR="3214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343">
                <a:tc>
                  <a:txBody>
                    <a:bodyPr/>
                    <a:lstStyle/>
                    <a:p>
                      <a:pPr marL="60325" indent="0" algn="ctr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DevLys 010" pitchFamily="2" charset="0"/>
                          <a:ea typeface="+mn-ea"/>
                          <a:cs typeface="+mn-cs"/>
                        </a:rPr>
                        <a:t>2</a:t>
                      </a:r>
                      <a:endParaRPr lang="en-IN" sz="2000" b="0" kern="120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indent="0" algn="l">
                        <a:spcAft>
                          <a:spcPts val="0"/>
                        </a:spcAft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esa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fnukad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15-08-2026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rd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thih,l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rFkk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vkj,QvkbZMh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yxk;k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tkuk</a:t>
                      </a:r>
                      <a:endParaRPr lang="en-IN" sz="2000" b="0" kern="1200">
                        <a:solidFill>
                          <a:schemeClr val="tx1"/>
                        </a:solidFill>
                        <a:latin typeface="DevLys 010" pitchFamily="2" charset="0"/>
                        <a:ea typeface="+mn-ea"/>
                        <a:cs typeface="+mn-cs"/>
                      </a:endParaRPr>
                    </a:p>
                  </a:txBody>
                  <a:tcPr marL="32147" marR="32147" marT="0" marB="0"/>
                </a:tc>
                <a:tc>
                  <a:txBody>
                    <a:bodyPr/>
                    <a:lstStyle/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ih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--,l-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bULVkys'ku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5719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okguksa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</a:t>
                      </a:r>
                    </a:p>
                    <a:p>
                      <a:pPr marL="603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th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ih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-,l- </a:t>
                      </a:r>
                      <a:r>
                        <a:rPr lang="en-US" sz="2000" b="0" baseline="0" err="1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ykbZo</a:t>
                      </a:r>
                      <a:r>
                        <a:rPr lang="en-US" sz="2000" b="0" baseline="0">
                          <a:solidFill>
                            <a:schemeClr val="tx1"/>
                          </a:solidFill>
                          <a:latin typeface="DevLys 010" pitchFamily="2" charset="0"/>
                        </a:rPr>
                        <a:t> % 3297</a:t>
                      </a:r>
                      <a:endParaRPr lang="en-IN" sz="2000" b="0">
                        <a:solidFill>
                          <a:schemeClr val="tx1"/>
                        </a:solidFill>
                      </a:endParaRPr>
                    </a:p>
                  </a:txBody>
                  <a:tcPr marL="32147" marR="3214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55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7C0D-11A0-3405-16E7-FD1D34EF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EECC15D-10B0-E417-1E6E-732637F5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D0DB47-BE1A-8519-5E89-BB39D034506F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DBE7E5D-5A86-BEE0-AFC2-919C2820AE09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5A8362-A482-24C3-EEA0-6DD42B2A0E14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A5F21E-E55A-9FD8-BA35-D54E4DDFD662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04876D9-307F-A6FA-D591-17C562268439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D67C3-0348-D5F0-C6BF-8C6A6735C922}"/>
              </a:ext>
            </a:extLst>
          </p:cNvPr>
          <p:cNvSpPr/>
          <p:nvPr/>
        </p:nvSpPr>
        <p:spPr>
          <a:xfrm>
            <a:off x="213925" y="111493"/>
            <a:ext cx="378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u="sng" dirty="0" err="1">
                <a:latin typeface="DevLys 010" pitchFamily="2" charset="0"/>
              </a:rPr>
              <a:t>jktLo</a:t>
            </a:r>
            <a:r>
              <a:rPr lang="en-US" sz="3600" b="1" u="sng" dirty="0">
                <a:latin typeface="DevLys 010" pitchFamily="2" charset="0"/>
              </a:rPr>
              <a:t> y{; ,</a:t>
            </a:r>
            <a:r>
              <a:rPr lang="en-US" sz="3600" b="1" u="sng" dirty="0" err="1">
                <a:latin typeface="DevLys 010" pitchFamily="2" charset="0"/>
              </a:rPr>
              <a:t>oa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izkfIr;ka</a:t>
            </a:r>
            <a:endParaRPr lang="en-IN" sz="3600" b="1" dirty="0">
              <a:latin typeface="DevLys 010" pitchFamily="2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FFD5B75-27E2-DDCD-C884-ACC444A6A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406749"/>
              </p:ext>
            </p:extLst>
          </p:nvPr>
        </p:nvGraphicFramePr>
        <p:xfrm>
          <a:off x="383701" y="1257749"/>
          <a:ext cx="11357473" cy="50159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1672">
                  <a:extLst>
                    <a:ext uri="{9D8B030D-6E8A-4147-A177-3AD203B41FA5}">
                      <a16:colId xmlns:a16="http://schemas.microsoft.com/office/drawing/2014/main" val="3756833940"/>
                    </a:ext>
                  </a:extLst>
                </a:gridCol>
                <a:gridCol w="2930961">
                  <a:extLst>
                    <a:ext uri="{9D8B030D-6E8A-4147-A177-3AD203B41FA5}">
                      <a16:colId xmlns:a16="http://schemas.microsoft.com/office/drawing/2014/main" val="1396292829"/>
                    </a:ext>
                  </a:extLst>
                </a:gridCol>
                <a:gridCol w="3517153">
                  <a:extLst>
                    <a:ext uri="{9D8B030D-6E8A-4147-A177-3AD203B41FA5}">
                      <a16:colId xmlns:a16="http://schemas.microsoft.com/office/drawing/2014/main" val="3876790140"/>
                    </a:ext>
                  </a:extLst>
                </a:gridCol>
                <a:gridCol w="2857687">
                  <a:extLst>
                    <a:ext uri="{9D8B030D-6E8A-4147-A177-3AD203B41FA5}">
                      <a16:colId xmlns:a16="http://schemas.microsoft.com/office/drawing/2014/main" val="1099444125"/>
                    </a:ext>
                  </a:extLst>
                </a:gridCol>
              </a:tblGrid>
              <a:tr h="422825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3200" b="1" kern="100" dirty="0" err="1">
                          <a:effectLst/>
                          <a:latin typeface="DevLys 010" pitchFamily="2" charset="0"/>
                        </a:rPr>
                        <a:t>foRrh</a:t>
                      </a:r>
                      <a:r>
                        <a:rPr lang="en-US" sz="3200" b="1" kern="100" dirty="0">
                          <a:effectLst/>
                          <a:latin typeface="DevLys 010" pitchFamily="2" charset="0"/>
                        </a:rPr>
                        <a:t>; </a:t>
                      </a:r>
                      <a:r>
                        <a:rPr lang="en-US" sz="3200" b="1" kern="100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IN" sz="32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gridSpan="3"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b="1" u="sng" dirty="0" err="1">
                          <a:latin typeface="DevLys 010" pitchFamily="2" charset="0"/>
                        </a:rPr>
                        <a:t>jkf’k</a:t>
                      </a:r>
                      <a:r>
                        <a:rPr lang="en-US" sz="2000" b="1" u="sng" dirty="0">
                          <a:latin typeface="DevLys 010" pitchFamily="2" charset="0"/>
                        </a:rPr>
                        <a:t> </a:t>
                      </a:r>
                      <a:r>
                        <a:rPr lang="en-US" sz="2000" b="1" u="sng" dirty="0" err="1">
                          <a:latin typeface="DevLys 010" pitchFamily="2" charset="0"/>
                        </a:rPr>
                        <a:t>djksM</a:t>
                      </a:r>
                      <a:r>
                        <a:rPr lang="en-US" sz="2000" b="1" u="sng" dirty="0">
                          <a:latin typeface="DevLys 010" pitchFamily="2" charset="0"/>
                        </a:rPr>
                        <a:t>+ </a:t>
                      </a:r>
                      <a:r>
                        <a:rPr lang="en-US" sz="2000" b="1" u="sng" dirty="0" err="1">
                          <a:latin typeface="DevLys 010" pitchFamily="2" charset="0"/>
                        </a:rPr>
                        <a:t>esa</a:t>
                      </a: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5306" marR="553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4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2112754815"/>
                  </a:ext>
                </a:extLst>
              </a:tr>
              <a:tr h="67650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3200" b="1" u="sng" dirty="0">
                          <a:latin typeface="DevLys 010" pitchFamily="2" charset="0"/>
                        </a:rPr>
                        <a:t>y{; </a:t>
                      </a:r>
                      <a:endParaRPr lang="en-IN" sz="32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3200" b="1" u="sng" dirty="0" err="1">
                          <a:latin typeface="DevLys 010" pitchFamily="2" charset="0"/>
                        </a:rPr>
                        <a:t>izkfIr;ka</a:t>
                      </a:r>
                      <a:endParaRPr lang="en-IN" sz="3200" b="1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800" b="1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518591383"/>
                  </a:ext>
                </a:extLst>
              </a:tr>
              <a:tr h="5053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2021-22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4000</a:t>
                      </a: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3995.40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99.89</a:t>
                      </a: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932823382"/>
                  </a:ext>
                </a:extLst>
              </a:tr>
              <a:tr h="5053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2022-23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4889.17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97.78</a:t>
                      </a: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25528558"/>
                  </a:ext>
                </a:extLst>
              </a:tr>
              <a:tr h="5053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2023-24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3500</a:t>
                      </a: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3425.08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97.86</a:t>
                      </a: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324732"/>
                  </a:ext>
                </a:extLst>
              </a:tr>
              <a:tr h="5053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2024-25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2900</a:t>
                      </a: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2688.91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92.72</a:t>
                      </a: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270275558"/>
                  </a:ext>
                </a:extLst>
              </a:tr>
              <a:tr h="5053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2025-26</a:t>
                      </a:r>
                      <a:endParaRPr lang="en-IN" sz="2400" kern="100" dirty="0">
                        <a:effectLst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2100</a:t>
                      </a: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2030.43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96.69</a:t>
                      </a: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6799272"/>
                  </a:ext>
                </a:extLst>
              </a:tr>
              <a:tr h="13898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2026-27</a:t>
                      </a:r>
                      <a:endParaRPr lang="en-IN" sz="2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ekg</a:t>
                      </a:r>
                      <a:r>
                        <a:rPr lang="en-US" sz="2400" b="1" u="none" dirty="0">
                          <a:latin typeface="DevLys 010" pitchFamily="2" charset="0"/>
                        </a:rPr>
                        <a:t> vizSy&amp;26 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rd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2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2300</a:t>
                      </a: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220.04</a:t>
                      </a: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9.57</a:t>
                      </a: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4753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326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5938-A0A1-B61A-409A-A2DE1CD5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DB87E3B-776D-A815-9B23-558914C5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211BC6-B099-5ED7-A7CD-C0DF5988BF7F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5ABA0CC-3A49-11E0-D718-E4B7EBF1F5A5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CE7ABA-0D71-A5E1-E797-406901FBE3F5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50140C-E4F3-9CAF-E63C-EA1F45614DF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0D020-56E7-5CD3-9DAE-82408B51C0A8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2D5AE-9C5F-5ED0-94A8-8C293BCF740B}"/>
              </a:ext>
            </a:extLst>
          </p:cNvPr>
          <p:cNvSpPr/>
          <p:nvPr/>
        </p:nvSpPr>
        <p:spPr>
          <a:xfrm>
            <a:off x="213925" y="111493"/>
            <a:ext cx="378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>
              <a:buNone/>
            </a:pPr>
            <a:r>
              <a:rPr lang="en-US" sz="3600" b="1" u="sng" dirty="0" err="1">
                <a:latin typeface="DevLys 010" pitchFamily="2" charset="0"/>
              </a:rPr>
              <a:t>jktLo</a:t>
            </a:r>
            <a:r>
              <a:rPr lang="en-US" sz="3600" b="1" u="sng" dirty="0">
                <a:latin typeface="DevLys 010" pitchFamily="2" charset="0"/>
              </a:rPr>
              <a:t> y{; ,</a:t>
            </a:r>
            <a:r>
              <a:rPr lang="en-US" sz="3600" b="1" u="sng" dirty="0" err="1">
                <a:latin typeface="DevLys 010" pitchFamily="2" charset="0"/>
              </a:rPr>
              <a:t>oa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izkfIr;ka</a:t>
            </a:r>
            <a:endParaRPr lang="en-IN" sz="3600" b="1" dirty="0">
              <a:latin typeface="DevLys 010" pitchFamily="2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809FC90-1722-FAE7-25D1-3DB67FB3AA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0456307"/>
              </p:ext>
            </p:extLst>
          </p:nvPr>
        </p:nvGraphicFramePr>
        <p:xfrm>
          <a:off x="320275" y="1171618"/>
          <a:ext cx="11397700" cy="5207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A9D597-69D4-3F4E-7508-34525502F221}"/>
              </a:ext>
            </a:extLst>
          </p:cNvPr>
          <p:cNvSpPr txBox="1"/>
          <p:nvPr/>
        </p:nvSpPr>
        <p:spPr>
          <a:xfrm>
            <a:off x="10012363" y="198304"/>
            <a:ext cx="158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Amount in Cr.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054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CF9B-C661-98C6-64AC-5450462F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072D6BF-BA2B-3D54-9AED-5C0F39F4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18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156644-4048-5B5D-9BDB-EBAA156EBDCD}"/>
              </a:ext>
            </a:extLst>
          </p:cNvPr>
          <p:cNvGrpSpPr/>
          <p:nvPr/>
        </p:nvGrpSpPr>
        <p:grpSpPr>
          <a:xfrm>
            <a:off x="71421" y="865477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35B7B1-CF5B-ECB9-AAA4-1F49AAF88672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D3E83F-512A-D301-F944-56B5EF75C9C0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D6FE3D-5597-75D6-FD4E-558602CB7529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81BA8-42C4-8EDF-1AD1-9C80CAF1FCFF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4AD77-6B64-FD39-7E82-A0E96403C75E}"/>
              </a:ext>
            </a:extLst>
          </p:cNvPr>
          <p:cNvSpPr/>
          <p:nvPr/>
        </p:nvSpPr>
        <p:spPr>
          <a:xfrm>
            <a:off x="213925" y="111493"/>
            <a:ext cx="90861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 err="1">
                <a:latin typeface="DevLys 010" pitchFamily="2" charset="0"/>
              </a:rPr>
              <a:t>foxr</a:t>
            </a:r>
            <a:r>
              <a:rPr lang="en-US" sz="3600" b="1" u="sng" dirty="0">
                <a:latin typeface="DevLys 010" pitchFamily="2" charset="0"/>
              </a:rPr>
              <a:t> 05 </a:t>
            </a:r>
            <a:r>
              <a:rPr lang="en-US" sz="3600" b="1" u="sng" dirty="0" err="1">
                <a:latin typeface="DevLys 010" pitchFamily="2" charset="0"/>
              </a:rPr>
              <a:t>o"kksZa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esa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ØwM</a:t>
            </a:r>
            <a:r>
              <a:rPr lang="en-US" sz="3600" b="1" u="sng" dirty="0">
                <a:latin typeface="DevLys 010" pitchFamily="2" charset="0"/>
              </a:rPr>
              <a:t>+ </a:t>
            </a:r>
            <a:r>
              <a:rPr lang="en-US" sz="3600" b="1" u="sng" dirty="0" err="1">
                <a:latin typeface="DevLys 010" pitchFamily="2" charset="0"/>
              </a:rPr>
              <a:t>vkW;y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rFkk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izkd`frd</a:t>
            </a:r>
            <a:r>
              <a:rPr lang="en-US" sz="3600" b="1" u="sng" dirty="0">
                <a:latin typeface="DevLys 010" pitchFamily="2" charset="0"/>
              </a:rPr>
              <a:t> </a:t>
            </a:r>
            <a:r>
              <a:rPr lang="en-US" sz="3600" b="1" u="sng" dirty="0" err="1">
                <a:latin typeface="DevLys 010" pitchFamily="2" charset="0"/>
              </a:rPr>
              <a:t>xSl</a:t>
            </a:r>
            <a:r>
              <a:rPr lang="en-US" sz="3600" b="1" u="sng" dirty="0">
                <a:latin typeface="DevLys 010" pitchFamily="2" charset="0"/>
              </a:rPr>
              <a:t> dk </a:t>
            </a:r>
            <a:r>
              <a:rPr lang="en-US" sz="3600" b="1" u="sng" dirty="0" err="1">
                <a:latin typeface="DevLys 010" pitchFamily="2" charset="0"/>
              </a:rPr>
              <a:t>mRiknu</a:t>
            </a:r>
            <a:endParaRPr lang="en-US" sz="3600" b="1" u="sng" dirty="0">
              <a:latin typeface="DevLys 01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21F053-84F5-506C-D01A-A3BE913D6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97454"/>
              </p:ext>
            </p:extLst>
          </p:nvPr>
        </p:nvGraphicFramePr>
        <p:xfrm>
          <a:off x="760165" y="1209102"/>
          <a:ext cx="10416755" cy="513661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66208">
                  <a:extLst>
                    <a:ext uri="{9D8B030D-6E8A-4147-A177-3AD203B41FA5}">
                      <a16:colId xmlns:a16="http://schemas.microsoft.com/office/drawing/2014/main" val="3756833940"/>
                    </a:ext>
                  </a:extLst>
                </a:gridCol>
                <a:gridCol w="3562911">
                  <a:extLst>
                    <a:ext uri="{9D8B030D-6E8A-4147-A177-3AD203B41FA5}">
                      <a16:colId xmlns:a16="http://schemas.microsoft.com/office/drawing/2014/main" val="1396292829"/>
                    </a:ext>
                  </a:extLst>
                </a:gridCol>
                <a:gridCol w="4487636">
                  <a:extLst>
                    <a:ext uri="{9D8B030D-6E8A-4147-A177-3AD203B41FA5}">
                      <a16:colId xmlns:a16="http://schemas.microsoft.com/office/drawing/2014/main" val="3876790140"/>
                    </a:ext>
                  </a:extLst>
                </a:gridCol>
              </a:tblGrid>
              <a:tr h="64207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kern="100" dirty="0" err="1">
                          <a:effectLst/>
                          <a:latin typeface="DevLys 010" pitchFamily="2" charset="0"/>
                        </a:rPr>
                        <a:t>foRrh</a:t>
                      </a:r>
                      <a:r>
                        <a:rPr lang="en-US" sz="2800" b="1" kern="100" dirty="0">
                          <a:effectLst/>
                          <a:latin typeface="DevLys 010" pitchFamily="2" charset="0"/>
                        </a:rPr>
                        <a:t>; </a:t>
                      </a:r>
                      <a:r>
                        <a:rPr lang="en-US" sz="2800" b="1" kern="100" dirty="0" err="1">
                          <a:effectLst/>
                          <a:latin typeface="DevLys 010" pitchFamily="2" charset="0"/>
                        </a:rPr>
                        <a:t>o"kZ</a:t>
                      </a:r>
                      <a:endParaRPr lang="en-IN" sz="28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3200" b="1" kern="100" dirty="0" err="1">
                          <a:effectLst/>
                          <a:latin typeface="DevLys 010" pitchFamily="2" charset="0"/>
                        </a:rPr>
                        <a:t>mRiknu</a:t>
                      </a:r>
                      <a:endParaRPr lang="en-IN" sz="2800" b="1" kern="100" dirty="0">
                        <a:effectLst/>
                        <a:latin typeface="DevLys 01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000" b="1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2112754815"/>
                  </a:ext>
                </a:extLst>
              </a:tr>
              <a:tr h="112363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dirty="0" err="1">
                          <a:latin typeface="DevLys 010" pitchFamily="2" charset="0"/>
                        </a:rPr>
                        <a:t>ØwM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+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vkW;y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kern="100" dirty="0">
                          <a:effectLst/>
                        </a:rPr>
                        <a:t>(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fefy;u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cSjYl</a:t>
                      </a:r>
                      <a:r>
                        <a:rPr lang="en-US" sz="2800" b="1" u="none" kern="100" dirty="0">
                          <a:effectLst/>
                        </a:rPr>
                        <a:t>)</a:t>
                      </a:r>
                      <a:endParaRPr lang="en-IN" sz="4000" b="1" u="none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dirty="0" err="1">
                          <a:latin typeface="DevLys 010" pitchFamily="2" charset="0"/>
                        </a:rPr>
                        <a:t>izkd`frd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xSl</a:t>
                      </a:r>
                      <a:endParaRPr lang="en-US" sz="2800" b="1" u="none" dirty="0">
                        <a:latin typeface="DevLys 010" pitchFamily="2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kern="100" dirty="0">
                          <a:effectLst/>
                        </a:rPr>
                        <a:t>(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fefy;u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?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ku</a:t>
                      </a:r>
                      <a:r>
                        <a:rPr lang="en-US" sz="2800" b="1" u="none" dirty="0">
                          <a:latin typeface="DevLys 010" pitchFamily="2" charset="0"/>
                        </a:rPr>
                        <a:t> </a:t>
                      </a:r>
                      <a:r>
                        <a:rPr lang="en-US" sz="2800" b="1" u="none" dirty="0" err="1">
                          <a:latin typeface="DevLys 010" pitchFamily="2" charset="0"/>
                        </a:rPr>
                        <a:t>ehVj</a:t>
                      </a:r>
                      <a:r>
                        <a:rPr lang="en-US" sz="2800" b="1" u="none" kern="100" dirty="0">
                          <a:effectLst/>
                        </a:rPr>
                        <a:t>)</a:t>
                      </a:r>
                      <a:endParaRPr lang="en-IN" sz="4000" b="1" u="none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518591383"/>
                  </a:ext>
                </a:extLst>
              </a:tr>
              <a:tr h="4815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2021-22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42.46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1684.51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932823382"/>
                  </a:ext>
                </a:extLst>
              </a:tr>
              <a:tr h="4815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2022-23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36.55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1648.78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25528558"/>
                  </a:ext>
                </a:extLst>
              </a:tr>
              <a:tr h="4815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2023-24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32.00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1522.41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324732"/>
                  </a:ext>
                </a:extLst>
              </a:tr>
              <a:tr h="4815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2024-25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24.88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1250.82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270275558"/>
                  </a:ext>
                </a:extLst>
              </a:tr>
              <a:tr h="4815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2025-26</a:t>
                      </a:r>
                      <a:endParaRPr lang="en-IN" sz="2400" kern="100" dirty="0">
                        <a:effectLst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21.44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1082.84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366799272"/>
                  </a:ext>
                </a:extLst>
              </a:tr>
              <a:tr h="963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ekg</a:t>
                      </a:r>
                      <a:r>
                        <a:rPr lang="en-US" sz="2400" b="1" u="none" dirty="0">
                          <a:latin typeface="DevLys 010" pitchFamily="2" charset="0"/>
                        </a:rPr>
                        <a:t> vizSy&amp;26 </a:t>
                      </a:r>
                      <a:r>
                        <a:rPr lang="en-US" sz="2400" b="1" u="none" dirty="0" err="1">
                          <a:latin typeface="DevLys 010" pitchFamily="2" charset="0"/>
                        </a:rPr>
                        <a:t>rd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2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1.62</a:t>
                      </a:r>
                    </a:p>
                  </a:txBody>
                  <a:tcPr marL="55306" marR="553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57.76</a:t>
                      </a:r>
                    </a:p>
                  </a:txBody>
                  <a:tcPr marL="55306" marR="55306" marT="0" marB="0" anchor="ctr"/>
                </a:tc>
                <a:extLst>
                  <a:ext uri="{0D108BD9-81ED-4DB2-BD59-A6C34878D82A}">
                    <a16:rowId xmlns:a16="http://schemas.microsoft.com/office/drawing/2014/main" val="184753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38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8B9D-6965-A040-CFF1-A66A29E0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2E51E7E-AA6F-0C12-621B-27B15E3D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44C8CF7-7CE9-63DD-A302-D794DD881F6B}"/>
              </a:ext>
            </a:extLst>
          </p:cNvPr>
          <p:cNvGrpSpPr/>
          <p:nvPr/>
        </p:nvGrpSpPr>
        <p:grpSpPr>
          <a:xfrm>
            <a:off x="0" y="842585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17FB3F4-D89B-6BED-4083-62627313960A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630075-CCF0-FEB9-51C4-903B94785267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 dirty="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 dirty="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 dirty="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 dirty="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F7F192-671E-E82B-F54A-B228B5DC557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DA2FCD2-FCA0-4E4B-AD6F-8858C643DC23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ED30B-0882-207E-CA96-2DBC49480230}"/>
              </a:ext>
            </a:extLst>
          </p:cNvPr>
          <p:cNvSpPr/>
          <p:nvPr/>
        </p:nvSpPr>
        <p:spPr>
          <a:xfrm>
            <a:off x="71421" y="180778"/>
            <a:ext cx="111091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ES_tradnl" sz="2800" b="1" dirty="0" err="1">
                <a:latin typeface="DevLys 010" pitchFamily="2" charset="0"/>
              </a:rPr>
              <a:t>isVªksfy;e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lsDVj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ls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jkT</a:t>
            </a:r>
            <a:r>
              <a:rPr lang="es-ES_tradnl" sz="2800" b="1" dirty="0">
                <a:latin typeface="DevLys 010" pitchFamily="2" charset="0"/>
              </a:rPr>
              <a:t>; </a:t>
            </a:r>
            <a:r>
              <a:rPr lang="es-ES_tradnl" sz="2800" b="1" dirty="0" err="1">
                <a:latin typeface="DevLys 010" pitchFamily="2" charset="0"/>
              </a:rPr>
              <a:t>dks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izkIr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gksus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okyk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jktLo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eq</a:t>
            </a:r>
            <a:r>
              <a:rPr lang="es-ES_tradnl" sz="2800" b="1" dirty="0">
                <a:latin typeface="DevLys 010" pitchFamily="2" charset="0"/>
              </a:rPr>
              <a:t>[;r% </a:t>
            </a:r>
            <a:r>
              <a:rPr lang="es-ES_tradnl" sz="2800" b="1" dirty="0" err="1">
                <a:latin typeface="DevLys 010" pitchFamily="2" charset="0"/>
              </a:rPr>
              <a:t>fuEu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fcanqvksa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ij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fuHkZj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djrk</a:t>
            </a:r>
            <a:r>
              <a:rPr lang="es-ES_tradnl" sz="2800" b="1" dirty="0">
                <a:latin typeface="DevLys 010" pitchFamily="2" charset="0"/>
              </a:rPr>
              <a:t> </a:t>
            </a:r>
            <a:r>
              <a:rPr lang="es-ES_tradnl" sz="2800" b="1" dirty="0" err="1">
                <a:latin typeface="DevLys 010" pitchFamily="2" charset="0"/>
              </a:rPr>
              <a:t>gS</a:t>
            </a:r>
            <a:endParaRPr lang="en-IN" sz="2800" b="1" dirty="0">
              <a:latin typeface="DevLys 01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7594E7-2A84-C474-FE8F-C626C46C39D7}"/>
              </a:ext>
            </a:extLst>
          </p:cNvPr>
          <p:cNvSpPr txBox="1"/>
          <p:nvPr/>
        </p:nvSpPr>
        <p:spPr>
          <a:xfrm>
            <a:off x="46975" y="1165112"/>
            <a:ext cx="11425346" cy="4806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indent="-546100" algn="just" defTabSz="628650">
              <a:lnSpc>
                <a:spcPct val="125000"/>
              </a:lnSpc>
              <a:buFont typeface="Wingdings" panose="05000000000000000000" pitchFamily="2" charset="2"/>
              <a:buChar char="q"/>
              <a:tabLst>
                <a:tab pos="456565" algn="l"/>
              </a:tabLst>
            </a:pPr>
            <a:r>
              <a:rPr lang="en-US" sz="2400" b="1" dirty="0" err="1">
                <a:latin typeface="DevLys 010" pitchFamily="2" charset="0"/>
              </a:rPr>
              <a:t>ØwM</a:t>
            </a:r>
            <a:r>
              <a:rPr lang="en-US" sz="2400" b="1" dirty="0">
                <a:latin typeface="DevLys 010" pitchFamily="2" charset="0"/>
              </a:rPr>
              <a:t>+ </a:t>
            </a:r>
            <a:r>
              <a:rPr lang="en-US" sz="2400" b="1" dirty="0" err="1">
                <a:latin typeface="DevLys 010" pitchFamily="2" charset="0"/>
              </a:rPr>
              <a:t>vkW;y</a:t>
            </a:r>
            <a:r>
              <a:rPr lang="en-US" sz="2400" b="1" dirty="0">
                <a:latin typeface="DevLys 010" pitchFamily="2" charset="0"/>
              </a:rPr>
              <a:t> </a:t>
            </a:r>
            <a:r>
              <a:rPr lang="en-US" sz="2400" b="1" dirty="0" err="1">
                <a:latin typeface="DevLys 010" pitchFamily="2" charset="0"/>
              </a:rPr>
              <a:t>rFkk</a:t>
            </a:r>
            <a:r>
              <a:rPr lang="en-US" sz="2400" b="1" dirty="0">
                <a:latin typeface="DevLys 010" pitchFamily="2" charset="0"/>
              </a:rPr>
              <a:t> </a:t>
            </a:r>
            <a:r>
              <a:rPr lang="en-US" sz="2400" b="1" dirty="0" err="1">
                <a:latin typeface="DevLys 010" pitchFamily="2" charset="0"/>
              </a:rPr>
              <a:t>izkd`frd</a:t>
            </a:r>
            <a:r>
              <a:rPr lang="en-US" sz="2400" b="1" dirty="0">
                <a:latin typeface="DevLys 010" pitchFamily="2" charset="0"/>
              </a:rPr>
              <a:t> </a:t>
            </a:r>
            <a:r>
              <a:rPr lang="en-US" sz="2400" b="1" dirty="0" err="1">
                <a:latin typeface="DevLys 010" pitchFamily="2" charset="0"/>
              </a:rPr>
              <a:t>xSl</a:t>
            </a:r>
            <a:r>
              <a:rPr lang="en-US" sz="2400" b="1" dirty="0">
                <a:latin typeface="DevLys 010" pitchFamily="2" charset="0"/>
              </a:rPr>
              <a:t> dk </a:t>
            </a:r>
            <a:r>
              <a:rPr lang="en-US" sz="2400" b="1" dirty="0" err="1">
                <a:latin typeface="DevLys 010" pitchFamily="2" charset="0"/>
              </a:rPr>
              <a:t>mRiknu</a:t>
            </a:r>
            <a:r>
              <a:rPr lang="en-US" sz="2400" b="1" dirty="0">
                <a:latin typeface="DevLys 010" pitchFamily="2" charset="0"/>
              </a:rPr>
              <a:t> &amp; </a:t>
            </a:r>
            <a:r>
              <a:rPr lang="es-ES_tradnl" sz="2400" dirty="0" err="1">
                <a:latin typeface="DevLys 010" pitchFamily="2" charset="0"/>
              </a:rPr>
              <a:t>ØwM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vkW;y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mRiknu</a:t>
            </a:r>
            <a:r>
              <a:rPr lang="es-ES_tradnl" sz="2400" dirty="0">
                <a:latin typeface="DevLys 010" pitchFamily="2" charset="0"/>
              </a:rPr>
              <a:t> esa </a:t>
            </a:r>
            <a:r>
              <a:rPr lang="es-ES_tradnl" sz="2400" dirty="0" err="1">
                <a:latin typeface="DevLys 010" pitchFamily="2" charset="0"/>
              </a:rPr>
              <a:t>izfro"kZ</a:t>
            </a:r>
            <a:r>
              <a:rPr lang="es-ES_tradnl" sz="2400" dirty="0">
                <a:latin typeface="DevLys 010" pitchFamily="2" charset="0"/>
              </a:rPr>
              <a:t> 15 </a:t>
            </a:r>
            <a:r>
              <a:rPr lang="es-ES_tradnl" sz="2400" dirty="0" err="1">
                <a:latin typeface="DevLys 010" pitchFamily="2" charset="0"/>
              </a:rPr>
              <a:t>ls</a:t>
            </a:r>
            <a:r>
              <a:rPr lang="es-ES_tradnl" sz="2400" dirty="0">
                <a:latin typeface="DevLys 010" pitchFamily="2" charset="0"/>
              </a:rPr>
              <a:t> 20 </a:t>
            </a:r>
            <a:r>
              <a:rPr lang="es-ES_tradnl" sz="2400" dirty="0" err="1">
                <a:latin typeface="DevLys 010" pitchFamily="2" charset="0"/>
              </a:rPr>
              <a:t>izfr’kr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deh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jgh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gSA</a:t>
            </a:r>
            <a:r>
              <a:rPr lang="es-ES_tradnl" sz="2400" dirty="0">
                <a:latin typeface="DevLys 010" pitchFamily="2" charset="0"/>
              </a:rPr>
              <a:t> ;g </a:t>
            </a:r>
            <a:r>
              <a:rPr lang="es-ES_tradnl" sz="2400" dirty="0" err="1">
                <a:latin typeface="DevLys 010" pitchFamily="2" charset="0"/>
              </a:rPr>
              <a:t>fdlh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Hkh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ØwM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vkW;y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fjtoZokW;j</a:t>
            </a:r>
            <a:r>
              <a:rPr lang="es-ES_tradnl" sz="2400" dirty="0">
                <a:latin typeface="DevLys 010" pitchFamily="2" charset="0"/>
              </a:rPr>
              <a:t> esa </a:t>
            </a:r>
            <a:r>
              <a:rPr lang="es-ES_tradnl" sz="2400" dirty="0" err="1">
                <a:latin typeface="DevLys 010" pitchFamily="2" charset="0"/>
              </a:rPr>
              <a:t>gksus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okyk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>
                <a:latin typeface="+mn-lt"/>
              </a:rPr>
              <a:t>natural decline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tks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fd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oYMZokbZM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ns</a:t>
            </a:r>
            <a:r>
              <a:rPr lang="es-ES_tradnl" sz="2400" dirty="0">
                <a:latin typeface="DevLys 010" pitchFamily="2" charset="0"/>
              </a:rPr>
              <a:t>[</a:t>
            </a:r>
            <a:r>
              <a:rPr lang="es-ES_tradnl" sz="2400" dirty="0" err="1">
                <a:latin typeface="DevLys 010" pitchFamily="2" charset="0"/>
              </a:rPr>
              <a:t>kus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dks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feyrk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pkyw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foRrh</a:t>
            </a:r>
            <a:r>
              <a:rPr lang="es-ES_tradnl" sz="2400" dirty="0">
                <a:latin typeface="DevLys 010" pitchFamily="2" charset="0"/>
              </a:rPr>
              <a:t>; </a:t>
            </a:r>
            <a:r>
              <a:rPr lang="es-ES_tradnl" sz="2400" dirty="0" err="1">
                <a:latin typeface="DevLys 010" pitchFamily="2" charset="0"/>
              </a:rPr>
              <a:t>o"kZ</a:t>
            </a:r>
            <a:r>
              <a:rPr lang="es-ES_tradnl" sz="2400" dirty="0">
                <a:latin typeface="DevLys 010" pitchFamily="2" charset="0"/>
              </a:rPr>
              <a:t> 2026&amp;27 esa </a:t>
            </a:r>
            <a:r>
              <a:rPr lang="es-ES_tradnl" sz="2400" dirty="0" err="1">
                <a:latin typeface="DevLys 010" pitchFamily="2" charset="0"/>
              </a:rPr>
              <a:t>ØwM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vkW;y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nSfud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mRiknu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yxHkx</a:t>
            </a:r>
            <a:r>
              <a:rPr lang="es-ES_tradnl" sz="2400" dirty="0">
                <a:latin typeface="DevLys 010" pitchFamily="2" charset="0"/>
              </a:rPr>
              <a:t> 54]000 &amp; 55]000 </a:t>
            </a:r>
            <a:r>
              <a:rPr lang="es-ES_tradnl" sz="2400" dirty="0" err="1">
                <a:latin typeface="DevLys 010" pitchFamily="2" charset="0"/>
              </a:rPr>
              <a:t>cSjYl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gSA</a:t>
            </a:r>
            <a:endParaRPr lang="es-ES_tradnl" sz="2400" dirty="0">
              <a:latin typeface="DevLys 010" pitchFamily="2" charset="0"/>
            </a:endParaRPr>
          </a:p>
          <a:p>
            <a:pPr marL="901700" indent="-546100" algn="just" defTabSz="628650">
              <a:lnSpc>
                <a:spcPct val="125000"/>
              </a:lnSpc>
              <a:buFont typeface="Wingdings" panose="05000000000000000000" pitchFamily="2" charset="2"/>
              <a:buChar char="q"/>
              <a:tabLst>
                <a:tab pos="456565" algn="l"/>
              </a:tabLst>
            </a:pPr>
            <a:endParaRPr lang="en-US" sz="2400" dirty="0">
              <a:latin typeface="DevLys 010" pitchFamily="2" charset="0"/>
            </a:endParaRPr>
          </a:p>
          <a:p>
            <a:pPr marL="901700" indent="-546100" algn="just" defTabSz="628650">
              <a:lnSpc>
                <a:spcPct val="125000"/>
              </a:lnSpc>
              <a:buFont typeface="Wingdings" panose="05000000000000000000" pitchFamily="2" charset="2"/>
              <a:buChar char="q"/>
              <a:tabLst>
                <a:tab pos="456565" algn="l"/>
              </a:tabLst>
            </a:pPr>
            <a:r>
              <a:rPr lang="es-ES_tradnl" sz="2400" b="1" dirty="0" err="1">
                <a:latin typeface="DevLys 010" pitchFamily="2" charset="0"/>
              </a:rPr>
              <a:t>ØwM</a:t>
            </a:r>
            <a:r>
              <a:rPr lang="es-ES_tradnl" sz="2400" b="1" dirty="0">
                <a:latin typeface="DevLys 010" pitchFamily="2" charset="0"/>
              </a:rPr>
              <a:t> </a:t>
            </a:r>
            <a:r>
              <a:rPr lang="es-ES_tradnl" sz="2400" b="1" dirty="0" err="1">
                <a:latin typeface="DevLys 010" pitchFamily="2" charset="0"/>
              </a:rPr>
              <a:t>vkW;y</a:t>
            </a:r>
            <a:r>
              <a:rPr lang="es-ES_tradnl" sz="2400" b="1" dirty="0">
                <a:latin typeface="DevLys 010" pitchFamily="2" charset="0"/>
              </a:rPr>
              <a:t> </a:t>
            </a:r>
            <a:r>
              <a:rPr lang="es-ES_tradnl" sz="2400" b="1" dirty="0" err="1">
                <a:latin typeface="DevLys 010" pitchFamily="2" charset="0"/>
              </a:rPr>
              <a:t>dh</a:t>
            </a:r>
            <a:r>
              <a:rPr lang="es-ES_tradnl" sz="2400" b="1" dirty="0">
                <a:latin typeface="DevLys 010" pitchFamily="2" charset="0"/>
              </a:rPr>
              <a:t> </a:t>
            </a:r>
            <a:r>
              <a:rPr lang="es-ES_tradnl" sz="2400" b="1" dirty="0" err="1">
                <a:latin typeface="DevLys 010" pitchFamily="2" charset="0"/>
              </a:rPr>
              <a:t>varjkZ"Vªh</a:t>
            </a:r>
            <a:r>
              <a:rPr lang="es-ES_tradnl" sz="2400" b="1" dirty="0">
                <a:latin typeface="DevLys 010" pitchFamily="2" charset="0"/>
              </a:rPr>
              <a:t>; </a:t>
            </a:r>
            <a:r>
              <a:rPr lang="es-ES_tradnl" sz="2400" b="1" dirty="0" err="1">
                <a:latin typeface="DevLys 010" pitchFamily="2" charset="0"/>
              </a:rPr>
              <a:t>dher</a:t>
            </a:r>
            <a:r>
              <a:rPr lang="es-ES_tradnl" sz="2400" b="1" dirty="0">
                <a:latin typeface="DevLys 010" pitchFamily="2" charset="0"/>
              </a:rPr>
              <a:t> </a:t>
            </a:r>
            <a:r>
              <a:rPr lang="en-US" sz="2400" b="1" dirty="0">
                <a:latin typeface="DevLys 010" pitchFamily="2" charset="0"/>
              </a:rPr>
              <a:t>&amp; </a:t>
            </a:r>
            <a:r>
              <a:rPr lang="es-ES_tradnl" sz="2400" dirty="0" err="1">
                <a:latin typeface="DevLys 010" pitchFamily="2" charset="0"/>
              </a:rPr>
              <a:t>ØwM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vkW;y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dher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eq</a:t>
            </a:r>
            <a:r>
              <a:rPr lang="es-ES_tradnl" sz="2400" dirty="0">
                <a:latin typeface="DevLys 010" pitchFamily="2" charset="0"/>
              </a:rPr>
              <a:t>[; :Ik </a:t>
            </a:r>
            <a:r>
              <a:rPr lang="es-ES_tradnl" sz="2400" dirty="0" err="1">
                <a:latin typeface="DevLys 010" pitchFamily="2" charset="0"/>
              </a:rPr>
              <a:t>ls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Xykscy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fMek.M</a:t>
            </a:r>
            <a:r>
              <a:rPr lang="es-ES_tradnl" sz="2400" dirty="0">
                <a:latin typeface="DevLys 010" pitchFamily="2" charset="0"/>
              </a:rPr>
              <a:t> ,</a:t>
            </a:r>
            <a:r>
              <a:rPr lang="es-ES_tradnl" sz="2400" dirty="0" err="1">
                <a:latin typeface="DevLys 010" pitchFamily="2" charset="0"/>
              </a:rPr>
              <a:t>oa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lIykbZ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rFkk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ftvks&amp;ikWfyfVdy</a:t>
            </a:r>
            <a:r>
              <a:rPr lang="es-ES_tradnl" sz="2400" dirty="0">
                <a:latin typeface="DevLys 010" pitchFamily="2" charset="0"/>
              </a:rPr>
              <a:t> ?</a:t>
            </a:r>
            <a:r>
              <a:rPr lang="es-ES_tradnl" sz="2400" dirty="0" err="1">
                <a:latin typeface="DevLys 010" pitchFamily="2" charset="0"/>
              </a:rPr>
              <a:t>kVukvksa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rFkk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bdukWfed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xzksFk@cktkj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lsUVhesUVl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ij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fuHkZj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djrh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orZeku</a:t>
            </a:r>
            <a:r>
              <a:rPr lang="es-ES_tradnl" sz="2400" dirty="0">
                <a:latin typeface="DevLys 010" pitchFamily="2" charset="0"/>
              </a:rPr>
              <a:t> esa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ØwM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vkW;y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dh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dhers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yxHkx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105&amp;110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MkWyj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izfr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cSjy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ds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e/;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py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jgh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gSA</a:t>
            </a:r>
            <a:endParaRPr lang="es-ES_tradnl" sz="2400" dirty="0">
              <a:solidFill>
                <a:prstClr val="black"/>
              </a:solidFill>
              <a:latin typeface="DevLys 010" pitchFamily="2" charset="0"/>
            </a:endParaRPr>
          </a:p>
          <a:p>
            <a:pPr marL="901700" indent="-546100" algn="just" defTabSz="628650">
              <a:lnSpc>
                <a:spcPct val="125000"/>
              </a:lnSpc>
              <a:buFont typeface="Wingdings" panose="05000000000000000000" pitchFamily="2" charset="2"/>
              <a:buChar char="q"/>
              <a:tabLst>
                <a:tab pos="456565" algn="l"/>
              </a:tabLst>
            </a:pP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892175" indent="-663575"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s-ES_tradnl" sz="2400" b="1" dirty="0" err="1">
                <a:latin typeface="DevLys 010" pitchFamily="2" charset="0"/>
              </a:rPr>
              <a:t>MkWyj</a:t>
            </a:r>
            <a:r>
              <a:rPr lang="es-ES_tradnl" sz="2400" b="1" dirty="0">
                <a:latin typeface="DevLys 010" pitchFamily="2" charset="0"/>
              </a:rPr>
              <a:t>&amp;:</a:t>
            </a:r>
            <a:r>
              <a:rPr lang="es-ES_tradnl" sz="2400" b="1" dirty="0" err="1">
                <a:latin typeface="DevLys 010" pitchFamily="2" charset="0"/>
              </a:rPr>
              <a:t>i;k</a:t>
            </a:r>
            <a:r>
              <a:rPr lang="es-ES_tradnl" sz="2400" b="1" dirty="0">
                <a:latin typeface="DevLys 010" pitchFamily="2" charset="0"/>
              </a:rPr>
              <a:t> </a:t>
            </a:r>
            <a:r>
              <a:rPr lang="es-ES_tradnl" sz="2400" b="1" dirty="0" err="1">
                <a:latin typeface="DevLys 010" pitchFamily="2" charset="0"/>
              </a:rPr>
              <a:t>dUotZu</a:t>
            </a:r>
            <a:r>
              <a:rPr lang="es-ES_tradnl" sz="2400" b="1" dirty="0">
                <a:latin typeface="DevLys 010" pitchFamily="2" charset="0"/>
              </a:rPr>
              <a:t> &amp; </a:t>
            </a:r>
            <a:r>
              <a:rPr lang="es-ES_tradnl" sz="2400" dirty="0" err="1">
                <a:latin typeface="DevLys 010" pitchFamily="2" charset="0"/>
              </a:rPr>
              <a:t>orekZu</a:t>
            </a:r>
            <a:r>
              <a:rPr lang="es-ES_tradnl" sz="2400" dirty="0">
                <a:latin typeface="DevLys 010" pitchFamily="2" charset="0"/>
              </a:rPr>
              <a:t> esa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MkWyj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&amp;: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i;k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dUotZu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yxHkx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94&amp;95 :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i;s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ds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e/;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py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jgk</a:t>
            </a:r>
            <a:r>
              <a:rPr lang="es-ES_tradnl" sz="2400" dirty="0">
                <a:solidFill>
                  <a:prstClr val="black"/>
                </a:solidFill>
                <a:latin typeface="DevLys 010" pitchFamily="2" charset="0"/>
              </a:rPr>
              <a:t> </a:t>
            </a:r>
            <a:r>
              <a:rPr lang="es-ES_tradnl" sz="2400" dirty="0" err="1">
                <a:solidFill>
                  <a:prstClr val="black"/>
                </a:solidFill>
                <a:latin typeface="DevLys 010" pitchFamily="2" charset="0"/>
              </a:rPr>
              <a:t>gSA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65779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A6CE-922B-D01C-5E85-89ABBBEB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4B16EFFF-DBD8-BC4A-CBE5-D495DD6E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20</a:t>
            </a:fld>
            <a:endParaRPr lang="en-IN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86426D-D1EE-2DE6-EBEE-85EEBA45DC5C}"/>
              </a:ext>
            </a:extLst>
          </p:cNvPr>
          <p:cNvGrpSpPr/>
          <p:nvPr/>
        </p:nvGrpSpPr>
        <p:grpSpPr>
          <a:xfrm>
            <a:off x="0" y="842585"/>
            <a:ext cx="11982034" cy="5861699"/>
            <a:chOff x="100407" y="888336"/>
            <a:chExt cx="11747210" cy="5919873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E90C8E6-FCE2-46B5-0D95-60383BF1AF8B}"/>
                </a:ext>
              </a:extLst>
            </p:cNvPr>
            <p:cNvSpPr/>
            <p:nvPr/>
          </p:nvSpPr>
          <p:spPr>
            <a:xfrm>
              <a:off x="100407" y="888336"/>
              <a:ext cx="11747210" cy="591987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9A0839-8307-976C-3262-6CD736DE8B76}"/>
                </a:ext>
              </a:extLst>
            </p:cNvPr>
            <p:cNvSpPr/>
            <p:nvPr/>
          </p:nvSpPr>
          <p:spPr bwMode="gray">
            <a:xfrm>
              <a:off x="344384" y="1091379"/>
              <a:ext cx="11305310" cy="5451925"/>
            </a:xfrm>
            <a:prstGeom prst="rect">
              <a:avLst/>
            </a:prstGeom>
            <a:solidFill>
              <a:srgbClr val="FFFFFF"/>
            </a:solidFill>
            <a:ln w="19050" algn="ctr">
              <a:noFill/>
              <a:miter lim="800000"/>
              <a:headEnd/>
              <a:tailEnd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lIns="88900" tIns="88900" rIns="88900" bIns="88900" anchor="t"/>
            <a:lstStyle/>
            <a:p>
              <a:pPr marL="342900" lvl="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en-IN" sz="2200">
                <a:latin typeface="DevLys 010" pitchFamily="2" charset="0"/>
              </a:endParaRPr>
            </a:p>
            <a:p>
              <a:pPr lvl="0" fontAlgn="base">
                <a:lnSpc>
                  <a:spcPct val="150000"/>
                </a:lnSpc>
                <a:spcAft>
                  <a:spcPts val="600"/>
                </a:spcAft>
              </a:pPr>
              <a:endParaRPr lang="en-IN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  <a:p>
              <a:pPr marL="342900" indent="-342900" fontAlgn="base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fr-FR" sz="2200">
                <a:latin typeface="DevLys 010" pitchFamily="2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2415A0-FD16-69BF-CC35-EC34C044E60C}"/>
              </a:ext>
            </a:extLst>
          </p:cNvPr>
          <p:cNvCxnSpPr/>
          <p:nvPr/>
        </p:nvCxnSpPr>
        <p:spPr>
          <a:xfrm>
            <a:off x="0" y="757824"/>
            <a:ext cx="1219200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06C8-810C-76CD-7FE5-23944761AE81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94B36-9618-46DA-A8F5-99D6DFCBF0EA}"/>
              </a:ext>
            </a:extLst>
          </p:cNvPr>
          <p:cNvSpPr/>
          <p:nvPr/>
        </p:nvSpPr>
        <p:spPr>
          <a:xfrm>
            <a:off x="71421" y="180778"/>
            <a:ext cx="84369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u="sng" dirty="0" err="1">
                <a:latin typeface="DevLys 010" pitchFamily="2" charset="0"/>
              </a:rPr>
              <a:t>foRrh</a:t>
            </a:r>
            <a:r>
              <a:rPr lang="en-US" sz="2800" b="1" u="sng" dirty="0">
                <a:latin typeface="DevLys 010" pitchFamily="2" charset="0"/>
              </a:rPr>
              <a:t>; </a:t>
            </a:r>
            <a:r>
              <a:rPr lang="en-US" sz="2800" b="1" u="sng" dirty="0" err="1">
                <a:latin typeface="DevLys 010" pitchFamily="2" charset="0"/>
              </a:rPr>
              <a:t>o"kZ</a:t>
            </a:r>
            <a:r>
              <a:rPr lang="en-US" sz="2800" b="1" u="sng" dirty="0">
                <a:latin typeface="DevLys 010" pitchFamily="2" charset="0"/>
              </a:rPr>
              <a:t> 2026&amp;27 </a:t>
            </a:r>
            <a:r>
              <a:rPr lang="en-US" sz="2800" b="1" u="sng" dirty="0" err="1">
                <a:latin typeface="DevLys 010" pitchFamily="2" charset="0"/>
              </a:rPr>
              <a:t>esa</a:t>
            </a:r>
            <a:r>
              <a:rPr lang="en-US" sz="2800" b="1" u="sng" dirty="0">
                <a:latin typeface="DevLys 010" pitchFamily="2" charset="0"/>
              </a:rPr>
              <a:t> </a:t>
            </a:r>
            <a:r>
              <a:rPr lang="en-US" sz="2800" b="1" u="sng" dirty="0" err="1">
                <a:latin typeface="DevLys 010" pitchFamily="2" charset="0"/>
              </a:rPr>
              <a:t>jktLo</a:t>
            </a:r>
            <a:r>
              <a:rPr lang="en-US" sz="2800" b="1" u="sng" dirty="0">
                <a:latin typeface="DevLys 010" pitchFamily="2" charset="0"/>
              </a:rPr>
              <a:t> </a:t>
            </a:r>
            <a:r>
              <a:rPr lang="en-US" sz="2800" b="1" u="sng" dirty="0" err="1">
                <a:latin typeface="DevLys 010" pitchFamily="2" charset="0"/>
              </a:rPr>
              <a:t>vtZu</a:t>
            </a:r>
            <a:r>
              <a:rPr lang="en-US" sz="2800" b="1" u="sng" dirty="0">
                <a:latin typeface="DevLys 010" pitchFamily="2" charset="0"/>
              </a:rPr>
              <a:t> c&lt;+</a:t>
            </a:r>
            <a:r>
              <a:rPr lang="en-US" sz="2800" b="1" u="sng" dirty="0" err="1">
                <a:latin typeface="DevLys 010" pitchFamily="2" charset="0"/>
              </a:rPr>
              <a:t>kus</a:t>
            </a:r>
            <a:r>
              <a:rPr lang="en-US" sz="2800" b="1" u="sng" dirty="0">
                <a:latin typeface="DevLys 010" pitchFamily="2" charset="0"/>
              </a:rPr>
              <a:t> ds </a:t>
            </a:r>
            <a:r>
              <a:rPr lang="en-US" sz="2800" b="1" u="sng" dirty="0" err="1">
                <a:latin typeface="DevLys 010" pitchFamily="2" charset="0"/>
              </a:rPr>
              <a:t>fy</a:t>
            </a:r>
            <a:r>
              <a:rPr lang="en-US" sz="2800" b="1" u="sng" dirty="0">
                <a:latin typeface="DevLys 010" pitchFamily="2" charset="0"/>
              </a:rPr>
              <a:t>, </a:t>
            </a:r>
            <a:r>
              <a:rPr lang="en-US" sz="2800" b="1" u="sng" dirty="0" err="1">
                <a:latin typeface="DevLys 010" pitchFamily="2" charset="0"/>
              </a:rPr>
              <a:t>fd</a:t>
            </a:r>
            <a:r>
              <a:rPr lang="en-US" sz="2800" b="1" u="sng" dirty="0">
                <a:latin typeface="DevLys 010" pitchFamily="2" charset="0"/>
              </a:rPr>
              <a:t>, </a:t>
            </a:r>
            <a:r>
              <a:rPr lang="en-US" sz="2800" b="1" u="sng" dirty="0" err="1">
                <a:latin typeface="DevLys 010" pitchFamily="2" charset="0"/>
              </a:rPr>
              <a:t>tk</a:t>
            </a:r>
            <a:r>
              <a:rPr lang="en-US" sz="2800" b="1" u="sng" dirty="0">
                <a:latin typeface="DevLys 010" pitchFamily="2" charset="0"/>
              </a:rPr>
              <a:t> </a:t>
            </a:r>
            <a:r>
              <a:rPr lang="en-US" sz="2800" b="1" u="sng" dirty="0" err="1">
                <a:latin typeface="DevLys 010" pitchFamily="2" charset="0"/>
              </a:rPr>
              <a:t>jgs</a:t>
            </a:r>
            <a:r>
              <a:rPr lang="en-US" sz="2800" b="1" u="sng" dirty="0">
                <a:latin typeface="DevLys 010" pitchFamily="2" charset="0"/>
              </a:rPr>
              <a:t> </a:t>
            </a:r>
            <a:r>
              <a:rPr lang="en-US" sz="2800" b="1" u="sng" dirty="0" err="1">
                <a:latin typeface="DevLys 010" pitchFamily="2" charset="0"/>
              </a:rPr>
              <a:t>mik</a:t>
            </a:r>
            <a:r>
              <a:rPr lang="en-US" sz="2800" b="1" u="sng" dirty="0">
                <a:latin typeface="DevLys 010" pitchFamily="2" charset="0"/>
              </a:rPr>
              <a:t>;</a:t>
            </a:r>
            <a:endParaRPr lang="en-IN" sz="2800" b="1" dirty="0">
              <a:latin typeface="DevLys 01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F695E-EA7B-F92D-5522-CEF84151EBEE}"/>
              </a:ext>
            </a:extLst>
          </p:cNvPr>
          <p:cNvSpPr txBox="1"/>
          <p:nvPr/>
        </p:nvSpPr>
        <p:spPr>
          <a:xfrm>
            <a:off x="411845" y="1078744"/>
            <a:ext cx="11133832" cy="493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s-ES_tradnl" sz="2400" dirty="0" err="1">
                <a:latin typeface="DevLys 010" pitchFamily="2" charset="0"/>
              </a:rPr>
              <a:t>ds;uZ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osnkUrk</a:t>
            </a:r>
            <a:r>
              <a:rPr lang="es-ES_tradnl" sz="2400" dirty="0">
                <a:latin typeface="DevLys 010" pitchFamily="2" charset="0"/>
              </a:rPr>
              <a:t> }</a:t>
            </a:r>
            <a:r>
              <a:rPr lang="es-ES_tradnl" sz="2400" dirty="0" err="1">
                <a:latin typeface="DevLys 010" pitchFamily="2" charset="0"/>
              </a:rPr>
              <a:t>kjk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/>
              <a:t>Alkaline</a:t>
            </a:r>
            <a:r>
              <a:rPr lang="es-ES_tradnl" sz="2400" dirty="0"/>
              <a:t> </a:t>
            </a:r>
            <a:r>
              <a:rPr lang="es-ES_tradnl" sz="2400" dirty="0" err="1"/>
              <a:t>Surfactant</a:t>
            </a:r>
            <a:r>
              <a:rPr lang="es-ES_tradnl" sz="2400" dirty="0"/>
              <a:t> </a:t>
            </a:r>
            <a:r>
              <a:rPr lang="es-ES_tradnl" sz="2400" dirty="0" err="1"/>
              <a:t>Polymer</a:t>
            </a:r>
            <a:r>
              <a:rPr lang="es-ES_tradnl" sz="2400" dirty="0"/>
              <a:t> (ASP) </a:t>
            </a:r>
            <a:r>
              <a:rPr lang="es-ES_tradnl" sz="2400" dirty="0" err="1"/>
              <a:t>Enhanced</a:t>
            </a:r>
            <a:r>
              <a:rPr lang="es-ES_tradnl" sz="2400" dirty="0"/>
              <a:t> </a:t>
            </a:r>
            <a:r>
              <a:rPr lang="es-ES_tradnl" sz="2400" dirty="0" err="1"/>
              <a:t>Oil</a:t>
            </a:r>
            <a:r>
              <a:rPr lang="es-ES_tradnl" sz="2400" dirty="0"/>
              <a:t> </a:t>
            </a:r>
            <a:r>
              <a:rPr lang="es-ES_tradnl" sz="2400" dirty="0" err="1"/>
              <a:t>Recovery</a:t>
            </a:r>
            <a:r>
              <a:rPr lang="es-ES_tradnl" sz="2400" dirty="0"/>
              <a:t> (EOR) </a:t>
            </a:r>
            <a:r>
              <a:rPr lang="es-ES_tradnl" sz="2400" dirty="0" err="1">
                <a:latin typeface="DevLys 010" pitchFamily="2" charset="0"/>
              </a:rPr>
              <a:t>rduhdksa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iz;ksx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fd;k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tk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jgk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</a:t>
            </a:r>
            <a:r>
              <a:rPr lang="es-ES_tradnl" sz="2400" dirty="0">
                <a:latin typeface="DevLys 010" pitchFamily="2" charset="0"/>
              </a:rPr>
              <a:t>] </a:t>
            </a:r>
            <a:r>
              <a:rPr lang="es-ES_tradnl" sz="2400" dirty="0" err="1">
                <a:latin typeface="DevLys 010" pitchFamily="2" charset="0"/>
              </a:rPr>
              <a:t>ftlds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ifj.kkeLo:i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vkxkeh</a:t>
            </a:r>
            <a:r>
              <a:rPr lang="es-ES_tradnl" sz="2400" dirty="0">
                <a:latin typeface="DevLys 010" pitchFamily="2" charset="0"/>
              </a:rPr>
              <a:t> le; esa </a:t>
            </a:r>
            <a:r>
              <a:rPr lang="es-ES_tradnl" sz="2400" dirty="0" err="1">
                <a:latin typeface="DevLys 010" pitchFamily="2" charset="0"/>
              </a:rPr>
              <a:t>orZeku</a:t>
            </a:r>
            <a:r>
              <a:rPr lang="es-ES_tradnl" sz="2400" dirty="0">
                <a:latin typeface="DevLys 010" pitchFamily="2" charset="0"/>
              </a:rPr>
              <a:t> esa </a:t>
            </a:r>
            <a:r>
              <a:rPr lang="es-ES_tradnl" sz="2400" dirty="0" err="1">
                <a:latin typeface="DevLys 010" pitchFamily="2" charset="0"/>
              </a:rPr>
              <a:t>mRikfnr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gks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jgs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ØwM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vkW;y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mRiknu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ls</a:t>
            </a:r>
            <a:r>
              <a:rPr lang="es-ES_tradnl" sz="2400" dirty="0">
                <a:latin typeface="DevLys 010" pitchFamily="2" charset="0"/>
              </a:rPr>
              <a:t> 15 </a:t>
            </a:r>
            <a:r>
              <a:rPr lang="es-ES_tradnl" sz="2400" dirty="0" err="1">
                <a:latin typeface="DevLys 010" pitchFamily="2" charset="0"/>
              </a:rPr>
              <a:t>ls</a:t>
            </a:r>
            <a:r>
              <a:rPr lang="es-ES_tradnl" sz="2400" dirty="0">
                <a:latin typeface="DevLys 010" pitchFamily="2" charset="0"/>
              </a:rPr>
              <a:t> 20 </a:t>
            </a:r>
            <a:r>
              <a:rPr lang="es-ES_tradnl" sz="2400" dirty="0" err="1">
                <a:latin typeface="DevLys 010" pitchFamily="2" charset="0"/>
              </a:rPr>
              <a:t>izfr’kr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vf</a:t>
            </a:r>
            <a:r>
              <a:rPr lang="es-ES_tradnl" sz="2400" dirty="0">
                <a:latin typeface="DevLys 010" pitchFamily="2" charset="0"/>
              </a:rPr>
              <a:t>/</a:t>
            </a:r>
            <a:r>
              <a:rPr lang="es-ES_tradnl" sz="2400" dirty="0" err="1">
                <a:latin typeface="DevLys 010" pitchFamily="2" charset="0"/>
              </a:rPr>
              <a:t>kd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mRiknu</a:t>
            </a:r>
            <a:r>
              <a:rPr lang="es-ES_tradnl" sz="2400" dirty="0">
                <a:latin typeface="DevLys 010" pitchFamily="2" charset="0"/>
              </a:rPr>
              <a:t> c&lt;+</a:t>
            </a:r>
            <a:r>
              <a:rPr lang="es-ES_tradnl" sz="2400" dirty="0" err="1">
                <a:latin typeface="DevLys 010" pitchFamily="2" charset="0"/>
              </a:rPr>
              <a:t>us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laHkkouk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gSa</a:t>
            </a:r>
            <a:r>
              <a:rPr lang="es-ES_tradnl" sz="2400" dirty="0">
                <a:latin typeface="DevLys 010" pitchFamily="2" charset="0"/>
              </a:rPr>
              <a:t>] </a:t>
            </a:r>
            <a:r>
              <a:rPr lang="es-ES_tradnl" sz="2400" dirty="0" err="1">
                <a:latin typeface="DevLys 010" pitchFamily="2" charset="0"/>
              </a:rPr>
              <a:t>ftlls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QyLo:i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jktLo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o`f</a:t>
            </a:r>
            <a:r>
              <a:rPr lang="es-ES_tradnl" sz="2400" dirty="0">
                <a:latin typeface="DevLys 010" pitchFamily="2" charset="0"/>
              </a:rPr>
              <a:t>) </a:t>
            </a:r>
            <a:r>
              <a:rPr lang="es-ES_tradnl" sz="2400" dirty="0" err="1">
                <a:latin typeface="DevLys 010" pitchFamily="2" charset="0"/>
              </a:rPr>
              <a:t>gksuk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laHko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gSA</a:t>
            </a:r>
            <a:endParaRPr lang="en-US" sz="2400" dirty="0">
              <a:latin typeface="DevLys 010" pitchFamily="2" charset="0"/>
            </a:endParaRPr>
          </a:p>
          <a:p>
            <a:pPr marL="5365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s-ES_tradnl" sz="2400" dirty="0" err="1">
                <a:latin typeface="DevLys 010" pitchFamily="2" charset="0"/>
              </a:rPr>
              <a:t>isVªksfy;e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yht</a:t>
            </a:r>
            <a:r>
              <a:rPr lang="es-ES_tradnl" sz="2400" dirty="0">
                <a:latin typeface="DevLys 010" pitchFamily="2" charset="0"/>
              </a:rPr>
              <a:t> ¼12½ ,</a:t>
            </a:r>
            <a:r>
              <a:rPr lang="es-ES_tradnl" sz="2400" dirty="0" err="1">
                <a:latin typeface="DevLys 010" pitchFamily="2" charset="0"/>
              </a:rPr>
              <a:t>oa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isVªksfy;e</a:t>
            </a:r>
            <a:r>
              <a:rPr lang="es-ES_tradnl" sz="2400" dirty="0">
                <a:latin typeface="DevLys 010" pitchFamily="2" charset="0"/>
              </a:rPr>
              <a:t> ,</a:t>
            </a:r>
            <a:r>
              <a:rPr lang="es-ES_tradnl" sz="2400" dirty="0" err="1">
                <a:latin typeface="DevLys 010" pitchFamily="2" charset="0"/>
              </a:rPr>
              <a:t>Dliyksjs’ku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ykblsal</a:t>
            </a:r>
            <a:r>
              <a:rPr lang="es-ES_tradnl" sz="2400" dirty="0">
                <a:latin typeface="DevLys 010" pitchFamily="2" charset="0"/>
              </a:rPr>
              <a:t> ¼13½ esa </a:t>
            </a:r>
            <a:r>
              <a:rPr lang="es-ES_tradnl" sz="2400" dirty="0" err="1">
                <a:latin typeface="DevLys 010" pitchFamily="2" charset="0"/>
              </a:rPr>
              <a:t>vUos"k.k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dk;Z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tkjhA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u;s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Hk.Mkj</a:t>
            </a:r>
            <a:r>
              <a:rPr lang="es-ES_tradnl" sz="2400" dirty="0">
                <a:latin typeface="DevLys 010" pitchFamily="2" charset="0"/>
              </a:rPr>
              <a:t> [</a:t>
            </a:r>
            <a:r>
              <a:rPr lang="es-ES_tradnl" sz="2400" dirty="0" err="1">
                <a:latin typeface="DevLys 010" pitchFamily="2" charset="0"/>
              </a:rPr>
              <a:t>kkst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ckn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dPps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rsy</a:t>
            </a:r>
            <a:r>
              <a:rPr lang="es-ES_tradnl" sz="2400" dirty="0">
                <a:latin typeface="DevLys 010" pitchFamily="2" charset="0"/>
              </a:rPr>
              <a:t> ,</a:t>
            </a:r>
            <a:r>
              <a:rPr lang="es-ES_tradnl" sz="2400" dirty="0" err="1">
                <a:latin typeface="DevLys 010" pitchFamily="2" charset="0"/>
              </a:rPr>
              <a:t>oa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xSl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mRiknu</a:t>
            </a:r>
            <a:r>
              <a:rPr lang="es-ES_tradnl" sz="2400" dirty="0">
                <a:latin typeface="DevLys 010" pitchFamily="2" charset="0"/>
              </a:rPr>
              <a:t> c&lt;</a:t>
            </a:r>
            <a:r>
              <a:rPr lang="es-ES_tradnl" sz="2400" dirty="0" err="1">
                <a:latin typeface="DevLys 010" pitchFamily="2" charset="0"/>
              </a:rPr>
              <a:t>us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QyLo:i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jktLo</a:t>
            </a:r>
            <a:r>
              <a:rPr lang="es-ES_tradnl" sz="2400" dirty="0">
                <a:latin typeface="DevLys 010" pitchFamily="2" charset="0"/>
              </a:rPr>
              <a:t> c&lt;</a:t>
            </a:r>
            <a:r>
              <a:rPr lang="es-ES_tradnl" sz="2400" dirty="0" err="1">
                <a:latin typeface="DevLys 010" pitchFamily="2" charset="0"/>
              </a:rPr>
              <a:t>us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laHkkouk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gSA</a:t>
            </a:r>
            <a:endParaRPr lang="en-US" sz="2400" dirty="0">
              <a:latin typeface="DevLys 010" pitchFamily="2" charset="0"/>
            </a:endParaRPr>
          </a:p>
          <a:p>
            <a:pPr marL="5365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s-ES_tradnl" sz="2400" dirty="0">
                <a:latin typeface="DevLys 010" pitchFamily="2" charset="0"/>
              </a:rPr>
              <a:t>u, </a:t>
            </a:r>
            <a:r>
              <a:rPr lang="es-ES_tradnl" sz="2400" dirty="0" err="1">
                <a:latin typeface="DevLys 010" pitchFamily="2" charset="0"/>
              </a:rPr>
              <a:t>rsy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vkSj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çk</a:t>
            </a:r>
            <a:r>
              <a:rPr lang="es-ES_tradnl" sz="2400" dirty="0">
                <a:latin typeface="DevLys 010" pitchFamily="2" charset="0"/>
              </a:rPr>
              <a:t>—</a:t>
            </a:r>
            <a:r>
              <a:rPr lang="es-ES_tradnl" sz="2400" dirty="0" err="1">
                <a:latin typeface="DevLys 010" pitchFamily="2" charset="0"/>
              </a:rPr>
              <a:t>frd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xSl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dh</a:t>
            </a:r>
            <a:r>
              <a:rPr lang="es-ES_tradnl" sz="2400" dirty="0">
                <a:latin typeface="DevLys 010" pitchFamily="2" charset="0"/>
              </a:rPr>
              <a:t> [</a:t>
            </a:r>
            <a:r>
              <a:rPr lang="es-ES_tradnl" sz="2400" dirty="0" err="1">
                <a:latin typeface="DevLys 010" pitchFamily="2" charset="0"/>
              </a:rPr>
              <a:t>kkst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vkSj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fodkl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xfrfof</a:t>
            </a:r>
            <a:r>
              <a:rPr lang="es-ES_tradnl" sz="2400" dirty="0">
                <a:latin typeface="DevLys 010" pitchFamily="2" charset="0"/>
              </a:rPr>
              <a:t>/</a:t>
            </a:r>
            <a:r>
              <a:rPr lang="es-ES_tradnl" sz="2400" dirty="0" err="1">
                <a:latin typeface="DevLys 010" pitchFamily="2" charset="0"/>
              </a:rPr>
              <a:t>k;ksa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dks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rsth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ls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vkxs</a:t>
            </a:r>
            <a:r>
              <a:rPr lang="es-ES_tradnl" sz="2400" dirty="0">
                <a:latin typeface="DevLys 010" pitchFamily="2" charset="0"/>
              </a:rPr>
              <a:t> c&lt;+</a:t>
            </a:r>
            <a:r>
              <a:rPr lang="es-ES_tradnl" sz="2400" dirty="0" err="1">
                <a:latin typeface="DevLys 010" pitchFamily="2" charset="0"/>
              </a:rPr>
              <a:t>kukA</a:t>
            </a:r>
            <a:endParaRPr lang="en-US" sz="2400" dirty="0">
              <a:latin typeface="DevLys 010" pitchFamily="2" charset="0"/>
            </a:endParaRPr>
          </a:p>
          <a:p>
            <a:pPr marL="536575" lvl="0" indent="-53657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s-ES_tradnl" sz="2400" dirty="0" err="1">
                <a:latin typeface="DevLys 010" pitchFamily="2" charset="0"/>
              </a:rPr>
              <a:t>ckM+esj&amp;lkapksj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rFkk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tSlyesj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csflu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ls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çk</a:t>
            </a:r>
            <a:r>
              <a:rPr lang="es-ES_tradnl" sz="2400" dirty="0">
                <a:latin typeface="DevLys 010" pitchFamily="2" charset="0"/>
              </a:rPr>
              <a:t>—</a:t>
            </a:r>
            <a:r>
              <a:rPr lang="es-ES_tradnl" sz="2400" dirty="0" err="1">
                <a:latin typeface="DevLys 010" pitchFamily="2" charset="0"/>
              </a:rPr>
              <a:t>frd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xSl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dk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mRiknu</a:t>
            </a:r>
            <a:r>
              <a:rPr lang="es-ES_tradnl" sz="2400" dirty="0">
                <a:latin typeface="DevLys 010" pitchFamily="2" charset="0"/>
              </a:rPr>
              <a:t> </a:t>
            </a:r>
            <a:r>
              <a:rPr lang="es-ES_tradnl" sz="2400" dirty="0" err="1">
                <a:latin typeface="DevLys 010" pitchFamily="2" charset="0"/>
              </a:rPr>
              <a:t>dks</a:t>
            </a:r>
            <a:r>
              <a:rPr lang="es-ES_tradnl" sz="2400" dirty="0">
                <a:latin typeface="DevLys 010" pitchFamily="2" charset="0"/>
              </a:rPr>
              <a:t> c&lt;+</a:t>
            </a:r>
            <a:r>
              <a:rPr lang="es-ES_tradnl" sz="2400" dirty="0" err="1">
                <a:latin typeface="DevLys 010" pitchFamily="2" charset="0"/>
              </a:rPr>
              <a:t>kukA</a:t>
            </a:r>
            <a:endParaRPr lang="en-US" sz="2400" dirty="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531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5034-280A-D15A-C7C1-18F7A877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4BC45E5-2F17-F934-C112-FE94C25C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763" y="5169769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3F78ADD-73C9-4183-AFDA-6039D928B4EE}" type="slidenum">
              <a:rPr lang="en-IN" altLang="en-US" smtClean="0"/>
              <a:pPr>
                <a:defRPr/>
              </a:pPr>
              <a:t>21</a:t>
            </a:fld>
            <a:endParaRPr lang="en-I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060F6-8711-644E-1DF9-1A56A9C5D2A2}"/>
              </a:ext>
            </a:extLst>
          </p:cNvPr>
          <p:cNvSpPr/>
          <p:nvPr/>
        </p:nvSpPr>
        <p:spPr>
          <a:xfrm>
            <a:off x="474024" y="1149536"/>
            <a:ext cx="5148000" cy="72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18288" tIns="320040" rIns="18288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en-US" sz="2400" b="1" kern="0">
              <a:solidFill>
                <a:sysClr val="windowText" lastClr="000000"/>
              </a:solidFill>
              <a:latin typeface="DevLys 010" pitchFamily="2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87AE6-4C39-0839-A0BE-24B0BD94B74B}"/>
              </a:ext>
            </a:extLst>
          </p:cNvPr>
          <p:cNvSpPr txBox="1"/>
          <p:nvPr/>
        </p:nvSpPr>
        <p:spPr>
          <a:xfrm>
            <a:off x="2848356" y="2544818"/>
            <a:ext cx="61356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>
                <a:latin typeface="DevLys 010" pitchFamily="2" charset="0"/>
              </a:rPr>
              <a:t>/</a:t>
            </a:r>
            <a:r>
              <a:rPr lang="en-IN" sz="6000" err="1">
                <a:latin typeface="DevLys 010" pitchFamily="2" charset="0"/>
              </a:rPr>
              <a:t>kU;okn</a:t>
            </a:r>
            <a:endParaRPr lang="en-IN" sz="6000">
              <a:latin typeface="DevLys 01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4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2063</Words>
  <Application>Microsoft Office PowerPoint</Application>
  <PresentationFormat>Widescreen</PresentationFormat>
  <Paragraphs>312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</vt:lpstr>
      <vt:lpstr>DevLys 010</vt:lpstr>
      <vt:lpstr>DevLys 010 </vt:lpstr>
      <vt:lpstr>Kruti Dev 010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Giri, Sanjay</dc:creator>
  <cp:lastModifiedBy>Giri, Sanjay</cp:lastModifiedBy>
  <cp:revision>17</cp:revision>
  <dcterms:created xsi:type="dcterms:W3CDTF">2026-05-04T11:56:52Z</dcterms:created>
  <dcterms:modified xsi:type="dcterms:W3CDTF">2026-05-04T14:39:18Z</dcterms:modified>
</cp:coreProperties>
</file>