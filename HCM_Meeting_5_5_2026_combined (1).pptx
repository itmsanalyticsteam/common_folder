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2"/>
  </p:notesMasterIdLst>
  <p:sldIdLst>
    <p:sldId id="300" r:id="rId3"/>
    <p:sldId id="284" r:id="rId4"/>
    <p:sldId id="346" r:id="rId5"/>
    <p:sldId id="347" r:id="rId6"/>
    <p:sldId id="348" r:id="rId7"/>
    <p:sldId id="378" r:id="rId8"/>
    <p:sldId id="349" r:id="rId9"/>
    <p:sldId id="367" r:id="rId10"/>
    <p:sldId id="368" r:id="rId11"/>
    <p:sldId id="370" r:id="rId12"/>
    <p:sldId id="371" r:id="rId13"/>
    <p:sldId id="350" r:id="rId14"/>
    <p:sldId id="366" r:id="rId15"/>
    <p:sldId id="363" r:id="rId16"/>
    <p:sldId id="364" r:id="rId17"/>
    <p:sldId id="374" r:id="rId18"/>
    <p:sldId id="375" r:id="rId19"/>
    <p:sldId id="377" r:id="rId20"/>
    <p:sldId id="36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1313"/>
    <a:srgbClr val="156082"/>
    <a:srgbClr val="337C3D"/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7" d="100"/>
          <a:sy n="57" d="100"/>
        </p:scale>
        <p:origin x="948" y="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iverma.ext\Downloads\HCM_Meeting_data_shee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Sheet1!$H$2:$H$6</c:f>
              <c:strCache>
                <c:ptCount val="5"/>
                <c:pt idx="0">
                  <c:v>Royalty</c:v>
                </c:pt>
                <c:pt idx="1">
                  <c:v>Premium</c:v>
                </c:pt>
                <c:pt idx="2">
                  <c:v>BT Amount</c:v>
                </c:pt>
                <c:pt idx="3">
                  <c:v>Penalty</c:v>
                </c:pt>
                <c:pt idx="4">
                  <c:v>Others</c:v>
                </c:pt>
              </c:strCache>
            </c:strRef>
          </c:cat>
          <c:val>
            <c:numRef>
              <c:f>Sheet1!$I$2:$I$6</c:f>
              <c:numCache>
                <c:formatCode>#,##0_ ;\-#,##0\ </c:formatCode>
                <c:ptCount val="5"/>
                <c:pt idx="0">
                  <c:v>8678.9439999999995</c:v>
                </c:pt>
                <c:pt idx="1">
                  <c:v>953.577</c:v>
                </c:pt>
                <c:pt idx="2">
                  <c:v>232.547</c:v>
                </c:pt>
                <c:pt idx="3">
                  <c:v>104.589</c:v>
                </c:pt>
                <c:pt idx="4">
                  <c:v>411.71300000000002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5B-412D-B0CD-D60235E3D9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3323904"/>
        <c:axId val="143325440"/>
      </c:barChart>
      <c:catAx>
        <c:axId val="143323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325440"/>
        <c:crosses val="autoZero"/>
        <c:auto val="1"/>
        <c:lblAlgn val="ctr"/>
        <c:lblOffset val="100"/>
        <c:noMultiLvlLbl val="0"/>
      </c:catAx>
      <c:valAx>
        <c:axId val="143325440"/>
        <c:scaling>
          <c:orientation val="minMax"/>
        </c:scaling>
        <c:delete val="0"/>
        <c:axPos val="l"/>
        <c:numFmt formatCode="#,##0_ ;\-#,##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323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Minor Minerals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4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8.7322585242063044E-2"/>
          <c:y val="7.4913216434337737E-2"/>
          <c:w val="0.82535482951587391"/>
          <c:h val="0.66671004399038991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Royalty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C399-4A91-9910-2EB865A4E5DC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C399-4A91-9910-2EB865A4E5DC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C399-4A91-9910-2EB865A4E5DC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C399-4A91-9910-2EB865A4E5DC}"/>
              </c:ext>
            </c:extLst>
          </c:dPt>
          <c:dPt>
            <c:idx val="4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C399-4A91-9910-2EB865A4E5DC}"/>
              </c:ext>
            </c:extLst>
          </c:dPt>
          <c:dPt>
            <c:idx val="5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C399-4A91-9910-2EB865A4E5DC}"/>
              </c:ext>
            </c:extLst>
          </c:dPt>
          <c:dPt>
            <c:idx val="6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C399-4A91-9910-2EB865A4E5DC}"/>
              </c:ext>
            </c:extLst>
          </c:dPt>
          <c:dLbls>
            <c:dLbl>
              <c:idx val="5"/>
              <c:layout>
                <c:manualLayout>
                  <c:x val="0"/>
                  <c:y val="-8.6712327654866153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399-4A91-9910-2EB865A4E5D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Masonary Stone</c:v>
                </c:pt>
                <c:pt idx="1">
                  <c:v>Granite</c:v>
                </c:pt>
                <c:pt idx="2">
                  <c:v>Marble</c:v>
                </c:pt>
                <c:pt idx="3">
                  <c:v>Limestone</c:v>
                </c:pt>
                <c:pt idx="4">
                  <c:v>Sandstone</c:v>
                </c:pt>
                <c:pt idx="5">
                  <c:v>Gypsum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_ * #,##0_ ;_ * \-#,##0_ ;_ * "-"??_ ;_ @_ </c:formatCode>
                <c:ptCount val="7"/>
                <c:pt idx="0">
                  <c:v>753.73</c:v>
                </c:pt>
                <c:pt idx="1">
                  <c:v>334.49</c:v>
                </c:pt>
                <c:pt idx="2">
                  <c:v>314.20999999999998</c:v>
                </c:pt>
                <c:pt idx="3">
                  <c:v>228.51</c:v>
                </c:pt>
                <c:pt idx="4">
                  <c:v>310.19</c:v>
                </c:pt>
                <c:pt idx="5">
                  <c:v>143.94999999999999</c:v>
                </c:pt>
                <c:pt idx="6">
                  <c:v>607.99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399-4A91-9910-2EB865A4E5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2.8357327744970396E-2"/>
          <c:y val="0.78144470599003368"/>
          <c:w val="0.94328534451005919"/>
          <c:h val="0.197463106202025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>
          <a:lumMod val="50000"/>
          <a:lumOff val="50000"/>
        </a:schemeClr>
      </a:solidFill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40" b="1"/>
              <a:t>Major Minerals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8.7784706593975026E-2"/>
          <c:y val="0.15479341188300988"/>
          <c:w val="0.82443058681204995"/>
          <c:h val="0.51675735429636505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Royalty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548-4813-BCCE-90C07C854920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548-4813-BCCE-90C07C854920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6548-4813-BCCE-90C07C854920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6548-4813-BCCE-90C07C854920}"/>
              </c:ext>
            </c:extLst>
          </c:dPt>
          <c:dPt>
            <c:idx val="4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6548-4813-BCCE-90C07C854920}"/>
              </c:ext>
            </c:extLst>
          </c:dPt>
          <c:dPt>
            <c:idx val="5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6548-4813-BCCE-90C07C854920}"/>
              </c:ext>
            </c:extLst>
          </c:dPt>
          <c:dPt>
            <c:idx val="6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6548-4813-BCCE-90C07C854920}"/>
              </c:ext>
            </c:extLst>
          </c:dPt>
          <c:dLbls>
            <c:dLbl>
              <c:idx val="4"/>
              <c:layout>
                <c:manualLayout>
                  <c:x val="-6.4361128918816318E-2"/>
                  <c:y val="-1.2242058855963214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548-4813-BCCE-90C07C854920}"/>
                </c:ext>
              </c:extLst>
            </c:dLbl>
            <c:dLbl>
              <c:idx val="6"/>
              <c:layout>
                <c:manualLayout>
                  <c:x val="6.2062517171715625E-2"/>
                  <c:y val="-7.345235313577933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548-4813-BCCE-90C07C854920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Zinc</c:v>
                </c:pt>
                <c:pt idx="1">
                  <c:v>Limestone</c:v>
                </c:pt>
                <c:pt idx="2">
                  <c:v>Lead</c:v>
                </c:pt>
                <c:pt idx="3">
                  <c:v>Silver</c:v>
                </c:pt>
                <c:pt idx="4">
                  <c:v>Rock  Phosphate</c:v>
                </c:pt>
                <c:pt idx="5">
                  <c:v>Felspar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_ * #,##0_ ;_ * \-#,##0_ ;_ * "-"??_ ;_ @_ </c:formatCode>
                <c:ptCount val="7"/>
                <c:pt idx="0">
                  <c:v>2509.88</c:v>
                </c:pt>
                <c:pt idx="1">
                  <c:v>841.66</c:v>
                </c:pt>
                <c:pt idx="2">
                  <c:v>544.55999999999995</c:v>
                </c:pt>
                <c:pt idx="3">
                  <c:v>769.01</c:v>
                </c:pt>
                <c:pt idx="4">
                  <c:v>202.56</c:v>
                </c:pt>
                <c:pt idx="5">
                  <c:v>145.15</c:v>
                </c:pt>
                <c:pt idx="6">
                  <c:v>340.38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548-4813-BCCE-90C07C85492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7236330228337215E-2"/>
          <c:y val="0.74049206521797806"/>
          <c:w val="0.9631438585677472"/>
          <c:h val="0.2361221321772202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>
          <a:lumMod val="50000"/>
          <a:lumOff val="5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2023-24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5"/>
              <c:layout>
                <c:manualLayout>
                  <c:x val="-2.416589505210176E-2"/>
                  <c:y val="4.60097293018093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336-4162-B42A-CE608A8E6239}"/>
                </c:ext>
              </c:extLst>
            </c:dLbl>
            <c:numFmt formatCode="#,##0" sourceLinked="0"/>
            <c:spPr>
              <a:solidFill>
                <a:srgbClr val="C41313"/>
              </a:solidFill>
              <a:ln>
                <a:solidFill>
                  <a:srgbClr val="156082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Sheet2!$B$2:$B$13</c:f>
              <c:numCache>
                <c:formatCode>General</c:formatCode>
                <c:ptCount val="12"/>
                <c:pt idx="0">
                  <c:v>503.7</c:v>
                </c:pt>
                <c:pt idx="1">
                  <c:v>543.72</c:v>
                </c:pt>
                <c:pt idx="2">
                  <c:v>590.80999999999995</c:v>
                </c:pt>
                <c:pt idx="3">
                  <c:v>525.47</c:v>
                </c:pt>
                <c:pt idx="4">
                  <c:v>574.72</c:v>
                </c:pt>
                <c:pt idx="5">
                  <c:v>621.64</c:v>
                </c:pt>
                <c:pt idx="6">
                  <c:v>619.66</c:v>
                </c:pt>
                <c:pt idx="7">
                  <c:v>537.82000000000005</c:v>
                </c:pt>
                <c:pt idx="8">
                  <c:v>613.95000000000005</c:v>
                </c:pt>
                <c:pt idx="9">
                  <c:v>635.89</c:v>
                </c:pt>
                <c:pt idx="10">
                  <c:v>624</c:v>
                </c:pt>
                <c:pt idx="11">
                  <c:v>1047.54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36-4162-B42A-CE608A8E6239}"/>
            </c:ext>
          </c:extLst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2024-25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4"/>
              <c:layout>
                <c:manualLayout>
                  <c:x val="-1.5301742809240041E-2"/>
                  <c:y val="-3.70625336668952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336-4162-B42A-CE608A8E6239}"/>
                </c:ext>
              </c:extLst>
            </c:dLbl>
            <c:dLbl>
              <c:idx val="5"/>
              <c:layout>
                <c:manualLayout>
                  <c:x val="-2.8597971173532698E-2"/>
                  <c:y val="-2.583655218463787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336-4162-B42A-CE608A8E6239}"/>
                </c:ext>
              </c:extLst>
            </c:dLbl>
            <c:numFmt formatCode="#,##0" sourceLinked="0"/>
            <c:spPr>
              <a:solidFill>
                <a:srgbClr val="337C3D"/>
              </a:solidFill>
              <a:ln>
                <a:solidFill>
                  <a:srgbClr val="3B7D23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Sheet2!$C$2:$C$13</c:f>
              <c:numCache>
                <c:formatCode>General</c:formatCode>
                <c:ptCount val="12"/>
                <c:pt idx="0">
                  <c:v>613.54999999999995</c:v>
                </c:pt>
                <c:pt idx="1">
                  <c:v>638.12</c:v>
                </c:pt>
                <c:pt idx="2">
                  <c:v>663.25</c:v>
                </c:pt>
                <c:pt idx="3">
                  <c:v>893.44</c:v>
                </c:pt>
                <c:pt idx="4">
                  <c:v>670.33</c:v>
                </c:pt>
                <c:pt idx="5">
                  <c:v>648.63</c:v>
                </c:pt>
                <c:pt idx="6">
                  <c:v>781.15</c:v>
                </c:pt>
                <c:pt idx="7">
                  <c:v>693.39</c:v>
                </c:pt>
                <c:pt idx="8">
                  <c:v>738.88</c:v>
                </c:pt>
                <c:pt idx="9">
                  <c:v>755.03</c:v>
                </c:pt>
                <c:pt idx="10">
                  <c:v>840.2</c:v>
                </c:pt>
                <c:pt idx="11">
                  <c:v>1292.25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336-4162-B42A-CE608A8E6239}"/>
            </c:ext>
          </c:extLst>
        </c:ser>
        <c:ser>
          <c:idx val="2"/>
          <c:order val="2"/>
          <c:tx>
            <c:strRef>
              <c:f>Sheet2!$D$1</c:f>
              <c:strCache>
                <c:ptCount val="1"/>
                <c:pt idx="0">
                  <c:v>2025-26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3"/>
              <c:layout>
                <c:manualLayout>
                  <c:x val="-2.5273914082459516E-2"/>
                  <c:y val="2.80817484810893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336-4162-B42A-CE608A8E6239}"/>
                </c:ext>
              </c:extLst>
            </c:dLbl>
            <c:dLbl>
              <c:idx val="4"/>
              <c:layout>
                <c:manualLayout>
                  <c:x val="-2.416589505210176E-2"/>
                  <c:y val="1.685576699883188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336-4162-B42A-CE608A8E6239}"/>
                </c:ext>
              </c:extLst>
            </c:dLbl>
            <c:numFmt formatCode="#,##0" sourceLinked="0"/>
            <c:spPr>
              <a:solidFill>
                <a:schemeClr val="accent5"/>
              </a:solidFill>
              <a:ln>
                <a:solidFill>
                  <a:schemeClr val="accent5">
                    <a:lumMod val="75000"/>
                  </a:scheme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Sheet2!$D$2:$D$13</c:f>
              <c:numCache>
                <c:formatCode>General</c:formatCode>
                <c:ptCount val="12"/>
                <c:pt idx="0">
                  <c:v>623.16</c:v>
                </c:pt>
                <c:pt idx="1">
                  <c:v>692.03</c:v>
                </c:pt>
                <c:pt idx="2">
                  <c:v>779.52</c:v>
                </c:pt>
                <c:pt idx="3">
                  <c:v>734.42</c:v>
                </c:pt>
                <c:pt idx="4">
                  <c:v>631.19000000000005</c:v>
                </c:pt>
                <c:pt idx="5">
                  <c:v>747.96</c:v>
                </c:pt>
                <c:pt idx="6">
                  <c:v>873.56</c:v>
                </c:pt>
                <c:pt idx="7">
                  <c:v>806.96</c:v>
                </c:pt>
                <c:pt idx="8">
                  <c:v>969.16</c:v>
                </c:pt>
                <c:pt idx="9">
                  <c:v>970.24</c:v>
                </c:pt>
                <c:pt idx="10">
                  <c:v>1060.6099999999999</c:v>
                </c:pt>
                <c:pt idx="11">
                  <c:v>1492.56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1336-4162-B42A-CE608A8E623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78617728"/>
        <c:axId val="178627712"/>
      </c:lineChart>
      <c:catAx>
        <c:axId val="178617728"/>
        <c:scaling>
          <c:orientation val="minMax"/>
        </c:scaling>
        <c:delete val="0"/>
        <c:axPos val="b"/>
        <c:numFmt formatCode="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627712"/>
        <c:crossesAt val="10"/>
        <c:auto val="1"/>
        <c:lblAlgn val="ctr"/>
        <c:lblOffset val="100"/>
        <c:noMultiLvlLbl val="0"/>
      </c:catAx>
      <c:valAx>
        <c:axId val="178627712"/>
        <c:scaling>
          <c:orientation val="minMax"/>
          <c:max val="1500"/>
          <c:min val="40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617728"/>
        <c:crosses val="autoZero"/>
        <c:crossBetween val="between"/>
        <c:majorUnit val="100"/>
        <c:minorUnit val="4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>
          <a:alpha val="98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/>
              <a:t>Revenue Comparison (in Cr.)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2023-24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Sheet2!$B$2:$B$13</c:f>
              <c:numCache>
                <c:formatCode>_ * #,##0_ ;_ * \-#,##0_ ;_ * "-"??_ ;_ @_ </c:formatCode>
                <c:ptCount val="12"/>
                <c:pt idx="0">
                  <c:v>503.7</c:v>
                </c:pt>
                <c:pt idx="1">
                  <c:v>543.72</c:v>
                </c:pt>
                <c:pt idx="2">
                  <c:v>590.80999999999995</c:v>
                </c:pt>
                <c:pt idx="3">
                  <c:v>525.47</c:v>
                </c:pt>
                <c:pt idx="4">
                  <c:v>574.72</c:v>
                </c:pt>
                <c:pt idx="5">
                  <c:v>621.64</c:v>
                </c:pt>
                <c:pt idx="6">
                  <c:v>619.66</c:v>
                </c:pt>
                <c:pt idx="7">
                  <c:v>537.82000000000005</c:v>
                </c:pt>
                <c:pt idx="8">
                  <c:v>613.95000000000005</c:v>
                </c:pt>
                <c:pt idx="9">
                  <c:v>635.89</c:v>
                </c:pt>
                <c:pt idx="10">
                  <c:v>624</c:v>
                </c:pt>
                <c:pt idx="11">
                  <c:v>1047.54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DE-4FAF-9D8D-4AA9622CEA3F}"/>
            </c:ext>
          </c:extLst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2024-25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Sheet2!$C$2:$C$13</c:f>
              <c:numCache>
                <c:formatCode>_ * #,##0_ ;_ * \-#,##0_ ;_ * "-"??_ ;_ @_ </c:formatCode>
                <c:ptCount val="12"/>
                <c:pt idx="0">
                  <c:v>613.54999999999995</c:v>
                </c:pt>
                <c:pt idx="1">
                  <c:v>638.12</c:v>
                </c:pt>
                <c:pt idx="2">
                  <c:v>663.25</c:v>
                </c:pt>
                <c:pt idx="3">
                  <c:v>893.44</c:v>
                </c:pt>
                <c:pt idx="4">
                  <c:v>670.33</c:v>
                </c:pt>
                <c:pt idx="5">
                  <c:v>648.63</c:v>
                </c:pt>
                <c:pt idx="6">
                  <c:v>781.15</c:v>
                </c:pt>
                <c:pt idx="7">
                  <c:v>693.39</c:v>
                </c:pt>
                <c:pt idx="8">
                  <c:v>738.88</c:v>
                </c:pt>
                <c:pt idx="9">
                  <c:v>755.03</c:v>
                </c:pt>
                <c:pt idx="10">
                  <c:v>840.2</c:v>
                </c:pt>
                <c:pt idx="11">
                  <c:v>1292.25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DE-4FAF-9D8D-4AA9622CEA3F}"/>
            </c:ext>
          </c:extLst>
        </c:ser>
        <c:ser>
          <c:idx val="2"/>
          <c:order val="2"/>
          <c:tx>
            <c:strRef>
              <c:f>Sheet2!$D$1</c:f>
              <c:strCache>
                <c:ptCount val="1"/>
                <c:pt idx="0">
                  <c:v>2025-26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Sheet2!$D$2:$D$13</c:f>
              <c:numCache>
                <c:formatCode>_ * #,##0_ ;_ * \-#,##0_ ;_ * "-"??_ ;_ @_ </c:formatCode>
                <c:ptCount val="12"/>
                <c:pt idx="0">
                  <c:v>623.16</c:v>
                </c:pt>
                <c:pt idx="1">
                  <c:v>692.03</c:v>
                </c:pt>
                <c:pt idx="2">
                  <c:v>779.52</c:v>
                </c:pt>
                <c:pt idx="3">
                  <c:v>734.42</c:v>
                </c:pt>
                <c:pt idx="4">
                  <c:v>631.19000000000005</c:v>
                </c:pt>
                <c:pt idx="5">
                  <c:v>747.96</c:v>
                </c:pt>
                <c:pt idx="6">
                  <c:v>873.56</c:v>
                </c:pt>
                <c:pt idx="7">
                  <c:v>806.96</c:v>
                </c:pt>
                <c:pt idx="8">
                  <c:v>969.16</c:v>
                </c:pt>
                <c:pt idx="9">
                  <c:v>970.24</c:v>
                </c:pt>
                <c:pt idx="10">
                  <c:v>1060.6099999999999</c:v>
                </c:pt>
                <c:pt idx="11">
                  <c:v>1492.56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CDE-4FAF-9D8D-4AA9622CEA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863594383"/>
        <c:axId val="863595823"/>
      </c:barChart>
      <c:catAx>
        <c:axId val="8635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3595823"/>
        <c:crossesAt val="10"/>
        <c:auto val="1"/>
        <c:lblAlgn val="ctr"/>
        <c:lblOffset val="100"/>
        <c:noMultiLvlLbl val="0"/>
      </c:catAx>
      <c:valAx>
        <c:axId val="863595823"/>
        <c:scaling>
          <c:orientation val="minMax"/>
        </c:scaling>
        <c:delete val="0"/>
        <c:axPos val="l"/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3594383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45481983207139"/>
          <c:y val="2.435613974408635E-2"/>
          <c:w val="0.80697079308885211"/>
          <c:h val="0.863566696810401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Targets</c:v>
                </c:pt>
              </c:strCache>
            </c:strRef>
          </c:tx>
          <c:spPr>
            <a:solidFill>
              <a:srgbClr val="4472C4"/>
            </a:solidFill>
            <a:ln w="32267">
              <a:noFill/>
            </a:ln>
          </c:spPr>
          <c:invertIfNegative val="0"/>
          <c:dLbls>
            <c:numFmt formatCode="#,##0" sourceLinked="0"/>
            <c:spPr>
              <a:noFill/>
              <a:ln w="32267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21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2021-22</c:v>
                </c:pt>
                <c:pt idx="1">
                  <c:v>2022-23</c:v>
                </c:pt>
                <c:pt idx="2">
                  <c:v>2023-24</c:v>
                </c:pt>
                <c:pt idx="3">
                  <c:v>2024-25</c:v>
                </c:pt>
                <c:pt idx="4">
                  <c:v>2025-26</c:v>
                </c:pt>
                <c:pt idx="5">
                  <c:v>2026-27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4000</c:v>
                </c:pt>
                <c:pt idx="1">
                  <c:v>5000</c:v>
                </c:pt>
                <c:pt idx="2" formatCode="_ * #,##0_ ;_ * \-#,##0_ ;_ * &quot;-&quot;??_ ;_ @_ ">
                  <c:v>3500</c:v>
                </c:pt>
                <c:pt idx="3" formatCode="_ * #,##0_ ;_ * \-#,##0_ ;_ * &quot;-&quot;??_ ;_ @_ ">
                  <c:v>2900</c:v>
                </c:pt>
                <c:pt idx="4" formatCode="_ * #,##0_ ;_ * \-#,##0_ ;_ * &quot;-&quot;??_ ;_ @_ ">
                  <c:v>2100</c:v>
                </c:pt>
                <c:pt idx="5" formatCode="_ * #,##0_ ;_ * \-#,##0_ ;_ * &quot;-&quot;??_ ;_ @_ ">
                  <c:v>2300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ED-4D1D-8396-E222CEEF7D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Achievements</c:v>
                </c:pt>
              </c:strCache>
            </c:strRef>
          </c:tx>
          <c:spPr>
            <a:solidFill>
              <a:srgbClr val="ED7D31"/>
            </a:solidFill>
            <a:ln w="32267">
              <a:noFill/>
            </a:ln>
          </c:spPr>
          <c:invertIfNegative val="0"/>
          <c:dLbls>
            <c:dLbl>
              <c:idx val="0"/>
              <c:layout>
                <c:manualLayout>
                  <c:x val="1.7516929296087252E-2"/>
                  <c:y val="-3.3395541601218722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CED-4D1D-8396-E222CEEF7D80}"/>
                </c:ext>
              </c:extLst>
            </c:dLbl>
            <c:dLbl>
              <c:idx val="1"/>
              <c:layout>
                <c:manualLayout>
                  <c:x val="1.6057185188079984E-2"/>
                  <c:y val="3.64319207883982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CED-4D1D-8396-E222CEEF7D80}"/>
                </c:ext>
              </c:extLst>
            </c:dLbl>
            <c:dLbl>
              <c:idx val="2"/>
              <c:layout>
                <c:manualLayout>
                  <c:x val="1.6057185188080036E-2"/>
                  <c:y val="-6.6791083202437445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CED-4D1D-8396-E222CEEF7D80}"/>
                </c:ext>
              </c:extLst>
            </c:dLbl>
            <c:dLbl>
              <c:idx val="3"/>
              <c:layout>
                <c:manualLayout>
                  <c:x val="1.6057185188079876E-2"/>
                  <c:y val="3.643192078839757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CED-4D1D-8396-E222CEEF7D80}"/>
                </c:ext>
              </c:extLst>
            </c:dLbl>
            <c:dLbl>
              <c:idx val="4"/>
              <c:layout>
                <c:manualLayout>
                  <c:x val="1.6057185188079769E-2"/>
                  <c:y val="3.64319207883982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CED-4D1D-8396-E222CEEF7D80}"/>
                </c:ext>
              </c:extLst>
            </c:dLbl>
            <c:numFmt formatCode="#,##0" sourceLinked="0"/>
            <c:spPr>
              <a:noFill/>
              <a:ln w="32267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21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2021-22</c:v>
                </c:pt>
                <c:pt idx="1">
                  <c:v>2022-23</c:v>
                </c:pt>
                <c:pt idx="2">
                  <c:v>2023-24</c:v>
                </c:pt>
                <c:pt idx="3">
                  <c:v>2024-25</c:v>
                </c:pt>
                <c:pt idx="4">
                  <c:v>2025-26</c:v>
                </c:pt>
                <c:pt idx="5">
                  <c:v>2026-27</c:v>
                </c:pt>
              </c:strCache>
            </c:strRef>
          </c:cat>
          <c:val>
            <c:numRef>
              <c:f>Sheet1!$C$2:$C$7</c:f>
              <c:numCache>
                <c:formatCode>0.00</c:formatCode>
                <c:ptCount val="6"/>
                <c:pt idx="0">
                  <c:v>3995.4</c:v>
                </c:pt>
                <c:pt idx="1">
                  <c:v>4889.17</c:v>
                </c:pt>
                <c:pt idx="2" formatCode="_ * #,##0_ ;_ * \-#,##0_ ;_ * &quot;-&quot;??_ ;_ @_ ">
                  <c:v>3425.08</c:v>
                </c:pt>
                <c:pt idx="3" formatCode="_ * #,##0_ ;_ * \-#,##0_ ;_ * &quot;-&quot;??_ ;_ @_ ">
                  <c:v>2688.91</c:v>
                </c:pt>
                <c:pt idx="4" formatCode="_ * #,##0_ ;_ * \-#,##0_ ;_ * &quot;-&quot;??_ ;_ @_ ">
                  <c:v>2030.43</c:v>
                </c:pt>
                <c:pt idx="5" formatCode="_ * #,##0_ ;_ * \-#,##0_ ;_ * &quot;-&quot;??_ ;_ @_ ">
                  <c:v>220.04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CED-4D1D-8396-E222CEEF7D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2268672"/>
        <c:axId val="182270208"/>
      </c:barChart>
      <c:catAx>
        <c:axId val="182268672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noFill/>
          <a:ln w="121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21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270208"/>
        <c:crosses val="autoZero"/>
        <c:auto val="1"/>
        <c:lblAlgn val="ctr"/>
        <c:lblOffset val="100"/>
        <c:noMultiLvlLbl val="0"/>
      </c:catAx>
      <c:valAx>
        <c:axId val="182270208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8067">
            <a:noFill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1524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268672"/>
        <c:crosses val="autoZero"/>
        <c:crossBetween val="between"/>
      </c:valAx>
      <c:spPr>
        <a:noFill/>
        <a:ln w="32267">
          <a:noFill/>
        </a:ln>
      </c:spPr>
    </c:plotArea>
    <c:legend>
      <c:legendPos val="r"/>
      <c:layout>
        <c:manualLayout>
          <c:xMode val="edge"/>
          <c:yMode val="edge"/>
          <c:x val="0.72200332155874047"/>
          <c:y val="4.7062239648698247E-2"/>
          <c:w val="0.25604395604395602"/>
          <c:h val="7.4812967581047385E-2"/>
        </c:manualLayout>
      </c:layout>
      <c:overlay val="0"/>
      <c:spPr>
        <a:noFill/>
        <a:ln w="32267">
          <a:noFill/>
        </a:ln>
      </c:spPr>
      <c:txPr>
        <a:bodyPr rot="0" spcFirstLastPara="1" vertOverflow="ellipsis" vert="horz" wrap="square" anchor="ctr" anchorCtr="1"/>
        <a:lstStyle/>
        <a:p>
          <a:pPr>
            <a:defRPr sz="1521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36D8E6-1F2D-498C-BDFD-55840DB8F6A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DF74A-357F-4663-83BA-71AC7508D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74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2259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7BDF1-0ADF-022B-3DA0-EE549EB3D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D7C381-F354-DE3B-0BCD-B8251B35D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4C2C8-C041-1FAC-5D0B-3C9983138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AFD8F-D85F-05CE-8F89-06CF4A1C6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7544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A9B62-50D9-1614-92F6-A03425E4A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B78CBB-2168-97CD-BBE6-A0D8F0794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29BD5-A482-092C-E5D3-41979347B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F7A32-5554-DFDB-A045-FD5362985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5363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CC043-1811-2700-ACA0-05731D59F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FC3AF-5E82-82F7-5A00-8A1478FD9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085E3-0B68-F4DC-6447-D358D00AF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55BAA-584F-3F66-90A1-7361A9DC1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9474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160AB-3C9D-9959-EDC8-9C80A2DF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3F71B-9092-7E40-6DB7-B8D012B2D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913B63-902F-3B0A-7DEA-71B75A576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AF814-296E-1DF7-7D95-88E32D491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658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10EF5-19AF-2A4E-0F59-7E2C055C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A6FFF-569C-1576-635C-2B645F9C3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57E2D4-C69A-CD72-1F67-13756C73A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3E385-F7F1-FE48-3029-8839D3C45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1902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2AFDF-6F0B-F31E-A81E-822D5F07B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90FF5-2477-DD39-A574-516D9165F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88B8B9-3DC3-DFDD-913B-B96D92899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A4A21-A8A8-9701-B9A3-6D551F88D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920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CA3A4-7ED7-0EE2-4866-372568DE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DE490-8848-B5B1-A155-9A47DEB1B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5EA38-F9D8-8D2F-184A-F573FA122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E6CD6-AED8-A27C-4E52-D4F7269ED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31801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31AE8-045E-01DF-EB88-2E2E3428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0CF04-45DB-0010-ACCA-5C9DAA704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A08C9-6537-0AA2-A43D-E69C75107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5D7CF-C438-1F9F-93EE-8444DBA74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7644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26E91-6123-5DBA-66B0-F524AAA9B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2E426-16DE-2F85-9EFB-B99E2660C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BD1887-4ECD-5239-1233-68207FF1B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E53E7-CC77-73AA-EB4B-817935A3C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8324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601A6-1F11-502F-6072-729C70BAC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16170-31F9-D659-5542-ADB65B6BD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05CEF5-ADB4-2BB9-26D3-34015FA52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5FD33-BC61-99DF-42ED-A3779BC88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2964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5FC92-AA8F-DDA6-4CF2-B3D879664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A7AAD-B677-04D4-A8E8-DE6A0019F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2480C-8B36-6305-543D-3D10FCCD2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DD0CA-BAD0-9355-C4F0-E5AB2E95D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3323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B82D5-EE73-A119-B7B2-0416415E2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7CD75-D3BA-902C-9298-51BC1A2D4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0EF5D-D3CA-D854-29EF-042C20A11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B5C3E-8838-29C8-FDC3-C823960E6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7390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754F-34DE-8C0D-3981-23DCE68EB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B7CA8-BE8C-1CD4-6148-434A26741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91841E-C7B2-3C18-CE1B-F618A6149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1C164-5362-C313-8E25-083EE914F2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615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A4C29-2174-2541-4925-DAB2D3D70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982C9B-D437-C593-2EAE-AB1F781F7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6ECCD-97C6-8612-B85E-C9A2461F0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4C6C0-AA72-CCBD-6038-26F3F59AD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6462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72005-08A2-2B06-45DB-9FBF42EC4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C9FBEE-C902-6C9F-8C50-0ED289ACA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ED2780-FD89-E014-EB20-787D2A148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BAC1A-6123-260D-8D53-F944CE68E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477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7776-BD21-52B1-96BF-F1AFE36A3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DD5A1-BFEA-0F46-92F6-C5ABDB5C2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DA684-916E-CE01-6037-03A11E8BE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4256F-D493-AB79-1BB6-D253C5C37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1049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EF269-F824-381F-8623-14900850E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0F71B-1561-B241-29AE-BF7BF00F3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F2275-6098-1A58-0A70-651E2D0B2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FDD0C-067E-ACA9-54F7-1037DDAD3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421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8247-C717-50F5-569E-C7CE91DE3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75D44-9CCC-9F34-147C-BB27AAE09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66C16-CBE3-A814-C602-F6AB99E9D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606C4-106D-AD7F-293F-9D70DA0B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36629-BA0F-DE95-1A92-0DDCACE94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897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90C35-C2DE-F1EA-E777-AEE488CE3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0DCA2-BE4C-0BDB-822D-2D66DAA01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A202F-D7A1-1540-7B0F-D08AEEA1D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979E3-1128-E4C6-67CF-88F753A95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38C16-EDDE-7488-B894-99B5EF111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493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C7A0E-B153-22CD-479E-07DA7D245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91F86-9B65-547D-F2E0-25A4A3E31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30E61-99E8-CF88-4643-DF703FC8A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7DF06-DA34-484E-3D1E-DBB2E2FB7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E82B8-CC4F-719A-0DD7-B7B9F97AF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821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EE166-97A8-B201-70B1-9E35C5FA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3488-2678-3F21-FAD4-DCF1E43E6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38C37-1ABD-BF4F-B592-FB85BD453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1FD27-46A8-6E34-2BC8-2405633DC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90742-B0F4-A313-1E2F-6312AC1E8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4C2AD-90E4-4038-0E9B-E3EB4EA0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758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A954-8FBC-88F8-33AB-9B7396408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83CA0-247C-DFE4-6431-A026E2840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CE25D-BED0-52FB-CFD5-E635E45E3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F89C0F-D4ED-0B02-8054-B45269843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D7F4AD-D27B-C9DB-4DED-0DD0EA0548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EDF069-E476-3834-BB42-87C5B50CE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7F2C90-B679-F4C9-3194-F5368CD2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F0333A-161C-A628-5B2B-45FC377E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669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63BE4-01D7-A1E2-EAE1-60A33920F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036E10-B4BF-3E9F-BD7A-8924D0FB1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1862E9-1D21-1FE6-C834-E93F5FA27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2B2F2-7931-4A25-8B18-4A954FC7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48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E90B0-93CD-3910-89D9-DB977FF5D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9FC27F-13BC-DCC6-6BD3-806EB0D98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63E99-4C0B-096C-CAFF-036EF35C4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091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33FB2-C23A-2B11-DD57-29A0307F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14E1-7060-133C-CC05-96DA60D01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EBD8FE-B321-F463-1DE6-21D6B0AC7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47166-494F-D81D-F9DD-99D67E5C9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75A44-50A0-00F9-FE63-DE1064314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5B956-8BFB-B791-D931-AE5FF763A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118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DB7E-5C6E-7152-0B8F-88DC3322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A13830-D167-8C33-CCC1-D97593486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200CF-4CD7-A1A9-010A-51A599260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A4F10-7EC4-5E3B-B631-D0CD4636E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FE92A-0A4A-C0CD-A9F5-49A6C0685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12967-9040-7FEC-ADA9-C1289532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76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AC2ED-2EA4-FA5B-199D-AD50589BA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E2FB6-3ABE-A927-66A5-886040F39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5E70F-0455-E263-D9B2-F0DB0C29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39D5F-6052-2D04-D8B5-226635DEF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26D0C-928E-DFF3-E0E4-21007EF5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66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7E3F06-EBBF-B09D-C775-BD5CEB963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7B119-97DE-5E7A-E4AF-217CB73D9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59900-50B5-3FA9-0B8C-FE78B9FB0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DC227-2B83-A57A-E41E-FFA0D4D92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F2C13-68E3-D2FA-803E-75116CEB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6027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63A1C-A4BF-F1E9-7236-F7D34FBC3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33591-D8F9-3BCD-88A3-D31E6EC54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A4EF3-CB2F-BAA3-F729-AF60EDA02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2D85-7415-7676-C0AE-B48D6401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CD804-30B4-192D-DC92-A030EA027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872C41-6FBA-9139-C898-5606C62D305F}"/>
              </a:ext>
            </a:extLst>
          </p:cNvPr>
          <p:cNvCxnSpPr/>
          <p:nvPr userDrawn="1"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864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EBDB-6342-2B9B-99EE-62E34FAF4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1BA10-39FA-4CF0-3664-9EBDCAAE2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CA533-1DD9-B04E-AC9E-B1E43AD3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0F69F-5A86-21B7-744A-7A68256AD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2A5BD-0EE9-2C26-1554-FD86093DC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C4B36C-A339-04F1-8A51-85B13CA00E01}"/>
              </a:ext>
            </a:extLst>
          </p:cNvPr>
          <p:cNvCxnSpPr/>
          <p:nvPr userDrawn="1"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066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B901-BA81-F30C-DE6B-7C75B352F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95C43-CD2F-EF19-3B31-B1B278672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6C241-CB25-34C1-69A4-6018B95CC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1669C-27E1-16FE-74FA-21A971D33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E6369-BC94-0077-5C42-BE8B44A6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1030533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C8E96-B098-DF59-07A1-C3F94C68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4849A-CF6F-4DC6-6546-6940F76DB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3B9AE-89AD-A9A0-7EC0-15524AD02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02FE7-2881-C24E-4511-4BF1A88A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76FB9-8BD3-C40F-854A-34C05065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A66AF-D601-7D82-AC54-2F924386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2809685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C65EC-E6FC-ADD6-C24C-C96ECAE12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986EC-7584-C47E-88C1-1EF7CC649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7A1FF4-F279-67D6-6FFA-E87F4CA37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7DA2EE-ADF0-5B65-179B-F2D037728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74FDF-9A2E-57F3-2B9B-D6E45E7EA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48C16F-3F14-DBC0-DC11-F6FF6EDE9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31D129-0AAD-269D-1729-46A65CDEC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3B8ADF-D842-BCBD-83D8-58C141175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575316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EBF1-A227-BC1A-E751-CC91FC42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C3AD1-662B-EFD5-F69C-9FBF9EFD5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49619-7F5D-C248-61E9-7F20308B4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174AC-4565-6272-D2AE-9367F56AD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3965948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87FAEB-BC52-2E78-8F98-AF243A0CF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843CC6-0484-3264-452C-BA67D562C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40930-5EAB-D773-5F1B-6CD9EBCD0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33736132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BB16-7C79-0BF2-C995-955AF3CF4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6649B-08CE-BA07-9658-62F80471D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629C5-4831-EDEF-686B-5DB0B4B05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54C77-35A6-5382-0C40-57B2008F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C7547-99B5-185E-3995-E3781CB6A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AF376-EA6A-C1C1-4D25-9689E8A1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36645421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2C297-B0B4-16C6-84E4-8BA64ABE9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48384A-A05C-566B-68CF-ECEF43CDC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6AF816-9B68-2FAF-7178-2C1D7258F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A803A-CF68-9C76-5840-8FFAE59F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D63FB-B594-F5E1-30D0-5A7328BF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3E651-B88D-28C7-FF89-AB8043C4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21602211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E614D-B6FB-7CB4-0EA2-A039C5520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7E944-36CC-AA42-C24E-39A306A15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B97D5-49C3-7FFA-29B8-A22D46441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A6483-1EE8-50A8-3503-76073CF70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6FB46-8894-253F-363A-7740E2837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29245149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DCAB29-3E2C-54B7-9B5F-9EFCDF81A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0471AB-C064-8B10-8688-F86AA4969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2D12A-6A3C-8E92-706F-38AA76963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7FA3C-05BF-612A-51E0-58B9B69A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643D-EA67-1722-9FA6-900B501B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124651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DA3C13-522E-D7B4-BA4A-300FEB28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19A60-1878-D5E0-0195-C3D290191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8D710-175E-1704-0DDC-C903C21A6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15D77-4000-021D-8849-654CFA3D73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958C9-83E5-DA97-F97D-A61664092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467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3EAEE2-6E25-F58B-43D1-6EB3852EF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61A8D-7ABB-702F-AEFF-1090949F6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9C87B-AF8C-72DC-0B66-6A7DF9F5C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537A3-2705-D521-C23A-9D6181E39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E217B-D6AE-3F6D-BB80-7D44B04A8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716466-A219-6706-3151-EA4BAC73FE48}"/>
              </a:ext>
            </a:extLst>
          </p:cNvPr>
          <p:cNvCxnSpPr/>
          <p:nvPr userDrawn="1"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422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partment of Mines &amp; Geology">
            <a:extLst>
              <a:ext uri="{FF2B5EF4-FFF2-40B4-BE49-F238E27FC236}">
                <a16:creationId xmlns:a16="http://schemas.microsoft.com/office/drawing/2014/main" id="{20341F8C-B14D-F619-A61A-3FF9D7EF2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8856"/>
            <a:ext cx="12192000" cy="6876856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solidFill>
              <a:schemeClr val="tx1"/>
            </a:solidFill>
          </a:ln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CB72E08F-07CF-C9FC-C012-DEC0F6BD4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853" y="511551"/>
            <a:ext cx="1733133" cy="1752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515FBCA5-DBF5-19A4-B33F-DAC206761193}"/>
              </a:ext>
            </a:extLst>
          </p:cNvPr>
          <p:cNvSpPr txBox="1">
            <a:spLocks/>
          </p:cNvSpPr>
          <p:nvPr/>
        </p:nvSpPr>
        <p:spPr>
          <a:xfrm>
            <a:off x="2286001" y="2895601"/>
            <a:ext cx="7703003" cy="1035745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tx1"/>
            </a:solidFill>
          </a:ln>
        </p:spPr>
        <p:txBody>
          <a:bodyPr vert="horz" wrap="square" lIns="0" tIns="91440" rIns="0" bIns="0" rtlCol="0">
            <a:spAutoFit/>
          </a:bodyPr>
          <a:lstStyle>
            <a:lvl1pPr>
              <a:defRPr sz="3600" b="0" i="0">
                <a:solidFill>
                  <a:srgbClr val="006FC0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ctr">
              <a:spcBef>
                <a:spcPts val="720"/>
              </a:spcBef>
            </a:pP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kku</a:t>
            </a: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oa</a:t>
            </a: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isVªksfy;e</a:t>
            </a: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foHkkx</a:t>
            </a:r>
            <a:endParaRPr lang="en-US" sz="4000" b="1" dirty="0">
              <a:solidFill>
                <a:schemeClr val="bg1"/>
              </a:solidFill>
              <a:latin typeface="DevLys 010" pitchFamily="2" charset="0"/>
              <a:ea typeface="Times New Roman"/>
              <a:cs typeface="Times New Roman"/>
              <a:sym typeface="Times New Roman"/>
            </a:endParaRPr>
          </a:p>
          <a:p>
            <a:pPr marL="12700" algn="ctr">
              <a:spcBef>
                <a:spcPts val="720"/>
              </a:spcBef>
            </a:pPr>
            <a:endParaRPr lang="en-US" sz="900" b="1" dirty="0">
              <a:solidFill>
                <a:schemeClr val="bg1"/>
              </a:solidFill>
              <a:latin typeface="DevLys 010" pitchFamily="2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8DEC72-14A5-F6B9-1BD5-539A9B985B53}"/>
              </a:ext>
            </a:extLst>
          </p:cNvPr>
          <p:cNvSpPr/>
          <p:nvPr/>
        </p:nvSpPr>
        <p:spPr>
          <a:xfrm>
            <a:off x="4438880" y="4438768"/>
            <a:ext cx="3314240" cy="70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spcBef>
                <a:spcPts val="720"/>
              </a:spcBef>
            </a:pPr>
            <a:r>
              <a:rPr lang="en-US" sz="3600" b="1" dirty="0" err="1">
                <a:solidFill>
                  <a:schemeClr val="accent6">
                    <a:lumMod val="50000"/>
                  </a:schemeClr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fnukad</a:t>
            </a: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05-05-2026</a:t>
            </a:r>
            <a:endParaRPr lang="en-US" sz="3600" b="1" kern="0" dirty="0">
              <a:solidFill>
                <a:schemeClr val="accent6">
                  <a:lumMod val="50000"/>
                </a:schemeClr>
              </a:solidFill>
              <a:latin typeface="DevLys 010" pitchFamily="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E61CC-47EF-4421-A150-C590F21C210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राजस्थान का खनिज मंत्री ही सबसे बड़ा माफिया...' CM अशोक गहलोत को कांग्रेस  विधायक ने ही घेरा - Rajasthan Congress MLA wrote letter to cm ashok Gehlot  after Sadhu attempts self immolation">
            <a:extLst>
              <a:ext uri="{FF2B5EF4-FFF2-40B4-BE49-F238E27FC236}">
                <a16:creationId xmlns:a16="http://schemas.microsoft.com/office/drawing/2014/main" id="{23F007D0-253A-A25E-03B4-21FF2167C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14" y="0"/>
            <a:ext cx="1224642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7BF39122-8F06-7485-295E-0798743E3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707" y="111084"/>
            <a:ext cx="9456281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IN" sz="3600" b="1" kern="100" dirty="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jktLFkku</a:t>
            </a:r>
            <a:r>
              <a:rPr lang="en-IN" sz="3600" b="1" kern="100" dirty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</a:t>
            </a:r>
            <a:r>
              <a:rPr lang="en-IN" sz="3600" b="1" kern="100" dirty="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jkT</a:t>
            </a:r>
            <a:r>
              <a:rPr lang="en-IN" sz="3600" b="1" kern="100" dirty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; % [</a:t>
            </a:r>
            <a:r>
              <a:rPr lang="en-IN" sz="3600" b="1" kern="100" dirty="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kuu</a:t>
            </a:r>
            <a:r>
              <a:rPr lang="en-IN" sz="3600" b="1" kern="100" dirty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</a:t>
            </a:r>
            <a:r>
              <a:rPr lang="en-IN" sz="3600" b="1" kern="100" dirty="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ifjn</a:t>
            </a:r>
            <a:r>
              <a:rPr lang="en-IN" sz="3600" b="1" kern="100" dirty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`';</a:t>
            </a:r>
            <a:endParaRPr lang="en-IN" sz="3600" dirty="0">
              <a:latin typeface="DevLys 010" pitchFamily="2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70A5B7C-683E-90C7-AA61-1A29A5CA0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21ECCA-8F45-BCDB-5DA6-C7EE9ED221B1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631E14FA-7555-D684-ABD9-F2A07ED07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707" y="932294"/>
            <a:ext cx="12283864" cy="5925706"/>
          </a:xfrm>
        </p:spPr>
        <p:txBody>
          <a:bodyPr>
            <a:noAutofit/>
          </a:bodyPr>
          <a:lstStyle/>
          <a:p>
            <a:pPr marL="628650" indent="-62865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DevLys 010" pitchFamily="2" charset="0"/>
              </a:rPr>
              <a:t>82 </a:t>
            </a:r>
            <a:r>
              <a:rPr lang="en-US" dirty="0" err="1">
                <a:latin typeface="DevLys 010" pitchFamily="2" charset="0"/>
              </a:rPr>
              <a:t>fofHkUu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izdkj</a:t>
            </a:r>
            <a:r>
              <a:rPr lang="en-US" dirty="0">
                <a:latin typeface="DevLys 010" pitchFamily="2" charset="0"/>
              </a:rPr>
              <a:t> ds [</a:t>
            </a:r>
            <a:r>
              <a:rPr lang="en-US" dirty="0" err="1">
                <a:latin typeface="DevLys 010" pitchFamily="2" charset="0"/>
              </a:rPr>
              <a:t>kfut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miyCèk</a:t>
            </a:r>
            <a:r>
              <a:rPr lang="en-US" dirty="0">
                <a:latin typeface="DevLys 010" pitchFamily="2" charset="0"/>
              </a:rPr>
              <a:t>] 57 [</a:t>
            </a:r>
            <a:r>
              <a:rPr lang="en-US" dirty="0" err="1">
                <a:latin typeface="DevLys 010" pitchFamily="2" charset="0"/>
              </a:rPr>
              <a:t>kfutksa</a:t>
            </a:r>
            <a:r>
              <a:rPr lang="en-US" dirty="0">
                <a:latin typeface="DevLys 010" pitchFamily="2" charset="0"/>
              </a:rPr>
              <a:t> dk </a:t>
            </a:r>
            <a:r>
              <a:rPr lang="en-US" dirty="0" err="1">
                <a:latin typeface="DevLys 010" pitchFamily="2" charset="0"/>
              </a:rPr>
              <a:t>mRiknu</a:t>
            </a:r>
            <a:endParaRPr lang="en-US" dirty="0">
              <a:latin typeface="DevLys 010" pitchFamily="2" charset="0"/>
            </a:endParaRPr>
          </a:p>
          <a:p>
            <a:pPr marL="628650" indent="-62865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</a:rPr>
              <a:t>iz</a:t>
            </a:r>
            <a:r>
              <a:rPr lang="en-US" dirty="0">
                <a:latin typeface="DevLys 010" pitchFamily="2" charset="0"/>
              </a:rPr>
              <a:t>/</a:t>
            </a:r>
            <a:r>
              <a:rPr lang="en-US" dirty="0" err="1">
                <a:latin typeface="DevLys 010" pitchFamily="2" charset="0"/>
              </a:rPr>
              <a:t>kku</a:t>
            </a:r>
            <a:r>
              <a:rPr lang="en-US" dirty="0">
                <a:latin typeface="DevLys 010" pitchFamily="2" charset="0"/>
              </a:rPr>
              <a:t> [</a:t>
            </a:r>
            <a:r>
              <a:rPr lang="en-US" dirty="0" err="1">
                <a:latin typeface="DevLys 010" pitchFamily="2" charset="0"/>
              </a:rPr>
              <a:t>kfut</a:t>
            </a:r>
            <a:r>
              <a:rPr lang="en-US" dirty="0">
                <a:latin typeface="DevLys 010" pitchFamily="2" charset="0"/>
              </a:rPr>
              <a:t> ds 3395] viz/</a:t>
            </a:r>
            <a:r>
              <a:rPr lang="en-US" dirty="0" err="1">
                <a:latin typeface="DevLys 010" pitchFamily="2" charset="0"/>
              </a:rPr>
              <a:t>kku</a:t>
            </a:r>
            <a:r>
              <a:rPr lang="en-US" dirty="0">
                <a:latin typeface="DevLys 010" pitchFamily="2" charset="0"/>
              </a:rPr>
              <a:t> [</a:t>
            </a:r>
            <a:r>
              <a:rPr lang="en-US" dirty="0" err="1">
                <a:latin typeface="DevLys 010" pitchFamily="2" charset="0"/>
              </a:rPr>
              <a:t>kfut</a:t>
            </a:r>
            <a:r>
              <a:rPr lang="en-US" dirty="0">
                <a:latin typeface="DevLys 010" pitchFamily="2" charset="0"/>
              </a:rPr>
              <a:t> ds 13428 [</a:t>
            </a:r>
            <a:r>
              <a:rPr lang="en-US" dirty="0" err="1">
                <a:latin typeface="DevLys 010" pitchFamily="2" charset="0"/>
              </a:rPr>
              <a:t>kuu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iV~Vs</a:t>
            </a:r>
            <a:r>
              <a:rPr lang="en-US" dirty="0">
                <a:latin typeface="DevLys 010" pitchFamily="2" charset="0"/>
              </a:rPr>
              <a:t> ,</a:t>
            </a:r>
            <a:r>
              <a:rPr lang="en-US" dirty="0" err="1">
                <a:latin typeface="DevLys 010" pitchFamily="2" charset="0"/>
              </a:rPr>
              <a:t>oa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Dokjh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ykbZlsal</a:t>
            </a:r>
            <a:r>
              <a:rPr lang="en-US" dirty="0">
                <a:latin typeface="DevLys 010" pitchFamily="2" charset="0"/>
              </a:rPr>
              <a:t> 16508 </a:t>
            </a:r>
            <a:r>
              <a:rPr lang="en-US" dirty="0" err="1">
                <a:latin typeface="DevLys 010" pitchFamily="2" charset="0"/>
              </a:rPr>
              <a:t>izHkkoh</a:t>
            </a:r>
            <a:endParaRPr lang="en-US" dirty="0">
              <a:latin typeface="DevLys 010" pitchFamily="2" charset="0"/>
            </a:endParaRPr>
          </a:p>
          <a:p>
            <a:pPr marL="628650" indent="-62865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DevLys 010" pitchFamily="2" charset="0"/>
              </a:rPr>
              <a:t>[</a:t>
            </a:r>
            <a:r>
              <a:rPr lang="en-US" dirty="0" err="1">
                <a:latin typeface="DevLys 010" pitchFamily="2" charset="0"/>
              </a:rPr>
              <a:t>kfut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iksVk'k</a:t>
            </a:r>
            <a:r>
              <a:rPr lang="en-US" dirty="0">
                <a:latin typeface="DevLys 010" pitchFamily="2" charset="0"/>
              </a:rPr>
              <a:t> ds </a:t>
            </a:r>
            <a:r>
              <a:rPr lang="en-US" dirty="0" err="1">
                <a:latin typeface="DevLys 010" pitchFamily="2" charset="0"/>
              </a:rPr>
              <a:t>lokZf</a:t>
            </a:r>
            <a:r>
              <a:rPr lang="en-US" dirty="0">
                <a:latin typeface="DevLys 010" pitchFamily="2" charset="0"/>
              </a:rPr>
              <a:t>/</a:t>
            </a:r>
            <a:r>
              <a:rPr lang="en-US" dirty="0" err="1">
                <a:latin typeface="DevLys 010" pitchFamily="2" charset="0"/>
              </a:rPr>
              <a:t>kd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Hk.Mkj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jkT</a:t>
            </a:r>
            <a:r>
              <a:rPr lang="en-US" dirty="0">
                <a:latin typeface="DevLys 010" pitchFamily="2" charset="0"/>
              </a:rPr>
              <a:t>; </a:t>
            </a:r>
            <a:r>
              <a:rPr lang="en-US" dirty="0" err="1">
                <a:latin typeface="DevLys 010" pitchFamily="2" charset="0"/>
              </a:rPr>
              <a:t>esa</a:t>
            </a:r>
            <a:r>
              <a:rPr lang="en-US" dirty="0">
                <a:latin typeface="DevLys 010" pitchFamily="2" charset="0"/>
              </a:rPr>
              <a:t> </a:t>
            </a:r>
          </a:p>
          <a:p>
            <a:pPr marL="628650" indent="-62865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DevLys 010" pitchFamily="2" charset="0"/>
              </a:rPr>
              <a:t>[</a:t>
            </a:r>
            <a:r>
              <a:rPr lang="en-US" dirty="0" err="1">
                <a:latin typeface="DevLys 010" pitchFamily="2" charset="0"/>
              </a:rPr>
              <a:t>kfut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mRiknu</a:t>
            </a:r>
            <a:r>
              <a:rPr lang="en-US" dirty="0">
                <a:latin typeface="DevLys 010" pitchFamily="2" charset="0"/>
              </a:rPr>
              <a:t> ds </a:t>
            </a:r>
            <a:r>
              <a:rPr lang="en-US" dirty="0" err="1">
                <a:latin typeface="DevLys 010" pitchFamily="2" charset="0"/>
              </a:rPr>
              <a:t>ewY</a:t>
            </a:r>
            <a:r>
              <a:rPr lang="en-US" dirty="0">
                <a:latin typeface="DevLys 010" pitchFamily="2" charset="0"/>
              </a:rPr>
              <a:t>; dh </a:t>
            </a:r>
            <a:r>
              <a:rPr lang="en-US" dirty="0" err="1">
                <a:latin typeface="DevLys 010" pitchFamily="2" charset="0"/>
              </a:rPr>
              <a:t>n`f"V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ls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ns’k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esa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rhljk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LFkku</a:t>
            </a:r>
            <a:endParaRPr lang="en-US" dirty="0">
              <a:latin typeface="DevLys 010" pitchFamily="2" charset="0"/>
            </a:endParaRPr>
          </a:p>
          <a:p>
            <a:pPr marL="628650" indent="-62865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</a:rPr>
              <a:t>lhlk</a:t>
            </a:r>
            <a:r>
              <a:rPr lang="en-US" dirty="0">
                <a:latin typeface="DevLys 010" pitchFamily="2" charset="0"/>
              </a:rPr>
              <a:t>] </a:t>
            </a:r>
            <a:r>
              <a:rPr lang="en-US" dirty="0" err="1">
                <a:latin typeface="DevLys 010" pitchFamily="2" charset="0"/>
              </a:rPr>
              <a:t>tLrk</a:t>
            </a:r>
            <a:r>
              <a:rPr lang="en-US" dirty="0">
                <a:latin typeface="DevLys 010" pitchFamily="2" charset="0"/>
              </a:rPr>
              <a:t>] </a:t>
            </a:r>
            <a:r>
              <a:rPr lang="en-US" dirty="0" err="1">
                <a:latin typeface="DevLys 010" pitchFamily="2" charset="0"/>
              </a:rPr>
              <a:t>lsysukbV</a:t>
            </a:r>
            <a:r>
              <a:rPr lang="en-US" dirty="0">
                <a:latin typeface="DevLys 010" pitchFamily="2" charset="0"/>
              </a:rPr>
              <a:t> o </a:t>
            </a:r>
            <a:r>
              <a:rPr lang="en-US" dirty="0" err="1">
                <a:latin typeface="DevLys 010" pitchFamily="2" charset="0"/>
              </a:rPr>
              <a:t>oksysLVksukbV</a:t>
            </a:r>
            <a:r>
              <a:rPr lang="en-US" dirty="0">
                <a:latin typeface="DevLys 010" pitchFamily="2" charset="0"/>
              </a:rPr>
              <a:t> dk ,</a:t>
            </a:r>
            <a:r>
              <a:rPr lang="en-US" dirty="0" err="1">
                <a:latin typeface="DevLys 010" pitchFamily="2" charset="0"/>
              </a:rPr>
              <a:t>dek</a:t>
            </a:r>
            <a:r>
              <a:rPr lang="en-US" dirty="0">
                <a:latin typeface="DevLys 010" pitchFamily="2" charset="0"/>
              </a:rPr>
              <a:t>= </a:t>
            </a:r>
            <a:r>
              <a:rPr lang="en-US" dirty="0" err="1">
                <a:latin typeface="DevLys 010" pitchFamily="2" charset="0"/>
              </a:rPr>
              <a:t>mRiknd</a:t>
            </a:r>
            <a:endParaRPr lang="en-US" dirty="0">
              <a:latin typeface="DevLys 010" pitchFamily="2" charset="0"/>
            </a:endParaRPr>
          </a:p>
          <a:p>
            <a:pPr marL="628650" indent="-62865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</a:rPr>
              <a:t>dSYlkbV</a:t>
            </a:r>
            <a:r>
              <a:rPr lang="en-US" dirty="0">
                <a:latin typeface="DevLys 010" pitchFamily="2" charset="0"/>
              </a:rPr>
              <a:t> ,</a:t>
            </a:r>
            <a:r>
              <a:rPr lang="en-US" dirty="0" err="1">
                <a:latin typeface="DevLys 010" pitchFamily="2" charset="0"/>
              </a:rPr>
              <a:t>oa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ftIle</a:t>
            </a:r>
            <a:r>
              <a:rPr lang="en-US" dirty="0">
                <a:latin typeface="DevLys 010" pitchFamily="2" charset="0"/>
              </a:rPr>
              <a:t> dk </a:t>
            </a:r>
            <a:r>
              <a:rPr lang="en-US" dirty="0" err="1">
                <a:latin typeface="DevLys 010" pitchFamily="2" charset="0"/>
              </a:rPr>
              <a:t>yxHkx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iwjk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mRiknu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err="1">
                <a:latin typeface="DevLys 010" pitchFamily="2" charset="0"/>
              </a:rPr>
              <a:t>pk¡nh</a:t>
            </a:r>
            <a:r>
              <a:rPr lang="en-US" dirty="0">
                <a:latin typeface="DevLys 010" pitchFamily="2" charset="0"/>
              </a:rPr>
              <a:t> o ,l-,e-,l- </a:t>
            </a:r>
            <a:r>
              <a:rPr lang="en-US" dirty="0" err="1">
                <a:latin typeface="DevLys 010" pitchFamily="2" charset="0"/>
              </a:rPr>
              <a:t>xzsM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ykbZeLVksu</a:t>
            </a:r>
            <a:r>
              <a:rPr lang="en-US" dirty="0">
                <a:latin typeface="DevLys 010" pitchFamily="2" charset="0"/>
              </a:rPr>
              <a:t> dk </a:t>
            </a:r>
            <a:r>
              <a:rPr lang="en-US" dirty="0" err="1">
                <a:latin typeface="DevLys 010" pitchFamily="2" charset="0"/>
              </a:rPr>
              <a:t>lcls</a:t>
            </a:r>
            <a:r>
              <a:rPr lang="en-US" dirty="0">
                <a:latin typeface="DevLys 010" pitchFamily="2" charset="0"/>
              </a:rPr>
              <a:t> </a:t>
            </a:r>
          </a:p>
          <a:p>
            <a:pPr marL="0" indent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>
                <a:latin typeface="DevLys 010" pitchFamily="2" charset="0"/>
              </a:rPr>
              <a:t>     </a:t>
            </a:r>
            <a:r>
              <a:rPr lang="en-US" dirty="0" err="1">
                <a:latin typeface="DevLys 010" pitchFamily="2" charset="0"/>
              </a:rPr>
              <a:t>cMk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mRiknd</a:t>
            </a:r>
            <a:r>
              <a:rPr lang="en-US" dirty="0">
                <a:latin typeface="DevLys 010" pitchFamily="2" charset="0"/>
              </a:rPr>
              <a:t> </a:t>
            </a:r>
          </a:p>
          <a:p>
            <a:pPr marL="628650" indent="-62865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</a:rPr>
              <a:t>dPps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rsy</a:t>
            </a:r>
            <a:r>
              <a:rPr lang="en-US" dirty="0">
                <a:latin typeface="DevLys 010" pitchFamily="2" charset="0"/>
              </a:rPr>
              <a:t> ¼vkWQ&amp;'kkssj½ dk </a:t>
            </a:r>
            <a:r>
              <a:rPr lang="en-US" dirty="0" err="1">
                <a:latin typeface="DevLys 010" pitchFamily="2" charset="0"/>
              </a:rPr>
              <a:t>nwljk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lcls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cM+k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mRiknd</a:t>
            </a:r>
            <a:endParaRPr lang="en-US" dirty="0">
              <a:latin typeface="DevLys 010" pitchFamily="2" charset="0"/>
            </a:endParaRPr>
          </a:p>
          <a:p>
            <a:pPr marL="628650" indent="-628650"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b="1" dirty="0">
              <a:latin typeface="DevLys 01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19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5717D-8FE5-C694-7295-B438CE462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D5C97741-B8A2-B20F-A556-D2AA92688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1" y="126737"/>
            <a:ext cx="9391402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ts val="1000"/>
              </a:spcAft>
              <a:buNone/>
            </a:pPr>
            <a:r>
              <a:rPr lang="en-US" altLang="en-US" sz="3600" b="1" dirty="0" err="1">
                <a:latin typeface="DevLys 010" pitchFamily="2" charset="0"/>
              </a:rPr>
              <a:t>jktLo</a:t>
            </a:r>
            <a:r>
              <a:rPr lang="en-US" altLang="en-US" sz="3600" b="1" dirty="0">
                <a:latin typeface="DevLys 010" pitchFamily="2" charset="0"/>
              </a:rPr>
              <a:t> ds </a:t>
            </a:r>
            <a:r>
              <a:rPr lang="en-US" altLang="en-US" sz="3600" b="1" dirty="0" err="1">
                <a:latin typeface="DevLys 010" pitchFamily="2" charset="0"/>
              </a:rPr>
              <a:t>izeq</a:t>
            </a:r>
            <a:r>
              <a:rPr lang="en-US" altLang="en-US" sz="3600" b="1" dirty="0">
                <a:latin typeface="DevLys 010" pitchFamily="2" charset="0"/>
              </a:rPr>
              <a:t>[k L=</a:t>
            </a:r>
            <a:r>
              <a:rPr lang="en-US" altLang="en-US" sz="3600" b="1" dirty="0" err="1">
                <a:latin typeface="DevLys 010" pitchFamily="2" charset="0"/>
              </a:rPr>
              <a:t>ksr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dirty="0">
                <a:latin typeface="+mj-lt"/>
                <a:ea typeface="Cambria" panose="02040503050406030204" pitchFamily="18" charset="0"/>
              </a:rPr>
              <a:t>(1/2)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520171CF-2368-C51B-F9BE-D363DDBB8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50F273-C2E4-CD98-99CD-64EB163CE6BC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3D37F74-DCE5-D139-F8A6-BDCCA2E34300}"/>
              </a:ext>
            </a:extLst>
          </p:cNvPr>
          <p:cNvSpPr txBox="1"/>
          <p:nvPr/>
        </p:nvSpPr>
        <p:spPr>
          <a:xfrm>
            <a:off x="10646835" y="76214"/>
            <a:ext cx="1421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latin typeface="DevLys 010" pitchFamily="2" charset="0"/>
              </a:rPr>
              <a:t>o"kZ</a:t>
            </a:r>
            <a:r>
              <a:rPr lang="en-US" sz="2000" b="1" dirty="0">
                <a:latin typeface="DevLys 010" pitchFamily="2" charset="0"/>
              </a:rPr>
              <a:t> 2025&amp;26</a:t>
            </a:r>
          </a:p>
          <a:p>
            <a:pPr algn="ctr"/>
            <a:r>
              <a:rPr lang="en-US" sz="1600" b="1" dirty="0">
                <a:latin typeface="+mj-lt"/>
              </a:rPr>
              <a:t>(in Cr.)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389466A-BC2F-5B8F-EBB1-96B4A02E75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8842589"/>
              </p:ext>
            </p:extLst>
          </p:nvPr>
        </p:nvGraphicFramePr>
        <p:xfrm>
          <a:off x="440675" y="1178805"/>
          <a:ext cx="11281272" cy="5177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20103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B43A6-9891-A304-B6F7-9994676A8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C4CC0218-A8C8-35FB-F6EB-3595310CE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21" y="114845"/>
            <a:ext cx="9391402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ts val="1000"/>
              </a:spcAft>
              <a:buNone/>
            </a:pPr>
            <a:r>
              <a:rPr lang="en-US" altLang="en-US" sz="3600" b="1" dirty="0" err="1">
                <a:latin typeface="DevLys 010" pitchFamily="2" charset="0"/>
              </a:rPr>
              <a:t>jktLo</a:t>
            </a:r>
            <a:r>
              <a:rPr lang="en-US" altLang="en-US" sz="3600" b="1" dirty="0">
                <a:latin typeface="DevLys 010" pitchFamily="2" charset="0"/>
              </a:rPr>
              <a:t> ds </a:t>
            </a:r>
            <a:r>
              <a:rPr lang="en-US" altLang="en-US" sz="3600" b="1" dirty="0" err="1">
                <a:latin typeface="DevLys 010" pitchFamily="2" charset="0"/>
              </a:rPr>
              <a:t>izeq</a:t>
            </a:r>
            <a:r>
              <a:rPr lang="en-US" altLang="en-US" sz="3600" b="1" dirty="0">
                <a:latin typeface="DevLys 010" pitchFamily="2" charset="0"/>
              </a:rPr>
              <a:t>[k L=</a:t>
            </a:r>
            <a:r>
              <a:rPr lang="en-US" altLang="en-US" sz="3600" b="1" dirty="0" err="1">
                <a:latin typeface="DevLys 010" pitchFamily="2" charset="0"/>
              </a:rPr>
              <a:t>ksr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dirty="0">
                <a:ea typeface="Cambria" panose="02040503050406030204" pitchFamily="18" charset="0"/>
              </a:rPr>
              <a:t>(2/2)</a:t>
            </a:r>
            <a:endParaRPr lang="en-US" altLang="en-US" sz="3600" b="1" dirty="0">
              <a:latin typeface="DevLys 010" pitchFamily="2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60FEB59-4D2C-E386-B18E-330ADAE9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AFC20-8700-D111-5B80-DC5A7799D51E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121E4445-42CA-688F-4FA2-A26A325E26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4328850"/>
              </p:ext>
            </p:extLst>
          </p:nvPr>
        </p:nvGraphicFramePr>
        <p:xfrm>
          <a:off x="446314" y="1170215"/>
          <a:ext cx="5627914" cy="51870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91238C59-350F-0A58-0AED-F3942A6A66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7965078"/>
              </p:ext>
            </p:extLst>
          </p:nvPr>
        </p:nvGraphicFramePr>
        <p:xfrm>
          <a:off x="6198840" y="1170215"/>
          <a:ext cx="5525074" cy="51870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904A79D-7711-AB14-BC68-B730348E4FD9}"/>
              </a:ext>
            </a:extLst>
          </p:cNvPr>
          <p:cNvSpPr txBox="1"/>
          <p:nvPr/>
        </p:nvSpPr>
        <p:spPr>
          <a:xfrm>
            <a:off x="10632279" y="111493"/>
            <a:ext cx="1421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latin typeface="DevLys 010" pitchFamily="2" charset="0"/>
              </a:rPr>
              <a:t>o"kZ</a:t>
            </a:r>
            <a:r>
              <a:rPr lang="en-US" sz="2000" b="1" dirty="0">
                <a:latin typeface="DevLys 010" pitchFamily="2" charset="0"/>
              </a:rPr>
              <a:t> 2025&amp;26</a:t>
            </a:r>
          </a:p>
          <a:p>
            <a:pPr algn="ctr"/>
            <a:r>
              <a:rPr lang="en-US" sz="1600" b="1" dirty="0">
                <a:latin typeface="+mj-lt"/>
              </a:rPr>
              <a:t>(in Cr.)</a:t>
            </a:r>
          </a:p>
        </p:txBody>
      </p:sp>
    </p:spTree>
    <p:extLst>
      <p:ext uri="{BB962C8B-B14F-4D97-AF65-F5344CB8AC3E}">
        <p14:creationId xmlns:p14="http://schemas.microsoft.com/office/powerpoint/2010/main" val="1981251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CE562-5E78-B1B2-1B7D-73EA58EE2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5FF624ED-984A-4EFA-3B79-FF0088C6F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106646"/>
            <a:ext cx="11714795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Aft>
                <a:spcPts val="1000"/>
              </a:spcAft>
              <a:buNone/>
            </a:pPr>
            <a:r>
              <a:rPr lang="en-US" altLang="en-US" sz="3600" b="1" dirty="0" err="1">
                <a:latin typeface="DevLys 010" pitchFamily="2" charset="0"/>
              </a:rPr>
              <a:t>xr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rhu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o"kksZa</a:t>
            </a:r>
            <a:r>
              <a:rPr lang="en-US" altLang="en-US" sz="3600" b="1" dirty="0">
                <a:latin typeface="DevLys 010" pitchFamily="2" charset="0"/>
              </a:rPr>
              <a:t> dh </a:t>
            </a:r>
            <a:r>
              <a:rPr lang="en-US" altLang="en-US" sz="3600" b="1" dirty="0" err="1">
                <a:latin typeface="DevLys 010" pitchFamily="2" charset="0"/>
              </a:rPr>
              <a:t>ekgokj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jktLo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izkfIr</a:t>
            </a:r>
            <a:r>
              <a:rPr lang="en-US" altLang="en-US" sz="3600" b="1" dirty="0">
                <a:latin typeface="DevLys 010" pitchFamily="2" charset="0"/>
              </a:rPr>
              <a:t> dh </a:t>
            </a:r>
            <a:r>
              <a:rPr lang="en-US" altLang="en-US" sz="3600" b="1" dirty="0" err="1">
                <a:latin typeface="DevLys 010" pitchFamily="2" charset="0"/>
              </a:rPr>
              <a:t>rqyukRed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fLFkfr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000" b="1" dirty="0">
                <a:latin typeface="+mj-lt"/>
              </a:rPr>
              <a:t>(in Cr. )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EE291648-E522-E79C-ECE2-8D97227D1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144A20-083C-82C6-7FAE-0C2D99EADD77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E6C61B98-3FD3-11F6-BB27-938DF53B92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1803193"/>
              </p:ext>
            </p:extLst>
          </p:nvPr>
        </p:nvGraphicFramePr>
        <p:xfrm>
          <a:off x="457201" y="1152334"/>
          <a:ext cx="11257594" cy="520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81992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2972C-6459-EC65-E4D6-B93B59D9D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50048612-E188-A731-0A91-92511C9FD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106646"/>
            <a:ext cx="11714795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Aft>
                <a:spcPts val="1000"/>
              </a:spcAft>
              <a:buNone/>
            </a:pPr>
            <a:r>
              <a:rPr lang="en-US" altLang="en-US" sz="3600" b="1" dirty="0" err="1">
                <a:latin typeface="DevLys 010" pitchFamily="2" charset="0"/>
              </a:rPr>
              <a:t>xr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rhu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o"kksZa</a:t>
            </a:r>
            <a:r>
              <a:rPr lang="en-US" altLang="en-US" sz="3600" b="1" dirty="0">
                <a:latin typeface="DevLys 010" pitchFamily="2" charset="0"/>
              </a:rPr>
              <a:t> dh </a:t>
            </a:r>
            <a:r>
              <a:rPr lang="en-US" altLang="en-US" sz="3600" b="1" dirty="0" err="1">
                <a:latin typeface="DevLys 010" pitchFamily="2" charset="0"/>
              </a:rPr>
              <a:t>ekgokj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jktLo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izkfIr</a:t>
            </a:r>
            <a:r>
              <a:rPr lang="en-US" altLang="en-US" sz="3600" b="1" dirty="0">
                <a:latin typeface="DevLys 010" pitchFamily="2" charset="0"/>
              </a:rPr>
              <a:t> dh </a:t>
            </a:r>
            <a:r>
              <a:rPr lang="en-US" altLang="en-US" sz="3600" b="1" dirty="0" err="1">
                <a:latin typeface="DevLys 010" pitchFamily="2" charset="0"/>
              </a:rPr>
              <a:t>rqyukRed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fLFkfr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000" b="1" dirty="0">
                <a:latin typeface="+mj-lt"/>
              </a:rPr>
              <a:t>(in Cr. )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0AE79895-0B20-09D4-8F33-34B871BE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66235A-E8EE-1BD5-656C-F8D8ACEEB585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D4B529FC-5611-344F-185A-F2AA4E5EF7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7872223"/>
              </p:ext>
            </p:extLst>
          </p:nvPr>
        </p:nvGraphicFramePr>
        <p:xfrm>
          <a:off x="385378" y="983426"/>
          <a:ext cx="11329416" cy="5404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89290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47255-9E38-2DB9-4404-7659219E3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alculating Revenue Lost from Missed Leads | Expert Tips">
            <a:extLst>
              <a:ext uri="{FF2B5EF4-FFF2-40B4-BE49-F238E27FC236}">
                <a16:creationId xmlns:a16="http://schemas.microsoft.com/office/drawing/2014/main" id="{4D962732-43AB-D63D-B695-C53A83B1D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05699" y="-210065"/>
            <a:ext cx="13716000" cy="7241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8162215D-2ECB-9C17-5373-2A6ECB76E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23" y="72300"/>
            <a:ext cx="9391402" cy="59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ts val="1000"/>
              </a:spcAft>
              <a:buNone/>
            </a:pPr>
            <a:r>
              <a:rPr lang="en-US" sz="3600" b="1" dirty="0" err="1">
                <a:latin typeface="DevLys 010" pitchFamily="2" charset="0"/>
              </a:rPr>
              <a:t>xr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err="1">
                <a:latin typeface="DevLys 010" pitchFamily="2" charset="0"/>
              </a:rPr>
              <a:t>foRrh</a:t>
            </a:r>
            <a:r>
              <a:rPr lang="en-US" sz="3600" b="1" dirty="0">
                <a:latin typeface="DevLys 010" pitchFamily="2" charset="0"/>
              </a:rPr>
              <a:t>; </a:t>
            </a:r>
            <a:r>
              <a:rPr lang="en-US" sz="3600" b="1" dirty="0" err="1">
                <a:latin typeface="DevLys 010" pitchFamily="2" charset="0"/>
              </a:rPr>
              <a:t>o"kZ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err="1">
                <a:latin typeface="DevLys 010" pitchFamily="2" charset="0"/>
              </a:rPr>
              <a:t>esa</a:t>
            </a:r>
            <a:r>
              <a:rPr lang="en-US" sz="3600" b="1" dirty="0">
                <a:latin typeface="DevLys 010" pitchFamily="2" charset="0"/>
              </a:rPr>
              <a:t> de </a:t>
            </a:r>
            <a:r>
              <a:rPr lang="en-US" sz="3600" b="1" dirty="0" err="1">
                <a:latin typeface="DevLys 010" pitchFamily="2" charset="0"/>
              </a:rPr>
              <a:t>jktLo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err="1">
                <a:latin typeface="DevLys 010" pitchFamily="2" charset="0"/>
              </a:rPr>
              <a:t>izkfIr</a:t>
            </a:r>
            <a:r>
              <a:rPr lang="en-US" sz="3600" b="1" dirty="0">
                <a:latin typeface="DevLys 010" pitchFamily="2" charset="0"/>
              </a:rPr>
              <a:t> ds </a:t>
            </a:r>
            <a:r>
              <a:rPr lang="en-US" sz="3600" b="1" dirty="0" err="1">
                <a:latin typeface="DevLys 010" pitchFamily="2" charset="0"/>
              </a:rPr>
              <a:t>dkj.k</a:t>
            </a:r>
            <a:endParaRPr lang="en-US" sz="3600" b="1" dirty="0">
              <a:latin typeface="Kruti Dev 010" pitchFamily="2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12130E14-84DB-CCDE-724F-E873C8B49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E57BC2-EC6B-EA41-F1A1-06B3A737ADE0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506739-84CF-4466-134F-A9C0BE146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45" y="1017641"/>
            <a:ext cx="11921881" cy="5679077"/>
          </a:xfrm>
        </p:spPr>
        <p:txBody>
          <a:bodyPr>
            <a:noAutofit/>
          </a:bodyPr>
          <a:lstStyle/>
          <a:p>
            <a:pPr marL="630238" indent="-630238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</a:rPr>
              <a:t>vjkoyh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fgYl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jsat</a:t>
            </a:r>
            <a:r>
              <a:rPr lang="en-US" dirty="0">
                <a:latin typeface="DevLys 010" pitchFamily="2" charset="0"/>
              </a:rPr>
              <a:t> ds 20 </a:t>
            </a:r>
            <a:r>
              <a:rPr lang="en-US" dirty="0" err="1">
                <a:latin typeface="DevLys 010" pitchFamily="2" charset="0"/>
              </a:rPr>
              <a:t>ftyksa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esa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uhykeh@vkoaVu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ij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jksd</a:t>
            </a:r>
            <a:r>
              <a:rPr lang="en-US" dirty="0">
                <a:latin typeface="DevLys 010" pitchFamily="2" charset="0"/>
              </a:rPr>
              <a:t> </a:t>
            </a:r>
          </a:p>
          <a:p>
            <a:pPr marL="630238" indent="-630238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</a:rPr>
              <a:t>cukl</a:t>
            </a:r>
            <a:r>
              <a:rPr lang="en-US" dirty="0">
                <a:latin typeface="DevLys 010" pitchFamily="2" charset="0"/>
              </a:rPr>
              <a:t> unh ds 4 </a:t>
            </a:r>
            <a:r>
              <a:rPr lang="en-US" dirty="0" err="1">
                <a:latin typeface="DevLys 010" pitchFamily="2" charset="0"/>
              </a:rPr>
              <a:t>ftyksa</a:t>
            </a:r>
            <a:r>
              <a:rPr lang="en-US" dirty="0">
                <a:latin typeface="DevLys 010" pitchFamily="2" charset="0"/>
              </a:rPr>
              <a:t> ¼HkhyokM+k] </a:t>
            </a:r>
            <a:r>
              <a:rPr lang="en-US" dirty="0" err="1">
                <a:latin typeface="DevLys 010" pitchFamily="2" charset="0"/>
              </a:rPr>
              <a:t>vtesj</a:t>
            </a:r>
            <a:r>
              <a:rPr lang="en-US" dirty="0">
                <a:latin typeface="DevLys 010" pitchFamily="2" charset="0"/>
              </a:rPr>
              <a:t>] </a:t>
            </a:r>
            <a:r>
              <a:rPr lang="en-US" dirty="0" err="1">
                <a:latin typeface="DevLys 010" pitchFamily="2" charset="0"/>
              </a:rPr>
              <a:t>Vksad</a:t>
            </a:r>
            <a:r>
              <a:rPr lang="en-US" dirty="0">
                <a:latin typeface="DevLys 010" pitchFamily="2" charset="0"/>
              </a:rPr>
              <a:t> o </a:t>
            </a:r>
            <a:r>
              <a:rPr lang="en-US" dirty="0" err="1">
                <a:latin typeface="DevLys 010" pitchFamily="2" charset="0"/>
              </a:rPr>
              <a:t>lokbZek</a:t>
            </a:r>
            <a:r>
              <a:rPr lang="en-US" dirty="0">
                <a:latin typeface="DevLys 010" pitchFamily="2" charset="0"/>
              </a:rPr>
              <a:t>/kksiqj½ ds 93 </a:t>
            </a:r>
            <a:r>
              <a:rPr lang="en-US" dirty="0" err="1">
                <a:latin typeface="DevLys 010" pitchFamily="2" charset="0"/>
              </a:rPr>
              <a:t>IykWV~l</a:t>
            </a:r>
            <a:r>
              <a:rPr lang="en-US" dirty="0">
                <a:latin typeface="DevLys 010" pitchFamily="2" charset="0"/>
              </a:rPr>
              <a:t> dh </a:t>
            </a:r>
            <a:r>
              <a:rPr lang="en-US" dirty="0" err="1">
                <a:latin typeface="DevLys 010" pitchFamily="2" charset="0"/>
              </a:rPr>
              <a:t>uhykeh</a:t>
            </a:r>
            <a:r>
              <a:rPr lang="en-US" dirty="0">
                <a:latin typeface="DevLys 010" pitchFamily="2" charset="0"/>
              </a:rPr>
              <a:t>] ,</a:t>
            </a:r>
            <a:r>
              <a:rPr lang="en-US" dirty="0" err="1">
                <a:latin typeface="DevLys 010" pitchFamily="2" charset="0"/>
              </a:rPr>
              <a:t>yvksvkbZ</a:t>
            </a:r>
            <a:r>
              <a:rPr lang="en-US" dirty="0">
                <a:latin typeface="DevLys 010" pitchFamily="2" charset="0"/>
              </a:rPr>
              <a:t> o </a:t>
            </a:r>
            <a:r>
              <a:rPr lang="en-US" dirty="0" err="1">
                <a:latin typeface="DevLys 010" pitchFamily="2" charset="0"/>
              </a:rPr>
              <a:t>vkoafVr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yhtksa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dks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ek</a:t>
            </a:r>
            <a:r>
              <a:rPr lang="en-US" dirty="0">
                <a:latin typeface="DevLys 010" pitchFamily="2" charset="0"/>
              </a:rPr>
              <a:t>- </a:t>
            </a:r>
            <a:r>
              <a:rPr lang="en-US" dirty="0" err="1">
                <a:latin typeface="DevLys 010" pitchFamily="2" charset="0"/>
              </a:rPr>
              <a:t>mPp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U;k;ky</a:t>
            </a:r>
            <a:r>
              <a:rPr lang="en-US" dirty="0">
                <a:latin typeface="DevLys 010" pitchFamily="2" charset="0"/>
              </a:rPr>
              <a:t>; }</a:t>
            </a:r>
            <a:r>
              <a:rPr lang="en-US" dirty="0" err="1">
                <a:latin typeface="DevLys 010" pitchFamily="2" charset="0"/>
              </a:rPr>
              <a:t>kjk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fujLr</a:t>
            </a:r>
            <a:endParaRPr lang="en-US" dirty="0">
              <a:latin typeface="DevLys 010" pitchFamily="2" charset="0"/>
            </a:endParaRPr>
          </a:p>
          <a:p>
            <a:pPr marL="630238" indent="-630238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</a:rPr>
              <a:t>cnyrs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oSf'od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ifjn</a:t>
            </a:r>
            <a:r>
              <a:rPr lang="en-US" dirty="0">
                <a:latin typeface="DevLys 010" pitchFamily="2" charset="0"/>
              </a:rPr>
              <a:t>`'; ds </a:t>
            </a:r>
            <a:r>
              <a:rPr lang="en-US" dirty="0" err="1">
                <a:latin typeface="DevLys 010" pitchFamily="2" charset="0"/>
              </a:rPr>
              <a:t>dkj.k</a:t>
            </a:r>
            <a:r>
              <a:rPr lang="en-US" dirty="0">
                <a:latin typeface="DevLys 010" pitchFamily="2" charset="0"/>
              </a:rPr>
              <a:t> [</a:t>
            </a:r>
            <a:r>
              <a:rPr lang="en-US" dirty="0" err="1">
                <a:latin typeface="DevLys 010" pitchFamily="2" charset="0"/>
              </a:rPr>
              <a:t>kfut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DokVZt</a:t>
            </a:r>
            <a:r>
              <a:rPr lang="en-US" dirty="0">
                <a:latin typeface="DevLys 010" pitchFamily="2" charset="0"/>
              </a:rPr>
              <a:t>] </a:t>
            </a:r>
            <a:r>
              <a:rPr lang="en-US" dirty="0" err="1">
                <a:latin typeface="DevLys 010" pitchFamily="2" charset="0"/>
              </a:rPr>
              <a:t>QSYlikj</a:t>
            </a:r>
            <a:r>
              <a:rPr lang="en-US" dirty="0">
                <a:latin typeface="DevLys 010" pitchFamily="2" charset="0"/>
              </a:rPr>
              <a:t> o Dys dk </a:t>
            </a:r>
            <a:r>
              <a:rPr lang="en-US" dirty="0" err="1">
                <a:latin typeface="DevLys 010" pitchFamily="2" charset="0"/>
              </a:rPr>
              <a:t>mRiknu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izHkkfor</a:t>
            </a:r>
            <a:endParaRPr lang="en-US" dirty="0">
              <a:latin typeface="DevLys 010" pitchFamily="2" charset="0"/>
            </a:endParaRPr>
          </a:p>
          <a:p>
            <a:pPr marL="630238" indent="-630238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DevLys 010" pitchFamily="2" charset="0"/>
              </a:rPr>
              <a:t>[</a:t>
            </a:r>
            <a:r>
              <a:rPr lang="en-US" dirty="0" err="1">
                <a:latin typeface="DevLys 010" pitchFamily="2" charset="0"/>
              </a:rPr>
              <a:t>kfut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ykbZeLVksu</a:t>
            </a:r>
            <a:r>
              <a:rPr lang="en-US" dirty="0">
                <a:latin typeface="DevLys 010" pitchFamily="2" charset="0"/>
              </a:rPr>
              <a:t>] </a:t>
            </a:r>
            <a:r>
              <a:rPr lang="en-US" dirty="0" err="1">
                <a:latin typeface="DevLys 010" pitchFamily="2" charset="0"/>
              </a:rPr>
              <a:t>ysM</a:t>
            </a:r>
            <a:r>
              <a:rPr lang="en-US" dirty="0">
                <a:latin typeface="DevLys 010" pitchFamily="2" charset="0"/>
              </a:rPr>
              <a:t> o </a:t>
            </a:r>
            <a:r>
              <a:rPr lang="en-US" dirty="0" err="1">
                <a:latin typeface="DevLys 010" pitchFamily="2" charset="0"/>
              </a:rPr>
              <a:t>ftad</a:t>
            </a:r>
            <a:r>
              <a:rPr lang="en-US" dirty="0">
                <a:latin typeface="DevLys 010" pitchFamily="2" charset="0"/>
              </a:rPr>
              <a:t> ds </a:t>
            </a:r>
            <a:r>
              <a:rPr lang="en-US" dirty="0" err="1">
                <a:latin typeface="DevLys 010" pitchFamily="2" charset="0"/>
              </a:rPr>
              <a:t>mRiknu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esa</a:t>
            </a:r>
            <a:r>
              <a:rPr lang="en-US" dirty="0">
                <a:latin typeface="DevLys 010" pitchFamily="2" charset="0"/>
              </a:rPr>
              <a:t> vis{</a:t>
            </a:r>
            <a:r>
              <a:rPr lang="en-US" dirty="0" err="1">
                <a:latin typeface="DevLys 010" pitchFamily="2" charset="0"/>
              </a:rPr>
              <a:t>kkd`r</a:t>
            </a:r>
            <a:r>
              <a:rPr lang="en-US" dirty="0">
                <a:latin typeface="DevLys 010" pitchFamily="2" charset="0"/>
              </a:rPr>
              <a:t> de </a:t>
            </a:r>
            <a:r>
              <a:rPr lang="en-US" dirty="0" err="1">
                <a:latin typeface="DevLys 010" pitchFamily="2" charset="0"/>
              </a:rPr>
              <a:t>o`f</a:t>
            </a:r>
            <a:r>
              <a:rPr lang="en-US" dirty="0">
                <a:latin typeface="DevLys 010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5313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B0649-4B23-9D49-DC04-B0FD010C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Govt sets Rs 4,350 cr Revenue Target for IREDA in FY24">
            <a:extLst>
              <a:ext uri="{FF2B5EF4-FFF2-40B4-BE49-F238E27FC236}">
                <a16:creationId xmlns:a16="http://schemas.microsoft.com/office/drawing/2014/main" id="{691EAFE4-FFCA-6707-55C4-360371465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6562" y="-280308"/>
            <a:ext cx="12566821" cy="8048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941917B1-6C4D-2094-5881-4CB4C3124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4AD9548-7E7C-38BF-98C3-F61E60550E75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1718737-44EA-D8EB-3D4E-8DF657C636C4}"/>
              </a:ext>
            </a:extLst>
          </p:cNvPr>
          <p:cNvSpPr txBox="1">
            <a:spLocks/>
          </p:cNvSpPr>
          <p:nvPr/>
        </p:nvSpPr>
        <p:spPr>
          <a:xfrm>
            <a:off x="0" y="100419"/>
            <a:ext cx="6665595" cy="5969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 err="1">
                <a:latin typeface="DevLys 010" pitchFamily="2" charset="0"/>
              </a:rPr>
              <a:t>foRrh</a:t>
            </a:r>
            <a:r>
              <a:rPr lang="en-US" sz="3600" b="1" dirty="0">
                <a:latin typeface="DevLys 010" pitchFamily="2" charset="0"/>
              </a:rPr>
              <a:t>; </a:t>
            </a:r>
            <a:r>
              <a:rPr lang="en-US" sz="3600" b="1" dirty="0" err="1">
                <a:latin typeface="DevLys 010" pitchFamily="2" charset="0"/>
              </a:rPr>
              <a:t>o"kZ</a:t>
            </a:r>
            <a:r>
              <a:rPr lang="en-US" sz="3600" b="1" dirty="0">
                <a:latin typeface="DevLys 010" pitchFamily="2" charset="0"/>
              </a:rPr>
              <a:t> 2026&amp;27 % </a:t>
            </a:r>
            <a:r>
              <a:rPr lang="en-US" sz="3600" b="1" dirty="0" err="1">
                <a:latin typeface="DevLys 010" pitchFamily="2" charset="0"/>
              </a:rPr>
              <a:t>vk</a:t>
            </a:r>
            <a:r>
              <a:rPr lang="en-US" sz="3600" b="1" dirty="0">
                <a:latin typeface="DevLys 010" pitchFamily="2" charset="0"/>
              </a:rPr>
              <a:t>; y{; o </a:t>
            </a:r>
            <a:r>
              <a:rPr lang="en-US" sz="3600" b="1" dirty="0" err="1">
                <a:latin typeface="DevLys 010" pitchFamily="2" charset="0"/>
              </a:rPr>
              <a:t>izkfIr</a:t>
            </a:r>
            <a:endParaRPr lang="en-US" sz="3600" b="1" dirty="0">
              <a:latin typeface="Kruti Dev 010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FC3506-58B1-D8DB-D1F1-D6FAACF94B40}"/>
              </a:ext>
            </a:extLst>
          </p:cNvPr>
          <p:cNvSpPr txBox="1">
            <a:spLocks/>
          </p:cNvSpPr>
          <p:nvPr/>
        </p:nvSpPr>
        <p:spPr>
          <a:xfrm>
            <a:off x="432486" y="818330"/>
            <a:ext cx="11948984" cy="56046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22288" indent="-685800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y{; % </a:t>
            </a:r>
            <a:r>
              <a:rPr lang="en-US" sz="24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14000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522288" indent="-685800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Ekkg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viszy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dk y{; % </a:t>
            </a:r>
            <a:r>
              <a:rPr lang="en-US" sz="24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840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jktLo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izkfIr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4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545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¼</a:t>
            </a:r>
            <a:r>
              <a:rPr lang="en-US" sz="24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295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de½</a:t>
            </a:r>
          </a:p>
          <a:p>
            <a:pPr marL="522288" indent="-685800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deh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dkj.k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</a:p>
          <a:p>
            <a:pPr marL="1260475" indent="-544513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ekpZ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2026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vfxze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izkfIr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4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198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</a:t>
            </a:r>
          </a:p>
          <a:p>
            <a:pPr marL="1260475" indent="-544513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vjkoyh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fgYl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jsat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20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ftyksa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uhykeh@vkoaVu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ij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jksd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</a:p>
          <a:p>
            <a:pPr marL="1260475" indent="-544513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cnyrs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oSf'od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ifjn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`';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dkj.k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DokVZt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QSYlikj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o Dys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mRiknu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deh %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yxHkx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15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260475" indent="-544513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fgUnqLrku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ftad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fy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-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gM+rky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mRiknu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izHkkfor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yxHkx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15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dh deh</a:t>
            </a:r>
          </a:p>
        </p:txBody>
      </p:sp>
    </p:spTree>
    <p:extLst>
      <p:ext uri="{BB962C8B-B14F-4D97-AF65-F5344CB8AC3E}">
        <p14:creationId xmlns:p14="http://schemas.microsoft.com/office/powerpoint/2010/main" val="1139902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152BA-4F44-0719-F17B-6520D157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ction Plan Logo Stock Illustrations – 1,504 Action Plan Logo Stock  Illustrations, Vectors &amp; Clipart - Dreamstime">
            <a:extLst>
              <a:ext uri="{FF2B5EF4-FFF2-40B4-BE49-F238E27FC236}">
                <a16:creationId xmlns:a16="http://schemas.microsoft.com/office/drawing/2014/main" id="{70D14774-3CD9-3E87-CCA4-01AACFA3F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3130" y="228569"/>
            <a:ext cx="698156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BFF58A-0D3A-F666-5AFC-98FE5FB805B5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940B4CD-7BB3-0596-F935-5695726108F1}"/>
              </a:ext>
            </a:extLst>
          </p:cNvPr>
          <p:cNvSpPr txBox="1">
            <a:spLocks/>
          </p:cNvSpPr>
          <p:nvPr/>
        </p:nvSpPr>
        <p:spPr>
          <a:xfrm>
            <a:off x="135429" y="100419"/>
            <a:ext cx="6665595" cy="5969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err="1">
                <a:latin typeface="DevLys 010" pitchFamily="2" charset="0"/>
              </a:rPr>
              <a:t>foRrh</a:t>
            </a:r>
            <a:r>
              <a:rPr lang="en-US" sz="3600" b="1">
                <a:latin typeface="DevLys 010" pitchFamily="2" charset="0"/>
              </a:rPr>
              <a:t>; </a:t>
            </a:r>
            <a:r>
              <a:rPr lang="en-US" sz="3600" b="1" err="1">
                <a:latin typeface="DevLys 010" pitchFamily="2" charset="0"/>
              </a:rPr>
              <a:t>o"kZ</a:t>
            </a:r>
            <a:r>
              <a:rPr lang="en-US" sz="3600" b="1">
                <a:latin typeface="DevLys 010" pitchFamily="2" charset="0"/>
              </a:rPr>
              <a:t> 2026&amp;27 % </a:t>
            </a:r>
            <a:r>
              <a:rPr lang="en-US" sz="3600" b="1" err="1">
                <a:latin typeface="DevLys 010" pitchFamily="2" charset="0"/>
              </a:rPr>
              <a:t>dk;Z</a:t>
            </a:r>
            <a:r>
              <a:rPr lang="en-US" sz="3600" b="1">
                <a:latin typeface="DevLys 010" pitchFamily="2" charset="0"/>
              </a:rPr>
              <a:t> ;</a:t>
            </a:r>
            <a:r>
              <a:rPr lang="en-US" sz="3600" b="1" err="1">
                <a:latin typeface="DevLys 010" pitchFamily="2" charset="0"/>
              </a:rPr>
              <a:t>kstuk</a:t>
            </a:r>
            <a:endParaRPr lang="en-US" sz="3600" b="1">
              <a:latin typeface="Kruti Dev 010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05D2E3-F433-3B8D-D2CF-A013D7A598E9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196508-4A06-A9BA-A0AF-07D203780D01}"/>
              </a:ext>
            </a:extLst>
          </p:cNvPr>
          <p:cNvSpPr txBox="1"/>
          <p:nvPr/>
        </p:nvSpPr>
        <p:spPr>
          <a:xfrm>
            <a:off x="267905" y="923046"/>
            <a:ext cx="11161918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cM+s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laLFkkuksa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</a:p>
          <a:p>
            <a:pPr marL="989013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HZL 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</a:t>
            </a:r>
            <a:r>
              <a:rPr lang="en-US" dirty="0">
                <a:latin typeface="DevLys 010 " pitchFamily="2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RSMML</a:t>
            </a:r>
            <a:r>
              <a:rPr lang="en-US" dirty="0">
                <a:latin typeface="DevLys 010 " pitchFamily="2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4850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</a:p>
          <a:p>
            <a:pPr marL="989013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lhesaV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dEiuht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1050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RCC/ERCC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Bsdksa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2700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>
                <a:latin typeface="DevLys 010 " pitchFamily="2" charset="0"/>
              </a:rPr>
              <a:t>+</a:t>
            </a: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o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viz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kfutksa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jkW;YVh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¼cM+s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laLFkku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lhesaV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dEiuht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o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Bsdksa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izkfIr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NksM+dj½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900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viÝaV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isesUV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¼iz/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[kfut</a:t>
            </a:r>
            <a:r>
              <a:rPr lang="en-US" dirty="0">
                <a:latin typeface="DevLys 010 " pitchFamily="2" charset="0"/>
              </a:rPr>
              <a:t>½ %</a:t>
            </a:r>
          </a:p>
          <a:p>
            <a:pPr marL="901700" indent="-185738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iwoZ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pqds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</a:t>
            </a:r>
          </a:p>
          <a:p>
            <a:pPr marL="901700" indent="-185738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orZeku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foRrh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o"kZ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izLrkfor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izhfe;e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jkf'k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¼viz/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[kfut½ %</a:t>
            </a:r>
          </a:p>
          <a:p>
            <a:pPr marL="901700" indent="-185738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iwoZ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pqds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IykWV~l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250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</a:t>
            </a:r>
          </a:p>
          <a:p>
            <a:pPr marL="901700" indent="-185738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bl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foRrh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o"kZ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izLrkfor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350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fuEkkZ.k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foHkkxksa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250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voS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/k [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'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kkfLr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iqjkuh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cdk;k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vjkoyh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fgYl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jsat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ekeyk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¼ek-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fu.kZ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mijkUr½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2100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cukl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unh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ctjh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iV~Vksa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ekeyk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¼ek-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fu.kZ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mijkUr½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500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dirty="0">
              <a:latin typeface="DevLys 010 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003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8B97F-BEF9-4D1F-4A72-2107B5084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hallenge background Images - Free Download on Freepik">
            <a:extLst>
              <a:ext uri="{FF2B5EF4-FFF2-40B4-BE49-F238E27FC236}">
                <a16:creationId xmlns:a16="http://schemas.microsoft.com/office/drawing/2014/main" id="{3C74E0D5-0257-DC47-10A0-D782BC6DD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0103"/>
            <a:ext cx="12289416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D1A57AC5-68B6-F3CC-60D9-ADC0AC83B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0D3201-0711-C48D-3E65-24619F90D4E9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D11BBB3-BAD9-058E-C5F9-5F951082162C}"/>
              </a:ext>
            </a:extLst>
          </p:cNvPr>
          <p:cNvSpPr txBox="1">
            <a:spLocks/>
          </p:cNvSpPr>
          <p:nvPr/>
        </p:nvSpPr>
        <p:spPr>
          <a:xfrm>
            <a:off x="515041" y="92982"/>
            <a:ext cx="6665595" cy="5969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 err="1">
                <a:latin typeface="DevLys 010 " pitchFamily="2" charset="0"/>
              </a:rPr>
              <a:t>psyastst</a:t>
            </a:r>
            <a:endParaRPr lang="en-US" sz="36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86CD2A-D8BA-B382-AB99-76172EF32BC3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3BC5CD-8EE6-532A-CFEC-1D65E6FAE510}"/>
              </a:ext>
            </a:extLst>
          </p:cNvPr>
          <p:cNvSpPr txBox="1"/>
          <p:nvPr/>
        </p:nvSpPr>
        <p:spPr>
          <a:xfrm>
            <a:off x="292618" y="924817"/>
            <a:ext cx="11742863" cy="5613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2925" indent="-5429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vjkoyh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fgYl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jsat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20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ftyksa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ek-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mPpre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}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kjk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iV~Vksa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vkoaVu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ij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jksd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542925" indent="-5429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cukl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unh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4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ftyksa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93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vkoafVr@uhyke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fd;s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x;s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IykWV~l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dk ek-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mPp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}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kjk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fujLrhdj.kA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542925" indent="-5429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EC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tkjh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gksus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jkT;ksa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rqyuk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vis{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kkd`r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vf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kd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le;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yxuk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542925" indent="-5429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ykbZeLVksu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viz/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gksus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jkW;YVh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:-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175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@&amp; ds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LFkku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80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@&amp;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izfrVu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gksuk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542925" indent="-5429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fodkl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kdj.k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{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=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kdkj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voS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/k 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laosnu’khy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LFkkuksa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ij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IykWV~l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uhykeh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fcMj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fudk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ls ,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uvkslh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ysus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dfBukbZ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483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5971B-0946-E6B3-2CB5-9216F3639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Gavel Block On Wooden Desk Bokeh Stock Photo 1742766599 | Shutterstock">
            <a:extLst>
              <a:ext uri="{FF2B5EF4-FFF2-40B4-BE49-F238E27FC236}">
                <a16:creationId xmlns:a16="http://schemas.microsoft.com/office/drawing/2014/main" id="{CC1342E5-B456-E699-A882-C0A1C53BD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9577" y="-10793"/>
            <a:ext cx="12525761" cy="7601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EF5C5C0F-FF32-95FE-35CB-F945703D9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9ACBFC-0A09-6068-0979-2BC6EDABF043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9DCB797-CD1D-8A91-197B-3D25591D4052}"/>
              </a:ext>
            </a:extLst>
          </p:cNvPr>
          <p:cNvSpPr txBox="1">
            <a:spLocks/>
          </p:cNvSpPr>
          <p:nvPr/>
        </p:nvSpPr>
        <p:spPr>
          <a:xfrm>
            <a:off x="135429" y="100419"/>
            <a:ext cx="8505334" cy="5969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>
                <a:latin typeface="DevLys 010 " pitchFamily="2" charset="0"/>
              </a:rPr>
              <a:t>[</a:t>
            </a:r>
            <a:r>
              <a:rPr lang="en-US" sz="3600" b="1" dirty="0" err="1">
                <a:latin typeface="DevLys 010 " pitchFamily="2" charset="0"/>
              </a:rPr>
              <a:t>kfut</a:t>
            </a:r>
            <a:r>
              <a:rPr lang="en-US" sz="3600" b="1" dirty="0">
                <a:latin typeface="DevLys 010 " pitchFamily="2" charset="0"/>
              </a:rPr>
              <a:t> </a:t>
            </a:r>
            <a:r>
              <a:rPr lang="en-US" sz="3600" b="1" dirty="0" err="1">
                <a:latin typeface="DevLys 010 " pitchFamily="2" charset="0"/>
              </a:rPr>
              <a:t>CykWDl@IykWV~l</a:t>
            </a:r>
            <a:r>
              <a:rPr lang="en-US" sz="3600" b="1" dirty="0"/>
              <a:t> </a:t>
            </a:r>
            <a:r>
              <a:rPr lang="en-US" sz="3600" b="1" dirty="0">
                <a:latin typeface="DevLys 010 " pitchFamily="2" charset="0"/>
              </a:rPr>
              <a:t> dh </a:t>
            </a:r>
            <a:r>
              <a:rPr lang="en-US" sz="3600" b="1" dirty="0" err="1">
                <a:latin typeface="DevLys 010 " pitchFamily="2" charset="0"/>
              </a:rPr>
              <a:t>izLrkfor</a:t>
            </a:r>
            <a:r>
              <a:rPr lang="en-US" sz="3600" b="1" dirty="0">
                <a:latin typeface="DevLys 010 " pitchFamily="2" charset="0"/>
              </a:rPr>
              <a:t> </a:t>
            </a:r>
            <a:r>
              <a:rPr lang="en-US" sz="3600" b="1" dirty="0" err="1">
                <a:latin typeface="DevLys 010 " pitchFamily="2" charset="0"/>
              </a:rPr>
              <a:t>uhykeh</a:t>
            </a:r>
            <a:r>
              <a:rPr lang="en-US" sz="3600" b="1" dirty="0">
                <a:latin typeface="DevLys 010 " pitchFamily="2" charset="0"/>
              </a:rPr>
              <a:t>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671480E-68D1-F303-86C6-41C045FB970F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0A4981-2A7A-EB48-8705-C89346967306}"/>
              </a:ext>
            </a:extLst>
          </p:cNvPr>
          <p:cNvSpPr txBox="1"/>
          <p:nvPr/>
        </p:nvSpPr>
        <p:spPr>
          <a:xfrm>
            <a:off x="365692" y="869284"/>
            <a:ext cx="11161918" cy="592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</a:t>
            </a:r>
          </a:p>
          <a:p>
            <a:pPr marL="1139825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54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¼xksYM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dkWij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4]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ykbZeLVksu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46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xkusZV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ysM&amp;ftad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½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viz/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</a:t>
            </a:r>
          </a:p>
          <a:p>
            <a:pPr marL="1081088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956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~~l ¼eslujhLVksu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428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ls.MLVksu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201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lksiLVksu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121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xszukbZV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76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130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½</a:t>
            </a:r>
          </a:p>
          <a:p>
            <a:pPr marL="1081088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151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~~l ¼ctjh½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izh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&amp;,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EcsMsM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CykWDl@IykWV~l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081088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10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081088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viz/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100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~~l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9ABA9-DD8A-82CD-BFBC-19694C33BE52}"/>
              </a:ext>
            </a:extLst>
          </p:cNvPr>
          <p:cNvSpPr txBox="1"/>
          <p:nvPr/>
        </p:nvSpPr>
        <p:spPr>
          <a:xfrm>
            <a:off x="10810729" y="162448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DevLys 010" pitchFamily="2" charset="0"/>
              </a:rPr>
              <a:t>o"kZ</a:t>
            </a:r>
            <a:r>
              <a:rPr lang="en-US" b="1" dirty="0">
                <a:latin typeface="DevLys 010" pitchFamily="2" charset="0"/>
              </a:rPr>
              <a:t> 2025&amp;26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7136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910B3-8A1D-E7A5-4DA3-6F58B1ABD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B56EF043-417F-F79C-4148-7DC1EF9D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12</a:t>
            </a:fld>
            <a:endParaRPr lang="en-I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B0D7AB-BCC9-BD38-1746-EF1B9450E798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9DFA7C5-9406-8C2A-56CF-7FEF421409B0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F0A422-D281-F3FE-B27D-E7F1C8159E2E}"/>
              </a:ext>
            </a:extLst>
          </p:cNvPr>
          <p:cNvSpPr/>
          <p:nvPr/>
        </p:nvSpPr>
        <p:spPr>
          <a:xfrm>
            <a:off x="71421" y="65397"/>
            <a:ext cx="64748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840"/>
              </a:spcBef>
              <a:spcAft>
                <a:spcPts val="840"/>
              </a:spcAft>
            </a:pPr>
            <a:r>
              <a:rPr lang="en-US" altLang="en-US" sz="3200" b="1" err="1">
                <a:latin typeface="DevLys 010" pitchFamily="2" charset="0"/>
              </a:rPr>
              <a:t>voS</a:t>
            </a:r>
            <a:r>
              <a:rPr lang="en-US" altLang="en-US" sz="3200" b="1">
                <a:latin typeface="DevLys 010" pitchFamily="2" charset="0"/>
              </a:rPr>
              <a:t>/k [</a:t>
            </a:r>
            <a:r>
              <a:rPr lang="en-US" altLang="en-US" sz="3200" b="1" err="1">
                <a:latin typeface="DevLys 010" pitchFamily="2" charset="0"/>
              </a:rPr>
              <a:t>kuu</a:t>
            </a:r>
            <a:r>
              <a:rPr lang="en-US" altLang="en-US" sz="3200" b="1">
                <a:latin typeface="DevLys 010" pitchFamily="2" charset="0"/>
              </a:rPr>
              <a:t> </a:t>
            </a:r>
            <a:r>
              <a:rPr lang="en-US" altLang="en-US" sz="3200" b="1" err="1">
                <a:latin typeface="DevLys 010" pitchFamily="2" charset="0"/>
              </a:rPr>
              <a:t>laHkkfor</a:t>
            </a:r>
            <a:r>
              <a:rPr lang="en-US" altLang="en-US" sz="3200" b="1">
                <a:latin typeface="DevLys 010" pitchFamily="2" charset="0"/>
              </a:rPr>
              <a:t> [</a:t>
            </a:r>
            <a:r>
              <a:rPr lang="en-US" altLang="en-US" sz="3200" b="1" err="1">
                <a:latin typeface="DevLys 010" pitchFamily="2" charset="0"/>
              </a:rPr>
              <a:t>kfut</a:t>
            </a:r>
            <a:r>
              <a:rPr lang="en-US" altLang="en-US" sz="3200" b="1">
                <a:latin typeface="DevLys 010" pitchFamily="2" charset="0"/>
              </a:rPr>
              <a:t> ,</a:t>
            </a:r>
            <a:r>
              <a:rPr lang="en-US" altLang="en-US" sz="3200" b="1" err="1">
                <a:latin typeface="DevLys 010" pitchFamily="2" charset="0"/>
              </a:rPr>
              <a:t>oa</a:t>
            </a:r>
            <a:r>
              <a:rPr lang="en-US" altLang="en-US" sz="3200" b="1">
                <a:latin typeface="DevLys 010" pitchFamily="2" charset="0"/>
              </a:rPr>
              <a:t> </a:t>
            </a:r>
            <a:r>
              <a:rPr lang="en-US" altLang="en-US" sz="3200" b="1" err="1">
                <a:latin typeface="DevLys 010" pitchFamily="2" charset="0"/>
              </a:rPr>
              <a:t>laosnu'khy</a:t>
            </a:r>
            <a:r>
              <a:rPr lang="en-US" altLang="en-US" sz="3200" b="1">
                <a:latin typeface="DevLys 010" pitchFamily="2" charset="0"/>
              </a:rPr>
              <a:t> {</a:t>
            </a:r>
            <a:r>
              <a:rPr lang="en-US" altLang="en-US" sz="3200" b="1" err="1">
                <a:latin typeface="DevLys 010" pitchFamily="2" charset="0"/>
              </a:rPr>
              <a:t>ks</a:t>
            </a:r>
            <a:r>
              <a:rPr lang="en-US" altLang="en-US" sz="3200" b="1">
                <a:latin typeface="DevLys 010" pitchFamily="2" charset="0"/>
              </a:rPr>
              <a:t>=</a:t>
            </a:r>
            <a:endParaRPr lang="en-US" altLang="en-US" sz="3200" b="1">
              <a:solidFill>
                <a:schemeClr val="tx2"/>
              </a:solidFill>
              <a:latin typeface="DevLys 010" pitchFamily="2" charset="0"/>
            </a:endParaRPr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69A5D2A3-4A47-2108-BC32-D7E192C6AA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2455894"/>
              </p:ext>
            </p:extLst>
          </p:nvPr>
        </p:nvGraphicFramePr>
        <p:xfrm>
          <a:off x="216000" y="865477"/>
          <a:ext cx="11717976" cy="5755706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996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6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5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50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 err="1">
                          <a:effectLst/>
                          <a:latin typeface="DevLys 010" pitchFamily="2" charset="0"/>
                        </a:rPr>
                        <a:t>dz</a:t>
                      </a:r>
                      <a:r>
                        <a:rPr lang="en-IN" sz="3200" dirty="0">
                          <a:effectLst/>
                          <a:latin typeface="DevLys 010" pitchFamily="2" charset="0"/>
                        </a:rPr>
                        <a:t>-l-</a:t>
                      </a:r>
                      <a:endParaRPr lang="en-IN" sz="3200" dirty="0">
                        <a:solidFill>
                          <a:schemeClr val="bg1"/>
                        </a:solidFill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3200" dirty="0">
                          <a:effectLst/>
                          <a:latin typeface="DevLys 010" pitchFamily="2" charset="0"/>
                        </a:rPr>
                        <a:t>[</a:t>
                      </a:r>
                      <a:r>
                        <a:rPr lang="en-IN" sz="3200" dirty="0" err="1">
                          <a:effectLst/>
                          <a:latin typeface="DevLys 010" pitchFamily="2" charset="0"/>
                        </a:rPr>
                        <a:t>kfut</a:t>
                      </a:r>
                      <a:endParaRPr lang="en-IN" sz="3200" dirty="0">
                        <a:solidFill>
                          <a:schemeClr val="bg1"/>
                        </a:solidFill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3200" dirty="0" err="1">
                          <a:effectLst/>
                          <a:latin typeface="DevLys 010" pitchFamily="2" charset="0"/>
                        </a:rPr>
                        <a:t>izHkkfor</a:t>
                      </a:r>
                      <a:r>
                        <a:rPr lang="en-IN" sz="320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3200" dirty="0" err="1">
                          <a:effectLst/>
                          <a:latin typeface="DevLys 010" pitchFamily="2" charset="0"/>
                        </a:rPr>
                        <a:t>ftyk</a:t>
                      </a:r>
                      <a:endParaRPr lang="en-IN" sz="3200" dirty="0">
                        <a:solidFill>
                          <a:schemeClr val="bg1"/>
                        </a:solidFill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165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1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ctjh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HkhyokM+k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Vksad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lokbZek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kksiqj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jktlean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fprkSM+x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&lt;+]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djkSyh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/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kkSyiqj</a:t>
                      </a:r>
                      <a:endParaRPr lang="en-IN" sz="2800" dirty="0">
                        <a:effectLst/>
                        <a:latin typeface="DevLys 010" pitchFamily="2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tks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kiqj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ikyh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tSrkj.k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ckM+esj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fljksgh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ckyksrjk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tkykSj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ukxkSj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C;koj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68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2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eslujh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LVksu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Hkjriqj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vyoj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uhedkFkkuk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&gt;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qU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&gt;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quw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dksViqryh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t;iqj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dksVk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57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3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err="1">
                          <a:effectLst/>
                          <a:latin typeface="DevLys 010" pitchFamily="2" charset="0"/>
                        </a:rPr>
                        <a:t>DokVZt&amp;QsYlikj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HkhyokM+k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C;koj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jktlean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Mqaxjiqj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Vksad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mn;iqj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vtesj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57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4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ykbZeLVksu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ukxkSj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tks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kiqj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tSrkj.k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57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5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err="1">
                          <a:effectLst/>
                          <a:latin typeface="DevLys 010" pitchFamily="2" charset="0"/>
                        </a:rPr>
                        <a:t>ls.MLVksu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kkSyiqj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Hkjriqj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djksyh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HkhyokM+k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cqUnh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tks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kiqj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457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6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ftIle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chdkusj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Jhxaxkuxj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guqekux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&lt;]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ckyksrjk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tSlyesj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453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074FB-491C-9EB0-BEDA-70FD823E3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E3D5A71B-C0D6-6524-9843-E5C4FBDB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13</a:t>
            </a:fld>
            <a:endParaRPr lang="en-I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C2AF99-B79B-1FD3-8F8A-127BE7D68DE5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CA00EEB-6519-58B2-A229-C002B1705B75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7C4182-3BE5-0AB1-C1E8-5B18E48085F6}"/>
              </a:ext>
            </a:extLst>
          </p:cNvPr>
          <p:cNvSpPr/>
          <p:nvPr/>
        </p:nvSpPr>
        <p:spPr>
          <a:xfrm>
            <a:off x="389209" y="173049"/>
            <a:ext cx="57967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>
              <a:buNone/>
            </a:pPr>
            <a:r>
              <a:rPr lang="en-US" sz="3200" b="1" dirty="0" err="1">
                <a:latin typeface="DevLys 010" pitchFamily="2" charset="0"/>
              </a:rPr>
              <a:t>voS</a:t>
            </a:r>
            <a:r>
              <a:rPr lang="en-US" sz="3200" b="1" dirty="0">
                <a:latin typeface="DevLys 010" pitchFamily="2" charset="0"/>
              </a:rPr>
              <a:t>/k [</a:t>
            </a:r>
            <a:r>
              <a:rPr lang="en-US" sz="3200" b="1" dirty="0" err="1">
                <a:latin typeface="DevLys 010" pitchFamily="2" charset="0"/>
              </a:rPr>
              <a:t>kuu</a:t>
            </a:r>
            <a:r>
              <a:rPr lang="en-US" sz="3200" b="1" dirty="0">
                <a:latin typeface="DevLys 010" pitchFamily="2" charset="0"/>
              </a:rPr>
              <a:t> </a:t>
            </a:r>
            <a:r>
              <a:rPr lang="en-US" sz="3200" b="1" dirty="0" err="1">
                <a:latin typeface="DevLys 010" pitchFamily="2" charset="0"/>
              </a:rPr>
              <a:t>xfrfof</a:t>
            </a:r>
            <a:r>
              <a:rPr lang="en-US" sz="3200" b="1" dirty="0">
                <a:latin typeface="DevLys 010" pitchFamily="2" charset="0"/>
              </a:rPr>
              <a:t>/</a:t>
            </a:r>
            <a:r>
              <a:rPr lang="en-US" sz="3200" b="1" dirty="0" err="1">
                <a:latin typeface="DevLys 010" pitchFamily="2" charset="0"/>
              </a:rPr>
              <a:t>k;ksa</a:t>
            </a:r>
            <a:r>
              <a:rPr lang="en-US" sz="3200" b="1" dirty="0">
                <a:latin typeface="DevLys 010" pitchFamily="2" charset="0"/>
              </a:rPr>
              <a:t> ds </a:t>
            </a:r>
            <a:r>
              <a:rPr lang="en-US" sz="3200" b="1" dirty="0" err="1">
                <a:latin typeface="DevLys 010" pitchFamily="2" charset="0"/>
              </a:rPr>
              <a:t>fo</a:t>
            </a:r>
            <a:r>
              <a:rPr lang="en-US" sz="3200" b="1" dirty="0">
                <a:latin typeface="DevLys 010" pitchFamily="2" charset="0"/>
              </a:rPr>
              <a:t>:) </a:t>
            </a:r>
            <a:r>
              <a:rPr lang="en-US" sz="3200" b="1" dirty="0" err="1">
                <a:latin typeface="DevLys 010" pitchFamily="2" charset="0"/>
              </a:rPr>
              <a:t>dk;Zokgh</a:t>
            </a:r>
            <a:endParaRPr lang="en-IN" sz="3200" b="1" dirty="0">
              <a:latin typeface="DevLys 010" pitchFamily="2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7F5AB19-48B7-9C27-6A7D-75E385DE0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180881"/>
              </p:ext>
            </p:extLst>
          </p:nvPr>
        </p:nvGraphicFramePr>
        <p:xfrm>
          <a:off x="304802" y="990600"/>
          <a:ext cx="11569872" cy="5562601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13500000" algn="br" rotWithShape="0">
                    <a:prstClr val="black">
                      <a:alpha val="79000"/>
                    </a:prstClr>
                  </a:outerShdw>
                </a:effectLst>
              </a:tblPr>
              <a:tblGrid>
                <a:gridCol w="925589">
                  <a:extLst>
                    <a:ext uri="{9D8B030D-6E8A-4147-A177-3AD203B41FA5}">
                      <a16:colId xmlns:a16="http://schemas.microsoft.com/office/drawing/2014/main" val="3622221066"/>
                    </a:ext>
                  </a:extLst>
                </a:gridCol>
                <a:gridCol w="3008166">
                  <a:extLst>
                    <a:ext uri="{9D8B030D-6E8A-4147-A177-3AD203B41FA5}">
                      <a16:colId xmlns:a16="http://schemas.microsoft.com/office/drawing/2014/main" val="4216238352"/>
                    </a:ext>
                  </a:extLst>
                </a:gridCol>
                <a:gridCol w="1966879">
                  <a:extLst>
                    <a:ext uri="{9D8B030D-6E8A-4147-A177-3AD203B41FA5}">
                      <a16:colId xmlns:a16="http://schemas.microsoft.com/office/drawing/2014/main" val="959010815"/>
                    </a:ext>
                  </a:extLst>
                </a:gridCol>
                <a:gridCol w="1619782">
                  <a:extLst>
                    <a:ext uri="{9D8B030D-6E8A-4147-A177-3AD203B41FA5}">
                      <a16:colId xmlns:a16="http://schemas.microsoft.com/office/drawing/2014/main" val="1483391988"/>
                    </a:ext>
                  </a:extLst>
                </a:gridCol>
                <a:gridCol w="1851180">
                  <a:extLst>
                    <a:ext uri="{9D8B030D-6E8A-4147-A177-3AD203B41FA5}">
                      <a16:colId xmlns:a16="http://schemas.microsoft.com/office/drawing/2014/main" val="809664965"/>
                    </a:ext>
                  </a:extLst>
                </a:gridCol>
                <a:gridCol w="2198276">
                  <a:extLst>
                    <a:ext uri="{9D8B030D-6E8A-4147-A177-3AD203B41FA5}">
                      <a16:colId xmlns:a16="http://schemas.microsoft.com/office/drawing/2014/main" val="1230393428"/>
                    </a:ext>
                  </a:extLst>
                </a:gridCol>
              </a:tblGrid>
              <a:tr h="12449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Ø-l-</a:t>
                      </a: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fooj.k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o"kZ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2023&amp;24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o"kZ</a:t>
                      </a:r>
                      <a:endParaRPr lang="en-US" sz="2400" u="none" strike="noStrike" dirty="0">
                        <a:effectLst/>
                        <a:latin typeface="DevLys 010" pitchFamily="2" charset="0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2024&amp;25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o"kZ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2025&amp;26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o"kZ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2026&amp;27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¼vizsy</a:t>
                      </a:r>
                      <a:r>
                        <a:rPr lang="en-US" sz="2400" u="none" strike="noStrike" baseline="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baseline="0" dirty="0" err="1">
                          <a:effectLst/>
                          <a:latin typeface="DevLys 010" pitchFamily="2" charset="0"/>
                        </a:rPr>
                        <a:t>rd½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47679"/>
                  </a:ext>
                </a:extLst>
              </a:tr>
              <a:tr h="5825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1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ntZ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izdj.k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9563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9331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10568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920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986480"/>
                  </a:ext>
                </a:extLst>
              </a:tr>
              <a:tr h="6628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2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,Q-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vkbZ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-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vkj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-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1219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801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1161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88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532400"/>
                  </a:ext>
                </a:extLst>
              </a:tr>
              <a:tr h="8325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3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tCr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okgu@e'khujh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9033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9342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10402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945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784628"/>
                  </a:ext>
                </a:extLst>
              </a:tr>
              <a:tr h="16572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4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olwy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dh 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xbZ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'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kkfLr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jkf'k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¼:i;s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djksMksa</a:t>
                      </a:r>
                      <a:r>
                        <a:rPr lang="en-US" sz="2400" u="none" strike="noStrike" baseline="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baseline="0" dirty="0" err="1">
                          <a:effectLst/>
                          <a:latin typeface="DevLys 010" pitchFamily="2" charset="0"/>
                        </a:rPr>
                        <a:t>esa½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108-32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67-05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109-78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5-00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458354"/>
                  </a:ext>
                </a:extLst>
              </a:tr>
              <a:tr h="5825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5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fxj¶rkjh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562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397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734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66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013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4246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FACAB-493B-AD39-A908-00CAFCE07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B6AB4B84-A30B-370F-EFD3-DC74540F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14</a:t>
            </a:fld>
            <a:endParaRPr lang="en-I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CD4C27-EA20-C886-F1AE-61C896F3DF28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0F7EDA9-A5ED-C772-EA78-245D390BC81D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E94146-1DA6-3487-F6D9-B74DF9D58E3B}"/>
              </a:ext>
            </a:extLst>
          </p:cNvPr>
          <p:cNvSpPr/>
          <p:nvPr/>
        </p:nvSpPr>
        <p:spPr>
          <a:xfrm>
            <a:off x="0" y="57667"/>
            <a:ext cx="102563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>
              <a:buNone/>
            </a:pPr>
            <a:r>
              <a:rPr lang="en-US" sz="3600" b="1" dirty="0" err="1">
                <a:latin typeface="DevLys 010" pitchFamily="2" charset="0"/>
              </a:rPr>
              <a:t>voS</a:t>
            </a:r>
            <a:r>
              <a:rPr lang="en-US" sz="3600" b="1" dirty="0">
                <a:latin typeface="DevLys 010" pitchFamily="2" charset="0"/>
              </a:rPr>
              <a:t>/k [</a:t>
            </a:r>
            <a:r>
              <a:rPr lang="en-US" sz="3600" b="1" dirty="0" err="1">
                <a:latin typeface="DevLys 010" pitchFamily="2" charset="0"/>
              </a:rPr>
              <a:t>kuu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err="1">
                <a:latin typeface="DevLys 010" pitchFamily="2" charset="0"/>
              </a:rPr>
              <a:t>xfrfof</a:t>
            </a:r>
            <a:r>
              <a:rPr lang="en-US" sz="3600" b="1" dirty="0">
                <a:latin typeface="DevLys 010" pitchFamily="2" charset="0"/>
              </a:rPr>
              <a:t>/</a:t>
            </a:r>
            <a:r>
              <a:rPr lang="en-US" sz="3600" b="1" dirty="0" err="1">
                <a:latin typeface="DevLys 010" pitchFamily="2" charset="0"/>
              </a:rPr>
              <a:t>k;ksa</a:t>
            </a:r>
            <a:r>
              <a:rPr lang="en-US" sz="3600" b="1" dirty="0">
                <a:latin typeface="DevLys 010" pitchFamily="2" charset="0"/>
              </a:rPr>
              <a:t> dh </a:t>
            </a:r>
            <a:r>
              <a:rPr lang="en-US" sz="3600" b="1" dirty="0" err="1">
                <a:latin typeface="DevLys 010" pitchFamily="2" charset="0"/>
              </a:rPr>
              <a:t>jksdFkke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err="1">
                <a:latin typeface="DevLys 010" pitchFamily="2" charset="0"/>
              </a:rPr>
              <a:t>gsrq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err="1">
                <a:latin typeface="DevLys 010" pitchFamily="2" charset="0"/>
              </a:rPr>
              <a:t>uohure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err="1">
                <a:latin typeface="DevLys 010" pitchFamily="2" charset="0"/>
              </a:rPr>
              <a:t>rduhd</a:t>
            </a:r>
            <a:r>
              <a:rPr lang="en-US" sz="3600" b="1" dirty="0">
                <a:latin typeface="DevLys 010" pitchFamily="2" charset="0"/>
              </a:rPr>
              <a:t> dk </a:t>
            </a:r>
            <a:r>
              <a:rPr lang="en-US" sz="3600" b="1" dirty="0" err="1">
                <a:latin typeface="DevLys 010" pitchFamily="2" charset="0"/>
              </a:rPr>
              <a:t>iz;ksx</a:t>
            </a:r>
            <a:endParaRPr lang="en-IN" sz="3600" b="1" dirty="0">
              <a:latin typeface="DevLys 01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1BA300-A96E-A684-FC71-33897B8981D6}"/>
              </a:ext>
            </a:extLst>
          </p:cNvPr>
          <p:cNvSpPr txBox="1"/>
          <p:nvPr/>
        </p:nvSpPr>
        <p:spPr>
          <a:xfrm>
            <a:off x="242060" y="969164"/>
            <a:ext cx="11475916" cy="5480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14375" indent="-714375" algn="just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 dirty="0">
                <a:latin typeface="DevLys 010" pitchFamily="2" charset="0"/>
              </a:rPr>
              <a:t>[</a:t>
            </a:r>
            <a:r>
              <a:rPr lang="en-IN" sz="2800" dirty="0" err="1">
                <a:latin typeface="DevLys 010" pitchFamily="2" charset="0"/>
              </a:rPr>
              <a:t>kuu</a:t>
            </a:r>
            <a:r>
              <a:rPr lang="en-IN" sz="2800" dirty="0">
                <a:latin typeface="DevLys 010" pitchFamily="2" charset="0"/>
              </a:rPr>
              <a:t> </a:t>
            </a:r>
            <a:r>
              <a:rPr lang="en-IN" sz="2800" dirty="0" err="1">
                <a:latin typeface="DevLys 010" pitchFamily="2" charset="0"/>
              </a:rPr>
              <a:t>iV~Vk</a:t>
            </a:r>
            <a:r>
              <a:rPr lang="en-IN" sz="2800" dirty="0">
                <a:latin typeface="DevLys 010" pitchFamily="2" charset="0"/>
              </a:rPr>
              <a:t> {</a:t>
            </a:r>
            <a:r>
              <a:rPr lang="en-IN" sz="2800" dirty="0" err="1">
                <a:latin typeface="DevLys 010" pitchFamily="2" charset="0"/>
              </a:rPr>
              <a:t>ks</a:t>
            </a:r>
            <a:r>
              <a:rPr lang="en-IN" sz="2800" dirty="0">
                <a:latin typeface="DevLys 010" pitchFamily="2" charset="0"/>
              </a:rPr>
              <a:t>=</a:t>
            </a:r>
            <a:r>
              <a:rPr lang="en-IN" sz="2800" dirty="0" err="1">
                <a:latin typeface="DevLys 010" pitchFamily="2" charset="0"/>
              </a:rPr>
              <a:t>ksa</a:t>
            </a:r>
            <a:r>
              <a:rPr lang="en-IN" sz="2800" dirty="0">
                <a:latin typeface="DevLys 010" pitchFamily="2" charset="0"/>
              </a:rPr>
              <a:t> dh </a:t>
            </a:r>
            <a:r>
              <a:rPr lang="en-IN" sz="2800" dirty="0" err="1">
                <a:latin typeface="DevLys 010" pitchFamily="2" charset="0"/>
              </a:rPr>
              <a:t>ft;ks</a:t>
            </a:r>
            <a:r>
              <a:rPr lang="en-IN" sz="2800" dirty="0">
                <a:latin typeface="DevLys 010" pitchFamily="2" charset="0"/>
              </a:rPr>
              <a:t> </a:t>
            </a:r>
            <a:r>
              <a:rPr lang="en-IN" sz="2800" dirty="0" err="1">
                <a:latin typeface="DevLys 010" pitchFamily="2" charset="0"/>
              </a:rPr>
              <a:t>QSfUlx</a:t>
            </a:r>
            <a:r>
              <a:rPr lang="en-IN" sz="2800" dirty="0">
                <a:latin typeface="DevLys 010" pitchFamily="2" charset="0"/>
              </a:rPr>
              <a:t> </a:t>
            </a:r>
            <a:r>
              <a:rPr lang="en-IN" sz="2800" dirty="0" err="1">
                <a:latin typeface="DevLys 010" pitchFamily="2" charset="0"/>
              </a:rPr>
              <a:t>izfØ;k</a:t>
            </a:r>
            <a:r>
              <a:rPr lang="en-IN" sz="2800" dirty="0">
                <a:latin typeface="DevLys 010" pitchFamily="2" charset="0"/>
              </a:rPr>
              <a:t>/</a:t>
            </a:r>
            <a:r>
              <a:rPr lang="en-IN" sz="2800" dirty="0" err="1">
                <a:latin typeface="DevLys 010" pitchFamily="2" charset="0"/>
              </a:rPr>
              <a:t>khu</a:t>
            </a:r>
            <a:endParaRPr lang="en-IN" sz="2800" dirty="0">
              <a:latin typeface="DevLys 010" pitchFamily="2" charset="0"/>
            </a:endParaRPr>
          </a:p>
          <a:p>
            <a:pPr marL="714375" indent="-714375" algn="just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 dirty="0" err="1">
                <a:latin typeface="DevLys 010" pitchFamily="2" charset="0"/>
              </a:rPr>
              <a:t>joUuk</a:t>
            </a:r>
            <a:r>
              <a:rPr lang="en-IN" sz="2800" dirty="0">
                <a:latin typeface="DevLys 010" pitchFamily="2" charset="0"/>
              </a:rPr>
              <a:t> </a:t>
            </a:r>
            <a:r>
              <a:rPr lang="en-IN" sz="2800" dirty="0" err="1">
                <a:latin typeface="DevLys 010" pitchFamily="2" charset="0"/>
              </a:rPr>
              <a:t>dUQesZ'ku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esa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dirty="0">
                <a:latin typeface="DevLys 010" pitchFamily="2" charset="0"/>
              </a:rPr>
              <a:t>[</a:t>
            </a:r>
            <a:r>
              <a:rPr lang="en-IN" sz="2800" dirty="0" err="1">
                <a:latin typeface="DevLys 010" pitchFamily="2" charset="0"/>
              </a:rPr>
              <a:t>kfut</a:t>
            </a:r>
            <a:r>
              <a:rPr lang="en-IN" sz="2800" dirty="0">
                <a:latin typeface="DevLys 010" pitchFamily="2" charset="0"/>
              </a:rPr>
              <a:t> ds </a:t>
            </a:r>
            <a:r>
              <a:rPr lang="en-IN" sz="2800" dirty="0" err="1">
                <a:latin typeface="DevLys 010" pitchFamily="2" charset="0"/>
              </a:rPr>
              <a:t>otu</a:t>
            </a:r>
            <a:r>
              <a:rPr lang="en-IN" sz="2800" dirty="0">
                <a:latin typeface="DevLys 010" pitchFamily="2" charset="0"/>
              </a:rPr>
              <a:t> </a:t>
            </a:r>
            <a:r>
              <a:rPr lang="en-IN" sz="2800" dirty="0" err="1">
                <a:latin typeface="DevLys 010" pitchFamily="2" charset="0"/>
              </a:rPr>
              <a:t>esa</a:t>
            </a:r>
            <a:r>
              <a:rPr lang="en-IN" sz="2800" dirty="0">
                <a:latin typeface="DevLys 010" pitchFamily="2" charset="0"/>
              </a:rPr>
              <a:t> </a:t>
            </a:r>
            <a:r>
              <a:rPr lang="en-IN" sz="2800" dirty="0" err="1">
                <a:latin typeface="DevLys 010" pitchFamily="2" charset="0"/>
              </a:rPr>
              <a:t>laHkkfor</a:t>
            </a:r>
            <a:r>
              <a:rPr lang="en-IN" sz="2800" dirty="0">
                <a:latin typeface="DevLys 010" pitchFamily="2" charset="0"/>
              </a:rPr>
              <a:t> </a:t>
            </a:r>
            <a:r>
              <a:rPr lang="en-IN" sz="2800" dirty="0" err="1">
                <a:latin typeface="DevLys 010" pitchFamily="2" charset="0"/>
              </a:rPr>
              <a:t>ifjorZu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dks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jksdus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gsrq</a:t>
            </a:r>
            <a:r>
              <a:rPr lang="en-IN" sz="2800" baseline="0" dirty="0">
                <a:latin typeface="DevLys 010" pitchFamily="2" charset="0"/>
              </a:rPr>
              <a:t> ,d </a:t>
            </a:r>
            <a:r>
              <a:rPr lang="en-IN" sz="2800" baseline="0" dirty="0" err="1">
                <a:latin typeface="DevLys 010" pitchFamily="2" charset="0"/>
              </a:rPr>
              <a:t>gh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lkW¶Vos;j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rFkk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vk</a:t>
            </a:r>
            <a:r>
              <a:rPr lang="en-IN" sz="2800" baseline="0" dirty="0">
                <a:latin typeface="DevLys 010" pitchFamily="2" charset="0"/>
              </a:rPr>
              <a:t>/</a:t>
            </a:r>
            <a:r>
              <a:rPr lang="en-IN" sz="2800" baseline="0" dirty="0" err="1">
                <a:latin typeface="DevLys 010" pitchFamily="2" charset="0"/>
              </a:rPr>
              <a:t>kqfud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rduhd</a:t>
            </a:r>
            <a:r>
              <a:rPr lang="en-IN" sz="2800" baseline="0" dirty="0">
                <a:latin typeface="DevLys 010" pitchFamily="2" charset="0"/>
              </a:rPr>
              <a:t> dk </a:t>
            </a:r>
            <a:r>
              <a:rPr lang="en-IN" sz="2800" baseline="0" dirty="0" err="1">
                <a:latin typeface="DevLys 010" pitchFamily="2" charset="0"/>
              </a:rPr>
              <a:t>mi;ksx</a:t>
            </a:r>
            <a:endParaRPr lang="en-IN" sz="2800" dirty="0">
              <a:latin typeface="DevLys 010" pitchFamily="2" charset="0"/>
            </a:endParaRPr>
          </a:p>
          <a:p>
            <a:pPr marL="714375" indent="-714375" algn="just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 dirty="0">
                <a:latin typeface="DevLys 010" pitchFamily="2" charset="0"/>
              </a:rPr>
              <a:t>[</a:t>
            </a:r>
            <a:r>
              <a:rPr lang="en-IN" sz="2800" dirty="0" err="1">
                <a:latin typeface="DevLys 010" pitchFamily="2" charset="0"/>
              </a:rPr>
              <a:t>kfut</a:t>
            </a:r>
            <a:r>
              <a:rPr lang="en-IN" sz="2800" dirty="0">
                <a:latin typeface="DevLys 010" pitchFamily="2" charset="0"/>
              </a:rPr>
              <a:t> ds </a:t>
            </a:r>
            <a:r>
              <a:rPr lang="en-IN" sz="2800" dirty="0" err="1">
                <a:latin typeface="DevLys 010" pitchFamily="2" charset="0"/>
              </a:rPr>
              <a:t>ifjogu</a:t>
            </a:r>
            <a:r>
              <a:rPr lang="en-IN" sz="2800" dirty="0">
                <a:latin typeface="DevLys 010" pitchFamily="2" charset="0"/>
              </a:rPr>
              <a:t> dh </a:t>
            </a:r>
            <a:r>
              <a:rPr lang="en-IN" sz="2800" dirty="0" err="1">
                <a:latin typeface="DevLys 010" pitchFamily="2" charset="0"/>
              </a:rPr>
              <a:t>ekWfuVfjax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gsrq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okguksa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esa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vkj</a:t>
            </a:r>
            <a:r>
              <a:rPr lang="en-IN" sz="2800" baseline="0" dirty="0">
                <a:latin typeface="DevLys 010" pitchFamily="2" charset="0"/>
              </a:rPr>
              <a:t>-,Q-</a:t>
            </a:r>
            <a:r>
              <a:rPr lang="en-IN" sz="2800" baseline="0" dirty="0" err="1">
                <a:latin typeface="DevLys 010" pitchFamily="2" charset="0"/>
              </a:rPr>
              <a:t>vkbZ</a:t>
            </a:r>
            <a:r>
              <a:rPr lang="en-IN" sz="2800" baseline="0" dirty="0">
                <a:latin typeface="DevLys 010" pitchFamily="2" charset="0"/>
              </a:rPr>
              <a:t>-</a:t>
            </a:r>
            <a:r>
              <a:rPr lang="en-IN" sz="2800" baseline="0" dirty="0" err="1">
                <a:latin typeface="DevLys 010" pitchFamily="2" charset="0"/>
              </a:rPr>
              <a:t>Mh</a:t>
            </a:r>
            <a:r>
              <a:rPr lang="en-IN" sz="2800" baseline="0" dirty="0">
                <a:latin typeface="DevLys 010" pitchFamily="2" charset="0"/>
              </a:rPr>
              <a:t>- o </a:t>
            </a:r>
            <a:r>
              <a:rPr lang="en-IN" sz="2800" baseline="0" dirty="0" err="1">
                <a:latin typeface="DevLys 010" pitchFamily="2" charset="0"/>
              </a:rPr>
              <a:t>th</a:t>
            </a:r>
            <a:r>
              <a:rPr lang="en-IN" sz="2800" baseline="0" dirty="0">
                <a:latin typeface="DevLys 010" pitchFamily="2" charset="0"/>
              </a:rPr>
              <a:t>-</a:t>
            </a:r>
            <a:r>
              <a:rPr lang="en-IN" sz="2800" baseline="0" dirty="0" err="1">
                <a:latin typeface="DevLys 010" pitchFamily="2" charset="0"/>
              </a:rPr>
              <a:t>ih</a:t>
            </a:r>
            <a:r>
              <a:rPr lang="en-IN" sz="2800" baseline="0" dirty="0">
                <a:latin typeface="DevLys 010" pitchFamily="2" charset="0"/>
              </a:rPr>
              <a:t>-,l- dk </a:t>
            </a:r>
            <a:r>
              <a:rPr lang="en-IN" sz="2800" baseline="0" dirty="0" err="1">
                <a:latin typeface="DevLys 010" pitchFamily="2" charset="0"/>
              </a:rPr>
              <a:t>mi;ksx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dirty="0">
                <a:latin typeface="DevLys 010" pitchFamily="2" charset="0"/>
              </a:rPr>
              <a:t> </a:t>
            </a:r>
          </a:p>
          <a:p>
            <a:pPr marL="714375" indent="-714375" algn="just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 dirty="0" err="1">
                <a:latin typeface="DevLys 010" pitchFamily="2" charset="0"/>
              </a:rPr>
              <a:t>jkW;YVh</a:t>
            </a:r>
            <a:r>
              <a:rPr lang="en-IN" sz="2800" dirty="0">
                <a:latin typeface="DevLys 010" pitchFamily="2" charset="0"/>
              </a:rPr>
              <a:t> </a:t>
            </a:r>
            <a:r>
              <a:rPr lang="en-IN" sz="2800" dirty="0" err="1">
                <a:latin typeface="DevLys 010" pitchFamily="2" charset="0"/>
              </a:rPr>
              <a:t>olwyh</a:t>
            </a:r>
            <a:r>
              <a:rPr lang="en-IN" sz="2800" dirty="0">
                <a:latin typeface="DevLys 010" pitchFamily="2" charset="0"/>
              </a:rPr>
              <a:t> </a:t>
            </a:r>
            <a:r>
              <a:rPr lang="en-IN" sz="2800" dirty="0" err="1">
                <a:latin typeface="DevLys 010" pitchFamily="2" charset="0"/>
              </a:rPr>
              <a:t>Bsdsnkjksa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dks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vkj</a:t>
            </a:r>
            <a:r>
              <a:rPr lang="en-IN" sz="2800" baseline="0" dirty="0">
                <a:latin typeface="DevLys 010" pitchFamily="2" charset="0"/>
              </a:rPr>
              <a:t>-,Q-</a:t>
            </a:r>
            <a:r>
              <a:rPr lang="en-IN" sz="2800" baseline="0" dirty="0" err="1">
                <a:latin typeface="DevLys 010" pitchFamily="2" charset="0"/>
              </a:rPr>
              <a:t>vkbZ</a:t>
            </a:r>
            <a:r>
              <a:rPr lang="en-IN" sz="2800" baseline="0" dirty="0">
                <a:latin typeface="DevLys 010" pitchFamily="2" charset="0"/>
              </a:rPr>
              <a:t>-</a:t>
            </a:r>
            <a:r>
              <a:rPr lang="en-IN" sz="2800" baseline="0" dirty="0" err="1">
                <a:latin typeface="DevLys 010" pitchFamily="2" charset="0"/>
              </a:rPr>
              <a:t>Mh</a:t>
            </a:r>
            <a:r>
              <a:rPr lang="en-IN" sz="2800" baseline="0" dirty="0">
                <a:latin typeface="DevLys 010" pitchFamily="2" charset="0"/>
              </a:rPr>
              <a:t>- ;</a:t>
            </a:r>
            <a:r>
              <a:rPr lang="en-IN" sz="2800" baseline="0" dirty="0" err="1">
                <a:latin typeface="DevLys 010" pitchFamily="2" charset="0"/>
              </a:rPr>
              <a:t>qDr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pSdiksLV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LFkkfir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djuk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rFkk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jkW;YVh</a:t>
            </a:r>
            <a:r>
              <a:rPr lang="en-IN" sz="2800" dirty="0">
                <a:latin typeface="DevLys 010" pitchFamily="2" charset="0"/>
              </a:rPr>
              <a:t> dh </a:t>
            </a:r>
            <a:r>
              <a:rPr lang="en-IN" sz="2800" baseline="0" dirty="0" err="1">
                <a:latin typeface="DevLys 010" pitchFamily="2" charset="0"/>
              </a:rPr>
              <a:t>vkWuykbZu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olwyh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dk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izko</a:t>
            </a:r>
            <a:r>
              <a:rPr lang="en-IN" sz="2800" baseline="0" dirty="0">
                <a:latin typeface="DevLys 010" pitchFamily="2" charset="0"/>
              </a:rPr>
              <a:t>/</a:t>
            </a:r>
            <a:r>
              <a:rPr lang="en-IN" sz="2800" baseline="0" dirty="0" err="1">
                <a:latin typeface="DevLys 010" pitchFamily="2" charset="0"/>
              </a:rPr>
              <a:t>kku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izLrkforA</a:t>
            </a:r>
            <a:endParaRPr lang="en-IN" sz="2800" dirty="0">
              <a:latin typeface="DevLys 010" pitchFamily="2" charset="0"/>
            </a:endParaRPr>
          </a:p>
          <a:p>
            <a:pPr marL="714375" marR="0" indent="-714375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800" dirty="0" err="1">
                <a:latin typeface="DevLys 010" pitchFamily="2" charset="0"/>
              </a:rPr>
              <a:t>voS</a:t>
            </a:r>
            <a:r>
              <a:rPr lang="en-IN" sz="2800" dirty="0">
                <a:latin typeface="DevLys 010" pitchFamily="2" charset="0"/>
              </a:rPr>
              <a:t>/k [</a:t>
            </a:r>
            <a:r>
              <a:rPr lang="en-IN" sz="2800" dirty="0" err="1">
                <a:latin typeface="DevLys 010" pitchFamily="2" charset="0"/>
              </a:rPr>
              <a:t>kuu</a:t>
            </a:r>
            <a:r>
              <a:rPr lang="en-IN" sz="2800" dirty="0">
                <a:latin typeface="DevLys 010" pitchFamily="2" charset="0"/>
              </a:rPr>
              <a:t> </a:t>
            </a:r>
            <a:r>
              <a:rPr lang="en-IN" sz="2800" dirty="0" err="1">
                <a:latin typeface="DevLys 010" pitchFamily="2" charset="0"/>
              </a:rPr>
              <a:t>LFkyksa</a:t>
            </a:r>
            <a:r>
              <a:rPr lang="en-IN" sz="2800" dirty="0">
                <a:latin typeface="DevLys 010" pitchFamily="2" charset="0"/>
              </a:rPr>
              <a:t> dh </a:t>
            </a:r>
            <a:r>
              <a:rPr lang="en-IN" sz="2800" dirty="0" err="1">
                <a:latin typeface="DevLys 010" pitchFamily="2" charset="0"/>
              </a:rPr>
              <a:t>ft;ks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QsfUlax</a:t>
            </a:r>
            <a:r>
              <a:rPr lang="en-IN" sz="2800" baseline="0" dirty="0">
                <a:latin typeface="DevLys 010" pitchFamily="2" charset="0"/>
              </a:rPr>
              <a:t> </a:t>
            </a:r>
            <a:r>
              <a:rPr lang="en-IN" sz="2800" baseline="0" dirty="0" err="1">
                <a:latin typeface="DevLys 010" pitchFamily="2" charset="0"/>
              </a:rPr>
              <a:t>izLrkforA</a:t>
            </a:r>
            <a:endParaRPr lang="en-IN" sz="2800" dirty="0">
              <a:latin typeface="DevLys 01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728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0BF33-F45A-5D9B-5881-EA9D3BA15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65B75442-D851-8D0C-5E44-47807667B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15</a:t>
            </a:fld>
            <a:endParaRPr lang="en-I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7B5747-A793-85A9-32D2-AFB6617A24BE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E744B70-265F-531D-304E-58521D196DD5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80407F-593E-2721-D856-76AC0049F54A}"/>
              </a:ext>
            </a:extLst>
          </p:cNvPr>
          <p:cNvSpPr/>
          <p:nvPr/>
        </p:nvSpPr>
        <p:spPr>
          <a:xfrm>
            <a:off x="148867" y="69960"/>
            <a:ext cx="47099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>
              <a:buNone/>
            </a:pPr>
            <a:r>
              <a:rPr lang="en-US" sz="3600" b="1" err="1">
                <a:latin typeface="DevLys 010" pitchFamily="2" charset="0"/>
              </a:rPr>
              <a:t>os&amp;fczt</a:t>
            </a:r>
            <a:r>
              <a:rPr lang="en-US" sz="3600" b="1">
                <a:latin typeface="DevLys 010" pitchFamily="2" charset="0"/>
              </a:rPr>
              <a:t> ,</a:t>
            </a:r>
            <a:r>
              <a:rPr lang="en-US" sz="3600" b="1" err="1">
                <a:latin typeface="DevLys 010" pitchFamily="2" charset="0"/>
              </a:rPr>
              <a:t>oa</a:t>
            </a:r>
            <a:r>
              <a:rPr lang="en-US" sz="3600" b="1">
                <a:latin typeface="DevLys 010" pitchFamily="2" charset="0"/>
              </a:rPr>
              <a:t> </a:t>
            </a:r>
            <a:r>
              <a:rPr lang="en-US" sz="3600" b="1" err="1">
                <a:latin typeface="DevLys 010" pitchFamily="2" charset="0"/>
              </a:rPr>
              <a:t>thih,l</a:t>
            </a:r>
            <a:r>
              <a:rPr lang="en-US" sz="3600" b="1">
                <a:latin typeface="DevLys 010" pitchFamily="2" charset="0"/>
              </a:rPr>
              <a:t> dh </a:t>
            </a:r>
            <a:r>
              <a:rPr lang="en-US" sz="3600" b="1" err="1">
                <a:latin typeface="DevLys 010" pitchFamily="2" charset="0"/>
              </a:rPr>
              <a:t>izxfr</a:t>
            </a:r>
            <a:endParaRPr lang="en-IN" sz="3600" b="1">
              <a:latin typeface="DevLys 010" pitchFamily="2" charset="0"/>
            </a:endParaRPr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0A9356EE-B1E3-613A-B031-198E3DC9AC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8279522"/>
              </p:ext>
            </p:extLst>
          </p:nvPr>
        </p:nvGraphicFramePr>
        <p:xfrm>
          <a:off x="288100" y="914407"/>
          <a:ext cx="11457309" cy="564881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tableStyleId>{00A15C55-8517-42AA-B614-E9B94910E393}</a:tableStyleId>
              </a:tblPr>
              <a:tblGrid>
                <a:gridCol w="1019935">
                  <a:extLst>
                    <a:ext uri="{9D8B030D-6E8A-4147-A177-3AD203B41FA5}">
                      <a16:colId xmlns:a16="http://schemas.microsoft.com/office/drawing/2014/main" val="1626336352"/>
                    </a:ext>
                  </a:extLst>
                </a:gridCol>
                <a:gridCol w="4677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Ø-l-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IN" sz="2800" b="1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y{;</a:t>
                      </a:r>
                      <a:endParaRPr lang="en-IN" sz="2800" b="1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izxfr</a:t>
                      </a:r>
                      <a:endParaRPr lang="en-IN" sz="2800" b="1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4505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DevLys 010" pitchFamily="2" charset="0"/>
                        </a:rPr>
                        <a:t>1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leLr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LFkkuksa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ij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fnukad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15-08-2026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rd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os&amp;fczt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vkWVkses'ku</a:t>
                      </a:r>
                      <a:endParaRPr lang="en-IN" sz="2800" b="0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/>
                </a:tc>
                <a:tc>
                  <a:txBody>
                    <a:bodyPr/>
                    <a:lstStyle/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gkMZos;j</a:t>
                      </a:r>
                      <a:r>
                        <a:rPr lang="en-US" sz="28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bULVkys'ku</a:t>
                      </a:r>
                      <a:r>
                        <a:rPr lang="en-US" sz="28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% 631 </a:t>
                      </a:r>
                      <a:r>
                        <a:rPr lang="en-US" sz="28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os&amp;fczt</a:t>
                      </a:r>
                      <a:r>
                        <a:rPr lang="en-US" sz="28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ij</a:t>
                      </a:r>
                      <a:r>
                        <a:rPr lang="en-US" sz="28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</a:p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os&amp;fczt</a:t>
                      </a:r>
                      <a:r>
                        <a:rPr lang="en-US" sz="28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ykbZo</a:t>
                      </a:r>
                      <a:r>
                        <a:rPr lang="en-US" sz="28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% 441</a:t>
                      </a:r>
                      <a:endParaRPr lang="en-IN" sz="2800" b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1445">
                <a:tc>
                  <a:txBody>
                    <a:bodyPr/>
                    <a:lstStyle/>
                    <a:p>
                      <a:pPr marL="60325" indent="0" algn="ctr">
                        <a:spcAft>
                          <a:spcPts val="0"/>
                        </a:spcAft>
                      </a:pPr>
                      <a:r>
                        <a:rPr lang="en-US" sz="2800" b="0" kern="120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2</a:t>
                      </a:r>
                      <a:endParaRPr lang="en-IN" sz="2800" b="0" kern="1200" dirty="0">
                        <a:solidFill>
                          <a:schemeClr val="tx1"/>
                        </a:solidFill>
                        <a:latin typeface="DevLys 010" pitchFamily="2" charset="0"/>
                        <a:ea typeface="+mn-ea"/>
                        <a:cs typeface="+mn-cs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marL="60325" indent="0" algn="l">
                        <a:spcAft>
                          <a:spcPts val="0"/>
                        </a:spcAft>
                      </a:pPr>
                      <a:endParaRPr lang="en-US" sz="2800" b="0" baseline="0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  <a:p>
                      <a:pPr marL="60325" indent="0" algn="l">
                        <a:spcAft>
                          <a:spcPts val="0"/>
                        </a:spcAft>
                      </a:pP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okguksa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esa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fnukad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15-08-2026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rd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thih,l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rFkk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vkj,QvkbZMh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yxk;k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tkuk</a:t>
                      </a:r>
                      <a:endParaRPr lang="en-US" sz="2800" b="0" baseline="0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  <a:p>
                      <a:pPr marL="60325" indent="0" algn="l">
                        <a:spcAft>
                          <a:spcPts val="0"/>
                        </a:spcAft>
                      </a:pPr>
                      <a:endParaRPr lang="en-IN" sz="2800" b="0" kern="1200" dirty="0">
                        <a:solidFill>
                          <a:schemeClr val="tx1"/>
                        </a:solidFill>
                        <a:latin typeface="DevLys 010" pitchFamily="2" charset="0"/>
                        <a:ea typeface="+mn-ea"/>
                        <a:cs typeface="+mn-cs"/>
                      </a:endParaRPr>
                    </a:p>
                  </a:txBody>
                  <a:tcPr marL="32147" marR="32147" marT="0" marB="0"/>
                </a:tc>
                <a:tc>
                  <a:txBody>
                    <a:bodyPr/>
                    <a:lstStyle/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th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-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ih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--,l- 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bULVkys'ku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% 5719 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okguksa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</a:p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th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-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ih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-,l- </a:t>
                      </a:r>
                      <a:r>
                        <a:rPr lang="en-US" sz="28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ykbZo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% 3297</a:t>
                      </a:r>
                      <a:endParaRPr lang="en-IN" sz="2800" b="0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855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85938-A0A1-B61A-409A-A2DE1CD5A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DB87E3B-776D-A815-9B23-558914C5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16</a:t>
            </a:fld>
            <a:endParaRPr lang="en-I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650140C-E4F3-9CAF-E63C-EA1F45614DFC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110D020-56E7-5CD3-9DAE-82408B51C0A8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E2D5AE-9C5F-5ED0-94A8-8C293BCF740B}"/>
              </a:ext>
            </a:extLst>
          </p:cNvPr>
          <p:cNvSpPr/>
          <p:nvPr/>
        </p:nvSpPr>
        <p:spPr>
          <a:xfrm>
            <a:off x="1856095" y="111493"/>
            <a:ext cx="81562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>
              <a:buNone/>
            </a:pPr>
            <a:r>
              <a:rPr lang="en-US" sz="3600" b="1" u="sng" dirty="0" err="1">
                <a:latin typeface="DevLys 010" pitchFamily="2" charset="0"/>
              </a:rPr>
              <a:t>isVªksfy;e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foHkkx</a:t>
            </a:r>
            <a:r>
              <a:rPr lang="en-US" sz="3600" b="1" u="sng" dirty="0">
                <a:latin typeface="DevLys 010" pitchFamily="2" charset="0"/>
              </a:rPr>
              <a:t> % </a:t>
            </a:r>
            <a:r>
              <a:rPr lang="en-US" sz="3600" b="1" u="sng" dirty="0" err="1">
                <a:latin typeface="DevLys 010" pitchFamily="2" charset="0"/>
              </a:rPr>
              <a:t>jktLo</a:t>
            </a:r>
            <a:r>
              <a:rPr lang="en-US" sz="3600" b="1" u="sng" dirty="0">
                <a:latin typeface="DevLys 010" pitchFamily="2" charset="0"/>
              </a:rPr>
              <a:t> y{; ,</a:t>
            </a:r>
            <a:r>
              <a:rPr lang="en-US" sz="3600" b="1" u="sng" dirty="0" err="1">
                <a:latin typeface="DevLys 010" pitchFamily="2" charset="0"/>
              </a:rPr>
              <a:t>oa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izkfIr;ka</a:t>
            </a:r>
            <a:endParaRPr lang="en-IN" sz="3600" b="1" dirty="0">
              <a:latin typeface="DevLys 010" pitchFamily="2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809FC90-1722-FAE7-25D1-3DB67FB3AA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7260333"/>
              </p:ext>
            </p:extLst>
          </p:nvPr>
        </p:nvGraphicFramePr>
        <p:xfrm>
          <a:off x="282696" y="1071410"/>
          <a:ext cx="11629555" cy="5574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A9D597-69D4-3F4E-7508-34525502F221}"/>
              </a:ext>
            </a:extLst>
          </p:cNvPr>
          <p:cNvSpPr txBox="1"/>
          <p:nvPr/>
        </p:nvSpPr>
        <p:spPr>
          <a:xfrm>
            <a:off x="11118052" y="388492"/>
            <a:ext cx="1588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in Cr.)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9054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ACF9B-C661-98C6-64AC-5450462F5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9072D6BF-BA2B-3D54-9AED-5C0F39F45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17</a:t>
            </a:fld>
            <a:endParaRPr lang="en-I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D6FE3D-5597-75D6-FD4E-558602CB7529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B881BA8-42C4-8EDF-1AD1-9C80CAF1FCFF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44AD77-6B64-FD39-7E82-A0E96403C75E}"/>
              </a:ext>
            </a:extLst>
          </p:cNvPr>
          <p:cNvSpPr/>
          <p:nvPr/>
        </p:nvSpPr>
        <p:spPr>
          <a:xfrm>
            <a:off x="213925" y="111493"/>
            <a:ext cx="90861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u="sng" dirty="0" err="1">
                <a:latin typeface="DevLys 010" pitchFamily="2" charset="0"/>
              </a:rPr>
              <a:t>foxr</a:t>
            </a:r>
            <a:r>
              <a:rPr lang="en-US" sz="3600" b="1" u="sng" dirty="0">
                <a:latin typeface="DevLys 010" pitchFamily="2" charset="0"/>
              </a:rPr>
              <a:t> 05 </a:t>
            </a:r>
            <a:r>
              <a:rPr lang="en-US" sz="3600" b="1" u="sng" dirty="0" err="1">
                <a:latin typeface="DevLys 010" pitchFamily="2" charset="0"/>
              </a:rPr>
              <a:t>o"kksZa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esa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ØwM</a:t>
            </a:r>
            <a:r>
              <a:rPr lang="en-US" sz="3600" b="1" u="sng" dirty="0">
                <a:latin typeface="DevLys 010" pitchFamily="2" charset="0"/>
              </a:rPr>
              <a:t>+ </a:t>
            </a:r>
            <a:r>
              <a:rPr lang="en-US" sz="3600" b="1" u="sng" dirty="0" err="1">
                <a:latin typeface="DevLys 010" pitchFamily="2" charset="0"/>
              </a:rPr>
              <a:t>vkW;y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rFkk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izkd`frd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xSl</a:t>
            </a:r>
            <a:r>
              <a:rPr lang="en-US" sz="3600" b="1" u="sng" dirty="0">
                <a:latin typeface="DevLys 010" pitchFamily="2" charset="0"/>
              </a:rPr>
              <a:t> dk </a:t>
            </a:r>
            <a:r>
              <a:rPr lang="en-US" sz="3600" b="1" u="sng" dirty="0" err="1">
                <a:latin typeface="DevLys 010" pitchFamily="2" charset="0"/>
              </a:rPr>
              <a:t>mRiknu</a:t>
            </a:r>
            <a:endParaRPr lang="en-US" sz="3600" b="1" u="sng" dirty="0">
              <a:latin typeface="DevLys 010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21F053-84F5-506C-D01A-A3BE913D6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375227"/>
              </p:ext>
            </p:extLst>
          </p:nvPr>
        </p:nvGraphicFramePr>
        <p:xfrm>
          <a:off x="363254" y="1039664"/>
          <a:ext cx="11354722" cy="5440221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tableStyleId>{69012ECD-51FC-41F1-AA8D-1B2483CD663E}</a:tableStyleId>
              </a:tblPr>
              <a:tblGrid>
                <a:gridCol w="2579271">
                  <a:extLst>
                    <a:ext uri="{9D8B030D-6E8A-4147-A177-3AD203B41FA5}">
                      <a16:colId xmlns:a16="http://schemas.microsoft.com/office/drawing/2014/main" val="3756833940"/>
                    </a:ext>
                  </a:extLst>
                </a:gridCol>
                <a:gridCol w="3883730">
                  <a:extLst>
                    <a:ext uri="{9D8B030D-6E8A-4147-A177-3AD203B41FA5}">
                      <a16:colId xmlns:a16="http://schemas.microsoft.com/office/drawing/2014/main" val="1396292829"/>
                    </a:ext>
                  </a:extLst>
                </a:gridCol>
                <a:gridCol w="4891721">
                  <a:extLst>
                    <a:ext uri="{9D8B030D-6E8A-4147-A177-3AD203B41FA5}">
                      <a16:colId xmlns:a16="http://schemas.microsoft.com/office/drawing/2014/main" val="3876790140"/>
                    </a:ext>
                  </a:extLst>
                </a:gridCol>
              </a:tblGrid>
              <a:tr h="662717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800" b="1" kern="100" dirty="0" err="1">
                          <a:effectLst/>
                          <a:latin typeface="DevLys 010" pitchFamily="2" charset="0"/>
                        </a:rPr>
                        <a:t>foRrh</a:t>
                      </a:r>
                      <a:r>
                        <a:rPr lang="en-US" sz="2800" b="1" kern="100" dirty="0">
                          <a:effectLst/>
                          <a:latin typeface="DevLys 010" pitchFamily="2" charset="0"/>
                        </a:rPr>
                        <a:t>; </a:t>
                      </a:r>
                      <a:r>
                        <a:rPr lang="en-US" sz="2800" b="1" kern="100" dirty="0" err="1">
                          <a:effectLst/>
                          <a:latin typeface="DevLys 010" pitchFamily="2" charset="0"/>
                        </a:rPr>
                        <a:t>o"kZ</a:t>
                      </a:r>
                      <a:endParaRPr lang="en-IN" sz="2800" b="1" kern="100" dirty="0">
                        <a:effectLst/>
                        <a:latin typeface="DevLys 01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3200" b="1" kern="100" dirty="0" err="1">
                          <a:effectLst/>
                          <a:latin typeface="DevLys 010" pitchFamily="2" charset="0"/>
                        </a:rPr>
                        <a:t>mRiknu</a:t>
                      </a:r>
                      <a:endParaRPr lang="en-IN" sz="2800" b="1" kern="100" dirty="0">
                        <a:effectLst/>
                        <a:latin typeface="DevLys 01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2112754815"/>
                  </a:ext>
                </a:extLst>
              </a:tr>
              <a:tr h="115975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dirty="0" err="1">
                          <a:latin typeface="DevLys 010" pitchFamily="2" charset="0"/>
                        </a:rPr>
                        <a:t>ØwM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+ </a:t>
                      </a:r>
                      <a:r>
                        <a:rPr lang="en-US" sz="2800" b="1" u="none" dirty="0" err="1">
                          <a:latin typeface="DevLys 010" pitchFamily="2" charset="0"/>
                        </a:rPr>
                        <a:t>vkW;y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kern="100" dirty="0">
                          <a:effectLst/>
                          <a:latin typeface="DevLys 010" pitchFamily="2" charset="0"/>
                        </a:rPr>
                        <a:t>¼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fefy;u cSjYl</a:t>
                      </a:r>
                      <a:r>
                        <a:rPr lang="en-US" sz="2400" b="1" u="none" kern="100" dirty="0">
                          <a:effectLst/>
                          <a:latin typeface="DevLys 010" pitchFamily="2" charset="0"/>
                        </a:rPr>
                        <a:t>½</a:t>
                      </a:r>
                      <a:endParaRPr lang="en-IN" sz="4000" b="1" u="none" kern="100" dirty="0">
                        <a:effectLst/>
                        <a:latin typeface="DevLys 010" pitchFamily="2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dirty="0" err="1">
                          <a:latin typeface="DevLys 010" pitchFamily="2" charset="0"/>
                        </a:rPr>
                        <a:t>izkd`frd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 </a:t>
                      </a:r>
                      <a:r>
                        <a:rPr lang="en-US" sz="2800" b="1" u="none" dirty="0" err="1">
                          <a:latin typeface="DevLys 010" pitchFamily="2" charset="0"/>
                        </a:rPr>
                        <a:t>xSl</a:t>
                      </a:r>
                      <a:endParaRPr lang="en-US" sz="2800" b="1" u="none" dirty="0">
                        <a:latin typeface="DevLys 010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kern="100" dirty="0">
                          <a:effectLst/>
                          <a:latin typeface="DevLys 010" pitchFamily="2" charset="0"/>
                        </a:rPr>
                        <a:t>¼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fefy;u ?</a:t>
                      </a:r>
                      <a:r>
                        <a:rPr lang="en-US" sz="2800" b="1" u="none" dirty="0" err="1">
                          <a:latin typeface="DevLys 010" pitchFamily="2" charset="0"/>
                        </a:rPr>
                        <a:t>ku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 ehVj</a:t>
                      </a:r>
                      <a:r>
                        <a:rPr lang="en-US" sz="2400" b="1" u="none" kern="100" dirty="0">
                          <a:effectLst/>
                          <a:latin typeface="DevLys 010" pitchFamily="2" charset="0"/>
                        </a:rPr>
                        <a:t>½</a:t>
                      </a:r>
                      <a:endParaRPr lang="en-IN" sz="4000" b="1" u="none" kern="100" dirty="0">
                        <a:effectLst/>
                        <a:latin typeface="DevLys 010" pitchFamily="2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1518591383"/>
                  </a:ext>
                </a:extLst>
              </a:tr>
              <a:tr h="497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2021-22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42.46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1684.51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3932823382"/>
                  </a:ext>
                </a:extLst>
              </a:tr>
              <a:tr h="497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2022-23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36.55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1648.78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1825528558"/>
                  </a:ext>
                </a:extLst>
              </a:tr>
              <a:tr h="497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2023-24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32.00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1522.41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36324732"/>
                  </a:ext>
                </a:extLst>
              </a:tr>
              <a:tr h="497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2024-25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24.88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1250.82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3270275558"/>
                  </a:ext>
                </a:extLst>
              </a:tr>
              <a:tr h="497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2025-26</a:t>
                      </a:r>
                      <a:endParaRPr lang="en-IN" sz="2400" kern="100" dirty="0">
                        <a:effectLst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21.44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1082.84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366799272"/>
                  </a:ext>
                </a:extLst>
              </a:tr>
              <a:tr h="11325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2026-27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2400" b="1" u="none" dirty="0" err="1">
                          <a:latin typeface="DevLys 010" pitchFamily="2" charset="0"/>
                        </a:rPr>
                        <a:t>ekg</a:t>
                      </a:r>
                      <a:r>
                        <a:rPr lang="en-US" sz="2400" b="1" u="none" dirty="0">
                          <a:latin typeface="DevLys 010" pitchFamily="2" charset="0"/>
                        </a:rPr>
                        <a:t> vizSy&amp;26 </a:t>
                      </a:r>
                      <a:r>
                        <a:rPr lang="en-US" sz="2400" b="1" u="none" dirty="0" err="1">
                          <a:latin typeface="DevLys 010" pitchFamily="2" charset="0"/>
                        </a:rPr>
                        <a:t>rd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IN" sz="2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1.62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57.76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1847538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384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FA6CE-922B-D01C-5E85-89ABBBEB0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Oil Well Drilling Process Stock Illustrations – 239 Oil Well Drilling  Process Stock Illustrations, Vectors &amp; Clipart - Dreamstime">
            <a:extLst>
              <a:ext uri="{FF2B5EF4-FFF2-40B4-BE49-F238E27FC236}">
                <a16:creationId xmlns:a16="http://schemas.microsoft.com/office/drawing/2014/main" id="{B0F61A50-C752-6978-DDDE-6739D04EC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65663"/>
            <a:ext cx="12281210" cy="8123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2415A0-FD16-69BF-CC35-EC34C044E60C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006C8-810C-76CD-7FE5-23944761AE81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494B36-9618-46DA-A8F5-99D6DFCBF0EA}"/>
              </a:ext>
            </a:extLst>
          </p:cNvPr>
          <p:cNvSpPr/>
          <p:nvPr/>
        </p:nvSpPr>
        <p:spPr>
          <a:xfrm>
            <a:off x="250131" y="0"/>
            <a:ext cx="51106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3600" b="1" u="sng" dirty="0" err="1">
                <a:latin typeface="DevLys 010" pitchFamily="2" charset="0"/>
              </a:rPr>
              <a:t>foRrh</a:t>
            </a:r>
            <a:r>
              <a:rPr lang="en-US" sz="3600" b="1" u="sng" dirty="0">
                <a:latin typeface="DevLys 010" pitchFamily="2" charset="0"/>
              </a:rPr>
              <a:t>; </a:t>
            </a:r>
            <a:r>
              <a:rPr lang="en-US" sz="3600" b="1" u="sng" dirty="0" err="1">
                <a:latin typeface="DevLys 010" pitchFamily="2" charset="0"/>
              </a:rPr>
              <a:t>o"kZ</a:t>
            </a:r>
            <a:r>
              <a:rPr lang="en-US" sz="3600" b="1" u="sng" dirty="0">
                <a:latin typeface="DevLys 010" pitchFamily="2" charset="0"/>
              </a:rPr>
              <a:t> 2026&amp;27% </a:t>
            </a:r>
            <a:r>
              <a:rPr lang="en-US" sz="3600" b="1" u="sng" dirty="0" err="1">
                <a:latin typeface="DevLys 010" pitchFamily="2" charset="0"/>
              </a:rPr>
              <a:t>dk;Z;kstuk</a:t>
            </a:r>
            <a:endParaRPr lang="en-IN" sz="3600" b="1" dirty="0">
              <a:latin typeface="DevLys 01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7F695E-EA7B-F92D-5522-CEF84151EBEE}"/>
              </a:ext>
            </a:extLst>
          </p:cNvPr>
          <p:cNvSpPr txBox="1"/>
          <p:nvPr/>
        </p:nvSpPr>
        <p:spPr>
          <a:xfrm>
            <a:off x="250131" y="869318"/>
            <a:ext cx="11133832" cy="5611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3275" lvl="0" indent="-803275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s-ES_tradnl" sz="2800" dirty="0" err="1"/>
              <a:t>Alkaline</a:t>
            </a:r>
            <a:r>
              <a:rPr lang="es-ES_tradnl" sz="2800" dirty="0"/>
              <a:t> </a:t>
            </a:r>
            <a:r>
              <a:rPr lang="es-ES_tradnl" sz="2800" dirty="0" err="1"/>
              <a:t>Surfactant</a:t>
            </a:r>
            <a:r>
              <a:rPr lang="es-ES_tradnl" sz="2800" dirty="0"/>
              <a:t> </a:t>
            </a:r>
            <a:r>
              <a:rPr lang="es-ES_tradnl" sz="2800" dirty="0" err="1"/>
              <a:t>Polymer</a:t>
            </a:r>
            <a:r>
              <a:rPr lang="es-ES_tradnl" sz="2800" dirty="0"/>
              <a:t> (ASP) </a:t>
            </a:r>
            <a:r>
              <a:rPr lang="es-ES_tradnl" sz="2800" dirty="0" err="1"/>
              <a:t>Enhanced</a:t>
            </a:r>
            <a:r>
              <a:rPr lang="es-ES_tradnl" sz="2800" dirty="0"/>
              <a:t> </a:t>
            </a:r>
            <a:r>
              <a:rPr lang="es-ES_tradnl" sz="2800" dirty="0" err="1"/>
              <a:t>Oil</a:t>
            </a:r>
            <a:r>
              <a:rPr lang="es-ES_tradnl" sz="2800" dirty="0"/>
              <a:t> </a:t>
            </a:r>
            <a:r>
              <a:rPr lang="es-ES_tradnl" sz="2800" dirty="0" err="1"/>
              <a:t>Recovery</a:t>
            </a:r>
            <a:r>
              <a:rPr lang="es-ES_tradnl" sz="2800" dirty="0"/>
              <a:t> (EOR) </a:t>
            </a:r>
            <a:r>
              <a:rPr lang="es-ES_tradnl" sz="2800" dirty="0" err="1">
                <a:latin typeface="DevLys 010" pitchFamily="2" charset="0"/>
              </a:rPr>
              <a:t>rduhd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mi;ksx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ls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ØwM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vkW;y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mRiknu</a:t>
            </a:r>
            <a:r>
              <a:rPr lang="es-ES_tradnl" sz="2800" dirty="0">
                <a:latin typeface="DevLys 010" pitchFamily="2" charset="0"/>
              </a:rPr>
              <a:t> esas </a:t>
            </a:r>
            <a:r>
              <a:rPr lang="es-ES_tradnl" sz="2800" b="1" dirty="0">
                <a:latin typeface="DevLys 010" pitchFamily="2" charset="0"/>
              </a:rPr>
              <a:t>15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ls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b="1" dirty="0">
                <a:latin typeface="DevLys 010" pitchFamily="2" charset="0"/>
              </a:rPr>
              <a:t>20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izfr’kr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o`f</a:t>
            </a:r>
            <a:r>
              <a:rPr lang="es-ES_tradnl" sz="2800" dirty="0">
                <a:latin typeface="DevLys 010" pitchFamily="2" charset="0"/>
              </a:rPr>
              <a:t>) </a:t>
            </a:r>
            <a:endParaRPr lang="en-US" sz="2800" dirty="0">
              <a:latin typeface="DevLys 010" pitchFamily="2" charset="0"/>
            </a:endParaRPr>
          </a:p>
          <a:p>
            <a:pPr marL="803275" lvl="0" indent="-803275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s-ES_tradnl" sz="2800" dirty="0" err="1">
                <a:latin typeface="DevLys 010" pitchFamily="2" charset="0"/>
              </a:rPr>
              <a:t>isVªksfy;e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yht</a:t>
            </a:r>
            <a:r>
              <a:rPr lang="es-ES_tradnl" sz="2800" dirty="0">
                <a:latin typeface="DevLys 010" pitchFamily="2" charset="0"/>
              </a:rPr>
              <a:t> ¼</a:t>
            </a:r>
            <a:r>
              <a:rPr lang="es-ES_tradnl" sz="2800" b="1" dirty="0">
                <a:latin typeface="DevLys 010" pitchFamily="2" charset="0"/>
              </a:rPr>
              <a:t>12</a:t>
            </a:r>
            <a:r>
              <a:rPr lang="es-ES_tradnl" sz="2800" dirty="0">
                <a:latin typeface="DevLys 010" pitchFamily="2" charset="0"/>
              </a:rPr>
              <a:t>½ ,</a:t>
            </a:r>
            <a:r>
              <a:rPr lang="es-ES_tradnl" sz="2800" dirty="0" err="1">
                <a:latin typeface="DevLys 010" pitchFamily="2" charset="0"/>
              </a:rPr>
              <a:t>oa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isVªksfy;e</a:t>
            </a:r>
            <a:r>
              <a:rPr lang="es-ES_tradnl" sz="2800" dirty="0">
                <a:latin typeface="DevLys 010" pitchFamily="2" charset="0"/>
              </a:rPr>
              <a:t> ,</a:t>
            </a:r>
            <a:r>
              <a:rPr lang="es-ES_tradnl" sz="2800" dirty="0" err="1">
                <a:latin typeface="DevLys 010" pitchFamily="2" charset="0"/>
              </a:rPr>
              <a:t>Dliyksjs’ku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ykblsal</a:t>
            </a:r>
            <a:r>
              <a:rPr lang="es-ES_tradnl" sz="2800" dirty="0">
                <a:latin typeface="DevLys 010" pitchFamily="2" charset="0"/>
              </a:rPr>
              <a:t> ¼</a:t>
            </a:r>
            <a:r>
              <a:rPr lang="es-ES_tradnl" sz="2800" b="1" dirty="0">
                <a:latin typeface="DevLys 010" pitchFamily="2" charset="0"/>
              </a:rPr>
              <a:t>13</a:t>
            </a:r>
            <a:r>
              <a:rPr lang="es-ES_tradnl" sz="2800" dirty="0">
                <a:latin typeface="DevLys 010" pitchFamily="2" charset="0"/>
              </a:rPr>
              <a:t>½ esa </a:t>
            </a:r>
            <a:r>
              <a:rPr lang="es-ES_tradnl" sz="2800" dirty="0" err="1">
                <a:latin typeface="DevLys 010" pitchFamily="2" charset="0"/>
              </a:rPr>
              <a:t>vUos"k.k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dk;Z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tkjhA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u;s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Hk.Mkj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dh</a:t>
            </a:r>
            <a:r>
              <a:rPr lang="es-ES_tradnl" sz="2800" dirty="0">
                <a:latin typeface="DevLys 010" pitchFamily="2" charset="0"/>
              </a:rPr>
              <a:t> [</a:t>
            </a:r>
            <a:r>
              <a:rPr lang="es-ES_tradnl" sz="2800" dirty="0" err="1">
                <a:latin typeface="DevLys 010" pitchFamily="2" charset="0"/>
              </a:rPr>
              <a:t>kkst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mijkar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dPps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rsy</a:t>
            </a:r>
            <a:r>
              <a:rPr lang="es-ES_tradnl" sz="2800" dirty="0">
                <a:latin typeface="DevLys 010" pitchFamily="2" charset="0"/>
              </a:rPr>
              <a:t> o </a:t>
            </a:r>
            <a:r>
              <a:rPr lang="es-ES_tradnl" sz="2800" dirty="0" err="1">
                <a:latin typeface="DevLys 010" pitchFamily="2" charset="0"/>
              </a:rPr>
              <a:t>xSl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mRiknu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eas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o`f</a:t>
            </a:r>
            <a:r>
              <a:rPr lang="es-ES_tradnl" sz="2800" dirty="0">
                <a:latin typeface="DevLys 010" pitchFamily="2" charset="0"/>
              </a:rPr>
              <a:t>) </a:t>
            </a:r>
            <a:r>
              <a:rPr lang="es-ES_tradnl" sz="2800" dirty="0" err="1">
                <a:latin typeface="DevLys 010" pitchFamily="2" charset="0"/>
              </a:rPr>
              <a:t>dh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laHkkoukA</a:t>
            </a:r>
            <a:endParaRPr lang="en-US" sz="2800" dirty="0">
              <a:latin typeface="DevLys 010" pitchFamily="2" charset="0"/>
            </a:endParaRPr>
          </a:p>
          <a:p>
            <a:pPr marL="803275" lvl="0" indent="-803275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s-ES_tradnl" sz="2800" dirty="0">
                <a:latin typeface="DevLys 010" pitchFamily="2" charset="0"/>
              </a:rPr>
              <a:t>u, </a:t>
            </a:r>
            <a:r>
              <a:rPr lang="es-ES_tradnl" sz="2800" dirty="0" err="1">
                <a:latin typeface="DevLys 010" pitchFamily="2" charset="0"/>
              </a:rPr>
              <a:t>rsy</a:t>
            </a:r>
            <a:r>
              <a:rPr lang="es-ES_tradnl" sz="2800" dirty="0">
                <a:latin typeface="DevLys 010" pitchFamily="2" charset="0"/>
              </a:rPr>
              <a:t> o </a:t>
            </a:r>
            <a:r>
              <a:rPr lang="es-ES_tradnl" sz="2800" dirty="0" err="1">
                <a:latin typeface="DevLys 010" pitchFamily="2" charset="0"/>
              </a:rPr>
              <a:t>çk</a:t>
            </a:r>
            <a:r>
              <a:rPr lang="es-ES_tradnl" sz="2800" dirty="0">
                <a:latin typeface="DevLys 010" pitchFamily="2" charset="0"/>
              </a:rPr>
              <a:t>—</a:t>
            </a:r>
            <a:r>
              <a:rPr lang="es-ES_tradnl" sz="2800" dirty="0" err="1">
                <a:latin typeface="DevLys 010" pitchFamily="2" charset="0"/>
              </a:rPr>
              <a:t>frd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xSl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dh</a:t>
            </a:r>
            <a:r>
              <a:rPr lang="es-ES_tradnl" sz="2800" dirty="0">
                <a:latin typeface="DevLys 010" pitchFamily="2" charset="0"/>
              </a:rPr>
              <a:t> [</a:t>
            </a:r>
            <a:r>
              <a:rPr lang="es-ES_tradnl" sz="2800" dirty="0" err="1">
                <a:latin typeface="DevLys 010" pitchFamily="2" charset="0"/>
              </a:rPr>
              <a:t>kkst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rFkk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fodkl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xfrfof</a:t>
            </a:r>
            <a:r>
              <a:rPr lang="es-ES_tradnl" sz="2800" dirty="0">
                <a:latin typeface="DevLys 010" pitchFamily="2" charset="0"/>
              </a:rPr>
              <a:t>/</a:t>
            </a:r>
            <a:r>
              <a:rPr lang="es-ES_tradnl" sz="2800" dirty="0" err="1">
                <a:latin typeface="DevLys 010" pitchFamily="2" charset="0"/>
              </a:rPr>
              <a:t>k;ksa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dks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rsth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ls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vkxs</a:t>
            </a:r>
            <a:r>
              <a:rPr lang="es-ES_tradnl" sz="2800" dirty="0">
                <a:latin typeface="DevLys 010" pitchFamily="2" charset="0"/>
              </a:rPr>
              <a:t> c&lt;+</a:t>
            </a:r>
            <a:r>
              <a:rPr lang="es-ES_tradnl" sz="2800" dirty="0" err="1">
                <a:latin typeface="DevLys 010" pitchFamily="2" charset="0"/>
              </a:rPr>
              <a:t>kukA</a:t>
            </a:r>
            <a:endParaRPr lang="en-US" sz="2800" dirty="0">
              <a:latin typeface="DevLys 010" pitchFamily="2" charset="0"/>
            </a:endParaRPr>
          </a:p>
          <a:p>
            <a:pPr marL="803275" lvl="0" indent="-803275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s-ES_tradnl" sz="2800" dirty="0" err="1">
                <a:latin typeface="DevLys 010" pitchFamily="2" charset="0"/>
              </a:rPr>
              <a:t>ckM+esj&amp;lkapksj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rFkk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tSlyesj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csflu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ls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çk</a:t>
            </a:r>
            <a:r>
              <a:rPr lang="es-ES_tradnl" sz="2800" dirty="0">
                <a:latin typeface="DevLys 010" pitchFamily="2" charset="0"/>
              </a:rPr>
              <a:t>—</a:t>
            </a:r>
            <a:r>
              <a:rPr lang="es-ES_tradnl" sz="2800" dirty="0" err="1">
                <a:latin typeface="DevLys 010" pitchFamily="2" charset="0"/>
              </a:rPr>
              <a:t>frd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xSl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mRiknu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dks</a:t>
            </a:r>
            <a:r>
              <a:rPr lang="es-ES_tradnl" sz="2800" dirty="0">
                <a:latin typeface="DevLys 010" pitchFamily="2" charset="0"/>
              </a:rPr>
              <a:t> c&lt;+</a:t>
            </a:r>
            <a:r>
              <a:rPr lang="es-ES_tradnl" sz="2800" dirty="0" err="1">
                <a:latin typeface="DevLys 010" pitchFamily="2" charset="0"/>
              </a:rPr>
              <a:t>kukA</a:t>
            </a:r>
            <a:endParaRPr lang="en-US" sz="2800" dirty="0">
              <a:latin typeface="DevLys 01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531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A5034-280A-D15A-C7C1-18F7A8772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4BC45E5-2F17-F934-C112-FE94C25CF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19</a:t>
            </a:fld>
            <a:endParaRPr lang="en-I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060F6-8711-644E-1DF9-1A56A9C5D2A2}"/>
              </a:ext>
            </a:extLst>
          </p:cNvPr>
          <p:cNvSpPr/>
          <p:nvPr/>
        </p:nvSpPr>
        <p:spPr>
          <a:xfrm>
            <a:off x="7878434" y="132310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387AE6-4C39-0839-A0BE-24B0BD94B74B}"/>
              </a:ext>
            </a:extLst>
          </p:cNvPr>
          <p:cNvSpPr txBox="1"/>
          <p:nvPr/>
        </p:nvSpPr>
        <p:spPr>
          <a:xfrm>
            <a:off x="2348736" y="2199305"/>
            <a:ext cx="707712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800" dirty="0">
                <a:latin typeface="DevLys 010" pitchFamily="2" charset="0"/>
              </a:rPr>
              <a:t>/</a:t>
            </a:r>
            <a:r>
              <a:rPr lang="en-IN" sz="8800" dirty="0" err="1">
                <a:latin typeface="DevLys 010" pitchFamily="2" charset="0"/>
              </a:rPr>
              <a:t>kU;okn</a:t>
            </a:r>
            <a:endParaRPr lang="en-IN" sz="8800" dirty="0">
              <a:latin typeface="DevLys 010" pitchFamily="2" charset="0"/>
            </a:endParaRPr>
          </a:p>
        </p:txBody>
      </p:sp>
      <p:sp>
        <p:nvSpPr>
          <p:cNvPr id="2" name="AutoShape 4" descr="Powerpoint Background Images, HD Pictures and Wallpaper For Free Download |  Pngtree">
            <a:extLst>
              <a:ext uri="{FF2B5EF4-FFF2-40B4-BE49-F238E27FC236}">
                <a16:creationId xmlns:a16="http://schemas.microsoft.com/office/drawing/2014/main" id="{062EAE60-5F7B-979D-C85B-9B08F20EC6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6" descr="Powerpoint Background Images, HD Pictures and Wallpaper For Free Download |  Pngtree">
            <a:extLst>
              <a:ext uri="{FF2B5EF4-FFF2-40B4-BE49-F238E27FC236}">
                <a16:creationId xmlns:a16="http://schemas.microsoft.com/office/drawing/2014/main" id="{5E41FFC0-DDB2-842A-1245-658503B01E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44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1638</Words>
  <Application>Microsoft Office PowerPoint</Application>
  <PresentationFormat>Widescreen</PresentationFormat>
  <Paragraphs>237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Cambria</vt:lpstr>
      <vt:lpstr>DevLys 010</vt:lpstr>
      <vt:lpstr>DevLys 010 </vt:lpstr>
      <vt:lpstr>Kruti Dev 010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Giri, Sanjay</dc:creator>
  <cp:lastModifiedBy>Giri, Sanjay</cp:lastModifiedBy>
  <cp:revision>52</cp:revision>
  <dcterms:created xsi:type="dcterms:W3CDTF">2026-05-04T11:56:52Z</dcterms:created>
  <dcterms:modified xsi:type="dcterms:W3CDTF">2026-05-05T07:00:44Z</dcterms:modified>
</cp:coreProperties>
</file>