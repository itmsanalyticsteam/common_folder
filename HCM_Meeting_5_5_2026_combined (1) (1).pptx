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6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22"/>
  </p:notesMasterIdLst>
  <p:sldIdLst>
    <p:sldId id="300" r:id="rId3"/>
    <p:sldId id="284" r:id="rId4"/>
    <p:sldId id="346" r:id="rId5"/>
    <p:sldId id="347" r:id="rId6"/>
    <p:sldId id="348" r:id="rId7"/>
    <p:sldId id="378" r:id="rId8"/>
    <p:sldId id="349" r:id="rId9"/>
    <p:sldId id="367" r:id="rId10"/>
    <p:sldId id="368" r:id="rId11"/>
    <p:sldId id="370" r:id="rId12"/>
    <p:sldId id="371" r:id="rId13"/>
    <p:sldId id="350" r:id="rId14"/>
    <p:sldId id="366" r:id="rId15"/>
    <p:sldId id="363" r:id="rId16"/>
    <p:sldId id="364" r:id="rId17"/>
    <p:sldId id="374" r:id="rId18"/>
    <p:sldId id="375" r:id="rId19"/>
    <p:sldId id="377" r:id="rId20"/>
    <p:sldId id="36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41313"/>
    <a:srgbClr val="156082"/>
    <a:srgbClr val="337C3D"/>
    <a:srgbClr val="E971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0" d="100"/>
          <a:sy n="70" d="100"/>
        </p:scale>
        <p:origin x="536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iverma.ext\Downloads\HCM_Meeting_data_sheet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Sheet1!$H$2:$H$6</c:f>
              <c:strCache>
                <c:ptCount val="5"/>
                <c:pt idx="0">
                  <c:v>Royalty</c:v>
                </c:pt>
                <c:pt idx="1">
                  <c:v>Premium</c:v>
                </c:pt>
                <c:pt idx="2">
                  <c:v>BT Amount</c:v>
                </c:pt>
                <c:pt idx="3">
                  <c:v>Penalty</c:v>
                </c:pt>
                <c:pt idx="4">
                  <c:v>Others</c:v>
                </c:pt>
              </c:strCache>
            </c:strRef>
          </c:cat>
          <c:val>
            <c:numRef>
              <c:f>Sheet1!$I$2:$I$6</c:f>
              <c:numCache>
                <c:formatCode>#,##0_ ;\-#,##0\ </c:formatCode>
                <c:ptCount val="5"/>
                <c:pt idx="0">
                  <c:v>8678.9439999999995</c:v>
                </c:pt>
                <c:pt idx="1">
                  <c:v>953.577</c:v>
                </c:pt>
                <c:pt idx="2">
                  <c:v>232.547</c:v>
                </c:pt>
                <c:pt idx="3">
                  <c:v>104.589</c:v>
                </c:pt>
                <c:pt idx="4">
                  <c:v>411.71300000000002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C5B-412D-B0CD-D60235E3D9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3323904"/>
        <c:axId val="143325440"/>
      </c:barChart>
      <c:catAx>
        <c:axId val="1433239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3325440"/>
        <c:crosses val="autoZero"/>
        <c:auto val="1"/>
        <c:lblAlgn val="ctr"/>
        <c:lblOffset val="100"/>
        <c:noMultiLvlLbl val="0"/>
      </c:catAx>
      <c:valAx>
        <c:axId val="143325440"/>
        <c:scaling>
          <c:orientation val="minMax"/>
        </c:scaling>
        <c:delete val="0"/>
        <c:axPos val="l"/>
        <c:numFmt formatCode="#,##0_ ;\-#,##0\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33239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sz="144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/>
              <a:t>Minor Minerals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sz="144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8.7322585242063044E-2"/>
          <c:y val="7.4913216434337737E-2"/>
          <c:w val="0.82535482951587391"/>
          <c:h val="0.66671004399038991"/>
        </c:manualLayout>
      </c:layout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Royalty</c:v>
                </c:pt>
              </c:strCache>
            </c:strRef>
          </c:tx>
          <c:dPt>
            <c:idx val="0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C399-4A91-9910-2EB865A4E5DC}"/>
              </c:ext>
            </c:extLst>
          </c:dPt>
          <c:dPt>
            <c:idx val="1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C399-4A91-9910-2EB865A4E5DC}"/>
              </c:ext>
            </c:extLst>
          </c:dPt>
          <c:dPt>
            <c:idx val="2"/>
            <c:bubble3D val="0"/>
            <c:spPr>
              <a:solidFill>
                <a:schemeClr val="accent6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C399-4A91-9910-2EB865A4E5DC}"/>
              </c:ext>
            </c:extLst>
          </c:dPt>
          <c:dPt>
            <c:idx val="3"/>
            <c:bubble3D val="0"/>
            <c:spPr>
              <a:solidFill>
                <a:schemeClr val="accent2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C399-4A91-9910-2EB865A4E5DC}"/>
              </c:ext>
            </c:extLst>
          </c:dPt>
          <c:dPt>
            <c:idx val="4"/>
            <c:bubble3D val="0"/>
            <c:spPr>
              <a:solidFill>
                <a:schemeClr val="accent4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9-C399-4A91-9910-2EB865A4E5DC}"/>
              </c:ext>
            </c:extLst>
          </c:dPt>
          <c:dPt>
            <c:idx val="5"/>
            <c:bubble3D val="0"/>
            <c:spPr>
              <a:solidFill>
                <a:schemeClr val="accent5">
                  <a:lumMod val="20000"/>
                  <a:lumOff val="8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B-C399-4A91-9910-2EB865A4E5DC}"/>
              </c:ext>
            </c:extLst>
          </c:dPt>
          <c:dPt>
            <c:idx val="6"/>
            <c:bubble3D val="0"/>
            <c:spPr>
              <a:solidFill>
                <a:schemeClr val="accent2">
                  <a:lumMod val="80000"/>
                  <a:lumOff val="2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D-C399-4A91-9910-2EB865A4E5DC}"/>
              </c:ext>
            </c:extLst>
          </c:dPt>
          <c:dLbls>
            <c:dLbl>
              <c:idx val="5"/>
              <c:layout>
                <c:manualLayout>
                  <c:x val="0"/>
                  <c:y val="-8.6712327654866153E-2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C399-4A91-9910-2EB865A4E5D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1"/>
            <c:showBubbleSize val="0"/>
            <c:separator>
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Sheet1!$A$2:$A$8</c:f>
              <c:strCache>
                <c:ptCount val="7"/>
                <c:pt idx="0">
                  <c:v>Masonary Stone</c:v>
                </c:pt>
                <c:pt idx="1">
                  <c:v>Granite</c:v>
                </c:pt>
                <c:pt idx="2">
                  <c:v>Marble</c:v>
                </c:pt>
                <c:pt idx="3">
                  <c:v>Limestone</c:v>
                </c:pt>
                <c:pt idx="4">
                  <c:v>Sandstone</c:v>
                </c:pt>
                <c:pt idx="5">
                  <c:v>Gypsum</c:v>
                </c:pt>
                <c:pt idx="6">
                  <c:v>Other</c:v>
                </c:pt>
              </c:strCache>
            </c:strRef>
          </c:cat>
          <c:val>
            <c:numRef>
              <c:f>Sheet1!$B$2:$B$8</c:f>
              <c:numCache>
                <c:formatCode>_ * #,##0_ ;_ * \-#,##0_ ;_ * "-"??_ ;_ @_ </c:formatCode>
                <c:ptCount val="7"/>
                <c:pt idx="0">
                  <c:v>753.73</c:v>
                </c:pt>
                <c:pt idx="1">
                  <c:v>334.49</c:v>
                </c:pt>
                <c:pt idx="2">
                  <c:v>314.20999999999998</c:v>
                </c:pt>
                <c:pt idx="3">
                  <c:v>228.51</c:v>
                </c:pt>
                <c:pt idx="4">
                  <c:v>310.19</c:v>
                </c:pt>
                <c:pt idx="5">
                  <c:v>143.94999999999999</c:v>
                </c:pt>
                <c:pt idx="6">
                  <c:v>607.99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C399-4A91-9910-2EB865A4E5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ayout>
        <c:manualLayout>
          <c:xMode val="edge"/>
          <c:yMode val="edge"/>
          <c:x val="2.8357327744970396E-2"/>
          <c:y val="0.78144470599003368"/>
          <c:w val="0.94328534451005919"/>
          <c:h val="0.197463106202025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tx1">
          <a:lumMod val="50000"/>
          <a:lumOff val="50000"/>
        </a:schemeClr>
      </a:solidFill>
    </a:ln>
    <a:effectLst/>
  </c:spPr>
  <c:txPr>
    <a:bodyPr/>
    <a:lstStyle/>
    <a:p>
      <a:pPr>
        <a:defRPr sz="1200"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4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40" b="1"/>
              <a:t>Major Minerals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4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8.7784706593975026E-2"/>
          <c:y val="0.15479341188300988"/>
          <c:w val="0.82443058681204995"/>
          <c:h val="0.51675735429636505"/>
        </c:manualLayout>
      </c:layout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Royalty</c:v>
                </c:pt>
              </c:strCache>
            </c:strRef>
          </c:tx>
          <c:dPt>
            <c:idx val="0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6548-4813-BCCE-90C07C854920}"/>
              </c:ext>
            </c:extLst>
          </c:dPt>
          <c:dPt>
            <c:idx val="1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6548-4813-BCCE-90C07C854920}"/>
              </c:ext>
            </c:extLst>
          </c:dPt>
          <c:dPt>
            <c:idx val="2"/>
            <c:bubble3D val="0"/>
            <c:spPr>
              <a:solidFill>
                <a:schemeClr val="accent6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6548-4813-BCCE-90C07C854920}"/>
              </c:ext>
            </c:extLst>
          </c:dPt>
          <c:dPt>
            <c:idx val="3"/>
            <c:bubble3D val="0"/>
            <c:spPr>
              <a:solidFill>
                <a:schemeClr val="accent2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6548-4813-BCCE-90C07C854920}"/>
              </c:ext>
            </c:extLst>
          </c:dPt>
          <c:dPt>
            <c:idx val="4"/>
            <c:bubble3D val="0"/>
            <c:spPr>
              <a:solidFill>
                <a:schemeClr val="accent4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9-6548-4813-BCCE-90C07C854920}"/>
              </c:ext>
            </c:extLst>
          </c:dPt>
          <c:dPt>
            <c:idx val="5"/>
            <c:bubble3D val="0"/>
            <c:spPr>
              <a:solidFill>
                <a:schemeClr val="accent5">
                  <a:lumMod val="20000"/>
                  <a:lumOff val="8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B-6548-4813-BCCE-90C07C854920}"/>
              </c:ext>
            </c:extLst>
          </c:dPt>
          <c:dPt>
            <c:idx val="6"/>
            <c:bubble3D val="0"/>
            <c:spPr>
              <a:solidFill>
                <a:schemeClr val="accent2">
                  <a:lumMod val="80000"/>
                  <a:lumOff val="2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D-6548-4813-BCCE-90C07C854920}"/>
              </c:ext>
            </c:extLst>
          </c:dPt>
          <c:dLbls>
            <c:dLbl>
              <c:idx val="4"/>
              <c:layout>
                <c:manualLayout>
                  <c:x val="-6.4361128918816318E-2"/>
                  <c:y val="-1.2242058855963214E-2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6548-4813-BCCE-90C07C854920}"/>
                </c:ext>
              </c:extLst>
            </c:dLbl>
            <c:dLbl>
              <c:idx val="6"/>
              <c:layout>
                <c:manualLayout>
                  <c:x val="6.2062517171715625E-2"/>
                  <c:y val="-7.345235313577933E-3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6548-4813-BCCE-90C07C854920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1"/>
            <c:showBubbleSize val="0"/>
            <c:separator>
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Sheet1!$A$2:$A$8</c:f>
              <c:strCache>
                <c:ptCount val="7"/>
                <c:pt idx="0">
                  <c:v>Zinc</c:v>
                </c:pt>
                <c:pt idx="1">
                  <c:v>Limestone</c:v>
                </c:pt>
                <c:pt idx="2">
                  <c:v>Lead</c:v>
                </c:pt>
                <c:pt idx="3">
                  <c:v>Silver</c:v>
                </c:pt>
                <c:pt idx="4">
                  <c:v>Rock  Phosphate</c:v>
                </c:pt>
                <c:pt idx="5">
                  <c:v>Felspar</c:v>
                </c:pt>
                <c:pt idx="6">
                  <c:v>Other</c:v>
                </c:pt>
              </c:strCache>
            </c:strRef>
          </c:cat>
          <c:val>
            <c:numRef>
              <c:f>Sheet1!$B$2:$B$8</c:f>
              <c:numCache>
                <c:formatCode>_ * #,##0_ ;_ * \-#,##0_ ;_ * "-"??_ ;_ @_ </c:formatCode>
                <c:ptCount val="7"/>
                <c:pt idx="0">
                  <c:v>2509.88</c:v>
                </c:pt>
                <c:pt idx="1">
                  <c:v>841.66</c:v>
                </c:pt>
                <c:pt idx="2">
                  <c:v>544.55999999999995</c:v>
                </c:pt>
                <c:pt idx="3">
                  <c:v>769.01</c:v>
                </c:pt>
                <c:pt idx="4">
                  <c:v>202.56</c:v>
                </c:pt>
                <c:pt idx="5">
                  <c:v>145.15</c:v>
                </c:pt>
                <c:pt idx="6">
                  <c:v>340.38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6548-4813-BCCE-90C07C854920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7236330228337215E-2"/>
          <c:y val="0.74049206521797806"/>
          <c:w val="0.9631438585677472"/>
          <c:h val="0.2361221321772202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solidFill>
        <a:schemeClr val="tx1">
          <a:lumMod val="50000"/>
          <a:lumOff val="50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Sheet2!$B$1</c:f>
              <c:strCache>
                <c:ptCount val="1"/>
                <c:pt idx="0">
                  <c:v>2023-24</c:v>
                </c:pt>
              </c:strCache>
            </c:strRef>
          </c:tx>
          <c:spPr>
            <a:ln w="28575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dLbls>
            <c:dLbl>
              <c:idx val="5"/>
              <c:layout>
                <c:manualLayout>
                  <c:x val="-2.416589505210176E-2"/>
                  <c:y val="4.600972930180936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1336-4162-B42A-CE608A8E6239}"/>
                </c:ext>
              </c:extLst>
            </c:dLbl>
            <c:numFmt formatCode="#,##0" sourceLinked="0"/>
            <c:spPr>
              <a:solidFill>
                <a:srgbClr val="C41313"/>
              </a:solidFill>
              <a:ln>
                <a:solidFill>
                  <a:srgbClr val="156082"/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Sheet2!$A$2:$A$13</c:f>
              <c:strCache>
                <c:ptCount val="12"/>
                <c:pt idx="0">
                  <c:v>April</c:v>
                </c:pt>
                <c:pt idx="1">
                  <c:v>May</c:v>
                </c:pt>
                <c:pt idx="2">
                  <c:v>June</c:v>
                </c:pt>
                <c:pt idx="3">
                  <c:v>July</c:v>
                </c:pt>
                <c:pt idx="4">
                  <c:v>August</c:v>
                </c:pt>
                <c:pt idx="5">
                  <c:v>September</c:v>
                </c:pt>
                <c:pt idx="6">
                  <c:v>October</c:v>
                </c:pt>
                <c:pt idx="7">
                  <c:v>November</c:v>
                </c:pt>
                <c:pt idx="8">
                  <c:v>December</c:v>
                </c:pt>
                <c:pt idx="9">
                  <c:v>January</c:v>
                </c:pt>
                <c:pt idx="10">
                  <c:v>February</c:v>
                </c:pt>
                <c:pt idx="11">
                  <c:v>March</c:v>
                </c:pt>
              </c:strCache>
            </c:strRef>
          </c:cat>
          <c:val>
            <c:numRef>
              <c:f>Sheet2!$B$2:$B$13</c:f>
              <c:numCache>
                <c:formatCode>General</c:formatCode>
                <c:ptCount val="12"/>
                <c:pt idx="0">
                  <c:v>503.7</c:v>
                </c:pt>
                <c:pt idx="1">
                  <c:v>543.72</c:v>
                </c:pt>
                <c:pt idx="2">
                  <c:v>590.80999999999995</c:v>
                </c:pt>
                <c:pt idx="3">
                  <c:v>525.47</c:v>
                </c:pt>
                <c:pt idx="4">
                  <c:v>574.72</c:v>
                </c:pt>
                <c:pt idx="5">
                  <c:v>621.64</c:v>
                </c:pt>
                <c:pt idx="6">
                  <c:v>619.66</c:v>
                </c:pt>
                <c:pt idx="7">
                  <c:v>537.82000000000005</c:v>
                </c:pt>
                <c:pt idx="8">
                  <c:v>613.95000000000005</c:v>
                </c:pt>
                <c:pt idx="9">
                  <c:v>635.89</c:v>
                </c:pt>
                <c:pt idx="10">
                  <c:v>624</c:v>
                </c:pt>
                <c:pt idx="11">
                  <c:v>1047.54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336-4162-B42A-CE608A8E6239}"/>
            </c:ext>
          </c:extLst>
        </c:ser>
        <c:ser>
          <c:idx val="1"/>
          <c:order val="1"/>
          <c:tx>
            <c:strRef>
              <c:f>Sheet2!$C$1</c:f>
              <c:strCache>
                <c:ptCount val="1"/>
                <c:pt idx="0">
                  <c:v>2024-25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dLbl>
              <c:idx val="4"/>
              <c:layout>
                <c:manualLayout>
                  <c:x val="-1.5301742809240041E-2"/>
                  <c:y val="-3.706253366689524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1336-4162-B42A-CE608A8E6239}"/>
                </c:ext>
              </c:extLst>
            </c:dLbl>
            <c:dLbl>
              <c:idx val="5"/>
              <c:layout>
                <c:manualLayout>
                  <c:x val="-2.8597971173532698E-2"/>
                  <c:y val="-2.5836552184637873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336-4162-B42A-CE608A8E6239}"/>
                </c:ext>
              </c:extLst>
            </c:dLbl>
            <c:numFmt formatCode="#,##0" sourceLinked="0"/>
            <c:spPr>
              <a:solidFill>
                <a:srgbClr val="337C3D"/>
              </a:solidFill>
              <a:ln>
                <a:solidFill>
                  <a:srgbClr val="3B7D23"/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Sheet2!$A$2:$A$13</c:f>
              <c:strCache>
                <c:ptCount val="12"/>
                <c:pt idx="0">
                  <c:v>April</c:v>
                </c:pt>
                <c:pt idx="1">
                  <c:v>May</c:v>
                </c:pt>
                <c:pt idx="2">
                  <c:v>June</c:v>
                </c:pt>
                <c:pt idx="3">
                  <c:v>July</c:v>
                </c:pt>
                <c:pt idx="4">
                  <c:v>August</c:v>
                </c:pt>
                <c:pt idx="5">
                  <c:v>September</c:v>
                </c:pt>
                <c:pt idx="6">
                  <c:v>October</c:v>
                </c:pt>
                <c:pt idx="7">
                  <c:v>November</c:v>
                </c:pt>
                <c:pt idx="8">
                  <c:v>December</c:v>
                </c:pt>
                <c:pt idx="9">
                  <c:v>January</c:v>
                </c:pt>
                <c:pt idx="10">
                  <c:v>February</c:v>
                </c:pt>
                <c:pt idx="11">
                  <c:v>March</c:v>
                </c:pt>
              </c:strCache>
            </c:strRef>
          </c:cat>
          <c:val>
            <c:numRef>
              <c:f>Sheet2!$C$2:$C$13</c:f>
              <c:numCache>
                <c:formatCode>General</c:formatCode>
                <c:ptCount val="12"/>
                <c:pt idx="0">
                  <c:v>613.54999999999995</c:v>
                </c:pt>
                <c:pt idx="1">
                  <c:v>638.12</c:v>
                </c:pt>
                <c:pt idx="2">
                  <c:v>663.25</c:v>
                </c:pt>
                <c:pt idx="3">
                  <c:v>893.44</c:v>
                </c:pt>
                <c:pt idx="4">
                  <c:v>670.33</c:v>
                </c:pt>
                <c:pt idx="5">
                  <c:v>648.63</c:v>
                </c:pt>
                <c:pt idx="6">
                  <c:v>781.15</c:v>
                </c:pt>
                <c:pt idx="7">
                  <c:v>693.39</c:v>
                </c:pt>
                <c:pt idx="8">
                  <c:v>738.88</c:v>
                </c:pt>
                <c:pt idx="9">
                  <c:v>755.03</c:v>
                </c:pt>
                <c:pt idx="10">
                  <c:v>840.2</c:v>
                </c:pt>
                <c:pt idx="11">
                  <c:v>1292.25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1336-4162-B42A-CE608A8E6239}"/>
            </c:ext>
          </c:extLst>
        </c:ser>
        <c:ser>
          <c:idx val="2"/>
          <c:order val="2"/>
          <c:tx>
            <c:strRef>
              <c:f>Sheet2!$D$1</c:f>
              <c:strCache>
                <c:ptCount val="1"/>
                <c:pt idx="0">
                  <c:v>2025-26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dLbls>
            <c:dLbl>
              <c:idx val="3"/>
              <c:layout>
                <c:manualLayout>
                  <c:x val="-2.5273914082459516E-2"/>
                  <c:y val="2.808174848108934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336-4162-B42A-CE608A8E6239}"/>
                </c:ext>
              </c:extLst>
            </c:dLbl>
            <c:dLbl>
              <c:idx val="4"/>
              <c:layout>
                <c:manualLayout>
                  <c:x val="-2.416589505210176E-2"/>
                  <c:y val="1.685576699883188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1336-4162-B42A-CE608A8E6239}"/>
                </c:ext>
              </c:extLst>
            </c:dLbl>
            <c:numFmt formatCode="#,##0" sourceLinked="0"/>
            <c:spPr>
              <a:solidFill>
                <a:schemeClr val="accent5"/>
              </a:solidFill>
              <a:ln>
                <a:solidFill>
                  <a:schemeClr val="accent5">
                    <a:lumMod val="75000"/>
                  </a:schemeClr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Sheet2!$A$2:$A$13</c:f>
              <c:strCache>
                <c:ptCount val="12"/>
                <c:pt idx="0">
                  <c:v>April</c:v>
                </c:pt>
                <c:pt idx="1">
                  <c:v>May</c:v>
                </c:pt>
                <c:pt idx="2">
                  <c:v>June</c:v>
                </c:pt>
                <c:pt idx="3">
                  <c:v>July</c:v>
                </c:pt>
                <c:pt idx="4">
                  <c:v>August</c:v>
                </c:pt>
                <c:pt idx="5">
                  <c:v>September</c:v>
                </c:pt>
                <c:pt idx="6">
                  <c:v>October</c:v>
                </c:pt>
                <c:pt idx="7">
                  <c:v>November</c:v>
                </c:pt>
                <c:pt idx="8">
                  <c:v>December</c:v>
                </c:pt>
                <c:pt idx="9">
                  <c:v>January</c:v>
                </c:pt>
                <c:pt idx="10">
                  <c:v>February</c:v>
                </c:pt>
                <c:pt idx="11">
                  <c:v>March</c:v>
                </c:pt>
              </c:strCache>
            </c:strRef>
          </c:cat>
          <c:val>
            <c:numRef>
              <c:f>Sheet2!$D$2:$D$13</c:f>
              <c:numCache>
                <c:formatCode>General</c:formatCode>
                <c:ptCount val="12"/>
                <c:pt idx="0">
                  <c:v>623.16</c:v>
                </c:pt>
                <c:pt idx="1">
                  <c:v>692.03</c:v>
                </c:pt>
                <c:pt idx="2">
                  <c:v>779.52</c:v>
                </c:pt>
                <c:pt idx="3">
                  <c:v>734.42</c:v>
                </c:pt>
                <c:pt idx="4">
                  <c:v>631.19000000000005</c:v>
                </c:pt>
                <c:pt idx="5">
                  <c:v>747.96</c:v>
                </c:pt>
                <c:pt idx="6">
                  <c:v>873.56</c:v>
                </c:pt>
                <c:pt idx="7">
                  <c:v>806.96</c:v>
                </c:pt>
                <c:pt idx="8">
                  <c:v>969.16</c:v>
                </c:pt>
                <c:pt idx="9">
                  <c:v>970.24</c:v>
                </c:pt>
                <c:pt idx="10">
                  <c:v>1060.6099999999999</c:v>
                </c:pt>
                <c:pt idx="11">
                  <c:v>1492.56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1336-4162-B42A-CE608A8E6239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178617728"/>
        <c:axId val="178627712"/>
      </c:lineChart>
      <c:catAx>
        <c:axId val="178617728"/>
        <c:scaling>
          <c:orientation val="minMax"/>
        </c:scaling>
        <c:delete val="0"/>
        <c:axPos val="b"/>
        <c:numFmt formatCode="#,##0.0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8627712"/>
        <c:crossesAt val="10"/>
        <c:auto val="1"/>
        <c:lblAlgn val="ctr"/>
        <c:lblOffset val="100"/>
        <c:noMultiLvlLbl val="0"/>
      </c:catAx>
      <c:valAx>
        <c:axId val="178627712"/>
        <c:scaling>
          <c:orientation val="minMax"/>
          <c:max val="1500"/>
          <c:min val="40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8617728"/>
        <c:crosses val="autoZero"/>
        <c:crossBetween val="between"/>
        <c:majorUnit val="100"/>
        <c:minorUnit val="40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solidFill>
        <a:schemeClr val="tx1">
          <a:alpha val="98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800"/>
              <a:t>Revenue Comparison (in Cr.)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Sheet2!$B$1</c:f>
              <c:strCache>
                <c:ptCount val="1"/>
                <c:pt idx="0">
                  <c:v>2023-24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ellipsis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Sheet2!$A$2:$A$13</c:f>
              <c:strCache>
                <c:ptCount val="12"/>
                <c:pt idx="0">
                  <c:v>April</c:v>
                </c:pt>
                <c:pt idx="1">
                  <c:v>May</c:v>
                </c:pt>
                <c:pt idx="2">
                  <c:v>June</c:v>
                </c:pt>
                <c:pt idx="3">
                  <c:v>July</c:v>
                </c:pt>
                <c:pt idx="4">
                  <c:v>August</c:v>
                </c:pt>
                <c:pt idx="5">
                  <c:v>September</c:v>
                </c:pt>
                <c:pt idx="6">
                  <c:v>October</c:v>
                </c:pt>
                <c:pt idx="7">
                  <c:v>November</c:v>
                </c:pt>
                <c:pt idx="8">
                  <c:v>December</c:v>
                </c:pt>
                <c:pt idx="9">
                  <c:v>January</c:v>
                </c:pt>
                <c:pt idx="10">
                  <c:v>February</c:v>
                </c:pt>
                <c:pt idx="11">
                  <c:v>March</c:v>
                </c:pt>
              </c:strCache>
            </c:strRef>
          </c:cat>
          <c:val>
            <c:numRef>
              <c:f>Sheet2!$B$2:$B$13</c:f>
              <c:numCache>
                <c:formatCode>_ * #,##0_ ;_ * \-#,##0_ ;_ * "-"??_ ;_ @_ </c:formatCode>
                <c:ptCount val="12"/>
                <c:pt idx="0">
                  <c:v>503.7</c:v>
                </c:pt>
                <c:pt idx="1">
                  <c:v>543.72</c:v>
                </c:pt>
                <c:pt idx="2">
                  <c:v>590.80999999999995</c:v>
                </c:pt>
                <c:pt idx="3">
                  <c:v>525.47</c:v>
                </c:pt>
                <c:pt idx="4">
                  <c:v>574.72</c:v>
                </c:pt>
                <c:pt idx="5">
                  <c:v>621.64</c:v>
                </c:pt>
                <c:pt idx="6">
                  <c:v>619.66</c:v>
                </c:pt>
                <c:pt idx="7">
                  <c:v>537.82000000000005</c:v>
                </c:pt>
                <c:pt idx="8">
                  <c:v>613.95000000000005</c:v>
                </c:pt>
                <c:pt idx="9">
                  <c:v>635.89</c:v>
                </c:pt>
                <c:pt idx="10">
                  <c:v>624</c:v>
                </c:pt>
                <c:pt idx="11">
                  <c:v>1047.54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CDE-4FAF-9D8D-4AA9622CEA3F}"/>
            </c:ext>
          </c:extLst>
        </c:ser>
        <c:ser>
          <c:idx val="1"/>
          <c:order val="1"/>
          <c:tx>
            <c:strRef>
              <c:f>Sheet2!$C$1</c:f>
              <c:strCache>
                <c:ptCount val="1"/>
                <c:pt idx="0">
                  <c:v>2024-25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ellipsis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Sheet2!$A$2:$A$13</c:f>
              <c:strCache>
                <c:ptCount val="12"/>
                <c:pt idx="0">
                  <c:v>April</c:v>
                </c:pt>
                <c:pt idx="1">
                  <c:v>May</c:v>
                </c:pt>
                <c:pt idx="2">
                  <c:v>June</c:v>
                </c:pt>
                <c:pt idx="3">
                  <c:v>July</c:v>
                </c:pt>
                <c:pt idx="4">
                  <c:v>August</c:v>
                </c:pt>
                <c:pt idx="5">
                  <c:v>September</c:v>
                </c:pt>
                <c:pt idx="6">
                  <c:v>October</c:v>
                </c:pt>
                <c:pt idx="7">
                  <c:v>November</c:v>
                </c:pt>
                <c:pt idx="8">
                  <c:v>December</c:v>
                </c:pt>
                <c:pt idx="9">
                  <c:v>January</c:v>
                </c:pt>
                <c:pt idx="10">
                  <c:v>February</c:v>
                </c:pt>
                <c:pt idx="11">
                  <c:v>March</c:v>
                </c:pt>
              </c:strCache>
            </c:strRef>
          </c:cat>
          <c:val>
            <c:numRef>
              <c:f>Sheet2!$C$2:$C$13</c:f>
              <c:numCache>
                <c:formatCode>_ * #,##0_ ;_ * \-#,##0_ ;_ * "-"??_ ;_ @_ </c:formatCode>
                <c:ptCount val="12"/>
                <c:pt idx="0">
                  <c:v>613.54999999999995</c:v>
                </c:pt>
                <c:pt idx="1">
                  <c:v>638.12</c:v>
                </c:pt>
                <c:pt idx="2">
                  <c:v>663.25</c:v>
                </c:pt>
                <c:pt idx="3">
                  <c:v>893.44</c:v>
                </c:pt>
                <c:pt idx="4">
                  <c:v>670.33</c:v>
                </c:pt>
                <c:pt idx="5">
                  <c:v>648.63</c:v>
                </c:pt>
                <c:pt idx="6">
                  <c:v>781.15</c:v>
                </c:pt>
                <c:pt idx="7">
                  <c:v>693.39</c:v>
                </c:pt>
                <c:pt idx="8">
                  <c:v>738.88</c:v>
                </c:pt>
                <c:pt idx="9">
                  <c:v>755.03</c:v>
                </c:pt>
                <c:pt idx="10">
                  <c:v>840.2</c:v>
                </c:pt>
                <c:pt idx="11">
                  <c:v>1292.25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CDE-4FAF-9D8D-4AA9622CEA3F}"/>
            </c:ext>
          </c:extLst>
        </c:ser>
        <c:ser>
          <c:idx val="2"/>
          <c:order val="2"/>
          <c:tx>
            <c:strRef>
              <c:f>Sheet2!$D$1</c:f>
              <c:strCache>
                <c:ptCount val="1"/>
                <c:pt idx="0">
                  <c:v>2025-26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ellipsis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Sheet2!$A$2:$A$13</c:f>
              <c:strCache>
                <c:ptCount val="12"/>
                <c:pt idx="0">
                  <c:v>April</c:v>
                </c:pt>
                <c:pt idx="1">
                  <c:v>May</c:v>
                </c:pt>
                <c:pt idx="2">
                  <c:v>June</c:v>
                </c:pt>
                <c:pt idx="3">
                  <c:v>July</c:v>
                </c:pt>
                <c:pt idx="4">
                  <c:v>August</c:v>
                </c:pt>
                <c:pt idx="5">
                  <c:v>September</c:v>
                </c:pt>
                <c:pt idx="6">
                  <c:v>October</c:v>
                </c:pt>
                <c:pt idx="7">
                  <c:v>November</c:v>
                </c:pt>
                <c:pt idx="8">
                  <c:v>December</c:v>
                </c:pt>
                <c:pt idx="9">
                  <c:v>January</c:v>
                </c:pt>
                <c:pt idx="10">
                  <c:v>February</c:v>
                </c:pt>
                <c:pt idx="11">
                  <c:v>March</c:v>
                </c:pt>
              </c:strCache>
            </c:strRef>
          </c:cat>
          <c:val>
            <c:numRef>
              <c:f>Sheet2!$D$2:$D$13</c:f>
              <c:numCache>
                <c:formatCode>_ * #,##0_ ;_ * \-#,##0_ ;_ * "-"??_ ;_ @_ </c:formatCode>
                <c:ptCount val="12"/>
                <c:pt idx="0">
                  <c:v>623.16</c:v>
                </c:pt>
                <c:pt idx="1">
                  <c:v>692.03</c:v>
                </c:pt>
                <c:pt idx="2">
                  <c:v>779.52</c:v>
                </c:pt>
                <c:pt idx="3">
                  <c:v>734.42</c:v>
                </c:pt>
                <c:pt idx="4">
                  <c:v>631.19000000000005</c:v>
                </c:pt>
                <c:pt idx="5">
                  <c:v>747.96</c:v>
                </c:pt>
                <c:pt idx="6">
                  <c:v>873.56</c:v>
                </c:pt>
                <c:pt idx="7">
                  <c:v>806.96</c:v>
                </c:pt>
                <c:pt idx="8">
                  <c:v>969.16</c:v>
                </c:pt>
                <c:pt idx="9">
                  <c:v>970.24</c:v>
                </c:pt>
                <c:pt idx="10">
                  <c:v>1060.6099999999999</c:v>
                </c:pt>
                <c:pt idx="11">
                  <c:v>1492.56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CDE-4FAF-9D8D-4AA9622CEA3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863594383"/>
        <c:axId val="863595823"/>
      </c:barChart>
      <c:catAx>
        <c:axId val="8635943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63595823"/>
        <c:crossesAt val="10"/>
        <c:auto val="1"/>
        <c:lblAlgn val="ctr"/>
        <c:lblOffset val="100"/>
        <c:noMultiLvlLbl val="0"/>
      </c:catAx>
      <c:valAx>
        <c:axId val="863595823"/>
        <c:scaling>
          <c:orientation val="minMax"/>
        </c:scaling>
        <c:delete val="0"/>
        <c:axPos val="l"/>
        <c:numFmt formatCode="_ * #,##0_ ;_ * \-#,##0_ ;_ * &quot;-&quot;??_ ;_ @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63594383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345481983207139"/>
          <c:y val="2.435613974408635E-2"/>
          <c:w val="0.80697079308885211"/>
          <c:h val="0.8635666968104018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Targets</c:v>
                </c:pt>
              </c:strCache>
            </c:strRef>
          </c:tx>
          <c:spPr>
            <a:solidFill>
              <a:srgbClr val="4472C4"/>
            </a:solidFill>
            <a:ln w="32267">
              <a:noFill/>
            </a:ln>
          </c:spPr>
          <c:invertIfNegative val="0"/>
          <c:dLbls>
            <c:numFmt formatCode="#,##0" sourceLinked="0"/>
            <c:spPr>
              <a:noFill/>
              <a:ln w="32267">
                <a:noFill/>
              </a:ln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521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2021-22</c:v>
                </c:pt>
                <c:pt idx="1">
                  <c:v>2022-23</c:v>
                </c:pt>
                <c:pt idx="2">
                  <c:v>2023-24</c:v>
                </c:pt>
                <c:pt idx="3">
                  <c:v>2024-25</c:v>
                </c:pt>
                <c:pt idx="4">
                  <c:v>2025-26</c:v>
                </c:pt>
                <c:pt idx="5">
                  <c:v>2026-27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4000</c:v>
                </c:pt>
                <c:pt idx="1">
                  <c:v>5000</c:v>
                </c:pt>
                <c:pt idx="2" formatCode="_ * #,##0_ ;_ * \-#,##0_ ;_ * &quot;-&quot;??_ ;_ @_ ">
                  <c:v>3500</c:v>
                </c:pt>
                <c:pt idx="3" formatCode="_ * #,##0_ ;_ * \-#,##0_ ;_ * &quot;-&quot;??_ ;_ @_ ">
                  <c:v>2900</c:v>
                </c:pt>
                <c:pt idx="4" formatCode="_ * #,##0_ ;_ * \-#,##0_ ;_ * &quot;-&quot;??_ ;_ @_ ">
                  <c:v>2100</c:v>
                </c:pt>
                <c:pt idx="5" formatCode="_ * #,##0_ ;_ * \-#,##0_ ;_ * &quot;-&quot;??_ ;_ @_ ">
                  <c:v>2300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CED-4D1D-8396-E222CEEF7D8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Achievements</c:v>
                </c:pt>
              </c:strCache>
            </c:strRef>
          </c:tx>
          <c:spPr>
            <a:solidFill>
              <a:srgbClr val="ED7D31"/>
            </a:solidFill>
            <a:ln w="32267">
              <a:noFill/>
            </a:ln>
          </c:spPr>
          <c:invertIfNegative val="0"/>
          <c:dLbls>
            <c:dLbl>
              <c:idx val="0"/>
              <c:layout>
                <c:manualLayout>
                  <c:x val="1.7516929296087252E-2"/>
                  <c:y val="-3.3395541601218722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CED-4D1D-8396-E222CEEF7D80}"/>
                </c:ext>
              </c:extLst>
            </c:dLbl>
            <c:dLbl>
              <c:idx val="1"/>
              <c:layout>
                <c:manualLayout>
                  <c:x val="1.6057185188079984E-2"/>
                  <c:y val="3.643192078839824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6CED-4D1D-8396-E222CEEF7D80}"/>
                </c:ext>
              </c:extLst>
            </c:dLbl>
            <c:dLbl>
              <c:idx val="2"/>
              <c:layout>
                <c:manualLayout>
                  <c:x val="1.6057185188080036E-2"/>
                  <c:y val="-6.6791083202437445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CED-4D1D-8396-E222CEEF7D80}"/>
                </c:ext>
              </c:extLst>
            </c:dLbl>
            <c:dLbl>
              <c:idx val="3"/>
              <c:layout>
                <c:manualLayout>
                  <c:x val="1.6057185188079876E-2"/>
                  <c:y val="3.6431920788397572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6CED-4D1D-8396-E222CEEF7D80}"/>
                </c:ext>
              </c:extLst>
            </c:dLbl>
            <c:dLbl>
              <c:idx val="4"/>
              <c:layout>
                <c:manualLayout>
                  <c:x val="1.6057185188079769E-2"/>
                  <c:y val="3.643192078839824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CED-4D1D-8396-E222CEEF7D80}"/>
                </c:ext>
              </c:extLst>
            </c:dLbl>
            <c:numFmt formatCode="#,##0" sourceLinked="0"/>
            <c:spPr>
              <a:noFill/>
              <a:ln w="32267">
                <a:noFill/>
              </a:ln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521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2021-22</c:v>
                </c:pt>
                <c:pt idx="1">
                  <c:v>2022-23</c:v>
                </c:pt>
                <c:pt idx="2">
                  <c:v>2023-24</c:v>
                </c:pt>
                <c:pt idx="3">
                  <c:v>2024-25</c:v>
                </c:pt>
                <c:pt idx="4">
                  <c:v>2025-26</c:v>
                </c:pt>
                <c:pt idx="5">
                  <c:v>2026-27</c:v>
                </c:pt>
              </c:strCache>
            </c:strRef>
          </c:cat>
          <c:val>
            <c:numRef>
              <c:f>Sheet1!$C$2:$C$7</c:f>
              <c:numCache>
                <c:formatCode>0.00</c:formatCode>
                <c:ptCount val="6"/>
                <c:pt idx="0">
                  <c:v>3995.4</c:v>
                </c:pt>
                <c:pt idx="1">
                  <c:v>4889.17</c:v>
                </c:pt>
                <c:pt idx="2" formatCode="_ * #,##0_ ;_ * \-#,##0_ ;_ * &quot;-&quot;??_ ;_ @_ ">
                  <c:v>3425.08</c:v>
                </c:pt>
                <c:pt idx="3" formatCode="_ * #,##0_ ;_ * \-#,##0_ ;_ * &quot;-&quot;??_ ;_ @_ ">
                  <c:v>2688.91</c:v>
                </c:pt>
                <c:pt idx="4" formatCode="_ * #,##0_ ;_ * \-#,##0_ ;_ * &quot;-&quot;??_ ;_ @_ ">
                  <c:v>2030.43</c:v>
                </c:pt>
                <c:pt idx="5" formatCode="_ * #,##0_ ;_ * \-#,##0_ ;_ * &quot;-&quot;??_ ;_ @_ ">
                  <c:v>220.04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CED-4D1D-8396-E222CEEF7D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82268672"/>
        <c:axId val="182270208"/>
      </c:barChart>
      <c:catAx>
        <c:axId val="182268672"/>
        <c:scaling>
          <c:orientation val="minMax"/>
        </c:scaling>
        <c:delete val="0"/>
        <c:axPos val="b"/>
        <c:numFmt formatCode="#,##0" sourceLinked="0"/>
        <c:majorTickMark val="none"/>
        <c:minorTickMark val="none"/>
        <c:tickLblPos val="nextTo"/>
        <c:spPr>
          <a:noFill/>
          <a:ln w="121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521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2270208"/>
        <c:crosses val="autoZero"/>
        <c:auto val="1"/>
        <c:lblAlgn val="ctr"/>
        <c:lblOffset val="100"/>
        <c:noMultiLvlLbl val="0"/>
      </c:catAx>
      <c:valAx>
        <c:axId val="182270208"/>
        <c:scaling>
          <c:orientation val="minMax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 w="8067">
            <a:noFill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1524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2268672"/>
        <c:crosses val="autoZero"/>
        <c:crossBetween val="between"/>
      </c:valAx>
      <c:spPr>
        <a:noFill/>
        <a:ln w="32267">
          <a:noFill/>
        </a:ln>
      </c:spPr>
    </c:plotArea>
    <c:legend>
      <c:legendPos val="r"/>
      <c:layout>
        <c:manualLayout>
          <c:xMode val="edge"/>
          <c:yMode val="edge"/>
          <c:x val="0.72200332155874047"/>
          <c:y val="4.7062239648698247E-2"/>
          <c:w val="0.25604395604395602"/>
          <c:h val="7.4812967581047385E-2"/>
        </c:manualLayout>
      </c:layout>
      <c:overlay val="0"/>
      <c:spPr>
        <a:noFill/>
        <a:ln w="32267">
          <a:noFill/>
        </a:ln>
      </c:spPr>
      <c:txPr>
        <a:bodyPr rot="0" spcFirstLastPara="1" vertOverflow="ellipsis" vert="horz" wrap="square" anchor="ctr" anchorCtr="1"/>
        <a:lstStyle/>
        <a:p>
          <a:pPr>
            <a:defRPr sz="1521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solidFill>
        <a:schemeClr val="tx1"/>
      </a:solidFill>
    </a:ln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36D8E6-1F2D-498C-BDFD-55840DB8F6AA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4DF74A-357F-4663-83BA-71AC7508D0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774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94480D-BAD5-42D1-B62D-16376DEED2F9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22591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7BDF1-0ADF-022B-3DA0-EE549EB3D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D7C381-F354-DE3B-0BCD-B8251B35D8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74C2C8-C041-1FAC-5D0B-3C99831388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5AFD8F-D85F-05CE-8F89-06CF4A1C65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94480D-BAD5-42D1-B62D-16376DEED2F9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975449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A9B62-50D9-1614-92F6-A03425E4A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B78CBB-2168-97CD-BBE6-A0D8F07940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929BD5-A482-092C-E5D3-41979347B9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4F7A32-5554-DFDB-A045-FD5362985F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94480D-BAD5-42D1-B62D-16376DEED2F9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53632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CC043-1811-2700-ACA0-05731D59F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7FC3AF-5E82-82F7-5A00-8A1478FD9E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8085E3-0B68-F4DC-6447-D358D00AFE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E55BAA-584F-3F66-90A1-7361A9DC11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94480D-BAD5-42D1-B62D-16376DEED2F9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394744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160AB-3C9D-9959-EDC8-9C80A2DFD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F3F71B-9092-7E40-6DB7-B8D012B2DA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913B63-902F-3B0A-7DEA-71B75A5761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9AF814-296E-1DF7-7D95-88E32D491B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94480D-BAD5-42D1-B62D-16376DEED2F9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76588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10EF5-19AF-2A4E-0F59-7E2C055C2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AA6FFF-569C-1576-635C-2B645F9C35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57E2D4-C69A-CD72-1F67-13756C73A6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63E385-F7F1-FE48-3029-8839D3C45E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94480D-BAD5-42D1-B62D-16376DEED2F9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19025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2AFDF-6F0B-F31E-A81E-822D5F07B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990FF5-2477-DD39-A574-516D9165FA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88B8B9-3DC3-DFDD-913B-B96D92899F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8A4A21-A8A8-9701-B9A3-6D551F88D0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94480D-BAD5-42D1-B62D-16376DEED2F9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29200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CA3A4-7ED7-0EE2-4866-372568DEA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EDE490-8848-B5B1-A155-9A47DEB1BE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15EA38-F9D8-8D2F-184A-F573FA122F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3E6CD6-AED8-A27C-4E52-D4F7269ED6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94480D-BAD5-42D1-B62D-16376DEED2F9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31801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31AE8-045E-01DF-EB88-2E2E34288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A0CF04-45DB-0010-ACCA-5C9DAA704E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AA08C9-6537-0AA2-A43D-E69C75107F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F5D7CF-C438-1F9F-93EE-8444DBA748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94480D-BAD5-42D1-B62D-16376DEED2F9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76441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26E91-6123-5DBA-66B0-F524AAA9B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42E426-16DE-2F85-9EFB-B99E2660C5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BD1887-4ECD-5239-1233-68207FF1BF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E53E7-CC77-73AA-EB4B-817935A3C7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94480D-BAD5-42D1-B62D-16376DEED2F9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83242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601A6-1F11-502F-6072-729C70BAC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916170-31F9-D659-5542-ADB65B6BD0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05CEF5-ADB4-2BB9-26D3-34015FA52F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45FD33-BC61-99DF-42ED-A3779BC88B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94480D-BAD5-42D1-B62D-16376DEED2F9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22964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5FC92-AA8F-DDA6-4CF2-B3D879664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6A7AAD-B677-04D4-A8E8-DE6A0019F0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02480C-8B36-6305-543D-3D10FCCD20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5DD0CA-BAD0-9355-C4F0-E5AB2E95D9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94480D-BAD5-42D1-B62D-16376DEED2F9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63323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B82D5-EE73-A119-B7B2-0416415E2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87CD75-D3BA-902C-9298-51BC1A2D47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E0EF5D-D3CA-D854-29EF-042C20A112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0B5C3E-8838-29C8-FDC3-C823960E61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94480D-BAD5-42D1-B62D-16376DEED2F9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57390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5754F-34DE-8C0D-3981-23DCE68EB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0B7CA8-BE8C-1CD4-6148-434A267410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91841E-C7B2-3C18-CE1B-F618A6149F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A1C164-5362-C313-8E25-083EE914F2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94480D-BAD5-42D1-B62D-16376DEED2F9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36154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A4C29-2174-2541-4925-DAB2D3D70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982C9B-D437-C593-2EAE-AB1F781F78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66ECCD-97C6-8612-B85E-C9A2461F0A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B4C6C0-AA72-CCBD-6038-26F3F59ADE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94480D-BAD5-42D1-B62D-16376DEED2F9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56462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72005-08A2-2B06-45DB-9FBF42EC4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C9FBEE-C902-6C9F-8C50-0ED289ACA6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ED2780-FD89-E014-EB20-787D2A1483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CBAC1A-6123-260D-8D53-F944CE68EB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94480D-BAD5-42D1-B62D-16376DEED2F9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6477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17776-BD21-52B1-96BF-F1AFE36A3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1DD5A1-BFEA-0F46-92F6-C5ABDB5C24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2DA684-916E-CE01-6037-03A11E8BE1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54256F-D493-AB79-1BB6-D253C5C378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94480D-BAD5-42D1-B62D-16376DEED2F9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310493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EF269-F824-381F-8623-14900850E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F0F71B-1561-B241-29AE-BF7BF00F33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8F2275-6098-1A58-0A70-651E2D0B20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AFDD0C-067E-ACA9-54F7-1037DDAD36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94480D-BAD5-42D1-B62D-16376DEED2F9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44217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88247-C717-50F5-569E-C7CE91DE36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B75D44-9CCC-9F34-147C-BB27AAE09D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A66C16-CBE3-A814-C602-F6AB99E9D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AFDDD-0950-404D-A69C-C21C286955A5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E606C4-106D-AD7F-293F-9D70DA0BA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236629-BA0F-DE95-1A92-0DDCACE94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DB2C9-9C6F-4B55-8650-A5800A146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6897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90C35-C2DE-F1EA-E777-AEE488CE3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60DCA2-BE4C-0BDB-822D-2D66DAA018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8A202F-D7A1-1540-7B0F-D08AEEA1D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AFDDD-0950-404D-A69C-C21C286955A5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8979E3-1128-E4C6-67CF-88F753A95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538C16-EDDE-7488-B894-99B5EF111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DB2C9-9C6F-4B55-8650-A5800A146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8493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C7A0E-B153-22CD-479E-07DA7D245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191F86-9B65-547D-F2E0-25A4A3E313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730E61-99E8-CF88-4643-DF703FC8A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AFDDD-0950-404D-A69C-C21C286955A5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A7DF06-DA34-484E-3D1E-DBB2E2FB7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EE82B8-CC4F-719A-0DD7-B7B9F97AF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DB2C9-9C6F-4B55-8650-A5800A146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9821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EE166-97A8-B201-70B1-9E35C5FA8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E3488-2678-3F21-FAD4-DCF1E43E64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338C37-1ABD-BF4F-B592-FB85BD453D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11FD27-46A8-6E34-2BC8-2405633DC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AFDDD-0950-404D-A69C-C21C286955A5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990742-B0F4-A313-1E2F-6312AC1E8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44C2AD-90E4-4038-0E9B-E3EB4EA06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DB2C9-9C6F-4B55-8650-A5800A146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1758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BA954-8FBC-88F8-33AB-9B7396408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D83CA0-247C-DFE4-6431-A026E28406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BCE25D-BED0-52FB-CFD5-E635E45E39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F89C0F-D4ED-0B02-8054-B45269843B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D7F4AD-D27B-C9DB-4DED-0DD0EA0548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EDF069-E476-3834-BB42-87C5B50CE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AFDDD-0950-404D-A69C-C21C286955A5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7F2C90-B679-F4C9-3194-F5368CD22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F0333A-161C-A628-5B2B-45FC377EE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DB2C9-9C6F-4B55-8650-A5800A146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8669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63BE4-01D7-A1E2-EAE1-60A33920F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036E10-B4BF-3E9F-BD7A-8924D0FB1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AFDDD-0950-404D-A69C-C21C286955A5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1862E9-1D21-1FE6-C834-E93F5FA27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D2B2F2-7931-4A25-8B18-4A954FC70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DB2C9-9C6F-4B55-8650-A5800A146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8486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9E90B0-93CD-3910-89D9-DB977FF5D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AFDDD-0950-404D-A69C-C21C286955A5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9FC27F-13BC-DCC6-6BD3-806EB0D98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D63E99-4C0B-096C-CAFF-036EF35C4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DB2C9-9C6F-4B55-8650-A5800A146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4091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33FB2-C23A-2B11-DD57-29A0307FB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E14E1-7060-133C-CC05-96DA60D01B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EBD8FE-B321-F463-1DE6-21D6B0AC7D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347166-494F-D81D-F9DD-99D67E5C9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AFDDD-0950-404D-A69C-C21C286955A5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775A44-50A0-00F9-FE63-DE1064314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D5B956-8BFB-B791-D931-AE5FF763A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DB2C9-9C6F-4B55-8650-A5800A146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7118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4DB7E-5C6E-7152-0B8F-88DC33223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A13830-D167-8C33-CCC1-D975934863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C200CF-4CD7-A1A9-010A-51A5992600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4A4F10-7EC4-5E3B-B631-D0CD4636E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AFDDD-0950-404D-A69C-C21C286955A5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5FE92A-0A4A-C0CD-A9F5-49A6C0685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E12967-9040-7FEC-ADA9-C12895329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DB2C9-9C6F-4B55-8650-A5800A146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9768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AC2ED-2EA4-FA5B-199D-AD50589BA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EE2FB6-3ABE-A927-66A5-886040F399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45E70F-0455-E263-D9B2-F0DB0C293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AFDDD-0950-404D-A69C-C21C286955A5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839D5F-6052-2D04-D8B5-226635DEF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026D0C-928E-DFF3-E0E4-21007EF5D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DB2C9-9C6F-4B55-8650-A5800A146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0665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7E3F06-EBBF-B09D-C775-BD5CEB963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C7B119-97DE-5E7A-E4AF-217CB73D97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459900-50B5-3FA9-0B8C-FE78B9FB0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AFDDD-0950-404D-A69C-C21C286955A5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2DC227-2B83-A57A-E41E-FFA0D4D92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CF2C13-68E3-D2FA-803E-75116CEBF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DB2C9-9C6F-4B55-8650-A5800A146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26027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63A1C-A4BF-F1E9-7236-F7D34FBC33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D33591-D8F9-3BCD-88A3-D31E6EC549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A4EF3-CB2F-BAA3-F729-AF60EDA02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D82D85-7415-7676-C0AE-B48D64019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8CD804-30B4-192D-DC92-A030EA027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ts val="1130"/>
              </a:lnSpc>
            </a:pPr>
            <a:fld id="{81D60167-4931-47E6-BA6A-407CBD079E47}" type="slidenum">
              <a:rPr lang="en-IN" spc="-25" smtClean="0"/>
              <a:pPr marL="12700">
                <a:lnSpc>
                  <a:spcPts val="1130"/>
                </a:lnSpc>
              </a:pPr>
              <a:t>‹#›</a:t>
            </a:fld>
            <a:endParaRPr lang="en-IN" spc="-25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5872C41-6FBA-9139-C898-5606C62D305F}"/>
              </a:ext>
            </a:extLst>
          </p:cNvPr>
          <p:cNvCxnSpPr/>
          <p:nvPr userDrawn="1"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58642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DEBDB-6342-2B9B-99EE-62E34FAF4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31BA10-39FA-4CF0-3664-9EBDCAAE21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3CA533-1DD9-B04E-AC9E-B1E43AD3D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20F69F-5A86-21B7-744A-7A68256AD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2A5BD-0EE9-2C26-1554-FD86093DC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ts val="1130"/>
              </a:lnSpc>
            </a:pPr>
            <a:fld id="{81D60167-4931-47E6-BA6A-407CBD079E47}" type="slidenum">
              <a:rPr lang="en-IN" spc="-25" smtClean="0"/>
              <a:pPr marL="12700">
                <a:lnSpc>
                  <a:spcPts val="1130"/>
                </a:lnSpc>
              </a:pPr>
              <a:t>‹#›</a:t>
            </a:fld>
            <a:endParaRPr lang="en-IN" spc="-25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5C4B36C-A339-04F1-8A51-85B13CA00E01}"/>
              </a:ext>
            </a:extLst>
          </p:cNvPr>
          <p:cNvCxnSpPr/>
          <p:nvPr userDrawn="1"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30665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9B901-BA81-F30C-DE6B-7C75B352F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F95C43-CD2F-EF19-3B31-B1B278672E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D6C241-CB25-34C1-69A4-6018B95CC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51669C-27E1-16FE-74FA-21A971D33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6E6369-BC94-0077-5C42-BE8B44A60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ts val="1130"/>
              </a:lnSpc>
            </a:pPr>
            <a:fld id="{81D60167-4931-47E6-BA6A-407CBD079E47}" type="slidenum">
              <a:rPr lang="en-IN" spc="-25" smtClean="0"/>
              <a:pPr marL="12700">
                <a:lnSpc>
                  <a:spcPts val="1130"/>
                </a:lnSpc>
              </a:pPr>
              <a:t>‹#›</a:t>
            </a:fld>
            <a:endParaRPr lang="en-IN" spc="-25"/>
          </a:p>
        </p:txBody>
      </p:sp>
    </p:spTree>
    <p:extLst>
      <p:ext uri="{BB962C8B-B14F-4D97-AF65-F5344CB8AC3E}">
        <p14:creationId xmlns:p14="http://schemas.microsoft.com/office/powerpoint/2010/main" val="10305338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C8E96-B098-DF59-07A1-C3F94C681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4849A-CF6F-4DC6-6546-6940F76DB9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83B9AE-89AD-A9A0-7EC0-15524AD027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D02FE7-2881-C24E-4511-4BF1A88A5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C76FB9-8BD3-C40F-854A-34C05065C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6A66AF-D601-7D82-AC54-2F9243869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ts val="1130"/>
              </a:lnSpc>
            </a:pPr>
            <a:fld id="{81D60167-4931-47E6-BA6A-407CBD079E47}" type="slidenum">
              <a:rPr lang="en-IN" spc="-25" smtClean="0"/>
              <a:pPr marL="12700">
                <a:lnSpc>
                  <a:spcPts val="1130"/>
                </a:lnSpc>
              </a:pPr>
              <a:t>‹#›</a:t>
            </a:fld>
            <a:endParaRPr lang="en-IN" spc="-25"/>
          </a:p>
        </p:txBody>
      </p:sp>
    </p:spTree>
    <p:extLst>
      <p:ext uri="{BB962C8B-B14F-4D97-AF65-F5344CB8AC3E}">
        <p14:creationId xmlns:p14="http://schemas.microsoft.com/office/powerpoint/2010/main" val="28096855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C65EC-E6FC-ADD6-C24C-C96ECAE12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5986EC-7584-C47E-88C1-1EF7CC6498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7A1FF4-F279-67D6-6FFA-E87F4CA374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7DA2EE-ADF0-5B65-179B-F2D037728F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E74FDF-9A2E-57F3-2B9B-D6E45E7EA9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48C16F-3F14-DBC0-DC11-F6FF6EDE9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31D129-0AAD-269D-1729-46A65CDEC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3B8ADF-D842-BCBD-83D8-58C141175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ts val="1130"/>
              </a:lnSpc>
            </a:pPr>
            <a:fld id="{81D60167-4931-47E6-BA6A-407CBD079E47}" type="slidenum">
              <a:rPr lang="en-IN" spc="-25" smtClean="0"/>
              <a:pPr marL="12700">
                <a:lnSpc>
                  <a:spcPts val="1130"/>
                </a:lnSpc>
              </a:pPr>
              <a:t>‹#›</a:t>
            </a:fld>
            <a:endParaRPr lang="en-IN" spc="-25"/>
          </a:p>
        </p:txBody>
      </p:sp>
    </p:spTree>
    <p:extLst>
      <p:ext uri="{BB962C8B-B14F-4D97-AF65-F5344CB8AC3E}">
        <p14:creationId xmlns:p14="http://schemas.microsoft.com/office/powerpoint/2010/main" val="5753160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EEBF1-A227-BC1A-E751-CC91FC42D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FC3AD1-662B-EFD5-F69C-9FBF9EFD5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E49619-7F5D-C248-61E9-7F20308B4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174AC-4565-6272-D2AE-9367F56AD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ts val="1130"/>
              </a:lnSpc>
            </a:pPr>
            <a:fld id="{81D60167-4931-47E6-BA6A-407CBD079E47}" type="slidenum">
              <a:rPr lang="en-IN" spc="-25" smtClean="0"/>
              <a:pPr marL="12700">
                <a:lnSpc>
                  <a:spcPts val="1130"/>
                </a:lnSpc>
              </a:pPr>
              <a:t>‹#›</a:t>
            </a:fld>
            <a:endParaRPr lang="en-IN" spc="-25"/>
          </a:p>
        </p:txBody>
      </p:sp>
    </p:spTree>
    <p:extLst>
      <p:ext uri="{BB962C8B-B14F-4D97-AF65-F5344CB8AC3E}">
        <p14:creationId xmlns:p14="http://schemas.microsoft.com/office/powerpoint/2010/main" val="3965948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87FAEB-BC52-2E78-8F98-AF243A0CF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843CC6-0484-3264-452C-BA67D562C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340930-5EAB-D773-5F1B-6CD9EBCD0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ts val="1130"/>
              </a:lnSpc>
            </a:pPr>
            <a:fld id="{81D60167-4931-47E6-BA6A-407CBD079E47}" type="slidenum">
              <a:rPr lang="en-IN" spc="-25" smtClean="0"/>
              <a:pPr marL="12700">
                <a:lnSpc>
                  <a:spcPts val="1130"/>
                </a:lnSpc>
              </a:pPr>
              <a:t>‹#›</a:t>
            </a:fld>
            <a:endParaRPr lang="en-IN" spc="-25"/>
          </a:p>
        </p:txBody>
      </p:sp>
    </p:spTree>
    <p:extLst>
      <p:ext uri="{BB962C8B-B14F-4D97-AF65-F5344CB8AC3E}">
        <p14:creationId xmlns:p14="http://schemas.microsoft.com/office/powerpoint/2010/main" val="33736132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DBB16-7C79-0BF2-C995-955AF3CF4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F6649B-08CE-BA07-9658-62F80471D8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2629C5-4831-EDEF-686B-5DB0B4B059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054C77-35A6-5382-0C40-57B2008FF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AC7547-99B5-185E-3995-E3781CB6A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8AF376-EA6A-C1C1-4D25-9689E8A10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ts val="1130"/>
              </a:lnSpc>
            </a:pPr>
            <a:fld id="{81D60167-4931-47E6-BA6A-407CBD079E47}" type="slidenum">
              <a:rPr lang="en-IN" spc="-25" smtClean="0"/>
              <a:pPr marL="12700">
                <a:lnSpc>
                  <a:spcPts val="1130"/>
                </a:lnSpc>
              </a:pPr>
              <a:t>‹#›</a:t>
            </a:fld>
            <a:endParaRPr lang="en-IN" spc="-25"/>
          </a:p>
        </p:txBody>
      </p:sp>
    </p:spTree>
    <p:extLst>
      <p:ext uri="{BB962C8B-B14F-4D97-AF65-F5344CB8AC3E}">
        <p14:creationId xmlns:p14="http://schemas.microsoft.com/office/powerpoint/2010/main" val="366454219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2C297-B0B4-16C6-84E4-8BA64ABE9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48384A-A05C-566B-68CF-ECEF43CDCB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6AF816-9B68-2FAF-7178-2C1D7258FE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CA803A-CF68-9C76-5840-8FFAE59F4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8D63FB-B594-F5E1-30D0-5A7328BF4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A3E651-B88D-28C7-FF89-AB8043C42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ts val="1130"/>
              </a:lnSpc>
            </a:pPr>
            <a:fld id="{81D60167-4931-47E6-BA6A-407CBD079E47}" type="slidenum">
              <a:rPr lang="en-IN" spc="-25" smtClean="0"/>
              <a:pPr marL="12700">
                <a:lnSpc>
                  <a:spcPts val="1130"/>
                </a:lnSpc>
              </a:pPr>
              <a:t>‹#›</a:t>
            </a:fld>
            <a:endParaRPr lang="en-IN" spc="-25"/>
          </a:p>
        </p:txBody>
      </p:sp>
    </p:spTree>
    <p:extLst>
      <p:ext uri="{BB962C8B-B14F-4D97-AF65-F5344CB8AC3E}">
        <p14:creationId xmlns:p14="http://schemas.microsoft.com/office/powerpoint/2010/main" val="216022118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E614D-B6FB-7CB4-0EA2-A039C5520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47E944-36CC-AA42-C24E-39A306A152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CB97D5-49C3-7FFA-29B8-A22D46441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7A6483-1EE8-50A8-3503-76073CF70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66FB46-8894-253F-363A-7740E2837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ts val="1130"/>
              </a:lnSpc>
            </a:pPr>
            <a:fld id="{81D60167-4931-47E6-BA6A-407CBD079E47}" type="slidenum">
              <a:rPr lang="en-IN" spc="-25" smtClean="0"/>
              <a:pPr marL="12700">
                <a:lnSpc>
                  <a:spcPts val="1130"/>
                </a:lnSpc>
              </a:pPr>
              <a:t>‹#›</a:t>
            </a:fld>
            <a:endParaRPr lang="en-IN" spc="-25"/>
          </a:p>
        </p:txBody>
      </p:sp>
    </p:spTree>
    <p:extLst>
      <p:ext uri="{BB962C8B-B14F-4D97-AF65-F5344CB8AC3E}">
        <p14:creationId xmlns:p14="http://schemas.microsoft.com/office/powerpoint/2010/main" val="292451499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DCAB29-3E2C-54B7-9B5F-9EFCDF81A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0471AB-C064-8B10-8688-F86AA49694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12D12A-6A3C-8E92-706F-38AA76963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C7FA3C-05BF-612A-51E0-58B9B69AB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DA643D-EA67-1722-9FA6-900B501B1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ts val="1130"/>
              </a:lnSpc>
            </a:pPr>
            <a:fld id="{81D60167-4931-47E6-BA6A-407CBD079E47}" type="slidenum">
              <a:rPr lang="en-IN" spc="-25" smtClean="0"/>
              <a:pPr marL="12700">
                <a:lnSpc>
                  <a:spcPts val="1130"/>
                </a:lnSpc>
              </a:pPr>
              <a:t>‹#›</a:t>
            </a:fld>
            <a:endParaRPr lang="en-IN" spc="-25"/>
          </a:p>
        </p:txBody>
      </p:sp>
    </p:spTree>
    <p:extLst>
      <p:ext uri="{BB962C8B-B14F-4D97-AF65-F5344CB8AC3E}">
        <p14:creationId xmlns:p14="http://schemas.microsoft.com/office/powerpoint/2010/main" val="1246512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DA3C13-522E-D7B4-BA4A-300FEB28D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F19A60-1878-D5E0-0195-C3D290191B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E8D710-175E-1704-0DDC-C903C21A68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BAFDDD-0950-404D-A69C-C21C286955A5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715D77-4000-021D-8849-654CFA3D73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6958C9-83E5-DA97-F97D-A61664092A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3DB2C9-9C6F-4B55-8650-A5800A146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0467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3EAEE2-6E25-F58B-43D1-6EB3852EF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861A8D-7ABB-702F-AEFF-1090949F62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19C87B-AF8C-72DC-0B66-6A7DF9F5C2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5537A3-2705-D521-C23A-9D6181E391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9E217B-D6AE-3F6D-BB80-7D44B04A8F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12700">
              <a:lnSpc>
                <a:spcPts val="1130"/>
              </a:lnSpc>
            </a:pPr>
            <a:fld id="{81D60167-4931-47E6-BA6A-407CBD079E47}" type="slidenum">
              <a:rPr lang="en-IN" spc="-25" smtClean="0"/>
              <a:pPr marL="12700">
                <a:lnSpc>
                  <a:spcPts val="1130"/>
                </a:lnSpc>
              </a:pPr>
              <a:t>‹#›</a:t>
            </a:fld>
            <a:endParaRPr lang="en-IN" spc="-25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716466-A219-6706-3151-EA4BAC73FE48}"/>
              </a:ext>
            </a:extLst>
          </p:cNvPr>
          <p:cNvCxnSpPr/>
          <p:nvPr userDrawn="1"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6422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epartment of Mines &amp; Geology">
            <a:extLst>
              <a:ext uri="{FF2B5EF4-FFF2-40B4-BE49-F238E27FC236}">
                <a16:creationId xmlns:a16="http://schemas.microsoft.com/office/drawing/2014/main" id="{20341F8C-B14D-F619-A61A-3FF9D7EF22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3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8856"/>
            <a:ext cx="12192000" cy="6876856"/>
          </a:xfrm>
          <a:prstGeom prst="rect">
            <a:avLst/>
          </a:prstGeom>
          <a:solidFill>
            <a:schemeClr val="bg1">
              <a:alpha val="24000"/>
            </a:schemeClr>
          </a:solidFill>
          <a:ln>
            <a:solidFill>
              <a:schemeClr val="tx1"/>
            </a:solidFill>
          </a:ln>
        </p:spPr>
      </p:pic>
      <p:pic>
        <p:nvPicPr>
          <p:cNvPr id="18" name="Picture 2">
            <a:extLst>
              <a:ext uri="{FF2B5EF4-FFF2-40B4-BE49-F238E27FC236}">
                <a16:creationId xmlns:a16="http://schemas.microsoft.com/office/drawing/2014/main" id="{CB72E08F-07CF-C9FC-C012-DEC0F6BD4C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7853" y="511551"/>
            <a:ext cx="1733133" cy="1752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object 2">
            <a:extLst>
              <a:ext uri="{FF2B5EF4-FFF2-40B4-BE49-F238E27FC236}">
                <a16:creationId xmlns:a16="http://schemas.microsoft.com/office/drawing/2014/main" id="{515FBCA5-DBF5-19A4-B33F-DAC206761193}"/>
              </a:ext>
            </a:extLst>
          </p:cNvPr>
          <p:cNvSpPr txBox="1">
            <a:spLocks/>
          </p:cNvSpPr>
          <p:nvPr/>
        </p:nvSpPr>
        <p:spPr>
          <a:xfrm>
            <a:off x="2286001" y="2895601"/>
            <a:ext cx="7703003" cy="1035745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40000"/>
                  <a:lumOff val="60000"/>
                </a:schemeClr>
              </a:gs>
              <a:gs pos="46000">
                <a:schemeClr val="accent6">
                  <a:lumMod val="95000"/>
                  <a:lumOff val="5000"/>
                </a:schemeClr>
              </a:gs>
              <a:gs pos="100000">
                <a:schemeClr val="accent6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solidFill>
              <a:schemeClr val="tx1"/>
            </a:solidFill>
          </a:ln>
        </p:spPr>
        <p:txBody>
          <a:bodyPr vert="horz" wrap="square" lIns="0" tIns="91440" rIns="0" bIns="0" rtlCol="0">
            <a:spAutoFit/>
          </a:bodyPr>
          <a:lstStyle>
            <a:lvl1pPr>
              <a:defRPr sz="3600" b="0" i="0">
                <a:solidFill>
                  <a:srgbClr val="006FC0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 algn="ctr">
              <a:spcBef>
                <a:spcPts val="720"/>
              </a:spcBef>
            </a:pPr>
            <a:r>
              <a:rPr lang="en-US" sz="4000" b="1" dirty="0">
                <a:solidFill>
                  <a:schemeClr val="bg1"/>
                </a:solidFill>
                <a:latin typeface="DevLys 010" pitchFamily="2" charset="0"/>
                <a:ea typeface="Times New Roman"/>
                <a:cs typeface="Times New Roman"/>
                <a:sym typeface="Times New Roman"/>
              </a:rPr>
              <a:t>[</a:t>
            </a:r>
            <a:r>
              <a:rPr lang="en-US" sz="4000" b="1" dirty="0" err="1">
                <a:solidFill>
                  <a:schemeClr val="bg1"/>
                </a:solidFill>
                <a:latin typeface="DevLys 010" pitchFamily="2" charset="0"/>
                <a:ea typeface="Times New Roman"/>
                <a:cs typeface="Times New Roman"/>
                <a:sym typeface="Times New Roman"/>
              </a:rPr>
              <a:t>kku</a:t>
            </a:r>
            <a:r>
              <a:rPr lang="en-US" sz="4000" b="1" dirty="0">
                <a:solidFill>
                  <a:schemeClr val="bg1"/>
                </a:solidFill>
                <a:latin typeface="DevLys 010" pitchFamily="2" charset="0"/>
                <a:ea typeface="Times New Roman"/>
                <a:cs typeface="Times New Roman"/>
                <a:sym typeface="Times New Roman"/>
              </a:rPr>
              <a:t> ,</a:t>
            </a:r>
            <a:r>
              <a:rPr lang="en-US" sz="4000" b="1" dirty="0" err="1">
                <a:solidFill>
                  <a:schemeClr val="bg1"/>
                </a:solidFill>
                <a:latin typeface="DevLys 010" pitchFamily="2" charset="0"/>
                <a:ea typeface="Times New Roman"/>
                <a:cs typeface="Times New Roman"/>
                <a:sym typeface="Times New Roman"/>
              </a:rPr>
              <a:t>oa</a:t>
            </a:r>
            <a:r>
              <a:rPr lang="en-US" sz="4000" b="1" dirty="0">
                <a:solidFill>
                  <a:schemeClr val="bg1"/>
                </a:solidFill>
                <a:latin typeface="DevLys 010" pitchFamily="2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000" b="1" dirty="0" err="1">
                <a:solidFill>
                  <a:schemeClr val="bg1"/>
                </a:solidFill>
                <a:latin typeface="DevLys 010" pitchFamily="2" charset="0"/>
                <a:ea typeface="Times New Roman"/>
                <a:cs typeface="Times New Roman"/>
                <a:sym typeface="Times New Roman"/>
              </a:rPr>
              <a:t>isVªksfy;e</a:t>
            </a:r>
            <a:r>
              <a:rPr lang="en-US" sz="4000" b="1" dirty="0">
                <a:solidFill>
                  <a:schemeClr val="bg1"/>
                </a:solidFill>
                <a:latin typeface="DevLys 010" pitchFamily="2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000" b="1" dirty="0" err="1">
                <a:solidFill>
                  <a:schemeClr val="bg1"/>
                </a:solidFill>
                <a:latin typeface="DevLys 010" pitchFamily="2" charset="0"/>
                <a:ea typeface="Times New Roman"/>
                <a:cs typeface="Times New Roman"/>
                <a:sym typeface="Times New Roman"/>
              </a:rPr>
              <a:t>foHkkx</a:t>
            </a:r>
            <a:endParaRPr lang="en-US" sz="4000" b="1" dirty="0">
              <a:solidFill>
                <a:schemeClr val="bg1"/>
              </a:solidFill>
              <a:latin typeface="DevLys 010" pitchFamily="2" charset="0"/>
              <a:ea typeface="Times New Roman"/>
              <a:cs typeface="Times New Roman"/>
              <a:sym typeface="Times New Roman"/>
            </a:endParaRPr>
          </a:p>
          <a:p>
            <a:pPr marL="12700" algn="ctr">
              <a:spcBef>
                <a:spcPts val="720"/>
              </a:spcBef>
            </a:pPr>
            <a:endParaRPr lang="en-US" sz="900" b="1" dirty="0">
              <a:solidFill>
                <a:schemeClr val="bg1"/>
              </a:solidFill>
              <a:latin typeface="DevLys 010" pitchFamily="2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8DEC72-14A5-F6B9-1BD5-539A9B985B53}"/>
              </a:ext>
            </a:extLst>
          </p:cNvPr>
          <p:cNvSpPr/>
          <p:nvPr/>
        </p:nvSpPr>
        <p:spPr>
          <a:xfrm>
            <a:off x="4438880" y="4438768"/>
            <a:ext cx="3314240" cy="7050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 algn="ctr">
              <a:spcBef>
                <a:spcPts val="720"/>
              </a:spcBef>
            </a:pPr>
            <a:r>
              <a:rPr lang="en-US" sz="3600" b="1" dirty="0" err="1">
                <a:solidFill>
                  <a:schemeClr val="accent6">
                    <a:lumMod val="50000"/>
                  </a:schemeClr>
                </a:solidFill>
                <a:latin typeface="DevLys 010" pitchFamily="2" charset="0"/>
                <a:ea typeface="Times New Roman"/>
                <a:cs typeface="Times New Roman"/>
                <a:sym typeface="Times New Roman"/>
              </a:rPr>
              <a:t>fnukad</a:t>
            </a:r>
            <a:r>
              <a:rPr lang="en-US" sz="3600" b="1" dirty="0">
                <a:solidFill>
                  <a:schemeClr val="accent6">
                    <a:lumMod val="50000"/>
                  </a:schemeClr>
                </a:solidFill>
                <a:latin typeface="DevLys 010" pitchFamily="2" charset="0"/>
                <a:ea typeface="Times New Roman"/>
                <a:cs typeface="Times New Roman"/>
                <a:sym typeface="Times New Roman"/>
              </a:rPr>
              <a:t> 05-05-2026</a:t>
            </a:r>
            <a:endParaRPr lang="en-US" sz="3600" b="1" kern="0" dirty="0">
              <a:solidFill>
                <a:schemeClr val="accent6">
                  <a:lumMod val="50000"/>
                </a:schemeClr>
              </a:solidFill>
              <a:latin typeface="DevLys 010" pitchFamily="2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E61CC-47EF-4421-A150-C590F21C2109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राजस्थान का खनिज मंत्री ही सबसे बड़ा माफिया...' CM अशोक गहलोत को कांग्रेस  विधायक ने ही घेरा - Rajasthan Congress MLA wrote letter to cm ashok Gehlot  after Sadhu attempts self immolation">
            <a:extLst>
              <a:ext uri="{FF2B5EF4-FFF2-40B4-BE49-F238E27FC236}">
                <a16:creationId xmlns:a16="http://schemas.microsoft.com/office/drawing/2014/main" id="{23F007D0-253A-A25E-03B4-21FF2167C7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1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7214" y="0"/>
            <a:ext cx="12246428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2">
            <a:extLst>
              <a:ext uri="{FF2B5EF4-FFF2-40B4-BE49-F238E27FC236}">
                <a16:creationId xmlns:a16="http://schemas.microsoft.com/office/drawing/2014/main" id="{7BF39122-8F06-7485-295E-0798743E3F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707" y="111084"/>
            <a:ext cx="9456281" cy="597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en-IN" sz="3600" b="1" kern="100" dirty="0" err="1">
                <a:latin typeface="DevLys 010" pitchFamily="2" charset="0"/>
                <a:ea typeface="Calibri" panose="020F0502020204030204" pitchFamily="34" charset="0"/>
                <a:cs typeface="Times New Roman" pitchFamily="18" charset="0"/>
              </a:rPr>
              <a:t>jktLFkku</a:t>
            </a:r>
            <a:r>
              <a:rPr lang="en-IN" sz="3600" b="1" kern="100" dirty="0">
                <a:latin typeface="DevLys 010" pitchFamily="2" charset="0"/>
                <a:ea typeface="Calibri" panose="020F0502020204030204" pitchFamily="34" charset="0"/>
                <a:cs typeface="Times New Roman" pitchFamily="18" charset="0"/>
              </a:rPr>
              <a:t> </a:t>
            </a:r>
            <a:r>
              <a:rPr lang="en-IN" sz="3600" b="1" kern="100" dirty="0" err="1">
                <a:latin typeface="DevLys 010" pitchFamily="2" charset="0"/>
                <a:ea typeface="Calibri" panose="020F0502020204030204" pitchFamily="34" charset="0"/>
                <a:cs typeface="Times New Roman" pitchFamily="18" charset="0"/>
              </a:rPr>
              <a:t>jkT</a:t>
            </a:r>
            <a:r>
              <a:rPr lang="en-IN" sz="3600" b="1" kern="100" dirty="0">
                <a:latin typeface="DevLys 010" pitchFamily="2" charset="0"/>
                <a:ea typeface="Calibri" panose="020F0502020204030204" pitchFamily="34" charset="0"/>
                <a:cs typeface="Times New Roman" pitchFamily="18" charset="0"/>
              </a:rPr>
              <a:t>; % [</a:t>
            </a:r>
            <a:r>
              <a:rPr lang="en-IN" sz="3600" b="1" kern="100" dirty="0" err="1">
                <a:latin typeface="DevLys 010" pitchFamily="2" charset="0"/>
                <a:ea typeface="Calibri" panose="020F0502020204030204" pitchFamily="34" charset="0"/>
                <a:cs typeface="Times New Roman" pitchFamily="18" charset="0"/>
              </a:rPr>
              <a:t>kuu</a:t>
            </a:r>
            <a:r>
              <a:rPr lang="en-IN" sz="3600" b="1" kern="100" dirty="0">
                <a:latin typeface="DevLys 010" pitchFamily="2" charset="0"/>
                <a:ea typeface="Calibri" panose="020F0502020204030204" pitchFamily="34" charset="0"/>
                <a:cs typeface="Times New Roman" pitchFamily="18" charset="0"/>
              </a:rPr>
              <a:t> </a:t>
            </a:r>
            <a:r>
              <a:rPr lang="en-IN" sz="3600" b="1" kern="100" dirty="0" err="1">
                <a:latin typeface="DevLys 010" pitchFamily="2" charset="0"/>
                <a:ea typeface="Calibri" panose="020F0502020204030204" pitchFamily="34" charset="0"/>
                <a:cs typeface="Times New Roman" pitchFamily="18" charset="0"/>
              </a:rPr>
              <a:t>ifjn</a:t>
            </a:r>
            <a:r>
              <a:rPr lang="en-IN" sz="3600" b="1" kern="100" dirty="0">
                <a:latin typeface="DevLys 010" pitchFamily="2" charset="0"/>
                <a:ea typeface="Calibri" panose="020F0502020204030204" pitchFamily="34" charset="0"/>
                <a:cs typeface="Times New Roman" pitchFamily="18" charset="0"/>
              </a:rPr>
              <a:t>`';</a:t>
            </a:r>
            <a:endParaRPr lang="en-IN" sz="3600" dirty="0">
              <a:latin typeface="DevLys 010" pitchFamily="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C21ECCA-8F45-BCDB-5DA6-C7EE9ED221B1}"/>
              </a:ext>
            </a:extLst>
          </p:cNvPr>
          <p:cNvCxnSpPr/>
          <p:nvPr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631E14FA-7555-D684-ABD9-F2A07ED076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4707" y="845059"/>
            <a:ext cx="11772566" cy="5925706"/>
          </a:xfrm>
        </p:spPr>
        <p:txBody>
          <a:bodyPr>
            <a:noAutofit/>
          </a:bodyPr>
          <a:lstStyle/>
          <a:p>
            <a:pPr marL="628650" indent="-628650" algn="just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DevLys 010" pitchFamily="2" charset="0"/>
              </a:rPr>
              <a:t>82 </a:t>
            </a:r>
            <a:r>
              <a:rPr lang="en-US" dirty="0" err="1">
                <a:latin typeface="DevLys 010" pitchFamily="2" charset="0"/>
              </a:rPr>
              <a:t>fofHkUu</a:t>
            </a:r>
            <a:r>
              <a:rPr lang="en-US" dirty="0">
                <a:latin typeface="DevLys 010" pitchFamily="2" charset="0"/>
              </a:rPr>
              <a:t> </a:t>
            </a:r>
            <a:r>
              <a:rPr lang="en-US" dirty="0" err="1">
                <a:latin typeface="DevLys 010" pitchFamily="2" charset="0"/>
              </a:rPr>
              <a:t>izdkj</a:t>
            </a:r>
            <a:r>
              <a:rPr lang="en-US" dirty="0">
                <a:latin typeface="DevLys 010" pitchFamily="2" charset="0"/>
              </a:rPr>
              <a:t> ds [</a:t>
            </a:r>
            <a:r>
              <a:rPr lang="en-US" dirty="0" err="1">
                <a:latin typeface="DevLys 010" pitchFamily="2" charset="0"/>
              </a:rPr>
              <a:t>kfut</a:t>
            </a:r>
            <a:r>
              <a:rPr lang="en-US" dirty="0">
                <a:latin typeface="DevLys 010" pitchFamily="2" charset="0"/>
              </a:rPr>
              <a:t> </a:t>
            </a:r>
            <a:r>
              <a:rPr lang="en-US" dirty="0" err="1">
                <a:latin typeface="DevLys 010" pitchFamily="2" charset="0"/>
              </a:rPr>
              <a:t>miyCèk</a:t>
            </a:r>
            <a:r>
              <a:rPr lang="en-US" dirty="0">
                <a:latin typeface="DevLys 010" pitchFamily="2" charset="0"/>
              </a:rPr>
              <a:t>] 57 [</a:t>
            </a:r>
            <a:r>
              <a:rPr lang="en-US" dirty="0" err="1">
                <a:latin typeface="DevLys 010" pitchFamily="2" charset="0"/>
              </a:rPr>
              <a:t>kfutksa</a:t>
            </a:r>
            <a:r>
              <a:rPr lang="en-US" dirty="0">
                <a:latin typeface="DevLys 010" pitchFamily="2" charset="0"/>
              </a:rPr>
              <a:t> dk </a:t>
            </a:r>
            <a:r>
              <a:rPr lang="en-US" dirty="0" err="1">
                <a:latin typeface="DevLys 010" pitchFamily="2" charset="0"/>
              </a:rPr>
              <a:t>mRiknu</a:t>
            </a:r>
            <a:endParaRPr lang="en-US" dirty="0">
              <a:latin typeface="DevLys 010" pitchFamily="2" charset="0"/>
            </a:endParaRPr>
          </a:p>
          <a:p>
            <a:pPr marL="628650" indent="-628650" algn="just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dirty="0" err="1">
                <a:latin typeface="DevLys 010" pitchFamily="2" charset="0"/>
              </a:rPr>
              <a:t>iz</a:t>
            </a:r>
            <a:r>
              <a:rPr lang="en-US" dirty="0">
                <a:latin typeface="DevLys 010" pitchFamily="2" charset="0"/>
              </a:rPr>
              <a:t>/</a:t>
            </a:r>
            <a:r>
              <a:rPr lang="en-US" dirty="0" err="1">
                <a:latin typeface="DevLys 010" pitchFamily="2" charset="0"/>
              </a:rPr>
              <a:t>kku</a:t>
            </a:r>
            <a:r>
              <a:rPr lang="en-US" dirty="0">
                <a:latin typeface="DevLys 010" pitchFamily="2" charset="0"/>
              </a:rPr>
              <a:t> [</a:t>
            </a:r>
            <a:r>
              <a:rPr lang="en-US" dirty="0" err="1">
                <a:latin typeface="DevLys 010" pitchFamily="2" charset="0"/>
              </a:rPr>
              <a:t>kfut</a:t>
            </a:r>
            <a:r>
              <a:rPr lang="en-US" dirty="0">
                <a:latin typeface="DevLys 010" pitchFamily="2" charset="0"/>
              </a:rPr>
              <a:t> ds 3395] viz/</a:t>
            </a:r>
            <a:r>
              <a:rPr lang="en-US" dirty="0" err="1">
                <a:latin typeface="DevLys 010" pitchFamily="2" charset="0"/>
              </a:rPr>
              <a:t>kku</a:t>
            </a:r>
            <a:r>
              <a:rPr lang="en-US" dirty="0">
                <a:latin typeface="DevLys 010" pitchFamily="2" charset="0"/>
              </a:rPr>
              <a:t> [</a:t>
            </a:r>
            <a:r>
              <a:rPr lang="en-US" dirty="0" err="1">
                <a:latin typeface="DevLys 010" pitchFamily="2" charset="0"/>
              </a:rPr>
              <a:t>kfut</a:t>
            </a:r>
            <a:r>
              <a:rPr lang="en-US" dirty="0">
                <a:latin typeface="DevLys 010" pitchFamily="2" charset="0"/>
              </a:rPr>
              <a:t> ds 13428 [</a:t>
            </a:r>
            <a:r>
              <a:rPr lang="en-US" dirty="0" err="1">
                <a:latin typeface="DevLys 010" pitchFamily="2" charset="0"/>
              </a:rPr>
              <a:t>kuu</a:t>
            </a:r>
            <a:r>
              <a:rPr lang="en-US" dirty="0">
                <a:latin typeface="DevLys 010" pitchFamily="2" charset="0"/>
              </a:rPr>
              <a:t> </a:t>
            </a:r>
            <a:r>
              <a:rPr lang="en-US" dirty="0" err="1">
                <a:latin typeface="DevLys 010" pitchFamily="2" charset="0"/>
              </a:rPr>
              <a:t>iV~Vs</a:t>
            </a:r>
            <a:r>
              <a:rPr lang="en-US" dirty="0">
                <a:latin typeface="DevLys 010" pitchFamily="2" charset="0"/>
              </a:rPr>
              <a:t> ,</a:t>
            </a:r>
            <a:r>
              <a:rPr lang="en-US" dirty="0" err="1">
                <a:latin typeface="DevLys 010" pitchFamily="2" charset="0"/>
              </a:rPr>
              <a:t>oa</a:t>
            </a:r>
            <a:r>
              <a:rPr lang="en-US" dirty="0">
                <a:latin typeface="DevLys 010" pitchFamily="2" charset="0"/>
              </a:rPr>
              <a:t> </a:t>
            </a:r>
            <a:r>
              <a:rPr lang="en-US" dirty="0" err="1">
                <a:latin typeface="DevLys 010" pitchFamily="2" charset="0"/>
              </a:rPr>
              <a:t>Dokjh</a:t>
            </a:r>
            <a:r>
              <a:rPr lang="en-US" dirty="0">
                <a:latin typeface="DevLys 010" pitchFamily="2" charset="0"/>
              </a:rPr>
              <a:t> </a:t>
            </a:r>
            <a:r>
              <a:rPr lang="en-US" dirty="0" err="1">
                <a:latin typeface="DevLys 010" pitchFamily="2" charset="0"/>
              </a:rPr>
              <a:t>ykbZlsal</a:t>
            </a:r>
            <a:r>
              <a:rPr lang="en-US" dirty="0">
                <a:latin typeface="DevLys 010" pitchFamily="2" charset="0"/>
              </a:rPr>
              <a:t> 16508 </a:t>
            </a:r>
            <a:r>
              <a:rPr lang="en-US" dirty="0" err="1">
                <a:latin typeface="DevLys 010" pitchFamily="2" charset="0"/>
              </a:rPr>
              <a:t>izHkkoh</a:t>
            </a:r>
            <a:endParaRPr lang="en-US" dirty="0">
              <a:latin typeface="DevLys 010" pitchFamily="2" charset="0"/>
            </a:endParaRPr>
          </a:p>
          <a:p>
            <a:pPr marL="628650" indent="-628650" algn="just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DevLys 010" pitchFamily="2" charset="0"/>
              </a:rPr>
              <a:t>[</a:t>
            </a:r>
            <a:r>
              <a:rPr lang="en-US" dirty="0" err="1">
                <a:latin typeface="DevLys 010" pitchFamily="2" charset="0"/>
              </a:rPr>
              <a:t>kfut</a:t>
            </a:r>
            <a:r>
              <a:rPr lang="en-US" dirty="0">
                <a:latin typeface="DevLys 010" pitchFamily="2" charset="0"/>
              </a:rPr>
              <a:t> </a:t>
            </a:r>
            <a:r>
              <a:rPr lang="en-US" dirty="0" err="1">
                <a:latin typeface="DevLys 010" pitchFamily="2" charset="0"/>
              </a:rPr>
              <a:t>iksVk'k</a:t>
            </a:r>
            <a:r>
              <a:rPr lang="en-US" dirty="0">
                <a:latin typeface="DevLys 010" pitchFamily="2" charset="0"/>
              </a:rPr>
              <a:t> ds </a:t>
            </a:r>
            <a:r>
              <a:rPr lang="en-US" dirty="0" err="1">
                <a:latin typeface="DevLys 010" pitchFamily="2" charset="0"/>
              </a:rPr>
              <a:t>lokZf</a:t>
            </a:r>
            <a:r>
              <a:rPr lang="en-US" dirty="0">
                <a:latin typeface="DevLys 010" pitchFamily="2" charset="0"/>
              </a:rPr>
              <a:t>/</a:t>
            </a:r>
            <a:r>
              <a:rPr lang="en-US" dirty="0" err="1">
                <a:latin typeface="DevLys 010" pitchFamily="2" charset="0"/>
              </a:rPr>
              <a:t>kd</a:t>
            </a:r>
            <a:r>
              <a:rPr lang="en-US" dirty="0">
                <a:latin typeface="DevLys 010" pitchFamily="2" charset="0"/>
              </a:rPr>
              <a:t> </a:t>
            </a:r>
            <a:r>
              <a:rPr lang="en-US" dirty="0" err="1">
                <a:latin typeface="DevLys 010" pitchFamily="2" charset="0"/>
              </a:rPr>
              <a:t>Hk.Mkj</a:t>
            </a:r>
            <a:r>
              <a:rPr lang="en-US" dirty="0">
                <a:latin typeface="DevLys 010" pitchFamily="2" charset="0"/>
              </a:rPr>
              <a:t> </a:t>
            </a:r>
            <a:r>
              <a:rPr lang="en-US" dirty="0" err="1">
                <a:latin typeface="DevLys 010" pitchFamily="2" charset="0"/>
              </a:rPr>
              <a:t>jkT</a:t>
            </a:r>
            <a:r>
              <a:rPr lang="en-US" dirty="0">
                <a:latin typeface="DevLys 010" pitchFamily="2" charset="0"/>
              </a:rPr>
              <a:t>; </a:t>
            </a:r>
            <a:r>
              <a:rPr lang="en-US" dirty="0" err="1">
                <a:latin typeface="DevLys 010" pitchFamily="2" charset="0"/>
              </a:rPr>
              <a:t>esa</a:t>
            </a:r>
            <a:r>
              <a:rPr lang="en-US" dirty="0">
                <a:latin typeface="DevLys 010" pitchFamily="2" charset="0"/>
              </a:rPr>
              <a:t> </a:t>
            </a:r>
          </a:p>
          <a:p>
            <a:pPr marL="628650" indent="-628650" algn="just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DevLys 010" pitchFamily="2" charset="0"/>
              </a:rPr>
              <a:t>[</a:t>
            </a:r>
            <a:r>
              <a:rPr lang="en-US" dirty="0" err="1">
                <a:latin typeface="DevLys 010" pitchFamily="2" charset="0"/>
              </a:rPr>
              <a:t>kfut</a:t>
            </a:r>
            <a:r>
              <a:rPr lang="en-US" dirty="0">
                <a:latin typeface="DevLys 010" pitchFamily="2" charset="0"/>
              </a:rPr>
              <a:t> </a:t>
            </a:r>
            <a:r>
              <a:rPr lang="en-US" dirty="0" err="1">
                <a:latin typeface="DevLys 010" pitchFamily="2" charset="0"/>
              </a:rPr>
              <a:t>mRiknu</a:t>
            </a:r>
            <a:r>
              <a:rPr lang="en-US" dirty="0">
                <a:latin typeface="DevLys 010" pitchFamily="2" charset="0"/>
              </a:rPr>
              <a:t> ds </a:t>
            </a:r>
            <a:r>
              <a:rPr lang="en-US" dirty="0" err="1">
                <a:latin typeface="DevLys 010" pitchFamily="2" charset="0"/>
              </a:rPr>
              <a:t>ewY</a:t>
            </a:r>
            <a:r>
              <a:rPr lang="en-US" dirty="0">
                <a:latin typeface="DevLys 010" pitchFamily="2" charset="0"/>
              </a:rPr>
              <a:t>; dh </a:t>
            </a:r>
            <a:r>
              <a:rPr lang="en-US" dirty="0" err="1">
                <a:latin typeface="DevLys 010" pitchFamily="2" charset="0"/>
              </a:rPr>
              <a:t>n`f"V</a:t>
            </a:r>
            <a:r>
              <a:rPr lang="en-US" dirty="0">
                <a:latin typeface="DevLys 010" pitchFamily="2" charset="0"/>
              </a:rPr>
              <a:t> </a:t>
            </a:r>
            <a:r>
              <a:rPr lang="en-US" dirty="0" err="1">
                <a:latin typeface="DevLys 010" pitchFamily="2" charset="0"/>
              </a:rPr>
              <a:t>ls</a:t>
            </a:r>
            <a:r>
              <a:rPr lang="en-US" dirty="0">
                <a:latin typeface="DevLys 010" pitchFamily="2" charset="0"/>
              </a:rPr>
              <a:t> </a:t>
            </a:r>
            <a:r>
              <a:rPr lang="en-US" dirty="0" err="1">
                <a:latin typeface="DevLys 010" pitchFamily="2" charset="0"/>
              </a:rPr>
              <a:t>ns’k</a:t>
            </a:r>
            <a:r>
              <a:rPr lang="en-US" dirty="0">
                <a:latin typeface="DevLys 010" pitchFamily="2" charset="0"/>
              </a:rPr>
              <a:t> </a:t>
            </a:r>
            <a:r>
              <a:rPr lang="en-US" dirty="0" err="1">
                <a:latin typeface="DevLys 010" pitchFamily="2" charset="0"/>
              </a:rPr>
              <a:t>esa</a:t>
            </a:r>
            <a:r>
              <a:rPr lang="en-US" dirty="0">
                <a:latin typeface="DevLys 010" pitchFamily="2" charset="0"/>
              </a:rPr>
              <a:t> </a:t>
            </a:r>
            <a:r>
              <a:rPr lang="en-US" dirty="0" err="1">
                <a:latin typeface="DevLys 010" pitchFamily="2" charset="0"/>
              </a:rPr>
              <a:t>rhljk</a:t>
            </a:r>
            <a:r>
              <a:rPr lang="en-US" dirty="0">
                <a:latin typeface="DevLys 010" pitchFamily="2" charset="0"/>
              </a:rPr>
              <a:t> </a:t>
            </a:r>
            <a:r>
              <a:rPr lang="en-US" dirty="0" err="1">
                <a:latin typeface="DevLys 010" pitchFamily="2" charset="0"/>
              </a:rPr>
              <a:t>LFkku</a:t>
            </a:r>
            <a:endParaRPr lang="en-US" dirty="0">
              <a:latin typeface="DevLys 010" pitchFamily="2" charset="0"/>
            </a:endParaRPr>
          </a:p>
          <a:p>
            <a:pPr marL="628650" indent="-628650" algn="just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dirty="0" err="1">
                <a:latin typeface="DevLys 010" pitchFamily="2" charset="0"/>
              </a:rPr>
              <a:t>lhlk</a:t>
            </a:r>
            <a:r>
              <a:rPr lang="en-US" dirty="0">
                <a:latin typeface="DevLys 010" pitchFamily="2" charset="0"/>
              </a:rPr>
              <a:t>] </a:t>
            </a:r>
            <a:r>
              <a:rPr lang="en-US" dirty="0" err="1">
                <a:latin typeface="DevLys 010" pitchFamily="2" charset="0"/>
              </a:rPr>
              <a:t>tLrk</a:t>
            </a:r>
            <a:r>
              <a:rPr lang="en-US" dirty="0">
                <a:latin typeface="DevLys 010" pitchFamily="2" charset="0"/>
              </a:rPr>
              <a:t>] </a:t>
            </a:r>
            <a:r>
              <a:rPr lang="en-US" dirty="0" err="1">
                <a:latin typeface="DevLys 010" pitchFamily="2" charset="0"/>
              </a:rPr>
              <a:t>lsysukbV</a:t>
            </a:r>
            <a:r>
              <a:rPr lang="en-US" dirty="0">
                <a:latin typeface="DevLys 010" pitchFamily="2" charset="0"/>
              </a:rPr>
              <a:t> o </a:t>
            </a:r>
            <a:r>
              <a:rPr lang="en-US" dirty="0" err="1">
                <a:latin typeface="DevLys 010" pitchFamily="2" charset="0"/>
              </a:rPr>
              <a:t>oksysLVksukbV</a:t>
            </a:r>
            <a:r>
              <a:rPr lang="en-US" dirty="0">
                <a:latin typeface="DevLys 010" pitchFamily="2" charset="0"/>
              </a:rPr>
              <a:t> dk ,</a:t>
            </a:r>
            <a:r>
              <a:rPr lang="en-US" dirty="0" err="1">
                <a:latin typeface="DevLys 010" pitchFamily="2" charset="0"/>
              </a:rPr>
              <a:t>dek</a:t>
            </a:r>
            <a:r>
              <a:rPr lang="en-US" dirty="0">
                <a:latin typeface="DevLys 010" pitchFamily="2" charset="0"/>
              </a:rPr>
              <a:t>= </a:t>
            </a:r>
            <a:r>
              <a:rPr lang="en-US" dirty="0" err="1">
                <a:latin typeface="DevLys 010" pitchFamily="2" charset="0"/>
              </a:rPr>
              <a:t>mRiknd</a:t>
            </a:r>
            <a:endParaRPr lang="en-US" dirty="0">
              <a:latin typeface="DevLys 010" pitchFamily="2" charset="0"/>
            </a:endParaRPr>
          </a:p>
          <a:p>
            <a:pPr marL="628650" indent="-628650" algn="just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dirty="0" err="1">
                <a:latin typeface="DevLys 010" pitchFamily="2" charset="0"/>
              </a:rPr>
              <a:t>dSYlkbV</a:t>
            </a:r>
            <a:r>
              <a:rPr lang="en-US" dirty="0">
                <a:latin typeface="DevLys 010" pitchFamily="2" charset="0"/>
              </a:rPr>
              <a:t> ,</a:t>
            </a:r>
            <a:r>
              <a:rPr lang="en-US" dirty="0" err="1">
                <a:latin typeface="DevLys 010" pitchFamily="2" charset="0"/>
              </a:rPr>
              <a:t>oa</a:t>
            </a:r>
            <a:r>
              <a:rPr lang="en-US" dirty="0">
                <a:latin typeface="DevLys 010" pitchFamily="2" charset="0"/>
              </a:rPr>
              <a:t> </a:t>
            </a:r>
            <a:r>
              <a:rPr lang="en-US" dirty="0" err="1">
                <a:latin typeface="DevLys 010" pitchFamily="2" charset="0"/>
              </a:rPr>
              <a:t>ftIle</a:t>
            </a:r>
            <a:r>
              <a:rPr lang="en-US" dirty="0">
                <a:latin typeface="DevLys 010" pitchFamily="2" charset="0"/>
              </a:rPr>
              <a:t> dk </a:t>
            </a:r>
            <a:r>
              <a:rPr lang="en-US" dirty="0" err="1">
                <a:latin typeface="DevLys 010" pitchFamily="2" charset="0"/>
              </a:rPr>
              <a:t>yxHkx</a:t>
            </a:r>
            <a:r>
              <a:rPr lang="en-US" dirty="0">
                <a:latin typeface="DevLys 010" pitchFamily="2" charset="0"/>
              </a:rPr>
              <a:t> </a:t>
            </a:r>
            <a:r>
              <a:rPr lang="en-US" dirty="0" err="1">
                <a:latin typeface="DevLys 010" pitchFamily="2" charset="0"/>
              </a:rPr>
              <a:t>iwjk</a:t>
            </a:r>
            <a:r>
              <a:rPr lang="en-US" dirty="0">
                <a:latin typeface="DevLys 010" pitchFamily="2" charset="0"/>
              </a:rPr>
              <a:t> </a:t>
            </a:r>
            <a:r>
              <a:rPr lang="en-US" dirty="0" err="1">
                <a:latin typeface="DevLys 010" pitchFamily="2" charset="0"/>
              </a:rPr>
              <a:t>mRiknu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dirty="0" err="1">
                <a:latin typeface="DevLys 010" pitchFamily="2" charset="0"/>
              </a:rPr>
              <a:t>pk¡nh</a:t>
            </a:r>
            <a:r>
              <a:rPr lang="en-US" dirty="0">
                <a:latin typeface="DevLys 010" pitchFamily="2" charset="0"/>
              </a:rPr>
              <a:t> o ,l-,e-,l- </a:t>
            </a:r>
            <a:r>
              <a:rPr lang="en-US" dirty="0" err="1">
                <a:latin typeface="DevLys 010" pitchFamily="2" charset="0"/>
              </a:rPr>
              <a:t>xzsM</a:t>
            </a:r>
            <a:r>
              <a:rPr lang="en-US" dirty="0">
                <a:latin typeface="DevLys 010" pitchFamily="2" charset="0"/>
              </a:rPr>
              <a:t> </a:t>
            </a:r>
            <a:r>
              <a:rPr lang="en-US" dirty="0" err="1">
                <a:latin typeface="DevLys 010" pitchFamily="2" charset="0"/>
              </a:rPr>
              <a:t>ykbZeLVksu</a:t>
            </a:r>
            <a:r>
              <a:rPr lang="en-US" dirty="0">
                <a:latin typeface="DevLys 010" pitchFamily="2" charset="0"/>
              </a:rPr>
              <a:t> dk </a:t>
            </a:r>
            <a:r>
              <a:rPr lang="en-US" dirty="0" err="1">
                <a:latin typeface="DevLys 010" pitchFamily="2" charset="0"/>
              </a:rPr>
              <a:t>lcls</a:t>
            </a:r>
            <a:r>
              <a:rPr lang="en-US" dirty="0">
                <a:latin typeface="DevLys 010" pitchFamily="2" charset="0"/>
              </a:rPr>
              <a:t> </a:t>
            </a:r>
          </a:p>
          <a:p>
            <a:pPr marL="0" indent="0" algn="just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dirty="0">
                <a:latin typeface="DevLys 010" pitchFamily="2" charset="0"/>
              </a:rPr>
              <a:t>     </a:t>
            </a:r>
            <a:r>
              <a:rPr lang="en-US" dirty="0" err="1">
                <a:latin typeface="DevLys 010" pitchFamily="2" charset="0"/>
              </a:rPr>
              <a:t>cMk</a:t>
            </a:r>
            <a:r>
              <a:rPr lang="en-US" dirty="0">
                <a:latin typeface="DevLys 010" pitchFamily="2" charset="0"/>
              </a:rPr>
              <a:t> </a:t>
            </a:r>
            <a:r>
              <a:rPr lang="en-US" dirty="0" err="1">
                <a:latin typeface="DevLys 010" pitchFamily="2" charset="0"/>
              </a:rPr>
              <a:t>mRiknd</a:t>
            </a:r>
            <a:r>
              <a:rPr lang="en-US" dirty="0">
                <a:latin typeface="DevLys 010" pitchFamily="2" charset="0"/>
              </a:rPr>
              <a:t> </a:t>
            </a:r>
          </a:p>
          <a:p>
            <a:pPr marL="628650" indent="-628650" algn="just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dirty="0" err="1">
                <a:latin typeface="DevLys 010" pitchFamily="2" charset="0"/>
              </a:rPr>
              <a:t>dPps</a:t>
            </a:r>
            <a:r>
              <a:rPr lang="en-US" dirty="0">
                <a:latin typeface="DevLys 010" pitchFamily="2" charset="0"/>
              </a:rPr>
              <a:t> </a:t>
            </a:r>
            <a:r>
              <a:rPr lang="en-US" dirty="0" err="1">
                <a:latin typeface="DevLys 010" pitchFamily="2" charset="0"/>
              </a:rPr>
              <a:t>rsy</a:t>
            </a:r>
            <a:r>
              <a:rPr lang="en-US" dirty="0">
                <a:latin typeface="DevLys 010" pitchFamily="2" charset="0"/>
              </a:rPr>
              <a:t> ¼vkWQ&amp;'kkssj½ dk </a:t>
            </a:r>
            <a:r>
              <a:rPr lang="en-US" dirty="0" err="1">
                <a:latin typeface="DevLys 010" pitchFamily="2" charset="0"/>
              </a:rPr>
              <a:t>nwljk</a:t>
            </a:r>
            <a:r>
              <a:rPr lang="en-US" dirty="0">
                <a:latin typeface="DevLys 010" pitchFamily="2" charset="0"/>
              </a:rPr>
              <a:t> </a:t>
            </a:r>
            <a:r>
              <a:rPr lang="en-US" dirty="0" err="1">
                <a:latin typeface="DevLys 010" pitchFamily="2" charset="0"/>
              </a:rPr>
              <a:t>lcls</a:t>
            </a:r>
            <a:r>
              <a:rPr lang="en-US" dirty="0">
                <a:latin typeface="DevLys 010" pitchFamily="2" charset="0"/>
              </a:rPr>
              <a:t> </a:t>
            </a:r>
            <a:r>
              <a:rPr lang="en-US" dirty="0" err="1">
                <a:latin typeface="DevLys 010" pitchFamily="2" charset="0"/>
              </a:rPr>
              <a:t>cM+k</a:t>
            </a:r>
            <a:r>
              <a:rPr lang="en-US" dirty="0">
                <a:latin typeface="DevLys 010" pitchFamily="2" charset="0"/>
              </a:rPr>
              <a:t> </a:t>
            </a:r>
            <a:r>
              <a:rPr lang="en-US" dirty="0" err="1">
                <a:latin typeface="DevLys 010" pitchFamily="2" charset="0"/>
              </a:rPr>
              <a:t>mRiknd</a:t>
            </a:r>
            <a:endParaRPr lang="en-US" dirty="0">
              <a:latin typeface="DevLys 010" pitchFamily="2" charset="0"/>
            </a:endParaRPr>
          </a:p>
          <a:p>
            <a:pPr marL="628650" indent="-628650"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endParaRPr lang="en-US" b="1" dirty="0">
              <a:latin typeface="DevLys 01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319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5717D-8FE5-C694-7295-B438CE462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D5C97741-B8A2-B20F-A556-D2AA926883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321" y="126737"/>
            <a:ext cx="9391402" cy="597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Aft>
                <a:spcPts val="1000"/>
              </a:spcAft>
              <a:buNone/>
            </a:pPr>
            <a:r>
              <a:rPr lang="en-US" altLang="en-US" sz="3600" b="1" dirty="0" err="1">
                <a:latin typeface="DevLys 010" pitchFamily="2" charset="0"/>
              </a:rPr>
              <a:t>jktLo</a:t>
            </a:r>
            <a:r>
              <a:rPr lang="en-US" altLang="en-US" sz="3600" b="1" dirty="0">
                <a:latin typeface="DevLys 010" pitchFamily="2" charset="0"/>
              </a:rPr>
              <a:t> ds </a:t>
            </a:r>
            <a:r>
              <a:rPr lang="en-US" altLang="en-US" sz="3600" b="1" dirty="0" err="1">
                <a:latin typeface="DevLys 010" pitchFamily="2" charset="0"/>
              </a:rPr>
              <a:t>izeq</a:t>
            </a:r>
            <a:r>
              <a:rPr lang="en-US" altLang="en-US" sz="3600" b="1" dirty="0">
                <a:latin typeface="DevLys 010" pitchFamily="2" charset="0"/>
              </a:rPr>
              <a:t>[k L=</a:t>
            </a:r>
            <a:r>
              <a:rPr lang="en-US" altLang="en-US" sz="3600" b="1" dirty="0" err="1">
                <a:latin typeface="DevLys 010" pitchFamily="2" charset="0"/>
              </a:rPr>
              <a:t>ksr</a:t>
            </a:r>
            <a:r>
              <a:rPr lang="en-US" altLang="en-US" sz="3600" b="1" dirty="0">
                <a:latin typeface="DevLys 010" pitchFamily="2" charset="0"/>
              </a:rPr>
              <a:t> </a:t>
            </a:r>
            <a:r>
              <a:rPr lang="en-US" altLang="en-US" sz="3600" dirty="0">
                <a:latin typeface="+mj-lt"/>
                <a:ea typeface="Cambria" panose="02040503050406030204" pitchFamily="18" charset="0"/>
              </a:rPr>
              <a:t>(1/2)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750F273-C2E4-CD98-99CD-64EB163CE6BC}"/>
              </a:ext>
            </a:extLst>
          </p:cNvPr>
          <p:cNvCxnSpPr/>
          <p:nvPr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3D37F74-DCE5-D139-F8A6-BDCCA2E34300}"/>
              </a:ext>
            </a:extLst>
          </p:cNvPr>
          <p:cNvSpPr txBox="1"/>
          <p:nvPr/>
        </p:nvSpPr>
        <p:spPr>
          <a:xfrm>
            <a:off x="10646835" y="76214"/>
            <a:ext cx="14211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err="1">
                <a:latin typeface="DevLys 010" pitchFamily="2" charset="0"/>
              </a:rPr>
              <a:t>o"kZ</a:t>
            </a:r>
            <a:r>
              <a:rPr lang="en-US" sz="2000" b="1" dirty="0">
                <a:latin typeface="DevLys 010" pitchFamily="2" charset="0"/>
              </a:rPr>
              <a:t> 2025&amp;26</a:t>
            </a:r>
          </a:p>
          <a:p>
            <a:pPr algn="ctr"/>
            <a:r>
              <a:rPr lang="en-US" sz="1600" b="1" dirty="0">
                <a:latin typeface="+mj-lt"/>
              </a:rPr>
              <a:t>(in Cr.)</a:t>
            </a:r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2389466A-BC2F-5B8F-EBB1-96B4A02E757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68158381"/>
              </p:ext>
            </p:extLst>
          </p:nvPr>
        </p:nvGraphicFramePr>
        <p:xfrm>
          <a:off x="455364" y="922248"/>
          <a:ext cx="11281272" cy="51779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520103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B43A6-9891-A304-B6F7-9994676A8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C4CC0218-A8C8-35FB-F6EB-3595310CED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21" y="114845"/>
            <a:ext cx="9391402" cy="597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Aft>
                <a:spcPts val="1000"/>
              </a:spcAft>
              <a:buNone/>
            </a:pPr>
            <a:r>
              <a:rPr lang="en-US" altLang="en-US" sz="3600" b="1" dirty="0" err="1">
                <a:latin typeface="DevLys 010" pitchFamily="2" charset="0"/>
              </a:rPr>
              <a:t>jktLo</a:t>
            </a:r>
            <a:r>
              <a:rPr lang="en-US" altLang="en-US" sz="3600" b="1" dirty="0">
                <a:latin typeface="DevLys 010" pitchFamily="2" charset="0"/>
              </a:rPr>
              <a:t> ds </a:t>
            </a:r>
            <a:r>
              <a:rPr lang="en-US" altLang="en-US" sz="3600" b="1" dirty="0" err="1">
                <a:latin typeface="DevLys 010" pitchFamily="2" charset="0"/>
              </a:rPr>
              <a:t>izeq</a:t>
            </a:r>
            <a:r>
              <a:rPr lang="en-US" altLang="en-US" sz="3600" b="1" dirty="0">
                <a:latin typeface="DevLys 010" pitchFamily="2" charset="0"/>
              </a:rPr>
              <a:t>[k L=</a:t>
            </a:r>
            <a:r>
              <a:rPr lang="en-US" altLang="en-US" sz="3600" b="1" dirty="0" err="1">
                <a:latin typeface="DevLys 010" pitchFamily="2" charset="0"/>
              </a:rPr>
              <a:t>ksr</a:t>
            </a:r>
            <a:r>
              <a:rPr lang="en-US" altLang="en-US" sz="3600" b="1" dirty="0">
                <a:latin typeface="DevLys 010" pitchFamily="2" charset="0"/>
              </a:rPr>
              <a:t> </a:t>
            </a:r>
            <a:r>
              <a:rPr lang="en-US" altLang="en-US" sz="3600" dirty="0">
                <a:ea typeface="Cambria" panose="02040503050406030204" pitchFamily="18" charset="0"/>
              </a:rPr>
              <a:t>(2/2)</a:t>
            </a:r>
            <a:endParaRPr lang="en-US" altLang="en-US" sz="3600" b="1" dirty="0">
              <a:latin typeface="DevLys 010" pitchFamily="2" charset="0"/>
            </a:endParaRP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C60FEB59-4D2C-E386-B18E-330ADAE9F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0763" y="5169769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F78ADD-73C9-4183-AFDA-6039D928B4EE}" type="slidenum">
              <a:rPr kumimoji="0" lang="en-I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I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7CAFC20-8700-D111-5B80-DC5A7799D51E}"/>
              </a:ext>
            </a:extLst>
          </p:cNvPr>
          <p:cNvCxnSpPr/>
          <p:nvPr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121E4445-42CA-688F-4FA2-A26A325E26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54328850"/>
              </p:ext>
            </p:extLst>
          </p:nvPr>
        </p:nvGraphicFramePr>
        <p:xfrm>
          <a:off x="446314" y="1170215"/>
          <a:ext cx="5627914" cy="51870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91238C59-350F-0A58-0AED-F3942A6A66D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47965078"/>
              </p:ext>
            </p:extLst>
          </p:nvPr>
        </p:nvGraphicFramePr>
        <p:xfrm>
          <a:off x="6198840" y="1170215"/>
          <a:ext cx="5525074" cy="51870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3904A79D-7711-AB14-BC68-B730348E4FD9}"/>
              </a:ext>
            </a:extLst>
          </p:cNvPr>
          <p:cNvSpPr txBox="1"/>
          <p:nvPr/>
        </p:nvSpPr>
        <p:spPr>
          <a:xfrm>
            <a:off x="10632279" y="111493"/>
            <a:ext cx="14211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err="1">
                <a:latin typeface="DevLys 010" pitchFamily="2" charset="0"/>
              </a:rPr>
              <a:t>o"kZ</a:t>
            </a:r>
            <a:r>
              <a:rPr lang="en-US" sz="2000" b="1" dirty="0">
                <a:latin typeface="DevLys 010" pitchFamily="2" charset="0"/>
              </a:rPr>
              <a:t> 2025&amp;26</a:t>
            </a:r>
          </a:p>
          <a:p>
            <a:pPr algn="ctr"/>
            <a:r>
              <a:rPr lang="en-US" sz="1600" b="1" dirty="0">
                <a:latin typeface="+mj-lt"/>
              </a:rPr>
              <a:t>(in Cr.)</a:t>
            </a:r>
          </a:p>
        </p:txBody>
      </p:sp>
    </p:spTree>
    <p:extLst>
      <p:ext uri="{BB962C8B-B14F-4D97-AF65-F5344CB8AC3E}">
        <p14:creationId xmlns:p14="http://schemas.microsoft.com/office/powerpoint/2010/main" val="19812511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CE562-5E78-B1B2-1B7D-73EA58EE2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5FF624ED-984A-4EFA-3B79-FF0088C6F3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" y="106646"/>
            <a:ext cx="11714795" cy="597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Aft>
                <a:spcPts val="1000"/>
              </a:spcAft>
              <a:buNone/>
            </a:pPr>
            <a:r>
              <a:rPr lang="en-US" altLang="en-US" sz="3600" b="1" dirty="0" err="1">
                <a:latin typeface="DevLys 010" pitchFamily="2" charset="0"/>
              </a:rPr>
              <a:t>xr</a:t>
            </a:r>
            <a:r>
              <a:rPr lang="en-US" altLang="en-US" sz="3600" b="1" dirty="0">
                <a:latin typeface="DevLys 010" pitchFamily="2" charset="0"/>
              </a:rPr>
              <a:t> </a:t>
            </a:r>
            <a:r>
              <a:rPr lang="en-US" altLang="en-US" sz="3600" b="1" dirty="0" err="1">
                <a:latin typeface="DevLys 010" pitchFamily="2" charset="0"/>
              </a:rPr>
              <a:t>rhu</a:t>
            </a:r>
            <a:r>
              <a:rPr lang="en-US" altLang="en-US" sz="3600" b="1" dirty="0">
                <a:latin typeface="DevLys 010" pitchFamily="2" charset="0"/>
              </a:rPr>
              <a:t> </a:t>
            </a:r>
            <a:r>
              <a:rPr lang="en-US" altLang="en-US" sz="3600" b="1" dirty="0" err="1">
                <a:latin typeface="DevLys 010" pitchFamily="2" charset="0"/>
              </a:rPr>
              <a:t>o"kksZa</a:t>
            </a:r>
            <a:r>
              <a:rPr lang="en-US" altLang="en-US" sz="3600" b="1" dirty="0">
                <a:latin typeface="DevLys 010" pitchFamily="2" charset="0"/>
              </a:rPr>
              <a:t> dh </a:t>
            </a:r>
            <a:r>
              <a:rPr lang="en-US" altLang="en-US" sz="3600" b="1" dirty="0" err="1">
                <a:latin typeface="DevLys 010" pitchFamily="2" charset="0"/>
              </a:rPr>
              <a:t>ekgokj</a:t>
            </a:r>
            <a:r>
              <a:rPr lang="en-US" altLang="en-US" sz="3600" b="1" dirty="0">
                <a:latin typeface="DevLys 010" pitchFamily="2" charset="0"/>
              </a:rPr>
              <a:t> </a:t>
            </a:r>
            <a:r>
              <a:rPr lang="en-US" altLang="en-US" sz="3600" b="1" dirty="0" err="1">
                <a:latin typeface="DevLys 010" pitchFamily="2" charset="0"/>
              </a:rPr>
              <a:t>jktLo</a:t>
            </a:r>
            <a:r>
              <a:rPr lang="en-US" altLang="en-US" sz="3600" b="1" dirty="0">
                <a:latin typeface="DevLys 010" pitchFamily="2" charset="0"/>
              </a:rPr>
              <a:t> </a:t>
            </a:r>
            <a:r>
              <a:rPr lang="en-US" altLang="en-US" sz="3600" b="1" dirty="0" err="1">
                <a:latin typeface="DevLys 010" pitchFamily="2" charset="0"/>
              </a:rPr>
              <a:t>izkfIr</a:t>
            </a:r>
            <a:r>
              <a:rPr lang="en-US" altLang="en-US" sz="3600" b="1" dirty="0">
                <a:latin typeface="DevLys 010" pitchFamily="2" charset="0"/>
              </a:rPr>
              <a:t> dh </a:t>
            </a:r>
            <a:r>
              <a:rPr lang="en-US" altLang="en-US" sz="3600" b="1" dirty="0" err="1">
                <a:latin typeface="DevLys 010" pitchFamily="2" charset="0"/>
              </a:rPr>
              <a:t>rqyukRed</a:t>
            </a:r>
            <a:r>
              <a:rPr lang="en-US" altLang="en-US" sz="3600" b="1" dirty="0">
                <a:latin typeface="DevLys 010" pitchFamily="2" charset="0"/>
              </a:rPr>
              <a:t> </a:t>
            </a:r>
            <a:r>
              <a:rPr lang="en-US" altLang="en-US" sz="3600" b="1" dirty="0" err="1">
                <a:latin typeface="DevLys 010" pitchFamily="2" charset="0"/>
              </a:rPr>
              <a:t>fLFkfr</a:t>
            </a:r>
            <a:r>
              <a:rPr lang="en-US" altLang="en-US" sz="3600" b="1" dirty="0">
                <a:latin typeface="DevLys 010" pitchFamily="2" charset="0"/>
              </a:rPr>
              <a:t> </a:t>
            </a:r>
            <a:r>
              <a:rPr lang="en-US" altLang="en-US" sz="3000" b="1" dirty="0">
                <a:latin typeface="+mj-lt"/>
              </a:rPr>
              <a:t>(in Cr. )</a:t>
            </a: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EE291648-E522-E79C-ECE2-8D97227D1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0763" y="5169769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F78ADD-73C9-4183-AFDA-6039D928B4EE}" type="slidenum">
              <a:rPr kumimoji="0" lang="en-I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I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9144A20-083C-82C6-7FAE-0C2D99EADD77}"/>
              </a:ext>
            </a:extLst>
          </p:cNvPr>
          <p:cNvCxnSpPr/>
          <p:nvPr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Content Placeholder 3">
            <a:extLst>
              <a:ext uri="{FF2B5EF4-FFF2-40B4-BE49-F238E27FC236}">
                <a16:creationId xmlns:a16="http://schemas.microsoft.com/office/drawing/2014/main" id="{E6C61B98-3FD3-11F6-BB27-938DF53B92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01803193"/>
              </p:ext>
            </p:extLst>
          </p:nvPr>
        </p:nvGraphicFramePr>
        <p:xfrm>
          <a:off x="457201" y="1152334"/>
          <a:ext cx="11257594" cy="5204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5819929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2972C-6459-EC65-E4D6-B93B59D9D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50048612-E188-A731-0A91-92511C9FDF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" y="106646"/>
            <a:ext cx="11714795" cy="597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Aft>
                <a:spcPts val="1000"/>
              </a:spcAft>
              <a:buNone/>
            </a:pPr>
            <a:r>
              <a:rPr lang="en-US" altLang="en-US" sz="3600" b="1" dirty="0" err="1">
                <a:latin typeface="DevLys 010" pitchFamily="2" charset="0"/>
              </a:rPr>
              <a:t>xr</a:t>
            </a:r>
            <a:r>
              <a:rPr lang="en-US" altLang="en-US" sz="3600" b="1" dirty="0">
                <a:latin typeface="DevLys 010" pitchFamily="2" charset="0"/>
              </a:rPr>
              <a:t> </a:t>
            </a:r>
            <a:r>
              <a:rPr lang="en-US" altLang="en-US" sz="3600" b="1" dirty="0" err="1">
                <a:latin typeface="DevLys 010" pitchFamily="2" charset="0"/>
              </a:rPr>
              <a:t>rhu</a:t>
            </a:r>
            <a:r>
              <a:rPr lang="en-US" altLang="en-US" sz="3600" b="1" dirty="0">
                <a:latin typeface="DevLys 010" pitchFamily="2" charset="0"/>
              </a:rPr>
              <a:t> </a:t>
            </a:r>
            <a:r>
              <a:rPr lang="en-US" altLang="en-US" sz="3600" b="1" dirty="0" err="1">
                <a:latin typeface="DevLys 010" pitchFamily="2" charset="0"/>
              </a:rPr>
              <a:t>o"kksZa</a:t>
            </a:r>
            <a:r>
              <a:rPr lang="en-US" altLang="en-US" sz="3600" b="1" dirty="0">
                <a:latin typeface="DevLys 010" pitchFamily="2" charset="0"/>
              </a:rPr>
              <a:t> dh </a:t>
            </a:r>
            <a:r>
              <a:rPr lang="en-US" altLang="en-US" sz="3600" b="1" dirty="0" err="1">
                <a:latin typeface="DevLys 010" pitchFamily="2" charset="0"/>
              </a:rPr>
              <a:t>ekgokj</a:t>
            </a:r>
            <a:r>
              <a:rPr lang="en-US" altLang="en-US" sz="3600" b="1" dirty="0">
                <a:latin typeface="DevLys 010" pitchFamily="2" charset="0"/>
              </a:rPr>
              <a:t> </a:t>
            </a:r>
            <a:r>
              <a:rPr lang="en-US" altLang="en-US" sz="3600" b="1" dirty="0" err="1">
                <a:latin typeface="DevLys 010" pitchFamily="2" charset="0"/>
              </a:rPr>
              <a:t>jktLo</a:t>
            </a:r>
            <a:r>
              <a:rPr lang="en-US" altLang="en-US" sz="3600" b="1" dirty="0">
                <a:latin typeface="DevLys 010" pitchFamily="2" charset="0"/>
              </a:rPr>
              <a:t> </a:t>
            </a:r>
            <a:r>
              <a:rPr lang="en-US" altLang="en-US" sz="3600" b="1" dirty="0" err="1">
                <a:latin typeface="DevLys 010" pitchFamily="2" charset="0"/>
              </a:rPr>
              <a:t>izkfIr</a:t>
            </a:r>
            <a:r>
              <a:rPr lang="en-US" altLang="en-US" sz="3600" b="1" dirty="0">
                <a:latin typeface="DevLys 010" pitchFamily="2" charset="0"/>
              </a:rPr>
              <a:t> dh </a:t>
            </a:r>
            <a:r>
              <a:rPr lang="en-US" altLang="en-US" sz="3600" b="1" dirty="0" err="1">
                <a:latin typeface="DevLys 010" pitchFamily="2" charset="0"/>
              </a:rPr>
              <a:t>rqyukRed</a:t>
            </a:r>
            <a:r>
              <a:rPr lang="en-US" altLang="en-US" sz="3600" b="1" dirty="0">
                <a:latin typeface="DevLys 010" pitchFamily="2" charset="0"/>
              </a:rPr>
              <a:t> </a:t>
            </a:r>
            <a:r>
              <a:rPr lang="en-US" altLang="en-US" sz="3600" b="1" dirty="0" err="1">
                <a:latin typeface="DevLys 010" pitchFamily="2" charset="0"/>
              </a:rPr>
              <a:t>fLFkfr</a:t>
            </a:r>
            <a:r>
              <a:rPr lang="en-US" altLang="en-US" sz="3600" b="1" dirty="0">
                <a:latin typeface="DevLys 010" pitchFamily="2" charset="0"/>
              </a:rPr>
              <a:t> </a:t>
            </a:r>
            <a:r>
              <a:rPr lang="en-US" altLang="en-US" sz="3000" b="1" dirty="0">
                <a:latin typeface="+mj-lt"/>
              </a:rPr>
              <a:t>(in Cr. )</a:t>
            </a: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0AE79895-0B20-09D4-8F33-34B871BEF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0763" y="5169769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F78ADD-73C9-4183-AFDA-6039D928B4EE}" type="slidenum">
              <a:rPr kumimoji="0" lang="en-I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I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766235A-E8EE-1BD5-656C-F8D8ACEEB585}"/>
              </a:ext>
            </a:extLst>
          </p:cNvPr>
          <p:cNvCxnSpPr/>
          <p:nvPr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D4B529FC-5611-344F-185A-F2AA4E5EF71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97872223"/>
              </p:ext>
            </p:extLst>
          </p:nvPr>
        </p:nvGraphicFramePr>
        <p:xfrm>
          <a:off x="385378" y="983426"/>
          <a:ext cx="11329416" cy="54041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5892906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47255-9E38-2DB9-4404-7659219E3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alculating Revenue Lost from Missed Leads | Expert Tips">
            <a:extLst>
              <a:ext uri="{FF2B5EF4-FFF2-40B4-BE49-F238E27FC236}">
                <a16:creationId xmlns:a16="http://schemas.microsoft.com/office/drawing/2014/main" id="{4D962732-43AB-D63D-B695-C53A83B1D2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2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7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2">
            <a:extLst>
              <a:ext uri="{FF2B5EF4-FFF2-40B4-BE49-F238E27FC236}">
                <a16:creationId xmlns:a16="http://schemas.microsoft.com/office/drawing/2014/main" id="{8162215D-2ECB-9C17-5373-2A6ECB76E2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123" y="72300"/>
            <a:ext cx="9391402" cy="595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Aft>
                <a:spcPts val="1000"/>
              </a:spcAft>
              <a:buNone/>
            </a:pPr>
            <a:r>
              <a:rPr lang="en-US" sz="3600" b="1" dirty="0" err="1">
                <a:latin typeface="DevLys 010" pitchFamily="2" charset="0"/>
              </a:rPr>
              <a:t>xr</a:t>
            </a:r>
            <a:r>
              <a:rPr lang="en-US" sz="3600" b="1" dirty="0">
                <a:latin typeface="DevLys 010" pitchFamily="2" charset="0"/>
              </a:rPr>
              <a:t> </a:t>
            </a:r>
            <a:r>
              <a:rPr lang="en-US" sz="3600" b="1" dirty="0" err="1">
                <a:latin typeface="DevLys 010" pitchFamily="2" charset="0"/>
              </a:rPr>
              <a:t>foRrh</a:t>
            </a:r>
            <a:r>
              <a:rPr lang="en-US" sz="3600" b="1" dirty="0">
                <a:latin typeface="DevLys 010" pitchFamily="2" charset="0"/>
              </a:rPr>
              <a:t>; </a:t>
            </a:r>
            <a:r>
              <a:rPr lang="en-US" sz="3600" b="1" dirty="0" err="1">
                <a:latin typeface="DevLys 010" pitchFamily="2" charset="0"/>
              </a:rPr>
              <a:t>o"kZ</a:t>
            </a:r>
            <a:r>
              <a:rPr lang="en-US" sz="3600" b="1" dirty="0">
                <a:latin typeface="DevLys 010" pitchFamily="2" charset="0"/>
              </a:rPr>
              <a:t> </a:t>
            </a:r>
            <a:r>
              <a:rPr lang="en-US" sz="3600" b="1" dirty="0" err="1">
                <a:latin typeface="DevLys 010" pitchFamily="2" charset="0"/>
              </a:rPr>
              <a:t>esa</a:t>
            </a:r>
            <a:r>
              <a:rPr lang="en-US" sz="3600" b="1" dirty="0">
                <a:latin typeface="DevLys 010" pitchFamily="2" charset="0"/>
              </a:rPr>
              <a:t> de </a:t>
            </a:r>
            <a:r>
              <a:rPr lang="en-US" sz="3600" b="1" dirty="0" err="1">
                <a:latin typeface="DevLys 010" pitchFamily="2" charset="0"/>
              </a:rPr>
              <a:t>jktLo</a:t>
            </a:r>
            <a:r>
              <a:rPr lang="en-US" sz="3600" b="1" dirty="0">
                <a:latin typeface="DevLys 010" pitchFamily="2" charset="0"/>
              </a:rPr>
              <a:t> </a:t>
            </a:r>
            <a:r>
              <a:rPr lang="en-US" sz="3600" b="1" dirty="0" err="1">
                <a:latin typeface="DevLys 010" pitchFamily="2" charset="0"/>
              </a:rPr>
              <a:t>izkfIr</a:t>
            </a:r>
            <a:r>
              <a:rPr lang="en-US" sz="3600" b="1" dirty="0">
                <a:latin typeface="DevLys 010" pitchFamily="2" charset="0"/>
              </a:rPr>
              <a:t> ds </a:t>
            </a:r>
            <a:r>
              <a:rPr lang="en-US" sz="3600" b="1" dirty="0" err="1">
                <a:latin typeface="DevLys 010" pitchFamily="2" charset="0"/>
              </a:rPr>
              <a:t>dkj.k</a:t>
            </a:r>
            <a:endParaRPr lang="en-US" sz="3600" b="1" dirty="0">
              <a:latin typeface="Kruti Dev 010" pitchFamily="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EE57BC2-EC6B-EA41-F1A1-06B3A737ADE0}"/>
              </a:ext>
            </a:extLst>
          </p:cNvPr>
          <p:cNvCxnSpPr/>
          <p:nvPr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D506739-84CF-4466-134F-A9C0BE1464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9265" y="848186"/>
            <a:ext cx="11751136" cy="5679077"/>
          </a:xfrm>
        </p:spPr>
        <p:txBody>
          <a:bodyPr>
            <a:noAutofit/>
          </a:bodyPr>
          <a:lstStyle/>
          <a:p>
            <a:pPr marL="630238" indent="-630238" algn="just">
              <a:lnSpc>
                <a:spcPct val="20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 err="1">
                <a:latin typeface="DevLys 010" pitchFamily="2" charset="0"/>
              </a:rPr>
              <a:t>vjkoyh</a:t>
            </a:r>
            <a:r>
              <a:rPr lang="en-US" dirty="0">
                <a:latin typeface="DevLys 010" pitchFamily="2" charset="0"/>
              </a:rPr>
              <a:t> </a:t>
            </a:r>
            <a:r>
              <a:rPr lang="en-US" dirty="0" err="1">
                <a:latin typeface="DevLys 010" pitchFamily="2" charset="0"/>
              </a:rPr>
              <a:t>fgYl</a:t>
            </a:r>
            <a:r>
              <a:rPr lang="en-US" dirty="0">
                <a:latin typeface="DevLys 010" pitchFamily="2" charset="0"/>
              </a:rPr>
              <a:t> </a:t>
            </a:r>
            <a:r>
              <a:rPr lang="en-US" dirty="0" err="1">
                <a:latin typeface="DevLys 010" pitchFamily="2" charset="0"/>
              </a:rPr>
              <a:t>jsat</a:t>
            </a:r>
            <a:r>
              <a:rPr lang="en-US" dirty="0">
                <a:latin typeface="DevLys 010" pitchFamily="2" charset="0"/>
              </a:rPr>
              <a:t> ds 20 </a:t>
            </a:r>
            <a:r>
              <a:rPr lang="en-US" dirty="0" err="1">
                <a:latin typeface="DevLys 010" pitchFamily="2" charset="0"/>
              </a:rPr>
              <a:t>ftyksa</a:t>
            </a:r>
            <a:r>
              <a:rPr lang="en-US" dirty="0">
                <a:latin typeface="DevLys 010" pitchFamily="2" charset="0"/>
              </a:rPr>
              <a:t> </a:t>
            </a:r>
            <a:r>
              <a:rPr lang="en-US" dirty="0" err="1">
                <a:latin typeface="DevLys 010" pitchFamily="2" charset="0"/>
              </a:rPr>
              <a:t>esa</a:t>
            </a:r>
            <a:r>
              <a:rPr lang="en-US" dirty="0">
                <a:latin typeface="DevLys 010" pitchFamily="2" charset="0"/>
              </a:rPr>
              <a:t> </a:t>
            </a:r>
            <a:r>
              <a:rPr lang="en-US" dirty="0" err="1">
                <a:latin typeface="DevLys 010" pitchFamily="2" charset="0"/>
              </a:rPr>
              <a:t>uhykeh@vkoaVu</a:t>
            </a:r>
            <a:r>
              <a:rPr lang="en-US" dirty="0">
                <a:latin typeface="DevLys 010" pitchFamily="2" charset="0"/>
              </a:rPr>
              <a:t> </a:t>
            </a:r>
            <a:r>
              <a:rPr lang="en-US" dirty="0" err="1">
                <a:latin typeface="DevLys 010" pitchFamily="2" charset="0"/>
              </a:rPr>
              <a:t>ij</a:t>
            </a:r>
            <a:r>
              <a:rPr lang="en-US" dirty="0">
                <a:latin typeface="DevLys 010" pitchFamily="2" charset="0"/>
              </a:rPr>
              <a:t> </a:t>
            </a:r>
            <a:r>
              <a:rPr lang="en-US" dirty="0" err="1">
                <a:latin typeface="DevLys 010" pitchFamily="2" charset="0"/>
              </a:rPr>
              <a:t>jksd</a:t>
            </a:r>
            <a:r>
              <a:rPr lang="en-US" dirty="0">
                <a:latin typeface="DevLys 010" pitchFamily="2" charset="0"/>
              </a:rPr>
              <a:t> </a:t>
            </a:r>
          </a:p>
          <a:p>
            <a:pPr marL="630238" indent="-630238" algn="just">
              <a:lnSpc>
                <a:spcPct val="20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 err="1">
                <a:latin typeface="DevLys 010" pitchFamily="2" charset="0"/>
              </a:rPr>
              <a:t>cukl</a:t>
            </a:r>
            <a:r>
              <a:rPr lang="en-US" dirty="0">
                <a:latin typeface="DevLys 010" pitchFamily="2" charset="0"/>
              </a:rPr>
              <a:t> unh ds 4 </a:t>
            </a:r>
            <a:r>
              <a:rPr lang="en-US" dirty="0" err="1">
                <a:latin typeface="DevLys 010" pitchFamily="2" charset="0"/>
              </a:rPr>
              <a:t>ftyksa</a:t>
            </a:r>
            <a:r>
              <a:rPr lang="en-US" dirty="0">
                <a:latin typeface="DevLys 010" pitchFamily="2" charset="0"/>
              </a:rPr>
              <a:t> ¼HkhyokM+k] </a:t>
            </a:r>
            <a:r>
              <a:rPr lang="en-US" dirty="0" err="1">
                <a:latin typeface="DevLys 010" pitchFamily="2" charset="0"/>
              </a:rPr>
              <a:t>vtesj</a:t>
            </a:r>
            <a:r>
              <a:rPr lang="en-US" dirty="0">
                <a:latin typeface="DevLys 010" pitchFamily="2" charset="0"/>
              </a:rPr>
              <a:t>] </a:t>
            </a:r>
            <a:r>
              <a:rPr lang="en-US" dirty="0" err="1">
                <a:latin typeface="DevLys 010" pitchFamily="2" charset="0"/>
              </a:rPr>
              <a:t>Vksad</a:t>
            </a:r>
            <a:r>
              <a:rPr lang="en-US" dirty="0">
                <a:latin typeface="DevLys 010" pitchFamily="2" charset="0"/>
              </a:rPr>
              <a:t> o </a:t>
            </a:r>
            <a:r>
              <a:rPr lang="en-US" dirty="0" err="1">
                <a:latin typeface="DevLys 010" pitchFamily="2" charset="0"/>
              </a:rPr>
              <a:t>lokbZek</a:t>
            </a:r>
            <a:r>
              <a:rPr lang="en-US" dirty="0">
                <a:latin typeface="DevLys 010" pitchFamily="2" charset="0"/>
              </a:rPr>
              <a:t>/kksiqj½ ds 93 </a:t>
            </a:r>
            <a:r>
              <a:rPr lang="en-US" dirty="0" err="1">
                <a:latin typeface="DevLys 010" pitchFamily="2" charset="0"/>
              </a:rPr>
              <a:t>IykWV~l</a:t>
            </a:r>
            <a:r>
              <a:rPr lang="en-US" dirty="0">
                <a:latin typeface="DevLys 010" pitchFamily="2" charset="0"/>
              </a:rPr>
              <a:t> dh </a:t>
            </a:r>
            <a:r>
              <a:rPr lang="en-US" dirty="0" err="1">
                <a:latin typeface="DevLys 010" pitchFamily="2" charset="0"/>
              </a:rPr>
              <a:t>uhykeh</a:t>
            </a:r>
            <a:r>
              <a:rPr lang="en-US" dirty="0">
                <a:latin typeface="DevLys 010" pitchFamily="2" charset="0"/>
              </a:rPr>
              <a:t>] ,</a:t>
            </a:r>
            <a:r>
              <a:rPr lang="en-US" dirty="0" err="1">
                <a:latin typeface="DevLys 010" pitchFamily="2" charset="0"/>
              </a:rPr>
              <a:t>yvksvkbZ</a:t>
            </a:r>
            <a:r>
              <a:rPr lang="en-US" dirty="0">
                <a:latin typeface="DevLys 010" pitchFamily="2" charset="0"/>
              </a:rPr>
              <a:t> o </a:t>
            </a:r>
            <a:r>
              <a:rPr lang="en-US" dirty="0" err="1">
                <a:latin typeface="DevLys 010" pitchFamily="2" charset="0"/>
              </a:rPr>
              <a:t>vkoafVr</a:t>
            </a:r>
            <a:r>
              <a:rPr lang="en-US" dirty="0">
                <a:latin typeface="DevLys 010" pitchFamily="2" charset="0"/>
              </a:rPr>
              <a:t> </a:t>
            </a:r>
            <a:r>
              <a:rPr lang="en-US" dirty="0" err="1">
                <a:latin typeface="DevLys 010" pitchFamily="2" charset="0"/>
              </a:rPr>
              <a:t>yhtksa</a:t>
            </a:r>
            <a:r>
              <a:rPr lang="en-US" dirty="0">
                <a:latin typeface="DevLys 010" pitchFamily="2" charset="0"/>
              </a:rPr>
              <a:t> </a:t>
            </a:r>
            <a:r>
              <a:rPr lang="en-US" dirty="0" err="1">
                <a:latin typeface="DevLys 010" pitchFamily="2" charset="0"/>
              </a:rPr>
              <a:t>dks</a:t>
            </a:r>
            <a:r>
              <a:rPr lang="en-US" dirty="0">
                <a:latin typeface="DevLys 010" pitchFamily="2" charset="0"/>
              </a:rPr>
              <a:t> </a:t>
            </a:r>
            <a:r>
              <a:rPr lang="en-US" dirty="0" err="1">
                <a:latin typeface="DevLys 010" pitchFamily="2" charset="0"/>
              </a:rPr>
              <a:t>ek</a:t>
            </a:r>
            <a:r>
              <a:rPr lang="en-US" dirty="0">
                <a:latin typeface="DevLys 010" pitchFamily="2" charset="0"/>
              </a:rPr>
              <a:t>- </a:t>
            </a:r>
            <a:r>
              <a:rPr lang="en-US" dirty="0" err="1">
                <a:latin typeface="DevLys 010" pitchFamily="2" charset="0"/>
              </a:rPr>
              <a:t>mPp</a:t>
            </a:r>
            <a:r>
              <a:rPr lang="en-US" dirty="0">
                <a:latin typeface="DevLys 010" pitchFamily="2" charset="0"/>
              </a:rPr>
              <a:t> </a:t>
            </a:r>
            <a:r>
              <a:rPr lang="en-US" dirty="0" err="1">
                <a:latin typeface="DevLys 010" pitchFamily="2" charset="0"/>
              </a:rPr>
              <a:t>U;k;ky</a:t>
            </a:r>
            <a:r>
              <a:rPr lang="en-US" dirty="0">
                <a:latin typeface="DevLys 010" pitchFamily="2" charset="0"/>
              </a:rPr>
              <a:t>; }</a:t>
            </a:r>
            <a:r>
              <a:rPr lang="en-US" dirty="0" err="1">
                <a:latin typeface="DevLys 010" pitchFamily="2" charset="0"/>
              </a:rPr>
              <a:t>kjk</a:t>
            </a:r>
            <a:r>
              <a:rPr lang="en-US" dirty="0">
                <a:latin typeface="DevLys 010" pitchFamily="2" charset="0"/>
              </a:rPr>
              <a:t> </a:t>
            </a:r>
            <a:r>
              <a:rPr lang="en-US" dirty="0" err="1">
                <a:latin typeface="DevLys 010" pitchFamily="2" charset="0"/>
              </a:rPr>
              <a:t>fujLr</a:t>
            </a:r>
            <a:endParaRPr lang="en-US" dirty="0">
              <a:latin typeface="DevLys 010" pitchFamily="2" charset="0"/>
            </a:endParaRPr>
          </a:p>
          <a:p>
            <a:pPr marL="630238" indent="-630238" algn="just">
              <a:lnSpc>
                <a:spcPct val="20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 err="1">
                <a:latin typeface="DevLys 010" pitchFamily="2" charset="0"/>
              </a:rPr>
              <a:t>cnyrs</a:t>
            </a:r>
            <a:r>
              <a:rPr lang="en-US" dirty="0">
                <a:latin typeface="DevLys 010" pitchFamily="2" charset="0"/>
              </a:rPr>
              <a:t> </a:t>
            </a:r>
            <a:r>
              <a:rPr lang="en-US" dirty="0" err="1">
                <a:latin typeface="DevLys 010" pitchFamily="2" charset="0"/>
              </a:rPr>
              <a:t>oSf'od</a:t>
            </a:r>
            <a:r>
              <a:rPr lang="en-US" dirty="0">
                <a:latin typeface="DevLys 010" pitchFamily="2" charset="0"/>
              </a:rPr>
              <a:t> </a:t>
            </a:r>
            <a:r>
              <a:rPr lang="en-US" dirty="0" err="1">
                <a:latin typeface="DevLys 010" pitchFamily="2" charset="0"/>
              </a:rPr>
              <a:t>ifjn</a:t>
            </a:r>
            <a:r>
              <a:rPr lang="en-US" dirty="0">
                <a:latin typeface="DevLys 010" pitchFamily="2" charset="0"/>
              </a:rPr>
              <a:t>`'; ds </a:t>
            </a:r>
            <a:r>
              <a:rPr lang="en-US" dirty="0" err="1">
                <a:latin typeface="DevLys 010" pitchFamily="2" charset="0"/>
              </a:rPr>
              <a:t>dkj.k</a:t>
            </a:r>
            <a:r>
              <a:rPr lang="en-US" dirty="0">
                <a:latin typeface="DevLys 010" pitchFamily="2" charset="0"/>
              </a:rPr>
              <a:t> [</a:t>
            </a:r>
            <a:r>
              <a:rPr lang="en-US" dirty="0" err="1">
                <a:latin typeface="DevLys 010" pitchFamily="2" charset="0"/>
              </a:rPr>
              <a:t>kfut</a:t>
            </a:r>
            <a:r>
              <a:rPr lang="en-US" dirty="0">
                <a:latin typeface="DevLys 010" pitchFamily="2" charset="0"/>
              </a:rPr>
              <a:t> </a:t>
            </a:r>
            <a:r>
              <a:rPr lang="en-US" dirty="0" err="1">
                <a:latin typeface="DevLys 010" pitchFamily="2" charset="0"/>
              </a:rPr>
              <a:t>DokVZt</a:t>
            </a:r>
            <a:r>
              <a:rPr lang="en-US" dirty="0">
                <a:latin typeface="DevLys 010" pitchFamily="2" charset="0"/>
              </a:rPr>
              <a:t>] </a:t>
            </a:r>
            <a:r>
              <a:rPr lang="en-US" dirty="0" err="1">
                <a:latin typeface="DevLys 010" pitchFamily="2" charset="0"/>
              </a:rPr>
              <a:t>QSYlikj</a:t>
            </a:r>
            <a:r>
              <a:rPr lang="en-US" dirty="0">
                <a:latin typeface="DevLys 010" pitchFamily="2" charset="0"/>
              </a:rPr>
              <a:t> o Dys dk </a:t>
            </a:r>
            <a:r>
              <a:rPr lang="en-US" dirty="0" err="1">
                <a:latin typeface="DevLys 010" pitchFamily="2" charset="0"/>
              </a:rPr>
              <a:t>mRiknu</a:t>
            </a:r>
            <a:r>
              <a:rPr lang="en-US" dirty="0">
                <a:latin typeface="DevLys 010" pitchFamily="2" charset="0"/>
              </a:rPr>
              <a:t> </a:t>
            </a:r>
            <a:r>
              <a:rPr lang="en-US" dirty="0" err="1">
                <a:latin typeface="DevLys 010" pitchFamily="2" charset="0"/>
              </a:rPr>
              <a:t>izHkkfor</a:t>
            </a:r>
            <a:endParaRPr lang="en-US" dirty="0">
              <a:latin typeface="DevLys 010" pitchFamily="2" charset="0"/>
            </a:endParaRPr>
          </a:p>
          <a:p>
            <a:pPr marL="630238" indent="-630238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DevLys 010" pitchFamily="2" charset="0"/>
              </a:rPr>
              <a:t>[</a:t>
            </a:r>
            <a:r>
              <a:rPr lang="en-US" dirty="0" err="1">
                <a:latin typeface="DevLys 010" pitchFamily="2" charset="0"/>
              </a:rPr>
              <a:t>kfut</a:t>
            </a:r>
            <a:r>
              <a:rPr lang="en-US" dirty="0">
                <a:latin typeface="DevLys 010" pitchFamily="2" charset="0"/>
              </a:rPr>
              <a:t> </a:t>
            </a:r>
            <a:r>
              <a:rPr lang="en-US" dirty="0" err="1">
                <a:latin typeface="DevLys 010" pitchFamily="2" charset="0"/>
              </a:rPr>
              <a:t>ykbZeLVksu</a:t>
            </a:r>
            <a:r>
              <a:rPr lang="en-US" dirty="0">
                <a:latin typeface="DevLys 010" pitchFamily="2" charset="0"/>
              </a:rPr>
              <a:t>] </a:t>
            </a:r>
            <a:r>
              <a:rPr lang="en-US" dirty="0" err="1">
                <a:latin typeface="DevLys 010" pitchFamily="2" charset="0"/>
              </a:rPr>
              <a:t>ysM</a:t>
            </a:r>
            <a:r>
              <a:rPr lang="en-US" dirty="0">
                <a:latin typeface="DevLys 010" pitchFamily="2" charset="0"/>
              </a:rPr>
              <a:t> o </a:t>
            </a:r>
            <a:r>
              <a:rPr lang="en-US" dirty="0" err="1">
                <a:latin typeface="DevLys 010" pitchFamily="2" charset="0"/>
              </a:rPr>
              <a:t>ftad</a:t>
            </a:r>
            <a:r>
              <a:rPr lang="en-US" dirty="0">
                <a:latin typeface="DevLys 010" pitchFamily="2" charset="0"/>
              </a:rPr>
              <a:t> ds </a:t>
            </a:r>
            <a:r>
              <a:rPr lang="en-US" dirty="0" err="1">
                <a:latin typeface="DevLys 010" pitchFamily="2" charset="0"/>
              </a:rPr>
              <a:t>mRiknu</a:t>
            </a:r>
            <a:r>
              <a:rPr lang="en-US" dirty="0">
                <a:latin typeface="DevLys 010" pitchFamily="2" charset="0"/>
              </a:rPr>
              <a:t> </a:t>
            </a:r>
            <a:r>
              <a:rPr lang="en-US" dirty="0" err="1">
                <a:latin typeface="DevLys 010" pitchFamily="2" charset="0"/>
              </a:rPr>
              <a:t>esa</a:t>
            </a:r>
            <a:r>
              <a:rPr lang="en-US" dirty="0">
                <a:latin typeface="DevLys 010" pitchFamily="2" charset="0"/>
              </a:rPr>
              <a:t> vis{</a:t>
            </a:r>
            <a:r>
              <a:rPr lang="en-US" dirty="0" err="1">
                <a:latin typeface="DevLys 010" pitchFamily="2" charset="0"/>
              </a:rPr>
              <a:t>kkd`r</a:t>
            </a:r>
            <a:r>
              <a:rPr lang="en-US" dirty="0">
                <a:latin typeface="DevLys 010" pitchFamily="2" charset="0"/>
              </a:rPr>
              <a:t> de </a:t>
            </a:r>
            <a:r>
              <a:rPr lang="en-US" dirty="0" err="1">
                <a:latin typeface="DevLys 010" pitchFamily="2" charset="0"/>
              </a:rPr>
              <a:t>o`f</a:t>
            </a:r>
            <a:r>
              <a:rPr lang="en-US" dirty="0">
                <a:latin typeface="DevLys 010" pitchFamily="2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53133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B0649-4B23-9D49-DC04-B0FD010C2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Govt sets Rs 4,350 cr Revenue Target for IREDA in FY24">
            <a:extLst>
              <a:ext uri="{FF2B5EF4-FFF2-40B4-BE49-F238E27FC236}">
                <a16:creationId xmlns:a16="http://schemas.microsoft.com/office/drawing/2014/main" id="{691EAFE4-FFCA-6707-55C4-360371465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8059"/>
            <a:ext cx="12192000" cy="6849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941917B1-6C4D-2094-5881-4CB4C3124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0763" y="5169769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F78ADD-73C9-4183-AFDA-6039D928B4EE}" type="slidenum">
              <a:rPr kumimoji="0" lang="en-I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I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4AD9548-7E7C-38BF-98C3-F61E60550E75}"/>
              </a:ext>
            </a:extLst>
          </p:cNvPr>
          <p:cNvCxnSpPr/>
          <p:nvPr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1718737-44EA-D8EB-3D4E-8DF657C636C4}"/>
              </a:ext>
            </a:extLst>
          </p:cNvPr>
          <p:cNvSpPr txBox="1">
            <a:spLocks/>
          </p:cNvSpPr>
          <p:nvPr/>
        </p:nvSpPr>
        <p:spPr>
          <a:xfrm>
            <a:off x="0" y="100419"/>
            <a:ext cx="6665595" cy="5969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 err="1">
                <a:latin typeface="DevLys 010" pitchFamily="2" charset="0"/>
              </a:rPr>
              <a:t>foRrh</a:t>
            </a:r>
            <a:r>
              <a:rPr lang="en-US" sz="3600" b="1" dirty="0">
                <a:latin typeface="DevLys 010" pitchFamily="2" charset="0"/>
              </a:rPr>
              <a:t>; </a:t>
            </a:r>
            <a:r>
              <a:rPr lang="en-US" sz="3600" b="1" dirty="0" err="1">
                <a:latin typeface="DevLys 010" pitchFamily="2" charset="0"/>
              </a:rPr>
              <a:t>o"kZ</a:t>
            </a:r>
            <a:r>
              <a:rPr lang="en-US" sz="3600" b="1" dirty="0">
                <a:latin typeface="DevLys 010" pitchFamily="2" charset="0"/>
              </a:rPr>
              <a:t> 2026&amp;27 % </a:t>
            </a:r>
            <a:r>
              <a:rPr lang="en-US" sz="3600" b="1" dirty="0" err="1">
                <a:latin typeface="DevLys 010" pitchFamily="2" charset="0"/>
              </a:rPr>
              <a:t>vk</a:t>
            </a:r>
            <a:r>
              <a:rPr lang="en-US" sz="3600" b="1" dirty="0">
                <a:latin typeface="DevLys 010" pitchFamily="2" charset="0"/>
              </a:rPr>
              <a:t>; y{; o </a:t>
            </a:r>
            <a:r>
              <a:rPr lang="en-US" sz="3600" b="1" dirty="0" err="1">
                <a:latin typeface="DevLys 010" pitchFamily="2" charset="0"/>
              </a:rPr>
              <a:t>izkfIr</a:t>
            </a:r>
            <a:endParaRPr lang="en-US" sz="3600" b="1" dirty="0">
              <a:latin typeface="Kruti Dev 010" pitchFamily="2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BFC3506-58B1-D8DB-D1F1-D6FAACF94B40}"/>
              </a:ext>
            </a:extLst>
          </p:cNvPr>
          <p:cNvSpPr txBox="1">
            <a:spLocks/>
          </p:cNvSpPr>
          <p:nvPr/>
        </p:nvSpPr>
        <p:spPr>
          <a:xfrm>
            <a:off x="432486" y="818330"/>
            <a:ext cx="11948984" cy="560466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22288" indent="-685800" algn="just">
              <a:lnSpc>
                <a:spcPct val="20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vk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; y{; % </a:t>
            </a:r>
            <a:r>
              <a:rPr lang="en-US" sz="2400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14000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+</a:t>
            </a:r>
          </a:p>
          <a:p>
            <a:pPr marL="522288" indent="-685800" algn="just">
              <a:lnSpc>
                <a:spcPct val="20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Ekkg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viszy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dk y{; % </a:t>
            </a:r>
            <a:r>
              <a:rPr lang="en-US" sz="2400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840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+]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jktLo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izkfIr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% </a:t>
            </a:r>
            <a:r>
              <a:rPr lang="en-US" sz="2400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545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+ ¼</a:t>
            </a:r>
            <a:r>
              <a:rPr lang="en-US" sz="2400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295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+ de½</a:t>
            </a:r>
          </a:p>
          <a:p>
            <a:pPr marL="522288" indent="-685800" algn="just">
              <a:lnSpc>
                <a:spcPct val="20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deh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ds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dkj.k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% </a:t>
            </a:r>
          </a:p>
          <a:p>
            <a:pPr marL="1260475" indent="-544513" algn="just">
              <a:lnSpc>
                <a:spcPct val="20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ekpZ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] 2026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esa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vfxze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izkfIr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% </a:t>
            </a:r>
            <a:r>
              <a:rPr lang="en-US" sz="2400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198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+ </a:t>
            </a:r>
          </a:p>
          <a:p>
            <a:pPr marL="1260475" indent="-544513" algn="just">
              <a:lnSpc>
                <a:spcPct val="20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vjkoyh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fgYl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jsat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ds 20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ftyksa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esa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uhykeh@vkoaVu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ij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jksd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</a:p>
          <a:p>
            <a:pPr marL="1260475" indent="-544513" algn="just">
              <a:lnSpc>
                <a:spcPct val="20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cnyrs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oSf'od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ifjn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`'; ds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dkj.k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DokVZt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]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QSYlikj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o Dys ds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mRiknu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esa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deh %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yxHkx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15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endParaRPr lang="en-US" sz="2400" dirty="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1260475" indent="-544513" algn="just">
              <a:lnSpc>
                <a:spcPct val="20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fgUnqLrku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ftad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fy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-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esa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gM+rky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ls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mRiknu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izHkkfor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%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yxHkx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15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+ dh deh</a:t>
            </a:r>
          </a:p>
        </p:txBody>
      </p:sp>
    </p:spTree>
    <p:extLst>
      <p:ext uri="{BB962C8B-B14F-4D97-AF65-F5344CB8AC3E}">
        <p14:creationId xmlns:p14="http://schemas.microsoft.com/office/powerpoint/2010/main" val="11399022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152BA-4F44-0719-F17B-6520D157D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Action Plan Logo Stock Illustrations – 1,504 Action Plan Logo Stock  Illustrations, Vectors &amp; Clipart - Dreamstime">
            <a:extLst>
              <a:ext uri="{FF2B5EF4-FFF2-40B4-BE49-F238E27FC236}">
                <a16:creationId xmlns:a16="http://schemas.microsoft.com/office/drawing/2014/main" id="{70D14774-3CD9-3E87-CCA4-01AACFA3F5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1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6877" y="25373"/>
            <a:ext cx="6981566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BFF58A-0D3A-F666-5AFC-98FE5FB805B5}"/>
              </a:ext>
            </a:extLst>
          </p:cNvPr>
          <p:cNvCxnSpPr/>
          <p:nvPr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1940B4CD-7BB3-0596-F935-5695726108F1}"/>
              </a:ext>
            </a:extLst>
          </p:cNvPr>
          <p:cNvSpPr txBox="1">
            <a:spLocks/>
          </p:cNvSpPr>
          <p:nvPr/>
        </p:nvSpPr>
        <p:spPr>
          <a:xfrm>
            <a:off x="135429" y="100419"/>
            <a:ext cx="6665595" cy="5969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b="1" err="1">
                <a:latin typeface="DevLys 010" pitchFamily="2" charset="0"/>
              </a:rPr>
              <a:t>foRrh</a:t>
            </a:r>
            <a:r>
              <a:rPr lang="en-US" sz="3600" b="1">
                <a:latin typeface="DevLys 010" pitchFamily="2" charset="0"/>
              </a:rPr>
              <a:t>; </a:t>
            </a:r>
            <a:r>
              <a:rPr lang="en-US" sz="3600" b="1" err="1">
                <a:latin typeface="DevLys 010" pitchFamily="2" charset="0"/>
              </a:rPr>
              <a:t>o"kZ</a:t>
            </a:r>
            <a:r>
              <a:rPr lang="en-US" sz="3600" b="1">
                <a:latin typeface="DevLys 010" pitchFamily="2" charset="0"/>
              </a:rPr>
              <a:t> 2026&amp;27 % </a:t>
            </a:r>
            <a:r>
              <a:rPr lang="en-US" sz="3600" b="1" err="1">
                <a:latin typeface="DevLys 010" pitchFamily="2" charset="0"/>
              </a:rPr>
              <a:t>dk;Z</a:t>
            </a:r>
            <a:r>
              <a:rPr lang="en-US" sz="3600" b="1">
                <a:latin typeface="DevLys 010" pitchFamily="2" charset="0"/>
              </a:rPr>
              <a:t> ;</a:t>
            </a:r>
            <a:r>
              <a:rPr lang="en-US" sz="3600" b="1" err="1">
                <a:latin typeface="DevLys 010" pitchFamily="2" charset="0"/>
              </a:rPr>
              <a:t>kstuk</a:t>
            </a:r>
            <a:endParaRPr lang="en-US" sz="3600" b="1">
              <a:latin typeface="Kruti Dev 010" pitchFamily="2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505D2E3-F433-3B8D-D2CF-A013D7A598E9}"/>
              </a:ext>
            </a:extLst>
          </p:cNvPr>
          <p:cNvSpPr txBox="1">
            <a:spLocks/>
          </p:cNvSpPr>
          <p:nvPr/>
        </p:nvSpPr>
        <p:spPr>
          <a:xfrm>
            <a:off x="597266" y="2969258"/>
            <a:ext cx="10930344" cy="24384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80000" indent="-342900" algn="just">
              <a:lnSpc>
                <a:spcPct val="17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200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196508-4A06-A9BA-A0AF-07D203780D01}"/>
              </a:ext>
            </a:extLst>
          </p:cNvPr>
          <p:cNvSpPr txBox="1"/>
          <p:nvPr/>
        </p:nvSpPr>
        <p:spPr>
          <a:xfrm>
            <a:off x="267905" y="923046"/>
            <a:ext cx="11161918" cy="5678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44500" indent="-4445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cM+s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laLFkkuksa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ls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% </a:t>
            </a:r>
          </a:p>
          <a:p>
            <a:pPr marL="989013" indent="-28575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HZL 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o</a:t>
            </a:r>
            <a:r>
              <a:rPr lang="en-US" dirty="0">
                <a:latin typeface="DevLys 010 " pitchFamily="2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RSMML</a:t>
            </a:r>
            <a:r>
              <a:rPr lang="en-US" dirty="0">
                <a:latin typeface="DevLys 010 " pitchFamily="2" charset="0"/>
              </a:rPr>
              <a:t> % </a:t>
            </a:r>
            <a:r>
              <a:rPr lang="en-US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4850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</a:p>
          <a:p>
            <a:pPr marL="989013" indent="-28575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lhesaV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dEiuht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% </a:t>
            </a:r>
            <a:r>
              <a:rPr lang="en-US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1050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endParaRPr lang="en-US" dirty="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444500" indent="-4445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RCC/ERCC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Bsdksa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ls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% </a:t>
            </a:r>
            <a:r>
              <a:rPr lang="en-US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2700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r>
              <a:rPr lang="en-US" dirty="0">
                <a:latin typeface="DevLys 010 " pitchFamily="2" charset="0"/>
              </a:rPr>
              <a:t>+</a:t>
            </a:r>
          </a:p>
          <a:p>
            <a:pPr marL="444500" indent="-4445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iz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/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kku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o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viz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/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kku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[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kfutksa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ls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jkW;YVh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¼cM+s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laLFkku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]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lhesaV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dEiuht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o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Bsdksa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ls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izkfIr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dks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NksM+dj½ % </a:t>
            </a:r>
            <a:r>
              <a:rPr lang="en-US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900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endParaRPr lang="en-US" dirty="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444500" indent="-4445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viÝaV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isesUV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¼iz/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kku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[kfut</a:t>
            </a:r>
            <a:r>
              <a:rPr lang="en-US" dirty="0">
                <a:latin typeface="DevLys 010 " pitchFamily="2" charset="0"/>
              </a:rPr>
              <a:t>½ %</a:t>
            </a:r>
          </a:p>
          <a:p>
            <a:pPr marL="901700" indent="-185738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iwoZ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ls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uhyke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gks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pqds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CykWDl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ls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% </a:t>
            </a:r>
            <a:r>
              <a:rPr lang="en-US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200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+ </a:t>
            </a:r>
          </a:p>
          <a:p>
            <a:pPr marL="901700" indent="-185738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orZeku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foRrh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;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o"kZ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esa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izLrkfor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uhykeh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ls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% </a:t>
            </a:r>
            <a:r>
              <a:rPr lang="en-US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100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endParaRPr lang="en-US" dirty="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444500" indent="-4445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izhfe;e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jkf'k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¼viz/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kku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[kfut½ %</a:t>
            </a:r>
          </a:p>
          <a:p>
            <a:pPr marL="901700" indent="-185738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iwoZ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ls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uhyke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gks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pqds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IykWV~l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ls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% </a:t>
            </a:r>
            <a:r>
              <a:rPr lang="en-US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250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+ </a:t>
            </a:r>
          </a:p>
          <a:p>
            <a:pPr marL="901700" indent="-185738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bl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foRrh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;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o"kZ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esa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izLrkfor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uhykeh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ls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% </a:t>
            </a:r>
            <a:r>
              <a:rPr lang="en-US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350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endParaRPr lang="en-US" dirty="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444500" indent="-4445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fuEkkZ.k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foHkkxksa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ls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% </a:t>
            </a:r>
            <a:r>
              <a:rPr lang="en-US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250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+</a:t>
            </a:r>
          </a:p>
          <a:p>
            <a:pPr marL="444500" indent="-4445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voS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/k [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kuu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dh '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kkfLr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ls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% </a:t>
            </a:r>
            <a:r>
              <a:rPr lang="en-US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200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+</a:t>
            </a:r>
          </a:p>
          <a:p>
            <a:pPr marL="444500" indent="-4445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iqjkuh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cdk;k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ls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% </a:t>
            </a:r>
            <a:r>
              <a:rPr lang="en-US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100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+</a:t>
            </a:r>
          </a:p>
          <a:p>
            <a:pPr marL="444500" indent="-4445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vjkoyh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fgYl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jsat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ekeyk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¼ek-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U;k;ky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;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fu.kZ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; mijkUr½ % </a:t>
            </a:r>
            <a:r>
              <a:rPr lang="en-US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2100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+</a:t>
            </a:r>
          </a:p>
          <a:p>
            <a:pPr marL="444500" indent="-4445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cukl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unh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esa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ctjh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[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kuu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iV~Vksa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dk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ekeyk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¼ek-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U;k;ky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;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fu.kZ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; mijkUr½ % </a:t>
            </a:r>
            <a:r>
              <a:rPr lang="en-US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500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endParaRPr lang="en-US" dirty="0">
              <a:latin typeface="DevLys 010 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10037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8B97F-BEF9-4D1F-4A72-2107B5084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hallenge background Images - Free Download on Freepik">
            <a:extLst>
              <a:ext uri="{FF2B5EF4-FFF2-40B4-BE49-F238E27FC236}">
                <a16:creationId xmlns:a16="http://schemas.microsoft.com/office/drawing/2014/main" id="{3C74E0D5-0257-DC47-10A0-D782BC6DD3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1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22395"/>
            <a:ext cx="12191999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A0D3201-0711-C48D-3E65-24619F90D4E9}"/>
              </a:ext>
            </a:extLst>
          </p:cNvPr>
          <p:cNvCxnSpPr/>
          <p:nvPr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D11BBB3-BAD9-058E-C5F9-5F951082162C}"/>
              </a:ext>
            </a:extLst>
          </p:cNvPr>
          <p:cNvSpPr txBox="1">
            <a:spLocks/>
          </p:cNvSpPr>
          <p:nvPr/>
        </p:nvSpPr>
        <p:spPr>
          <a:xfrm>
            <a:off x="515041" y="92982"/>
            <a:ext cx="6665595" cy="5969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b="1" dirty="0" err="1">
                <a:latin typeface="DevLys 010 " pitchFamily="2" charset="0"/>
              </a:rPr>
              <a:t>psyastst</a:t>
            </a:r>
            <a:endParaRPr lang="en-US" sz="3600" b="1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F86CD2A-D8BA-B382-AB99-76172EF32BC3}"/>
              </a:ext>
            </a:extLst>
          </p:cNvPr>
          <p:cNvSpPr txBox="1">
            <a:spLocks/>
          </p:cNvSpPr>
          <p:nvPr/>
        </p:nvSpPr>
        <p:spPr>
          <a:xfrm>
            <a:off x="597266" y="2969258"/>
            <a:ext cx="10930344" cy="24384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80000" indent="-342900" algn="just">
              <a:lnSpc>
                <a:spcPct val="17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200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3BC5CD-8EE6-532A-CFEC-1D65E6FAE510}"/>
              </a:ext>
            </a:extLst>
          </p:cNvPr>
          <p:cNvSpPr txBox="1"/>
          <p:nvPr/>
        </p:nvSpPr>
        <p:spPr>
          <a:xfrm>
            <a:off x="224568" y="825767"/>
            <a:ext cx="11742863" cy="5613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42925" indent="-542925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vjkoyh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fgYl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jsat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ds </a:t>
            </a:r>
            <a:r>
              <a:rPr lang="en-US" sz="2800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20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ftyksa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esa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ek-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mPpre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U;k;ky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; }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kjk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[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kuu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iV~Vksa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ds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vkoaVu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ij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jksd</a:t>
            </a:r>
            <a:endParaRPr lang="en-US" sz="2800" dirty="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542925" indent="-542925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cukl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unh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ds </a:t>
            </a:r>
            <a:r>
              <a:rPr lang="en-US" sz="2800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4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ftyksa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esa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93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vkoafVr@uhyke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fd;s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x;s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IykWV~l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dk ek-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mPp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U;k;ky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; }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kjk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fujLrhdj.kA</a:t>
            </a:r>
            <a:endParaRPr lang="en-US" sz="2800" dirty="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542925" indent="-542925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EC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tkjh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gksus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esa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vU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;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jkT;ksa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dh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rqyuk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esa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vis{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kkd`r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vf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/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kd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le;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yxuk</a:t>
            </a:r>
            <a:endParaRPr lang="en-US" sz="2800" dirty="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542925" indent="-542925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[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kfut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ykbZeLVksu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ds viz/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kku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ls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iz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/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kku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[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kfut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gksus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ls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jkW;YVh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:- </a:t>
            </a:r>
            <a:r>
              <a:rPr lang="en-US" sz="2800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175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@&amp; ds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LFkku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80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@&amp;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izfrVu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gksuk</a:t>
            </a:r>
            <a:endParaRPr lang="en-US" sz="2800" dirty="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542925" indent="-542925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fodkl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izkf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/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kdj.k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ds {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ks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=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kf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/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kdkj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esa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voS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/k [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kuu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ds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laosnu’khy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LFkkuksa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ij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IykWV~l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dh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uhykeh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]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fcMj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dks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fudk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; ls ,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uvkslh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ysus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esa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dfBukbZ</a:t>
            </a:r>
            <a:endParaRPr lang="en-US" sz="2800" dirty="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84830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5971B-0946-E6B3-2CB5-9216F3639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Gavel Block On Wooden Desk Bokeh Stock Photo 1742766599 | Shutterstock">
            <a:extLst>
              <a:ext uri="{FF2B5EF4-FFF2-40B4-BE49-F238E27FC236}">
                <a16:creationId xmlns:a16="http://schemas.microsoft.com/office/drawing/2014/main" id="{CC1342E5-B456-E699-A882-C0A1C53BD44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 amt="1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756"/>
          <a:stretch>
            <a:fillRect/>
          </a:stretch>
        </p:blipFill>
        <p:spPr bwMode="auto">
          <a:xfrm>
            <a:off x="0" y="-10793"/>
            <a:ext cx="12192000" cy="6868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89ACBFC-0A09-6068-0979-2BC6EDABF043}"/>
              </a:ext>
            </a:extLst>
          </p:cNvPr>
          <p:cNvCxnSpPr/>
          <p:nvPr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9DCB797-CD1D-8A91-197B-3D25591D4052}"/>
              </a:ext>
            </a:extLst>
          </p:cNvPr>
          <p:cNvSpPr txBox="1">
            <a:spLocks/>
          </p:cNvSpPr>
          <p:nvPr/>
        </p:nvSpPr>
        <p:spPr>
          <a:xfrm>
            <a:off x="135429" y="100419"/>
            <a:ext cx="8505334" cy="5969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b="1" dirty="0">
                <a:latin typeface="DevLys 010 " pitchFamily="2" charset="0"/>
              </a:rPr>
              <a:t>[</a:t>
            </a:r>
            <a:r>
              <a:rPr lang="en-US" sz="3600" b="1" dirty="0" err="1">
                <a:latin typeface="DevLys 010 " pitchFamily="2" charset="0"/>
              </a:rPr>
              <a:t>kfut</a:t>
            </a:r>
            <a:r>
              <a:rPr lang="en-US" sz="3600" b="1" dirty="0">
                <a:latin typeface="DevLys 010 " pitchFamily="2" charset="0"/>
              </a:rPr>
              <a:t> </a:t>
            </a:r>
            <a:r>
              <a:rPr lang="en-US" sz="3600" b="1" dirty="0" err="1">
                <a:latin typeface="DevLys 010 " pitchFamily="2" charset="0"/>
              </a:rPr>
              <a:t>CykWDl@IykWV~l</a:t>
            </a:r>
            <a:r>
              <a:rPr lang="en-US" sz="3600" b="1" dirty="0"/>
              <a:t> </a:t>
            </a:r>
            <a:r>
              <a:rPr lang="en-US" sz="3600" b="1" dirty="0">
                <a:latin typeface="DevLys 010 " pitchFamily="2" charset="0"/>
              </a:rPr>
              <a:t> dh </a:t>
            </a:r>
            <a:r>
              <a:rPr lang="en-US" sz="3600" b="1" dirty="0" err="1">
                <a:latin typeface="DevLys 010 " pitchFamily="2" charset="0"/>
              </a:rPr>
              <a:t>izLrkfor</a:t>
            </a:r>
            <a:r>
              <a:rPr lang="en-US" sz="3600" b="1" dirty="0">
                <a:latin typeface="DevLys 010 " pitchFamily="2" charset="0"/>
              </a:rPr>
              <a:t> </a:t>
            </a:r>
            <a:r>
              <a:rPr lang="en-US" sz="3600" b="1" dirty="0" err="1">
                <a:latin typeface="DevLys 010 " pitchFamily="2" charset="0"/>
              </a:rPr>
              <a:t>uhykeh</a:t>
            </a:r>
            <a:r>
              <a:rPr lang="en-US" sz="3600" b="1" dirty="0">
                <a:latin typeface="DevLys 010 " pitchFamily="2" charset="0"/>
              </a:rPr>
              <a:t> 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671480E-68D1-F303-86C6-41C045FB970F}"/>
              </a:ext>
            </a:extLst>
          </p:cNvPr>
          <p:cNvSpPr txBox="1">
            <a:spLocks/>
          </p:cNvSpPr>
          <p:nvPr/>
        </p:nvSpPr>
        <p:spPr>
          <a:xfrm>
            <a:off x="597266" y="2969258"/>
            <a:ext cx="10930344" cy="24384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80000" indent="-342900" algn="just">
              <a:lnSpc>
                <a:spcPct val="17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200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0A4981-2A7A-EB48-8705-C89346967306}"/>
              </a:ext>
            </a:extLst>
          </p:cNvPr>
          <p:cNvSpPr txBox="1"/>
          <p:nvPr/>
        </p:nvSpPr>
        <p:spPr>
          <a:xfrm>
            <a:off x="234803" y="786692"/>
            <a:ext cx="11161918" cy="5921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iz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/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kku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[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kfut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%</a:t>
            </a:r>
          </a:p>
          <a:p>
            <a:pPr marL="1139825" indent="-403225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2800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54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CykWDl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¼xksYM </a:t>
            </a:r>
            <a:r>
              <a:rPr lang="en-US" sz="2800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1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]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dkWij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4]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ykbZeLVksu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46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]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xkusZV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2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]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ysM&amp;ftad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1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½</a:t>
            </a:r>
          </a:p>
          <a:p>
            <a:pPr marL="342900" indent="-34290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viz/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kku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[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kfut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%</a:t>
            </a:r>
          </a:p>
          <a:p>
            <a:pPr marL="1081088" indent="-403225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2800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956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IykWV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~~l ¼eslujhLVksu </a:t>
            </a:r>
            <a:r>
              <a:rPr lang="en-US" sz="2800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428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]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ls.MLVksu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201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]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lksiLVksu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121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]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xszukbZV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76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]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vU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; </a:t>
            </a:r>
            <a:r>
              <a:rPr lang="en-US" sz="2800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130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½</a:t>
            </a:r>
          </a:p>
          <a:p>
            <a:pPr marL="1081088" indent="-403225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2800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151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IykWV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~~l ¼ctjh½</a:t>
            </a:r>
          </a:p>
          <a:p>
            <a:pPr marL="342900" indent="-34290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izh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&amp;,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EcsMsM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CykWDl@IykWV~l</a:t>
            </a:r>
            <a:endParaRPr lang="en-US" sz="2800" dirty="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1081088" indent="-403225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iz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/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kku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[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kfut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% </a:t>
            </a:r>
            <a:r>
              <a:rPr lang="en-US" sz="2800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10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CykWDl</a:t>
            </a:r>
            <a:endParaRPr lang="en-US" sz="2800" dirty="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1081088" indent="-403225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viz/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kku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[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kfut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% </a:t>
            </a:r>
            <a:r>
              <a:rPr lang="en-US" sz="2800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100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IykWV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~~l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F9ABA9-DD8A-82CD-BFBC-19694C33BE52}"/>
              </a:ext>
            </a:extLst>
          </p:cNvPr>
          <p:cNvSpPr txBox="1"/>
          <p:nvPr/>
        </p:nvSpPr>
        <p:spPr>
          <a:xfrm>
            <a:off x="10810729" y="162448"/>
            <a:ext cx="11464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latin typeface="DevLys 010" pitchFamily="2" charset="0"/>
              </a:rPr>
              <a:t>o"kZ</a:t>
            </a:r>
            <a:r>
              <a:rPr lang="en-US" b="1" dirty="0">
                <a:latin typeface="DevLys 010" pitchFamily="2" charset="0"/>
              </a:rPr>
              <a:t> 2025&amp;26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71367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910B3-8A1D-E7A5-4DA3-6F58B1ABD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B56EF043-417F-F79C-4148-7DC1EF9D1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0763" y="5169769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C3F78ADD-73C9-4183-AFDA-6039D928B4EE}" type="slidenum">
              <a:rPr lang="en-IN" altLang="en-US" smtClean="0"/>
              <a:pPr>
                <a:defRPr/>
              </a:pPr>
              <a:t>12</a:t>
            </a:fld>
            <a:endParaRPr lang="en-IN" alt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CB0D7AB-BCC9-BD38-1746-EF1B9450E798}"/>
              </a:ext>
            </a:extLst>
          </p:cNvPr>
          <p:cNvCxnSpPr/>
          <p:nvPr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9DFA7C5-9406-8C2A-56CF-7FEF421409B0}"/>
              </a:ext>
            </a:extLst>
          </p:cNvPr>
          <p:cNvSpPr/>
          <p:nvPr/>
        </p:nvSpPr>
        <p:spPr>
          <a:xfrm>
            <a:off x="474024" y="1149536"/>
            <a:ext cx="5148000" cy="7200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</p:spPr>
        <p:txBody>
          <a:bodyPr lIns="18288" tIns="320040" rIns="18288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en-US" sz="2400" b="1" kern="0">
              <a:solidFill>
                <a:sysClr val="windowText" lastClr="000000"/>
              </a:solidFill>
              <a:latin typeface="DevLys 010" pitchFamily="2" charset="0"/>
              <a:cs typeface="Times New Roman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2F0A422-D281-F3FE-B27D-E7F1C8159E2E}"/>
              </a:ext>
            </a:extLst>
          </p:cNvPr>
          <p:cNvSpPr/>
          <p:nvPr/>
        </p:nvSpPr>
        <p:spPr>
          <a:xfrm>
            <a:off x="71421" y="65397"/>
            <a:ext cx="647485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840"/>
              </a:spcBef>
              <a:spcAft>
                <a:spcPts val="840"/>
              </a:spcAft>
            </a:pPr>
            <a:r>
              <a:rPr lang="en-US" altLang="en-US" sz="3200" b="1" err="1">
                <a:latin typeface="DevLys 010" pitchFamily="2" charset="0"/>
              </a:rPr>
              <a:t>voS</a:t>
            </a:r>
            <a:r>
              <a:rPr lang="en-US" altLang="en-US" sz="3200" b="1">
                <a:latin typeface="DevLys 010" pitchFamily="2" charset="0"/>
              </a:rPr>
              <a:t>/k [</a:t>
            </a:r>
            <a:r>
              <a:rPr lang="en-US" altLang="en-US" sz="3200" b="1" err="1">
                <a:latin typeface="DevLys 010" pitchFamily="2" charset="0"/>
              </a:rPr>
              <a:t>kuu</a:t>
            </a:r>
            <a:r>
              <a:rPr lang="en-US" altLang="en-US" sz="3200" b="1">
                <a:latin typeface="DevLys 010" pitchFamily="2" charset="0"/>
              </a:rPr>
              <a:t> </a:t>
            </a:r>
            <a:r>
              <a:rPr lang="en-US" altLang="en-US" sz="3200" b="1" err="1">
                <a:latin typeface="DevLys 010" pitchFamily="2" charset="0"/>
              </a:rPr>
              <a:t>laHkkfor</a:t>
            </a:r>
            <a:r>
              <a:rPr lang="en-US" altLang="en-US" sz="3200" b="1">
                <a:latin typeface="DevLys 010" pitchFamily="2" charset="0"/>
              </a:rPr>
              <a:t> [</a:t>
            </a:r>
            <a:r>
              <a:rPr lang="en-US" altLang="en-US" sz="3200" b="1" err="1">
                <a:latin typeface="DevLys 010" pitchFamily="2" charset="0"/>
              </a:rPr>
              <a:t>kfut</a:t>
            </a:r>
            <a:r>
              <a:rPr lang="en-US" altLang="en-US" sz="3200" b="1">
                <a:latin typeface="DevLys 010" pitchFamily="2" charset="0"/>
              </a:rPr>
              <a:t> ,</a:t>
            </a:r>
            <a:r>
              <a:rPr lang="en-US" altLang="en-US" sz="3200" b="1" err="1">
                <a:latin typeface="DevLys 010" pitchFamily="2" charset="0"/>
              </a:rPr>
              <a:t>oa</a:t>
            </a:r>
            <a:r>
              <a:rPr lang="en-US" altLang="en-US" sz="3200" b="1">
                <a:latin typeface="DevLys 010" pitchFamily="2" charset="0"/>
              </a:rPr>
              <a:t> </a:t>
            </a:r>
            <a:r>
              <a:rPr lang="en-US" altLang="en-US" sz="3200" b="1" err="1">
                <a:latin typeface="DevLys 010" pitchFamily="2" charset="0"/>
              </a:rPr>
              <a:t>laosnu'khy</a:t>
            </a:r>
            <a:r>
              <a:rPr lang="en-US" altLang="en-US" sz="3200" b="1">
                <a:latin typeface="DevLys 010" pitchFamily="2" charset="0"/>
              </a:rPr>
              <a:t> {</a:t>
            </a:r>
            <a:r>
              <a:rPr lang="en-US" altLang="en-US" sz="3200" b="1" err="1">
                <a:latin typeface="DevLys 010" pitchFamily="2" charset="0"/>
              </a:rPr>
              <a:t>ks</a:t>
            </a:r>
            <a:r>
              <a:rPr lang="en-US" altLang="en-US" sz="3200" b="1">
                <a:latin typeface="DevLys 010" pitchFamily="2" charset="0"/>
              </a:rPr>
              <a:t>=</a:t>
            </a:r>
            <a:endParaRPr lang="en-US" altLang="en-US" sz="3200" b="1">
              <a:solidFill>
                <a:schemeClr val="tx2"/>
              </a:solidFill>
              <a:latin typeface="DevLys 010" pitchFamily="2" charset="0"/>
            </a:endParaRPr>
          </a:p>
        </p:txBody>
      </p:sp>
      <p:graphicFrame>
        <p:nvGraphicFramePr>
          <p:cNvPr id="2" name="Content Placeholder 4">
            <a:extLst>
              <a:ext uri="{FF2B5EF4-FFF2-40B4-BE49-F238E27FC236}">
                <a16:creationId xmlns:a16="http://schemas.microsoft.com/office/drawing/2014/main" id="{69A5D2A3-4A47-2108-BC32-D7E192C6AAD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82455894"/>
              </p:ext>
            </p:extLst>
          </p:nvPr>
        </p:nvGraphicFramePr>
        <p:xfrm>
          <a:off x="216000" y="865477"/>
          <a:ext cx="11717976" cy="5755706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9960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66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653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50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3200" dirty="0" err="1">
                          <a:effectLst/>
                          <a:latin typeface="DevLys 010" pitchFamily="2" charset="0"/>
                        </a:rPr>
                        <a:t>dz</a:t>
                      </a:r>
                      <a:r>
                        <a:rPr lang="en-IN" sz="3200" dirty="0">
                          <a:effectLst/>
                          <a:latin typeface="DevLys 010" pitchFamily="2" charset="0"/>
                        </a:rPr>
                        <a:t>-l-</a:t>
                      </a:r>
                      <a:endParaRPr lang="en-IN" sz="3200" dirty="0">
                        <a:solidFill>
                          <a:schemeClr val="bg1"/>
                        </a:solidFill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180000" marR="32147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3200" dirty="0">
                          <a:effectLst/>
                          <a:latin typeface="DevLys 010" pitchFamily="2" charset="0"/>
                        </a:rPr>
                        <a:t>[</a:t>
                      </a:r>
                      <a:r>
                        <a:rPr lang="en-IN" sz="3200" dirty="0" err="1">
                          <a:effectLst/>
                          <a:latin typeface="DevLys 010" pitchFamily="2" charset="0"/>
                        </a:rPr>
                        <a:t>kfut</a:t>
                      </a:r>
                      <a:endParaRPr lang="en-IN" sz="3200" dirty="0">
                        <a:solidFill>
                          <a:schemeClr val="bg1"/>
                        </a:solidFill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180000" marR="32147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3200" dirty="0" err="1">
                          <a:effectLst/>
                          <a:latin typeface="DevLys 010" pitchFamily="2" charset="0"/>
                        </a:rPr>
                        <a:t>izHkkfor</a:t>
                      </a:r>
                      <a:r>
                        <a:rPr lang="en-IN" sz="3200" dirty="0">
                          <a:effectLst/>
                          <a:latin typeface="DevLys 010" pitchFamily="2" charset="0"/>
                        </a:rPr>
                        <a:t> </a:t>
                      </a:r>
                      <a:r>
                        <a:rPr lang="en-IN" sz="3200" dirty="0" err="1">
                          <a:effectLst/>
                          <a:latin typeface="DevLys 010" pitchFamily="2" charset="0"/>
                        </a:rPr>
                        <a:t>ftyk</a:t>
                      </a:r>
                      <a:endParaRPr lang="en-IN" sz="3200" dirty="0">
                        <a:solidFill>
                          <a:schemeClr val="bg1"/>
                        </a:solidFill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180000" marR="32147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91653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800" dirty="0">
                          <a:effectLst/>
                          <a:latin typeface="DevLys 010" pitchFamily="2" charset="0"/>
                        </a:rPr>
                        <a:t>1</a:t>
                      </a:r>
                      <a:endParaRPr lang="en-IN" sz="2800" dirty="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180000" marR="32147" marT="0" marB="0" anchor="ctr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ctjh</a:t>
                      </a:r>
                      <a:endParaRPr lang="en-IN" sz="2800" dirty="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180000" marR="32147" marT="0" marB="0" anchor="ctr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HkhyokM+k</a:t>
                      </a:r>
                      <a:r>
                        <a:rPr lang="en-IN" sz="2800" dirty="0">
                          <a:effectLst/>
                          <a:latin typeface="DevLys 010" pitchFamily="2" charset="0"/>
                        </a:rPr>
                        <a:t>]</a:t>
                      </a:r>
                      <a:r>
                        <a:rPr lang="en-IN" sz="2800" baseline="0" dirty="0">
                          <a:effectLst/>
                          <a:latin typeface="DevLys 010" pitchFamily="2" charset="0"/>
                        </a:rPr>
                        <a:t> </a:t>
                      </a: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Vksad</a:t>
                      </a:r>
                      <a:r>
                        <a:rPr lang="en-IN" sz="2800" dirty="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lokbZek</a:t>
                      </a:r>
                      <a:r>
                        <a:rPr lang="en-IN" sz="2800" dirty="0">
                          <a:effectLst/>
                          <a:latin typeface="DevLys 010" pitchFamily="2" charset="0"/>
                        </a:rPr>
                        <a:t>/</a:t>
                      </a: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kksiqj</a:t>
                      </a:r>
                      <a:r>
                        <a:rPr lang="en-IN" sz="2800" dirty="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jktlean</a:t>
                      </a:r>
                      <a:r>
                        <a:rPr lang="en-IN" sz="2800" dirty="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fprkSM+x</a:t>
                      </a:r>
                      <a:r>
                        <a:rPr lang="en-IN" sz="2800" dirty="0">
                          <a:effectLst/>
                          <a:latin typeface="DevLys 010" pitchFamily="2" charset="0"/>
                        </a:rPr>
                        <a:t>&lt;+] </a:t>
                      </a: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djkSyh</a:t>
                      </a:r>
                      <a:r>
                        <a:rPr lang="en-IN" sz="2800" dirty="0">
                          <a:effectLst/>
                          <a:latin typeface="DevLys 010" pitchFamily="2" charset="0"/>
                        </a:rPr>
                        <a:t>] /</a:t>
                      </a: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kkSyiqj</a:t>
                      </a:r>
                      <a:endParaRPr lang="en-IN" sz="2800" dirty="0">
                        <a:effectLst/>
                        <a:latin typeface="DevLys 010" pitchFamily="2" charset="0"/>
                      </a:endParaRPr>
                    </a:p>
                    <a:p>
                      <a:pPr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tks</a:t>
                      </a:r>
                      <a:r>
                        <a:rPr lang="en-IN" sz="2800" dirty="0">
                          <a:effectLst/>
                          <a:latin typeface="DevLys 010" pitchFamily="2" charset="0"/>
                        </a:rPr>
                        <a:t>/</a:t>
                      </a: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kiqj</a:t>
                      </a:r>
                      <a:r>
                        <a:rPr lang="en-IN" sz="2800" dirty="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ikyh</a:t>
                      </a:r>
                      <a:r>
                        <a:rPr lang="en-IN" sz="2800" dirty="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tSrkj.k</a:t>
                      </a:r>
                      <a:r>
                        <a:rPr lang="en-IN" sz="2800" dirty="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ckM+esj</a:t>
                      </a:r>
                      <a:r>
                        <a:rPr lang="en-IN" sz="2800" dirty="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fljksgh</a:t>
                      </a:r>
                      <a:r>
                        <a:rPr lang="en-IN" sz="2800" dirty="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ckyksrjk</a:t>
                      </a:r>
                      <a:r>
                        <a:rPr lang="en-IN" sz="2800" dirty="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tkykSj</a:t>
                      </a:r>
                      <a:r>
                        <a:rPr lang="en-IN" sz="2800" dirty="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ukxkSj</a:t>
                      </a:r>
                      <a:r>
                        <a:rPr lang="en-IN" sz="2800" dirty="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C;koj</a:t>
                      </a:r>
                      <a:endParaRPr lang="en-IN" sz="2800" dirty="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180000" marR="32147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0683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800">
                          <a:effectLst/>
                          <a:latin typeface="DevLys 010" pitchFamily="2" charset="0"/>
                        </a:rPr>
                        <a:t>2</a:t>
                      </a:r>
                      <a:endParaRPr lang="en-IN" sz="280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180000" marR="32147" marT="0" marB="0" anchor="ctr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eslujh</a:t>
                      </a:r>
                      <a:r>
                        <a:rPr lang="en-IN" sz="2800" dirty="0">
                          <a:effectLst/>
                          <a:latin typeface="DevLys 010" pitchFamily="2" charset="0"/>
                        </a:rPr>
                        <a:t> </a:t>
                      </a: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LVksu</a:t>
                      </a:r>
                      <a:endParaRPr lang="en-IN" sz="2800" dirty="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180000" marR="32147" marT="0" marB="0" anchor="ctr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Hkjriqj</a:t>
                      </a:r>
                      <a:r>
                        <a:rPr lang="en-IN" sz="2800" dirty="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vyoj</a:t>
                      </a:r>
                      <a:r>
                        <a:rPr lang="en-IN" sz="2800" dirty="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uhedkFkkuk</a:t>
                      </a:r>
                      <a:r>
                        <a:rPr lang="en-IN" sz="2800" dirty="0">
                          <a:effectLst/>
                          <a:latin typeface="DevLys 010" pitchFamily="2" charset="0"/>
                        </a:rPr>
                        <a:t>] &gt;</a:t>
                      </a: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qU</a:t>
                      </a:r>
                      <a:r>
                        <a:rPr lang="en-IN" sz="2800" dirty="0">
                          <a:effectLst/>
                          <a:latin typeface="DevLys 010" pitchFamily="2" charset="0"/>
                        </a:rPr>
                        <a:t>&gt;</a:t>
                      </a: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quw</a:t>
                      </a:r>
                      <a:r>
                        <a:rPr lang="en-IN" sz="2800" dirty="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dksViqryh</a:t>
                      </a:r>
                      <a:r>
                        <a:rPr lang="en-IN" sz="2800" dirty="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t;iqj</a:t>
                      </a:r>
                      <a:r>
                        <a:rPr lang="en-IN" sz="2800" dirty="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dksVk</a:t>
                      </a:r>
                      <a:endParaRPr lang="en-IN" sz="2800" dirty="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180000" marR="32147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4574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800">
                          <a:effectLst/>
                          <a:latin typeface="DevLys 010" pitchFamily="2" charset="0"/>
                        </a:rPr>
                        <a:t>3</a:t>
                      </a:r>
                      <a:endParaRPr lang="en-IN" sz="280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180000" marR="32147" marT="0" marB="0" anchor="ctr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800" err="1">
                          <a:effectLst/>
                          <a:latin typeface="DevLys 010" pitchFamily="2" charset="0"/>
                        </a:rPr>
                        <a:t>DokVZt&amp;QsYlikj</a:t>
                      </a:r>
                      <a:endParaRPr lang="en-IN" sz="280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180000" marR="32147" marT="0" marB="0" anchor="ctr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HkhyokM+k</a:t>
                      </a:r>
                      <a:r>
                        <a:rPr lang="en-IN" sz="2800" dirty="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C;koj</a:t>
                      </a:r>
                      <a:r>
                        <a:rPr lang="en-IN" sz="2800" dirty="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jktlean</a:t>
                      </a:r>
                      <a:r>
                        <a:rPr lang="en-IN" sz="2800" dirty="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Mqaxjiqj</a:t>
                      </a:r>
                      <a:r>
                        <a:rPr lang="en-IN" sz="2800" dirty="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Vksad</a:t>
                      </a:r>
                      <a:r>
                        <a:rPr lang="en-IN" sz="2800" dirty="0">
                          <a:effectLst/>
                          <a:latin typeface="DevLys 010" pitchFamily="2" charset="0"/>
                        </a:rPr>
                        <a:t>]</a:t>
                      </a:r>
                      <a:r>
                        <a:rPr lang="en-IN" sz="2800" baseline="0" dirty="0">
                          <a:effectLst/>
                          <a:latin typeface="DevLys 010" pitchFamily="2" charset="0"/>
                        </a:rPr>
                        <a:t> </a:t>
                      </a:r>
                      <a:r>
                        <a:rPr lang="en-IN" sz="2800" baseline="0" dirty="0" err="1">
                          <a:effectLst/>
                          <a:latin typeface="DevLys 010" pitchFamily="2" charset="0"/>
                        </a:rPr>
                        <a:t>mn;iqj</a:t>
                      </a:r>
                      <a:r>
                        <a:rPr lang="en-IN" sz="2800" baseline="0" dirty="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800" baseline="0" dirty="0" err="1">
                          <a:effectLst/>
                          <a:latin typeface="DevLys 010" pitchFamily="2" charset="0"/>
                        </a:rPr>
                        <a:t>vtesj</a:t>
                      </a:r>
                      <a:endParaRPr lang="en-IN" sz="2800" dirty="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180000" marR="32147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4574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800">
                          <a:effectLst/>
                          <a:latin typeface="DevLys 010" pitchFamily="2" charset="0"/>
                        </a:rPr>
                        <a:t>4</a:t>
                      </a:r>
                      <a:endParaRPr lang="en-IN" sz="280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180000" marR="32147" marT="0" marB="0" anchor="ctr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ykbZeLVksu</a:t>
                      </a:r>
                      <a:endParaRPr lang="en-IN" sz="2800" dirty="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180000" marR="32147" marT="0" marB="0" anchor="ctr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ukxkSj</a:t>
                      </a:r>
                      <a:r>
                        <a:rPr lang="en-IN" sz="2800" baseline="0" dirty="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800" baseline="0" dirty="0" err="1">
                          <a:effectLst/>
                          <a:latin typeface="DevLys 010" pitchFamily="2" charset="0"/>
                        </a:rPr>
                        <a:t>tks</a:t>
                      </a:r>
                      <a:r>
                        <a:rPr lang="en-IN" sz="2800" baseline="0" dirty="0">
                          <a:effectLst/>
                          <a:latin typeface="DevLys 010" pitchFamily="2" charset="0"/>
                        </a:rPr>
                        <a:t>/</a:t>
                      </a:r>
                      <a:r>
                        <a:rPr lang="en-IN" sz="2800" baseline="0" dirty="0" err="1">
                          <a:effectLst/>
                          <a:latin typeface="DevLys 010" pitchFamily="2" charset="0"/>
                        </a:rPr>
                        <a:t>kiqj</a:t>
                      </a:r>
                      <a:r>
                        <a:rPr lang="en-IN" sz="2800" baseline="0" dirty="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800" baseline="0" dirty="0" err="1">
                          <a:effectLst/>
                          <a:latin typeface="DevLys 010" pitchFamily="2" charset="0"/>
                        </a:rPr>
                        <a:t>tSrkj.k</a:t>
                      </a:r>
                      <a:endParaRPr lang="en-IN" sz="2800" dirty="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180000" marR="32147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4574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800">
                          <a:effectLst/>
                          <a:latin typeface="DevLys 010" pitchFamily="2" charset="0"/>
                        </a:rPr>
                        <a:t>5</a:t>
                      </a:r>
                      <a:endParaRPr lang="en-IN" sz="280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180000" marR="32147" marT="0" marB="0" anchor="ctr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800" err="1">
                          <a:effectLst/>
                          <a:latin typeface="DevLys 010" pitchFamily="2" charset="0"/>
                        </a:rPr>
                        <a:t>ls.MLVksu</a:t>
                      </a:r>
                      <a:endParaRPr lang="en-IN" sz="280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180000" marR="32147" marT="0" marB="0" anchor="ctr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800" baseline="0" dirty="0">
                          <a:effectLst/>
                          <a:latin typeface="DevLys 010" pitchFamily="2" charset="0"/>
                        </a:rPr>
                        <a:t>/</a:t>
                      </a:r>
                      <a:r>
                        <a:rPr lang="en-IN" sz="2800" baseline="0" dirty="0" err="1">
                          <a:effectLst/>
                          <a:latin typeface="DevLys 010" pitchFamily="2" charset="0"/>
                        </a:rPr>
                        <a:t>kkSyiqj</a:t>
                      </a:r>
                      <a:r>
                        <a:rPr lang="en-IN" sz="2800" baseline="0" dirty="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800" baseline="0" dirty="0" err="1">
                          <a:effectLst/>
                          <a:latin typeface="DevLys 010" pitchFamily="2" charset="0"/>
                        </a:rPr>
                        <a:t>Hkjriqj</a:t>
                      </a:r>
                      <a:r>
                        <a:rPr lang="en-IN" sz="2800" baseline="0" dirty="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djksyh</a:t>
                      </a:r>
                      <a:r>
                        <a:rPr lang="en-IN" sz="2800" dirty="0">
                          <a:effectLst/>
                          <a:latin typeface="DevLys 010" pitchFamily="2" charset="0"/>
                        </a:rPr>
                        <a:t>]</a:t>
                      </a:r>
                      <a:r>
                        <a:rPr lang="en-IN" sz="2800" baseline="0" dirty="0">
                          <a:effectLst/>
                          <a:latin typeface="DevLys 010" pitchFamily="2" charset="0"/>
                        </a:rPr>
                        <a:t> </a:t>
                      </a:r>
                      <a:r>
                        <a:rPr lang="en-IN" sz="2800" baseline="0" dirty="0" err="1">
                          <a:effectLst/>
                          <a:latin typeface="DevLys 010" pitchFamily="2" charset="0"/>
                        </a:rPr>
                        <a:t>HkhyokM+k</a:t>
                      </a:r>
                      <a:r>
                        <a:rPr lang="en-IN" sz="2800" baseline="0" dirty="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800" baseline="0" dirty="0" err="1">
                          <a:effectLst/>
                          <a:latin typeface="DevLys 010" pitchFamily="2" charset="0"/>
                        </a:rPr>
                        <a:t>cqUnh</a:t>
                      </a:r>
                      <a:r>
                        <a:rPr lang="en-IN" sz="2800" baseline="0" dirty="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800" baseline="0" dirty="0" err="1">
                          <a:effectLst/>
                          <a:latin typeface="DevLys 010" pitchFamily="2" charset="0"/>
                        </a:rPr>
                        <a:t>tks</a:t>
                      </a:r>
                      <a:r>
                        <a:rPr lang="en-IN" sz="2800" baseline="0" dirty="0">
                          <a:effectLst/>
                          <a:latin typeface="DevLys 010" pitchFamily="2" charset="0"/>
                        </a:rPr>
                        <a:t>/</a:t>
                      </a:r>
                      <a:r>
                        <a:rPr lang="en-IN" sz="2800" baseline="0" dirty="0" err="1">
                          <a:effectLst/>
                          <a:latin typeface="DevLys 010" pitchFamily="2" charset="0"/>
                        </a:rPr>
                        <a:t>kiqj</a:t>
                      </a:r>
                      <a:r>
                        <a:rPr lang="en-IN" sz="2800" baseline="0" dirty="0">
                          <a:effectLst/>
                          <a:latin typeface="DevLys 010" pitchFamily="2" charset="0"/>
                        </a:rPr>
                        <a:t>]</a:t>
                      </a:r>
                      <a:endParaRPr lang="en-IN" sz="2800" dirty="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180000" marR="32147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54574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800" dirty="0">
                          <a:effectLst/>
                          <a:latin typeface="DevLys 010" pitchFamily="2" charset="0"/>
                        </a:rPr>
                        <a:t>6</a:t>
                      </a:r>
                      <a:endParaRPr lang="en-IN" sz="2800" dirty="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180000" marR="32147" marT="0" marB="0" anchor="ctr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ftIle</a:t>
                      </a:r>
                      <a:endParaRPr lang="en-IN" sz="2800" dirty="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180000" marR="32147" marT="0" marB="0" anchor="ctr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chdkusj</a:t>
                      </a:r>
                      <a:r>
                        <a:rPr lang="en-IN" sz="2800" dirty="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Jhxaxkuxj</a:t>
                      </a:r>
                      <a:r>
                        <a:rPr lang="en-IN" sz="2800" dirty="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guqekux</a:t>
                      </a:r>
                      <a:r>
                        <a:rPr lang="en-IN" sz="2800" dirty="0">
                          <a:effectLst/>
                          <a:latin typeface="DevLys 010" pitchFamily="2" charset="0"/>
                        </a:rPr>
                        <a:t>&lt;]</a:t>
                      </a:r>
                      <a:r>
                        <a:rPr lang="en-IN" sz="2800" baseline="0" dirty="0">
                          <a:effectLst/>
                          <a:latin typeface="DevLys 010" pitchFamily="2" charset="0"/>
                        </a:rPr>
                        <a:t> </a:t>
                      </a:r>
                      <a:r>
                        <a:rPr lang="en-IN" sz="2800" baseline="0" dirty="0" err="1">
                          <a:effectLst/>
                          <a:latin typeface="DevLys 010" pitchFamily="2" charset="0"/>
                        </a:rPr>
                        <a:t>ckyksrjk</a:t>
                      </a:r>
                      <a:r>
                        <a:rPr lang="en-IN" sz="2800" baseline="0" dirty="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800" baseline="0" dirty="0" err="1">
                          <a:effectLst/>
                          <a:latin typeface="DevLys 010" pitchFamily="2" charset="0"/>
                        </a:rPr>
                        <a:t>tSlyesj</a:t>
                      </a:r>
                      <a:endParaRPr lang="en-IN" sz="2800" dirty="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180000" marR="32147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04538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074FB-491C-9EB0-BEDA-70FD823E3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E3D5A71B-C0D6-6524-9843-E5C4FBDB3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0763" y="5169769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C3F78ADD-73C9-4183-AFDA-6039D928B4EE}" type="slidenum">
              <a:rPr lang="en-IN" altLang="en-US" smtClean="0"/>
              <a:pPr>
                <a:defRPr/>
              </a:pPr>
              <a:t>13</a:t>
            </a:fld>
            <a:endParaRPr lang="en-IN" alt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AC2AF99-B79B-1FD3-8F8A-127BE7D68DE5}"/>
              </a:ext>
            </a:extLst>
          </p:cNvPr>
          <p:cNvCxnSpPr/>
          <p:nvPr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CA00EEB-6519-58B2-A229-C002B1705B75}"/>
              </a:ext>
            </a:extLst>
          </p:cNvPr>
          <p:cNvSpPr/>
          <p:nvPr/>
        </p:nvSpPr>
        <p:spPr>
          <a:xfrm>
            <a:off x="474024" y="1149536"/>
            <a:ext cx="5148000" cy="7200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</p:spPr>
        <p:txBody>
          <a:bodyPr lIns="18288" tIns="320040" rIns="18288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en-US" sz="2400" b="1" kern="0">
              <a:solidFill>
                <a:sysClr val="windowText" lastClr="000000"/>
              </a:solidFill>
              <a:latin typeface="DevLys 010" pitchFamily="2" charset="0"/>
              <a:cs typeface="Times New Roman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7C4182-3BE5-0AB1-C1E8-5B18E48085F6}"/>
              </a:ext>
            </a:extLst>
          </p:cNvPr>
          <p:cNvSpPr/>
          <p:nvPr/>
        </p:nvSpPr>
        <p:spPr>
          <a:xfrm>
            <a:off x="389209" y="173049"/>
            <a:ext cx="579678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ctr">
              <a:buNone/>
            </a:pPr>
            <a:r>
              <a:rPr lang="en-US" sz="3200" b="1" dirty="0" err="1">
                <a:latin typeface="DevLys 010" pitchFamily="2" charset="0"/>
              </a:rPr>
              <a:t>voS</a:t>
            </a:r>
            <a:r>
              <a:rPr lang="en-US" sz="3200" b="1" dirty="0">
                <a:latin typeface="DevLys 010" pitchFamily="2" charset="0"/>
              </a:rPr>
              <a:t>/k [</a:t>
            </a:r>
            <a:r>
              <a:rPr lang="en-US" sz="3200" b="1" dirty="0" err="1">
                <a:latin typeface="DevLys 010" pitchFamily="2" charset="0"/>
              </a:rPr>
              <a:t>kuu</a:t>
            </a:r>
            <a:r>
              <a:rPr lang="en-US" sz="3200" b="1" dirty="0">
                <a:latin typeface="DevLys 010" pitchFamily="2" charset="0"/>
              </a:rPr>
              <a:t> </a:t>
            </a:r>
            <a:r>
              <a:rPr lang="en-US" sz="3200" b="1" dirty="0" err="1">
                <a:latin typeface="DevLys 010" pitchFamily="2" charset="0"/>
              </a:rPr>
              <a:t>xfrfof</a:t>
            </a:r>
            <a:r>
              <a:rPr lang="en-US" sz="3200" b="1" dirty="0">
                <a:latin typeface="DevLys 010" pitchFamily="2" charset="0"/>
              </a:rPr>
              <a:t>/</a:t>
            </a:r>
            <a:r>
              <a:rPr lang="en-US" sz="3200" b="1" dirty="0" err="1">
                <a:latin typeface="DevLys 010" pitchFamily="2" charset="0"/>
              </a:rPr>
              <a:t>k;ksa</a:t>
            </a:r>
            <a:r>
              <a:rPr lang="en-US" sz="3200" b="1" dirty="0">
                <a:latin typeface="DevLys 010" pitchFamily="2" charset="0"/>
              </a:rPr>
              <a:t> ds </a:t>
            </a:r>
            <a:r>
              <a:rPr lang="en-US" sz="3200" b="1" dirty="0" err="1">
                <a:latin typeface="DevLys 010" pitchFamily="2" charset="0"/>
              </a:rPr>
              <a:t>fo</a:t>
            </a:r>
            <a:r>
              <a:rPr lang="en-US" sz="3200" b="1" dirty="0">
                <a:latin typeface="DevLys 010" pitchFamily="2" charset="0"/>
              </a:rPr>
              <a:t>:) </a:t>
            </a:r>
            <a:r>
              <a:rPr lang="en-US" sz="3200" b="1" dirty="0" err="1">
                <a:latin typeface="DevLys 010" pitchFamily="2" charset="0"/>
              </a:rPr>
              <a:t>dk;Zokgh</a:t>
            </a:r>
            <a:endParaRPr lang="en-IN" sz="3200" b="1" dirty="0">
              <a:latin typeface="DevLys 010" pitchFamily="2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7F5AB19-48B7-9C27-6A7D-75E385DE0D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7180881"/>
              </p:ext>
            </p:extLst>
          </p:nvPr>
        </p:nvGraphicFramePr>
        <p:xfrm>
          <a:off x="304802" y="990600"/>
          <a:ext cx="11569872" cy="5562601"/>
        </p:xfrm>
        <a:graphic>
          <a:graphicData uri="http://schemas.openxmlformats.org/drawingml/2006/table">
            <a:tbl>
              <a:tblPr firstRow="1" firstCol="1" bandRow="1">
                <a:effectLst>
                  <a:outerShdw blurRad="50800" dist="38100" dir="13500000" algn="br" rotWithShape="0">
                    <a:prstClr val="black">
                      <a:alpha val="79000"/>
                    </a:prstClr>
                  </a:outerShdw>
                </a:effectLst>
              </a:tblPr>
              <a:tblGrid>
                <a:gridCol w="925589">
                  <a:extLst>
                    <a:ext uri="{9D8B030D-6E8A-4147-A177-3AD203B41FA5}">
                      <a16:colId xmlns:a16="http://schemas.microsoft.com/office/drawing/2014/main" val="3622221066"/>
                    </a:ext>
                  </a:extLst>
                </a:gridCol>
                <a:gridCol w="3008166">
                  <a:extLst>
                    <a:ext uri="{9D8B030D-6E8A-4147-A177-3AD203B41FA5}">
                      <a16:colId xmlns:a16="http://schemas.microsoft.com/office/drawing/2014/main" val="4216238352"/>
                    </a:ext>
                  </a:extLst>
                </a:gridCol>
                <a:gridCol w="1966879">
                  <a:extLst>
                    <a:ext uri="{9D8B030D-6E8A-4147-A177-3AD203B41FA5}">
                      <a16:colId xmlns:a16="http://schemas.microsoft.com/office/drawing/2014/main" val="959010815"/>
                    </a:ext>
                  </a:extLst>
                </a:gridCol>
                <a:gridCol w="1619782">
                  <a:extLst>
                    <a:ext uri="{9D8B030D-6E8A-4147-A177-3AD203B41FA5}">
                      <a16:colId xmlns:a16="http://schemas.microsoft.com/office/drawing/2014/main" val="1483391988"/>
                    </a:ext>
                  </a:extLst>
                </a:gridCol>
                <a:gridCol w="1851180">
                  <a:extLst>
                    <a:ext uri="{9D8B030D-6E8A-4147-A177-3AD203B41FA5}">
                      <a16:colId xmlns:a16="http://schemas.microsoft.com/office/drawing/2014/main" val="809664965"/>
                    </a:ext>
                  </a:extLst>
                </a:gridCol>
                <a:gridCol w="2198276">
                  <a:extLst>
                    <a:ext uri="{9D8B030D-6E8A-4147-A177-3AD203B41FA5}">
                      <a16:colId xmlns:a16="http://schemas.microsoft.com/office/drawing/2014/main" val="1230393428"/>
                    </a:ext>
                  </a:extLst>
                </a:gridCol>
              </a:tblGrid>
              <a:tr h="124491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sz="2400" u="none" strike="noStrike" dirty="0">
                          <a:effectLst/>
                          <a:latin typeface="DevLys 010" pitchFamily="2" charset="0"/>
                        </a:rPr>
                        <a:t>Ø-l-</a:t>
                      </a:r>
                    </a:p>
                  </a:txBody>
                  <a:tcPr marL="5716" marR="5716" marT="7621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sz="2400" u="none" strike="noStrike" dirty="0" err="1">
                          <a:effectLst/>
                          <a:latin typeface="DevLys 010" pitchFamily="2" charset="0"/>
                        </a:rPr>
                        <a:t>fooj.k</a:t>
                      </a:r>
                      <a:endParaRPr lang="hi-IN" sz="2400" b="0" i="0" u="none" strike="noStrike" dirty="0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sz="2400" u="none" strike="noStrike" dirty="0" err="1">
                          <a:effectLst/>
                          <a:latin typeface="DevLys 010" pitchFamily="2" charset="0"/>
                        </a:rPr>
                        <a:t>o"kZ</a:t>
                      </a:r>
                      <a:r>
                        <a:rPr lang="en-US" sz="2400" u="none" strike="noStrike" dirty="0">
                          <a:effectLst/>
                          <a:latin typeface="DevLys 010" pitchFamily="2" charset="0"/>
                        </a:rPr>
                        <a:t> 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US" sz="2400" u="none" strike="noStrike" dirty="0">
                          <a:effectLst/>
                          <a:latin typeface="DevLys 010" pitchFamily="2" charset="0"/>
                        </a:rPr>
                        <a:t>2023&amp;24</a:t>
                      </a:r>
                      <a:endParaRPr lang="hi-IN" sz="2400" b="0" i="0" u="none" strike="noStrike" dirty="0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sz="2400" u="none" strike="noStrike" dirty="0" err="1">
                          <a:effectLst/>
                          <a:latin typeface="DevLys 010" pitchFamily="2" charset="0"/>
                        </a:rPr>
                        <a:t>o"kZ</a:t>
                      </a:r>
                      <a:endParaRPr lang="en-US" sz="2400" u="none" strike="noStrike" dirty="0">
                        <a:effectLst/>
                        <a:latin typeface="DevLys 010" pitchFamily="2" charset="0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en-US" sz="2400" u="none" strike="noStrike" dirty="0">
                          <a:effectLst/>
                          <a:latin typeface="DevLys 010" pitchFamily="2" charset="0"/>
                        </a:rPr>
                        <a:t> 2024&amp;25</a:t>
                      </a:r>
                      <a:endParaRPr lang="hi-IN" sz="2400" b="0" i="0" u="none" strike="noStrike" dirty="0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sz="2400" u="none" strike="noStrike" dirty="0" err="1">
                          <a:effectLst/>
                          <a:latin typeface="DevLys 010" pitchFamily="2" charset="0"/>
                        </a:rPr>
                        <a:t>o"kZ</a:t>
                      </a:r>
                      <a:r>
                        <a:rPr lang="en-US" sz="2400" u="none" strike="noStrike" dirty="0">
                          <a:effectLst/>
                          <a:latin typeface="DevLys 010" pitchFamily="2" charset="0"/>
                        </a:rPr>
                        <a:t> 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US" sz="2400" u="none" strike="noStrike" dirty="0">
                          <a:effectLst/>
                          <a:latin typeface="DevLys 010" pitchFamily="2" charset="0"/>
                        </a:rPr>
                        <a:t>2025&amp;26</a:t>
                      </a:r>
                      <a:endParaRPr lang="hi-IN" sz="2400" b="0" i="0" u="none" strike="noStrike" dirty="0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sz="2400" u="none" strike="noStrike" dirty="0" err="1">
                          <a:effectLst/>
                          <a:latin typeface="DevLys 010" pitchFamily="2" charset="0"/>
                        </a:rPr>
                        <a:t>o"kZ</a:t>
                      </a:r>
                      <a:r>
                        <a:rPr lang="en-US" sz="2400" u="none" strike="noStrike" dirty="0">
                          <a:effectLst/>
                          <a:latin typeface="DevLys 010" pitchFamily="2" charset="0"/>
                        </a:rPr>
                        <a:t> 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US" sz="2400" u="none" strike="noStrike" dirty="0">
                          <a:effectLst/>
                          <a:latin typeface="DevLys 010" pitchFamily="2" charset="0"/>
                        </a:rPr>
                        <a:t>2026&amp;27 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US" sz="2400" u="none" strike="noStrike" dirty="0" err="1">
                          <a:effectLst/>
                          <a:latin typeface="DevLys 010" pitchFamily="2" charset="0"/>
                        </a:rPr>
                        <a:t>¼vizsy</a:t>
                      </a:r>
                      <a:r>
                        <a:rPr lang="en-US" sz="2400" u="none" strike="noStrike" baseline="0" dirty="0">
                          <a:effectLst/>
                          <a:latin typeface="DevLys 010" pitchFamily="2" charset="0"/>
                        </a:rPr>
                        <a:t> </a:t>
                      </a:r>
                      <a:r>
                        <a:rPr lang="en-US" sz="2400" u="none" strike="noStrike" baseline="0" dirty="0" err="1">
                          <a:effectLst/>
                          <a:latin typeface="DevLys 010" pitchFamily="2" charset="0"/>
                        </a:rPr>
                        <a:t>rd½</a:t>
                      </a:r>
                      <a:endParaRPr lang="hi-IN" sz="2400" b="0" i="0" u="none" strike="noStrike" dirty="0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47679"/>
                  </a:ext>
                </a:extLst>
              </a:tr>
              <a:tr h="58250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IN" sz="2400" u="none" strike="noStrike" dirty="0">
                          <a:effectLst/>
                          <a:latin typeface="DevLys 010" pitchFamily="2" charset="0"/>
                        </a:rPr>
                        <a:t>1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>
                    <a:lnL w="12700" cmpd="sng">
                      <a:solidFill>
                        <a:sysClr val="window" lastClr="FFFFFF"/>
                      </a:solidFill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sz="2400" u="none" strike="noStrike" dirty="0" err="1">
                          <a:effectLst/>
                          <a:latin typeface="DevLys 010" pitchFamily="2" charset="0"/>
                        </a:rPr>
                        <a:t>ntZ</a:t>
                      </a:r>
                      <a:r>
                        <a:rPr lang="en-US" sz="2400" u="none" strike="noStrike" dirty="0">
                          <a:effectLst/>
                          <a:latin typeface="DevLys 010" pitchFamily="2" charset="0"/>
                        </a:rPr>
                        <a:t> </a:t>
                      </a:r>
                      <a:r>
                        <a:rPr lang="en-US" sz="2400" u="none" strike="noStrike" dirty="0" err="1">
                          <a:effectLst/>
                          <a:latin typeface="DevLys 010" pitchFamily="2" charset="0"/>
                        </a:rPr>
                        <a:t>izdj.k</a:t>
                      </a:r>
                      <a:endParaRPr lang="hi-IN" sz="2400" b="0" i="0" u="none" strike="noStrike" dirty="0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>
                    <a:lnL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IN" sz="2400" u="none" strike="noStrike" dirty="0">
                          <a:effectLst/>
                          <a:latin typeface="DevLys 010" pitchFamily="2" charset="0"/>
                        </a:rPr>
                        <a:t>9563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>
                    <a:lnL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IN" sz="2400" u="none" strike="noStrike" dirty="0">
                          <a:effectLst/>
                          <a:latin typeface="DevLys 010" pitchFamily="2" charset="0"/>
                        </a:rPr>
                        <a:t>9331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>
                    <a:lnL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DevLys 010" pitchFamily="2" charset="0"/>
                        </a:rPr>
                        <a:t>10568</a:t>
                      </a:r>
                    </a:p>
                  </a:txBody>
                  <a:tcPr marL="5716" marR="5716" marT="7621" marB="0" anchor="ctr">
                    <a:lnL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DevLys 010" pitchFamily="2" charset="0"/>
                        </a:rPr>
                        <a:t>920</a:t>
                      </a:r>
                    </a:p>
                  </a:txBody>
                  <a:tcPr marL="5716" marR="5716" marT="7621" marB="0" anchor="ctr">
                    <a:lnL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0986480"/>
                  </a:ext>
                </a:extLst>
              </a:tr>
              <a:tr h="66285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IN" sz="2400" u="none" strike="noStrike" dirty="0">
                          <a:effectLst/>
                          <a:latin typeface="DevLys 010" pitchFamily="2" charset="0"/>
                        </a:rPr>
                        <a:t>2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>
                    <a:lnL w="12700" cmpd="sng">
                      <a:solidFill>
                        <a:sysClr val="window" lastClr="FFFFFF"/>
                      </a:solidFill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sz="2400" u="none" strike="noStrike" dirty="0">
                          <a:effectLst/>
                          <a:latin typeface="DevLys 010" pitchFamily="2" charset="0"/>
                        </a:rPr>
                        <a:t>,Q-</a:t>
                      </a:r>
                      <a:r>
                        <a:rPr lang="en-US" sz="2400" u="none" strike="noStrike" dirty="0" err="1">
                          <a:effectLst/>
                          <a:latin typeface="DevLys 010" pitchFamily="2" charset="0"/>
                        </a:rPr>
                        <a:t>vkbZ</a:t>
                      </a:r>
                      <a:r>
                        <a:rPr lang="en-US" sz="2400" u="none" strike="noStrike" dirty="0">
                          <a:effectLst/>
                          <a:latin typeface="DevLys 010" pitchFamily="2" charset="0"/>
                        </a:rPr>
                        <a:t>-</a:t>
                      </a:r>
                      <a:r>
                        <a:rPr lang="en-US" sz="2400" u="none" strike="noStrike" dirty="0" err="1">
                          <a:effectLst/>
                          <a:latin typeface="DevLys 010" pitchFamily="2" charset="0"/>
                        </a:rPr>
                        <a:t>vkj</a:t>
                      </a:r>
                      <a:r>
                        <a:rPr lang="en-US" sz="2400" u="none" strike="noStrike" dirty="0">
                          <a:effectLst/>
                          <a:latin typeface="DevLys 010" pitchFamily="2" charset="0"/>
                        </a:rPr>
                        <a:t>-</a:t>
                      </a:r>
                      <a:endParaRPr lang="hi-IN" sz="2400" b="0" i="0" u="none" strike="noStrike" dirty="0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>
                    <a:lnL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IN" sz="2400" u="none" strike="noStrike" dirty="0">
                          <a:effectLst/>
                          <a:latin typeface="DevLys 010" pitchFamily="2" charset="0"/>
                        </a:rPr>
                        <a:t>1219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>
                    <a:lnL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IN" sz="2400" u="none" strike="noStrike" dirty="0">
                          <a:effectLst/>
                          <a:latin typeface="DevLys 010" pitchFamily="2" charset="0"/>
                        </a:rPr>
                        <a:t>801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>
                    <a:lnL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DevLys 010" pitchFamily="2" charset="0"/>
                        </a:rPr>
                        <a:t>1161</a:t>
                      </a:r>
                    </a:p>
                  </a:txBody>
                  <a:tcPr marL="5716" marR="5716" marT="7621" marB="0" anchor="ctr">
                    <a:lnL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DevLys 010" pitchFamily="2" charset="0"/>
                        </a:rPr>
                        <a:t>88</a:t>
                      </a:r>
                    </a:p>
                  </a:txBody>
                  <a:tcPr marL="5716" marR="5716" marT="7621" marB="0" anchor="ctr">
                    <a:lnL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7532400"/>
                  </a:ext>
                </a:extLst>
              </a:tr>
              <a:tr h="83258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IN" sz="2400" u="none" strike="noStrike" dirty="0">
                          <a:effectLst/>
                          <a:latin typeface="DevLys 010" pitchFamily="2" charset="0"/>
                        </a:rPr>
                        <a:t>3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>
                    <a:lnL w="12700" cmpd="sng">
                      <a:solidFill>
                        <a:sysClr val="window" lastClr="FFFFFF"/>
                      </a:solidFill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sz="2400" u="none" strike="noStrike" dirty="0" err="1">
                          <a:effectLst/>
                          <a:latin typeface="DevLys 010" pitchFamily="2" charset="0"/>
                        </a:rPr>
                        <a:t>tCr</a:t>
                      </a:r>
                      <a:r>
                        <a:rPr lang="en-US" sz="2400" u="none" strike="noStrike" dirty="0">
                          <a:effectLst/>
                          <a:latin typeface="DevLys 010" pitchFamily="2" charset="0"/>
                        </a:rPr>
                        <a:t> </a:t>
                      </a:r>
                      <a:r>
                        <a:rPr lang="en-US" sz="2400" u="none" strike="noStrike" dirty="0" err="1">
                          <a:effectLst/>
                          <a:latin typeface="DevLys 010" pitchFamily="2" charset="0"/>
                        </a:rPr>
                        <a:t>okgu@e'khujh</a:t>
                      </a:r>
                      <a:endParaRPr lang="hi-IN" sz="2400" b="0" i="0" u="none" strike="noStrike" dirty="0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>
                    <a:lnL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IN" sz="2400" u="none" strike="noStrike" dirty="0">
                          <a:effectLst/>
                          <a:latin typeface="DevLys 010" pitchFamily="2" charset="0"/>
                        </a:rPr>
                        <a:t>9033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>
                    <a:lnL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IN" sz="2400" u="none" strike="noStrike" dirty="0">
                          <a:effectLst/>
                          <a:latin typeface="DevLys 010" pitchFamily="2" charset="0"/>
                        </a:rPr>
                        <a:t>9342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>
                    <a:lnL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DevLys 010" pitchFamily="2" charset="0"/>
                        </a:rPr>
                        <a:t>10402</a:t>
                      </a:r>
                    </a:p>
                  </a:txBody>
                  <a:tcPr marL="5716" marR="5716" marT="7621" marB="0" anchor="ctr">
                    <a:lnL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DevLys 010" pitchFamily="2" charset="0"/>
                        </a:rPr>
                        <a:t>945</a:t>
                      </a:r>
                    </a:p>
                  </a:txBody>
                  <a:tcPr marL="5716" marR="5716" marT="7621" marB="0" anchor="ctr">
                    <a:lnL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6784628"/>
                  </a:ext>
                </a:extLst>
              </a:tr>
              <a:tr h="165723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IN" sz="2400" u="none" strike="noStrike" dirty="0">
                          <a:effectLst/>
                          <a:latin typeface="DevLys 010" pitchFamily="2" charset="0"/>
                        </a:rPr>
                        <a:t>4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>
                    <a:lnL w="12700" cmpd="sng">
                      <a:solidFill>
                        <a:sysClr val="window" lastClr="FFFFFF"/>
                      </a:solidFill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sz="2400" u="none" strike="noStrike" dirty="0" err="1">
                          <a:effectLst/>
                          <a:latin typeface="DevLys 010" pitchFamily="2" charset="0"/>
                        </a:rPr>
                        <a:t>olwy</a:t>
                      </a:r>
                      <a:r>
                        <a:rPr lang="en-US" sz="2400" u="none" strike="noStrike" dirty="0">
                          <a:effectLst/>
                          <a:latin typeface="DevLys 010" pitchFamily="2" charset="0"/>
                        </a:rPr>
                        <a:t> dh </a:t>
                      </a:r>
                      <a:r>
                        <a:rPr lang="en-US" sz="2400" u="none" strike="noStrike" dirty="0" err="1">
                          <a:effectLst/>
                          <a:latin typeface="DevLys 010" pitchFamily="2" charset="0"/>
                        </a:rPr>
                        <a:t>xbZ</a:t>
                      </a:r>
                      <a:r>
                        <a:rPr lang="en-US" sz="2400" u="none" strike="noStrike" dirty="0">
                          <a:effectLst/>
                          <a:latin typeface="DevLys 010" pitchFamily="2" charset="0"/>
                        </a:rPr>
                        <a:t> '</a:t>
                      </a:r>
                      <a:r>
                        <a:rPr lang="en-US" sz="2400" u="none" strike="noStrike" dirty="0" err="1">
                          <a:effectLst/>
                          <a:latin typeface="DevLys 010" pitchFamily="2" charset="0"/>
                        </a:rPr>
                        <a:t>kkfLr</a:t>
                      </a:r>
                      <a:r>
                        <a:rPr lang="en-US" sz="2400" u="none" strike="noStrike" dirty="0">
                          <a:effectLst/>
                          <a:latin typeface="DevLys 010" pitchFamily="2" charset="0"/>
                        </a:rPr>
                        <a:t> </a:t>
                      </a:r>
                      <a:r>
                        <a:rPr lang="en-US" sz="2400" u="none" strike="noStrike" dirty="0" err="1">
                          <a:effectLst/>
                          <a:latin typeface="DevLys 010" pitchFamily="2" charset="0"/>
                        </a:rPr>
                        <a:t>jkf'k</a:t>
                      </a:r>
                      <a:r>
                        <a:rPr lang="en-US" sz="2400" u="none" strike="noStrike" dirty="0">
                          <a:effectLst/>
                          <a:latin typeface="DevLys 010" pitchFamily="2" charset="0"/>
                        </a:rPr>
                        <a:t> 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US" sz="2400" u="none" strike="noStrike" dirty="0" err="1">
                          <a:effectLst/>
                          <a:latin typeface="DevLys 010" pitchFamily="2" charset="0"/>
                        </a:rPr>
                        <a:t>¼:i;s</a:t>
                      </a:r>
                      <a:r>
                        <a:rPr lang="en-US" sz="2400" u="none" strike="noStrike" dirty="0">
                          <a:effectLst/>
                          <a:latin typeface="DevLys 010" pitchFamily="2" charset="0"/>
                        </a:rPr>
                        <a:t> </a:t>
                      </a:r>
                      <a:r>
                        <a:rPr lang="en-US" sz="2400" u="none" strike="noStrike" dirty="0" err="1">
                          <a:effectLst/>
                          <a:latin typeface="DevLys 010" pitchFamily="2" charset="0"/>
                        </a:rPr>
                        <a:t>djksMksa</a:t>
                      </a:r>
                      <a:r>
                        <a:rPr lang="en-US" sz="2400" u="none" strike="noStrike" baseline="0" dirty="0">
                          <a:effectLst/>
                          <a:latin typeface="DevLys 010" pitchFamily="2" charset="0"/>
                        </a:rPr>
                        <a:t> </a:t>
                      </a:r>
                      <a:r>
                        <a:rPr lang="en-US" sz="2400" u="none" strike="noStrike" baseline="0" dirty="0" err="1">
                          <a:effectLst/>
                          <a:latin typeface="DevLys 010" pitchFamily="2" charset="0"/>
                        </a:rPr>
                        <a:t>esa½</a:t>
                      </a:r>
                      <a:endParaRPr lang="hi-IN" sz="2400" b="0" i="0" u="none" strike="noStrike" dirty="0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>
                    <a:lnL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IN" sz="2400" u="none" strike="noStrike" dirty="0">
                          <a:effectLst/>
                          <a:latin typeface="DevLys 010" pitchFamily="2" charset="0"/>
                        </a:rPr>
                        <a:t>108-32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>
                    <a:lnL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IN" sz="2400" u="none" strike="noStrike" dirty="0">
                          <a:effectLst/>
                          <a:latin typeface="DevLys 010" pitchFamily="2" charset="0"/>
                        </a:rPr>
                        <a:t>67-05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>
                    <a:lnL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DevLys 010" pitchFamily="2" charset="0"/>
                        </a:rPr>
                        <a:t>109-78</a:t>
                      </a:r>
                    </a:p>
                  </a:txBody>
                  <a:tcPr marL="5716" marR="5716" marT="7621" marB="0" anchor="ctr">
                    <a:lnL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DevLys 010" pitchFamily="2" charset="0"/>
                        </a:rPr>
                        <a:t>5-00</a:t>
                      </a:r>
                    </a:p>
                  </a:txBody>
                  <a:tcPr marL="5716" marR="5716" marT="7621" marB="0" anchor="ctr">
                    <a:lnL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4458354"/>
                  </a:ext>
                </a:extLst>
              </a:tr>
              <a:tr h="58250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IN" sz="2400" u="none" strike="noStrike" dirty="0">
                          <a:effectLst/>
                          <a:latin typeface="DevLys 010" pitchFamily="2" charset="0"/>
                        </a:rPr>
                        <a:t>5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>
                    <a:lnL w="12700" cmpd="sng">
                      <a:solidFill>
                        <a:sysClr val="window" lastClr="FFFFFF"/>
                      </a:solidFill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sz="2400" u="none" strike="noStrike" dirty="0" err="1">
                          <a:effectLst/>
                          <a:latin typeface="DevLys 010" pitchFamily="2" charset="0"/>
                        </a:rPr>
                        <a:t>fxj¶rkjh</a:t>
                      </a:r>
                      <a:endParaRPr lang="hi-IN" sz="2400" b="0" i="0" u="none" strike="noStrike" dirty="0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>
                    <a:lnL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IN" sz="2400" u="none" strike="noStrike" dirty="0">
                          <a:effectLst/>
                          <a:latin typeface="DevLys 010" pitchFamily="2" charset="0"/>
                        </a:rPr>
                        <a:t>562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>
                    <a:lnL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IN" sz="2400" u="none" strike="noStrike" dirty="0">
                          <a:effectLst/>
                          <a:latin typeface="DevLys 010" pitchFamily="2" charset="0"/>
                        </a:rPr>
                        <a:t>397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>
                    <a:lnL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DevLys 010" pitchFamily="2" charset="0"/>
                        </a:rPr>
                        <a:t>734</a:t>
                      </a:r>
                    </a:p>
                  </a:txBody>
                  <a:tcPr marL="5716" marR="5716" marT="7621" marB="0" anchor="ctr">
                    <a:lnL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DevLys 010" pitchFamily="2" charset="0"/>
                        </a:rPr>
                        <a:t>66</a:t>
                      </a:r>
                    </a:p>
                  </a:txBody>
                  <a:tcPr marL="5716" marR="5716" marT="7621" marB="0" anchor="ctr">
                    <a:lnL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6013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42469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FACAB-493B-AD39-A908-00CAFCE07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B6AB4B84-A30B-370F-EFD3-DC74540FF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0763" y="5169769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C3F78ADD-73C9-4183-AFDA-6039D928B4EE}" type="slidenum">
              <a:rPr lang="en-IN" altLang="en-US" smtClean="0"/>
              <a:pPr>
                <a:defRPr/>
              </a:pPr>
              <a:t>14</a:t>
            </a:fld>
            <a:endParaRPr lang="en-IN" alt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5CD4C27-EA20-C886-F1AE-61C896F3DF28}"/>
              </a:ext>
            </a:extLst>
          </p:cNvPr>
          <p:cNvCxnSpPr/>
          <p:nvPr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80F7EDA9-A5ED-C772-EA78-245D390BC81D}"/>
              </a:ext>
            </a:extLst>
          </p:cNvPr>
          <p:cNvSpPr/>
          <p:nvPr/>
        </p:nvSpPr>
        <p:spPr>
          <a:xfrm>
            <a:off x="474024" y="1149536"/>
            <a:ext cx="5148000" cy="7200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</p:spPr>
        <p:txBody>
          <a:bodyPr lIns="18288" tIns="320040" rIns="18288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en-US" sz="2400" b="1" kern="0">
              <a:solidFill>
                <a:sysClr val="windowText" lastClr="000000"/>
              </a:solidFill>
              <a:latin typeface="DevLys 010" pitchFamily="2" charset="0"/>
              <a:cs typeface="Times New Roman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E94146-1DA6-3487-F6D9-B74DF9D58E3B}"/>
              </a:ext>
            </a:extLst>
          </p:cNvPr>
          <p:cNvSpPr/>
          <p:nvPr/>
        </p:nvSpPr>
        <p:spPr>
          <a:xfrm>
            <a:off x="0" y="57667"/>
            <a:ext cx="1025633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ctr">
              <a:buNone/>
            </a:pPr>
            <a:r>
              <a:rPr lang="en-US" sz="3600" b="1" dirty="0" err="1">
                <a:latin typeface="DevLys 010" pitchFamily="2" charset="0"/>
              </a:rPr>
              <a:t>voS</a:t>
            </a:r>
            <a:r>
              <a:rPr lang="en-US" sz="3600" b="1" dirty="0">
                <a:latin typeface="DevLys 010" pitchFamily="2" charset="0"/>
              </a:rPr>
              <a:t>/k [</a:t>
            </a:r>
            <a:r>
              <a:rPr lang="en-US" sz="3600" b="1" dirty="0" err="1">
                <a:latin typeface="DevLys 010" pitchFamily="2" charset="0"/>
              </a:rPr>
              <a:t>kuu</a:t>
            </a:r>
            <a:r>
              <a:rPr lang="en-US" sz="3600" b="1" dirty="0">
                <a:latin typeface="DevLys 010" pitchFamily="2" charset="0"/>
              </a:rPr>
              <a:t> </a:t>
            </a:r>
            <a:r>
              <a:rPr lang="en-US" sz="3600" b="1" dirty="0" err="1">
                <a:latin typeface="DevLys 010" pitchFamily="2" charset="0"/>
              </a:rPr>
              <a:t>xfrfof</a:t>
            </a:r>
            <a:r>
              <a:rPr lang="en-US" sz="3600" b="1" dirty="0">
                <a:latin typeface="DevLys 010" pitchFamily="2" charset="0"/>
              </a:rPr>
              <a:t>/</a:t>
            </a:r>
            <a:r>
              <a:rPr lang="en-US" sz="3600" b="1" dirty="0" err="1">
                <a:latin typeface="DevLys 010" pitchFamily="2" charset="0"/>
              </a:rPr>
              <a:t>k;ksa</a:t>
            </a:r>
            <a:r>
              <a:rPr lang="en-US" sz="3600" b="1" dirty="0">
                <a:latin typeface="DevLys 010" pitchFamily="2" charset="0"/>
              </a:rPr>
              <a:t> dh </a:t>
            </a:r>
            <a:r>
              <a:rPr lang="en-US" sz="3600" b="1" dirty="0" err="1">
                <a:latin typeface="DevLys 010" pitchFamily="2" charset="0"/>
              </a:rPr>
              <a:t>jksdFkke</a:t>
            </a:r>
            <a:r>
              <a:rPr lang="en-US" sz="3600" b="1" dirty="0">
                <a:latin typeface="DevLys 010" pitchFamily="2" charset="0"/>
              </a:rPr>
              <a:t> </a:t>
            </a:r>
            <a:r>
              <a:rPr lang="en-US" sz="3600" b="1" dirty="0" err="1">
                <a:latin typeface="DevLys 010" pitchFamily="2" charset="0"/>
              </a:rPr>
              <a:t>gsrq</a:t>
            </a:r>
            <a:r>
              <a:rPr lang="en-US" sz="3600" b="1" dirty="0">
                <a:latin typeface="DevLys 010" pitchFamily="2" charset="0"/>
              </a:rPr>
              <a:t> </a:t>
            </a:r>
            <a:r>
              <a:rPr lang="en-US" sz="3600" b="1" dirty="0" err="1">
                <a:latin typeface="DevLys 010" pitchFamily="2" charset="0"/>
              </a:rPr>
              <a:t>uohure</a:t>
            </a:r>
            <a:r>
              <a:rPr lang="en-US" sz="3600" b="1" dirty="0">
                <a:latin typeface="DevLys 010" pitchFamily="2" charset="0"/>
              </a:rPr>
              <a:t> </a:t>
            </a:r>
            <a:r>
              <a:rPr lang="en-US" sz="3600" b="1" dirty="0" err="1">
                <a:latin typeface="DevLys 010" pitchFamily="2" charset="0"/>
              </a:rPr>
              <a:t>rduhd</a:t>
            </a:r>
            <a:r>
              <a:rPr lang="en-US" sz="3600" b="1" dirty="0">
                <a:latin typeface="DevLys 010" pitchFamily="2" charset="0"/>
              </a:rPr>
              <a:t> dk </a:t>
            </a:r>
            <a:r>
              <a:rPr lang="en-US" sz="3600" b="1" dirty="0" err="1">
                <a:latin typeface="DevLys 010" pitchFamily="2" charset="0"/>
              </a:rPr>
              <a:t>iz;ksx</a:t>
            </a:r>
            <a:endParaRPr lang="en-IN" sz="3600" b="1" dirty="0">
              <a:latin typeface="DevLys 01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1BA300-A96E-A684-FC71-33897B8981D6}"/>
              </a:ext>
            </a:extLst>
          </p:cNvPr>
          <p:cNvSpPr txBox="1"/>
          <p:nvPr/>
        </p:nvSpPr>
        <p:spPr>
          <a:xfrm>
            <a:off x="242060" y="969164"/>
            <a:ext cx="11475916" cy="54802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14375" indent="-714375" algn="just">
              <a:lnSpc>
                <a:spcPct val="150000"/>
              </a:lnSpc>
              <a:spcBef>
                <a:spcPts val="60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2800" dirty="0">
                <a:latin typeface="DevLys 010" pitchFamily="2" charset="0"/>
              </a:rPr>
              <a:t>[</a:t>
            </a:r>
            <a:r>
              <a:rPr lang="en-IN" sz="2800" dirty="0" err="1">
                <a:latin typeface="DevLys 010" pitchFamily="2" charset="0"/>
              </a:rPr>
              <a:t>kuu</a:t>
            </a:r>
            <a:r>
              <a:rPr lang="en-IN" sz="2800" dirty="0">
                <a:latin typeface="DevLys 010" pitchFamily="2" charset="0"/>
              </a:rPr>
              <a:t> </a:t>
            </a:r>
            <a:r>
              <a:rPr lang="en-IN" sz="2800" dirty="0" err="1">
                <a:latin typeface="DevLys 010" pitchFamily="2" charset="0"/>
              </a:rPr>
              <a:t>iV~Vk</a:t>
            </a:r>
            <a:r>
              <a:rPr lang="en-IN" sz="2800" dirty="0">
                <a:latin typeface="DevLys 010" pitchFamily="2" charset="0"/>
              </a:rPr>
              <a:t> {</a:t>
            </a:r>
            <a:r>
              <a:rPr lang="en-IN" sz="2800" dirty="0" err="1">
                <a:latin typeface="DevLys 010" pitchFamily="2" charset="0"/>
              </a:rPr>
              <a:t>ks</a:t>
            </a:r>
            <a:r>
              <a:rPr lang="en-IN" sz="2800" dirty="0">
                <a:latin typeface="DevLys 010" pitchFamily="2" charset="0"/>
              </a:rPr>
              <a:t>=</a:t>
            </a:r>
            <a:r>
              <a:rPr lang="en-IN" sz="2800" dirty="0" err="1">
                <a:latin typeface="DevLys 010" pitchFamily="2" charset="0"/>
              </a:rPr>
              <a:t>ksa</a:t>
            </a:r>
            <a:r>
              <a:rPr lang="en-IN" sz="2800" dirty="0">
                <a:latin typeface="DevLys 010" pitchFamily="2" charset="0"/>
              </a:rPr>
              <a:t> dh </a:t>
            </a:r>
            <a:r>
              <a:rPr lang="en-IN" sz="2800" dirty="0" err="1">
                <a:latin typeface="DevLys 010" pitchFamily="2" charset="0"/>
              </a:rPr>
              <a:t>ft;ks</a:t>
            </a:r>
            <a:r>
              <a:rPr lang="en-IN" sz="2800" dirty="0">
                <a:latin typeface="DevLys 010" pitchFamily="2" charset="0"/>
              </a:rPr>
              <a:t> </a:t>
            </a:r>
            <a:r>
              <a:rPr lang="en-IN" sz="2800" dirty="0" err="1">
                <a:latin typeface="DevLys 010" pitchFamily="2" charset="0"/>
              </a:rPr>
              <a:t>QSfUlx</a:t>
            </a:r>
            <a:r>
              <a:rPr lang="en-IN" sz="2800" dirty="0">
                <a:latin typeface="DevLys 010" pitchFamily="2" charset="0"/>
              </a:rPr>
              <a:t> </a:t>
            </a:r>
            <a:r>
              <a:rPr lang="en-IN" sz="2800" dirty="0" err="1">
                <a:latin typeface="DevLys 010" pitchFamily="2" charset="0"/>
              </a:rPr>
              <a:t>izfØ;k</a:t>
            </a:r>
            <a:r>
              <a:rPr lang="en-IN" sz="2800" dirty="0">
                <a:latin typeface="DevLys 010" pitchFamily="2" charset="0"/>
              </a:rPr>
              <a:t>/</a:t>
            </a:r>
            <a:r>
              <a:rPr lang="en-IN" sz="2800" dirty="0" err="1">
                <a:latin typeface="DevLys 010" pitchFamily="2" charset="0"/>
              </a:rPr>
              <a:t>khu</a:t>
            </a:r>
            <a:endParaRPr lang="en-IN" sz="2800" dirty="0">
              <a:latin typeface="DevLys 010" pitchFamily="2" charset="0"/>
            </a:endParaRPr>
          </a:p>
          <a:p>
            <a:pPr marL="714375" indent="-714375" algn="just">
              <a:lnSpc>
                <a:spcPct val="150000"/>
              </a:lnSpc>
              <a:spcBef>
                <a:spcPts val="60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2800" dirty="0" err="1">
                <a:latin typeface="DevLys 010" pitchFamily="2" charset="0"/>
              </a:rPr>
              <a:t>joUuk</a:t>
            </a:r>
            <a:r>
              <a:rPr lang="en-IN" sz="2800" dirty="0">
                <a:latin typeface="DevLys 010" pitchFamily="2" charset="0"/>
              </a:rPr>
              <a:t> </a:t>
            </a:r>
            <a:r>
              <a:rPr lang="en-IN" sz="2800" dirty="0" err="1">
                <a:latin typeface="DevLys 010" pitchFamily="2" charset="0"/>
              </a:rPr>
              <a:t>dUQesZ'ku</a:t>
            </a:r>
            <a:r>
              <a:rPr lang="en-IN" sz="2800" baseline="0" dirty="0">
                <a:latin typeface="DevLys 010" pitchFamily="2" charset="0"/>
              </a:rPr>
              <a:t> </a:t>
            </a:r>
            <a:r>
              <a:rPr lang="en-IN" sz="2800" baseline="0" dirty="0" err="1">
                <a:latin typeface="DevLys 010" pitchFamily="2" charset="0"/>
              </a:rPr>
              <a:t>esa</a:t>
            </a:r>
            <a:r>
              <a:rPr lang="en-IN" sz="2800" baseline="0" dirty="0">
                <a:latin typeface="DevLys 010" pitchFamily="2" charset="0"/>
              </a:rPr>
              <a:t> </a:t>
            </a:r>
            <a:r>
              <a:rPr lang="en-IN" sz="2800" dirty="0">
                <a:latin typeface="DevLys 010" pitchFamily="2" charset="0"/>
              </a:rPr>
              <a:t>[</a:t>
            </a:r>
            <a:r>
              <a:rPr lang="en-IN" sz="2800" dirty="0" err="1">
                <a:latin typeface="DevLys 010" pitchFamily="2" charset="0"/>
              </a:rPr>
              <a:t>kfut</a:t>
            </a:r>
            <a:r>
              <a:rPr lang="en-IN" sz="2800" dirty="0">
                <a:latin typeface="DevLys 010" pitchFamily="2" charset="0"/>
              </a:rPr>
              <a:t> ds </a:t>
            </a:r>
            <a:r>
              <a:rPr lang="en-IN" sz="2800" dirty="0" err="1">
                <a:latin typeface="DevLys 010" pitchFamily="2" charset="0"/>
              </a:rPr>
              <a:t>otu</a:t>
            </a:r>
            <a:r>
              <a:rPr lang="en-IN" sz="2800" dirty="0">
                <a:latin typeface="DevLys 010" pitchFamily="2" charset="0"/>
              </a:rPr>
              <a:t> </a:t>
            </a:r>
            <a:r>
              <a:rPr lang="en-IN" sz="2800" dirty="0" err="1">
                <a:latin typeface="DevLys 010" pitchFamily="2" charset="0"/>
              </a:rPr>
              <a:t>esa</a:t>
            </a:r>
            <a:r>
              <a:rPr lang="en-IN" sz="2800" dirty="0">
                <a:latin typeface="DevLys 010" pitchFamily="2" charset="0"/>
              </a:rPr>
              <a:t> </a:t>
            </a:r>
            <a:r>
              <a:rPr lang="en-IN" sz="2800" dirty="0" err="1">
                <a:latin typeface="DevLys 010" pitchFamily="2" charset="0"/>
              </a:rPr>
              <a:t>laHkkfor</a:t>
            </a:r>
            <a:r>
              <a:rPr lang="en-IN" sz="2800" dirty="0">
                <a:latin typeface="DevLys 010" pitchFamily="2" charset="0"/>
              </a:rPr>
              <a:t> </a:t>
            </a:r>
            <a:r>
              <a:rPr lang="en-IN" sz="2800" dirty="0" err="1">
                <a:latin typeface="DevLys 010" pitchFamily="2" charset="0"/>
              </a:rPr>
              <a:t>ifjorZu</a:t>
            </a:r>
            <a:r>
              <a:rPr lang="en-IN" sz="2800" baseline="0" dirty="0">
                <a:latin typeface="DevLys 010" pitchFamily="2" charset="0"/>
              </a:rPr>
              <a:t> </a:t>
            </a:r>
            <a:r>
              <a:rPr lang="en-IN" sz="2800" baseline="0" dirty="0" err="1">
                <a:latin typeface="DevLys 010" pitchFamily="2" charset="0"/>
              </a:rPr>
              <a:t>dks</a:t>
            </a:r>
            <a:r>
              <a:rPr lang="en-IN" sz="2800" baseline="0" dirty="0">
                <a:latin typeface="DevLys 010" pitchFamily="2" charset="0"/>
              </a:rPr>
              <a:t> </a:t>
            </a:r>
            <a:r>
              <a:rPr lang="en-IN" sz="2800" baseline="0" dirty="0" err="1">
                <a:latin typeface="DevLys 010" pitchFamily="2" charset="0"/>
              </a:rPr>
              <a:t>jksdus</a:t>
            </a:r>
            <a:r>
              <a:rPr lang="en-IN" sz="2800" baseline="0" dirty="0">
                <a:latin typeface="DevLys 010" pitchFamily="2" charset="0"/>
              </a:rPr>
              <a:t> </a:t>
            </a:r>
            <a:r>
              <a:rPr lang="en-IN" sz="2800" baseline="0" dirty="0" err="1">
                <a:latin typeface="DevLys 010" pitchFamily="2" charset="0"/>
              </a:rPr>
              <a:t>gsrq</a:t>
            </a:r>
            <a:r>
              <a:rPr lang="en-IN" sz="2800" baseline="0" dirty="0">
                <a:latin typeface="DevLys 010" pitchFamily="2" charset="0"/>
              </a:rPr>
              <a:t> ,d </a:t>
            </a:r>
            <a:r>
              <a:rPr lang="en-IN" sz="2800" baseline="0" dirty="0" err="1">
                <a:latin typeface="DevLys 010" pitchFamily="2" charset="0"/>
              </a:rPr>
              <a:t>gh</a:t>
            </a:r>
            <a:r>
              <a:rPr lang="en-IN" sz="2800" baseline="0" dirty="0">
                <a:latin typeface="DevLys 010" pitchFamily="2" charset="0"/>
              </a:rPr>
              <a:t> </a:t>
            </a:r>
            <a:r>
              <a:rPr lang="en-IN" sz="2800" baseline="0" dirty="0" err="1">
                <a:latin typeface="DevLys 010" pitchFamily="2" charset="0"/>
              </a:rPr>
              <a:t>lkW¶Vos;j</a:t>
            </a:r>
            <a:r>
              <a:rPr lang="en-IN" sz="2800" baseline="0" dirty="0">
                <a:latin typeface="DevLys 010" pitchFamily="2" charset="0"/>
              </a:rPr>
              <a:t> </a:t>
            </a:r>
            <a:r>
              <a:rPr lang="en-IN" sz="2800" baseline="0" dirty="0" err="1">
                <a:latin typeface="DevLys 010" pitchFamily="2" charset="0"/>
              </a:rPr>
              <a:t>rFkk</a:t>
            </a:r>
            <a:r>
              <a:rPr lang="en-IN" sz="2800" baseline="0" dirty="0">
                <a:latin typeface="DevLys 010" pitchFamily="2" charset="0"/>
              </a:rPr>
              <a:t> </a:t>
            </a:r>
            <a:r>
              <a:rPr lang="en-IN" sz="2800" baseline="0" dirty="0" err="1">
                <a:latin typeface="DevLys 010" pitchFamily="2" charset="0"/>
              </a:rPr>
              <a:t>vk</a:t>
            </a:r>
            <a:r>
              <a:rPr lang="en-IN" sz="2800" baseline="0" dirty="0">
                <a:latin typeface="DevLys 010" pitchFamily="2" charset="0"/>
              </a:rPr>
              <a:t>/</a:t>
            </a:r>
            <a:r>
              <a:rPr lang="en-IN" sz="2800" baseline="0" dirty="0" err="1">
                <a:latin typeface="DevLys 010" pitchFamily="2" charset="0"/>
              </a:rPr>
              <a:t>kqfud</a:t>
            </a:r>
            <a:r>
              <a:rPr lang="en-IN" sz="2800" baseline="0" dirty="0">
                <a:latin typeface="DevLys 010" pitchFamily="2" charset="0"/>
              </a:rPr>
              <a:t> </a:t>
            </a:r>
            <a:r>
              <a:rPr lang="en-IN" sz="2800" baseline="0" dirty="0" err="1">
                <a:latin typeface="DevLys 010" pitchFamily="2" charset="0"/>
              </a:rPr>
              <a:t>rduhd</a:t>
            </a:r>
            <a:r>
              <a:rPr lang="en-IN" sz="2800" baseline="0" dirty="0">
                <a:latin typeface="DevLys 010" pitchFamily="2" charset="0"/>
              </a:rPr>
              <a:t> dk </a:t>
            </a:r>
            <a:r>
              <a:rPr lang="en-IN" sz="2800" baseline="0" dirty="0" err="1">
                <a:latin typeface="DevLys 010" pitchFamily="2" charset="0"/>
              </a:rPr>
              <a:t>mi;ksx</a:t>
            </a:r>
            <a:endParaRPr lang="en-IN" sz="2800" dirty="0">
              <a:latin typeface="DevLys 010" pitchFamily="2" charset="0"/>
            </a:endParaRPr>
          </a:p>
          <a:p>
            <a:pPr marL="714375" indent="-714375" algn="just">
              <a:lnSpc>
                <a:spcPct val="150000"/>
              </a:lnSpc>
              <a:spcBef>
                <a:spcPts val="60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2800" dirty="0">
                <a:latin typeface="DevLys 010" pitchFamily="2" charset="0"/>
              </a:rPr>
              <a:t>[</a:t>
            </a:r>
            <a:r>
              <a:rPr lang="en-IN" sz="2800" dirty="0" err="1">
                <a:latin typeface="DevLys 010" pitchFamily="2" charset="0"/>
              </a:rPr>
              <a:t>kfut</a:t>
            </a:r>
            <a:r>
              <a:rPr lang="en-IN" sz="2800" dirty="0">
                <a:latin typeface="DevLys 010" pitchFamily="2" charset="0"/>
              </a:rPr>
              <a:t> ds </a:t>
            </a:r>
            <a:r>
              <a:rPr lang="en-IN" sz="2800" dirty="0" err="1">
                <a:latin typeface="DevLys 010" pitchFamily="2" charset="0"/>
              </a:rPr>
              <a:t>ifjogu</a:t>
            </a:r>
            <a:r>
              <a:rPr lang="en-IN" sz="2800" dirty="0">
                <a:latin typeface="DevLys 010" pitchFamily="2" charset="0"/>
              </a:rPr>
              <a:t> dh </a:t>
            </a:r>
            <a:r>
              <a:rPr lang="en-IN" sz="2800" dirty="0" err="1">
                <a:latin typeface="DevLys 010" pitchFamily="2" charset="0"/>
              </a:rPr>
              <a:t>ekWfuVfjax</a:t>
            </a:r>
            <a:r>
              <a:rPr lang="en-IN" sz="2800" baseline="0" dirty="0">
                <a:latin typeface="DevLys 010" pitchFamily="2" charset="0"/>
              </a:rPr>
              <a:t> </a:t>
            </a:r>
            <a:r>
              <a:rPr lang="en-IN" sz="2800" baseline="0" dirty="0" err="1">
                <a:latin typeface="DevLys 010" pitchFamily="2" charset="0"/>
              </a:rPr>
              <a:t>gsrq</a:t>
            </a:r>
            <a:r>
              <a:rPr lang="en-IN" sz="2800" baseline="0" dirty="0">
                <a:latin typeface="DevLys 010" pitchFamily="2" charset="0"/>
              </a:rPr>
              <a:t> </a:t>
            </a:r>
            <a:r>
              <a:rPr lang="en-IN" sz="2800" baseline="0" dirty="0" err="1">
                <a:latin typeface="DevLys 010" pitchFamily="2" charset="0"/>
              </a:rPr>
              <a:t>okguksa</a:t>
            </a:r>
            <a:r>
              <a:rPr lang="en-IN" sz="2800" baseline="0" dirty="0">
                <a:latin typeface="DevLys 010" pitchFamily="2" charset="0"/>
              </a:rPr>
              <a:t> </a:t>
            </a:r>
            <a:r>
              <a:rPr lang="en-IN" sz="2800" baseline="0" dirty="0" err="1">
                <a:latin typeface="DevLys 010" pitchFamily="2" charset="0"/>
              </a:rPr>
              <a:t>esa</a:t>
            </a:r>
            <a:r>
              <a:rPr lang="en-IN" sz="2800" baseline="0" dirty="0">
                <a:latin typeface="DevLys 010" pitchFamily="2" charset="0"/>
              </a:rPr>
              <a:t> </a:t>
            </a:r>
            <a:r>
              <a:rPr lang="en-IN" sz="2800" baseline="0" dirty="0" err="1">
                <a:latin typeface="DevLys 010" pitchFamily="2" charset="0"/>
              </a:rPr>
              <a:t>vkj</a:t>
            </a:r>
            <a:r>
              <a:rPr lang="en-IN" sz="2800" baseline="0" dirty="0">
                <a:latin typeface="DevLys 010" pitchFamily="2" charset="0"/>
              </a:rPr>
              <a:t>-,Q-</a:t>
            </a:r>
            <a:r>
              <a:rPr lang="en-IN" sz="2800" baseline="0" dirty="0" err="1">
                <a:latin typeface="DevLys 010" pitchFamily="2" charset="0"/>
              </a:rPr>
              <a:t>vkbZ</a:t>
            </a:r>
            <a:r>
              <a:rPr lang="en-IN" sz="2800" baseline="0" dirty="0">
                <a:latin typeface="DevLys 010" pitchFamily="2" charset="0"/>
              </a:rPr>
              <a:t>-</a:t>
            </a:r>
            <a:r>
              <a:rPr lang="en-IN" sz="2800" baseline="0" dirty="0" err="1">
                <a:latin typeface="DevLys 010" pitchFamily="2" charset="0"/>
              </a:rPr>
              <a:t>Mh</a:t>
            </a:r>
            <a:r>
              <a:rPr lang="en-IN" sz="2800" baseline="0" dirty="0">
                <a:latin typeface="DevLys 010" pitchFamily="2" charset="0"/>
              </a:rPr>
              <a:t>- o </a:t>
            </a:r>
            <a:r>
              <a:rPr lang="en-IN" sz="2800" baseline="0" dirty="0" err="1">
                <a:latin typeface="DevLys 010" pitchFamily="2" charset="0"/>
              </a:rPr>
              <a:t>th</a:t>
            </a:r>
            <a:r>
              <a:rPr lang="en-IN" sz="2800" baseline="0" dirty="0">
                <a:latin typeface="DevLys 010" pitchFamily="2" charset="0"/>
              </a:rPr>
              <a:t>-</a:t>
            </a:r>
            <a:r>
              <a:rPr lang="en-IN" sz="2800" baseline="0" dirty="0" err="1">
                <a:latin typeface="DevLys 010" pitchFamily="2" charset="0"/>
              </a:rPr>
              <a:t>ih</a:t>
            </a:r>
            <a:r>
              <a:rPr lang="en-IN" sz="2800" baseline="0" dirty="0">
                <a:latin typeface="DevLys 010" pitchFamily="2" charset="0"/>
              </a:rPr>
              <a:t>-,l- dk </a:t>
            </a:r>
            <a:r>
              <a:rPr lang="en-IN" sz="2800" baseline="0" dirty="0" err="1">
                <a:latin typeface="DevLys 010" pitchFamily="2" charset="0"/>
              </a:rPr>
              <a:t>mi;ksx</a:t>
            </a:r>
            <a:r>
              <a:rPr lang="en-IN" sz="2800" baseline="0" dirty="0">
                <a:latin typeface="DevLys 010" pitchFamily="2" charset="0"/>
              </a:rPr>
              <a:t> </a:t>
            </a:r>
            <a:r>
              <a:rPr lang="en-IN" sz="2800" dirty="0">
                <a:latin typeface="DevLys 010" pitchFamily="2" charset="0"/>
              </a:rPr>
              <a:t> </a:t>
            </a:r>
          </a:p>
          <a:p>
            <a:pPr marL="714375" indent="-714375" algn="just">
              <a:lnSpc>
                <a:spcPct val="150000"/>
              </a:lnSpc>
              <a:spcBef>
                <a:spcPts val="60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2800" dirty="0" err="1">
                <a:latin typeface="DevLys 010" pitchFamily="2" charset="0"/>
              </a:rPr>
              <a:t>jkW;YVh</a:t>
            </a:r>
            <a:r>
              <a:rPr lang="en-IN" sz="2800" dirty="0">
                <a:latin typeface="DevLys 010" pitchFamily="2" charset="0"/>
              </a:rPr>
              <a:t> </a:t>
            </a:r>
            <a:r>
              <a:rPr lang="en-IN" sz="2800" dirty="0" err="1">
                <a:latin typeface="DevLys 010" pitchFamily="2" charset="0"/>
              </a:rPr>
              <a:t>olwyh</a:t>
            </a:r>
            <a:r>
              <a:rPr lang="en-IN" sz="2800" dirty="0">
                <a:latin typeface="DevLys 010" pitchFamily="2" charset="0"/>
              </a:rPr>
              <a:t> </a:t>
            </a:r>
            <a:r>
              <a:rPr lang="en-IN" sz="2800" dirty="0" err="1">
                <a:latin typeface="DevLys 010" pitchFamily="2" charset="0"/>
              </a:rPr>
              <a:t>Bsdsnkjksa</a:t>
            </a:r>
            <a:r>
              <a:rPr lang="en-IN" sz="2800" baseline="0" dirty="0">
                <a:latin typeface="DevLys 010" pitchFamily="2" charset="0"/>
              </a:rPr>
              <a:t> </a:t>
            </a:r>
            <a:r>
              <a:rPr lang="en-IN" sz="2800" baseline="0" dirty="0" err="1">
                <a:latin typeface="DevLys 010" pitchFamily="2" charset="0"/>
              </a:rPr>
              <a:t>dks</a:t>
            </a:r>
            <a:r>
              <a:rPr lang="en-IN" sz="2800" baseline="0" dirty="0">
                <a:latin typeface="DevLys 010" pitchFamily="2" charset="0"/>
              </a:rPr>
              <a:t> </a:t>
            </a:r>
            <a:r>
              <a:rPr lang="en-IN" sz="2800" baseline="0" dirty="0" err="1">
                <a:latin typeface="DevLys 010" pitchFamily="2" charset="0"/>
              </a:rPr>
              <a:t>vkj</a:t>
            </a:r>
            <a:r>
              <a:rPr lang="en-IN" sz="2800" baseline="0" dirty="0">
                <a:latin typeface="DevLys 010" pitchFamily="2" charset="0"/>
              </a:rPr>
              <a:t>-,Q-</a:t>
            </a:r>
            <a:r>
              <a:rPr lang="en-IN" sz="2800" baseline="0" dirty="0" err="1">
                <a:latin typeface="DevLys 010" pitchFamily="2" charset="0"/>
              </a:rPr>
              <a:t>vkbZ</a:t>
            </a:r>
            <a:r>
              <a:rPr lang="en-IN" sz="2800" baseline="0" dirty="0">
                <a:latin typeface="DevLys 010" pitchFamily="2" charset="0"/>
              </a:rPr>
              <a:t>-</a:t>
            </a:r>
            <a:r>
              <a:rPr lang="en-IN" sz="2800" baseline="0" dirty="0" err="1">
                <a:latin typeface="DevLys 010" pitchFamily="2" charset="0"/>
              </a:rPr>
              <a:t>Mh</a:t>
            </a:r>
            <a:r>
              <a:rPr lang="en-IN" sz="2800" baseline="0" dirty="0">
                <a:latin typeface="DevLys 010" pitchFamily="2" charset="0"/>
              </a:rPr>
              <a:t>- ;</a:t>
            </a:r>
            <a:r>
              <a:rPr lang="en-IN" sz="2800" baseline="0" dirty="0" err="1">
                <a:latin typeface="DevLys 010" pitchFamily="2" charset="0"/>
              </a:rPr>
              <a:t>qDr</a:t>
            </a:r>
            <a:r>
              <a:rPr lang="en-IN" sz="2800" baseline="0" dirty="0">
                <a:latin typeface="DevLys 010" pitchFamily="2" charset="0"/>
              </a:rPr>
              <a:t> </a:t>
            </a:r>
            <a:r>
              <a:rPr lang="en-IN" sz="2800" baseline="0" dirty="0" err="1">
                <a:latin typeface="DevLys 010" pitchFamily="2" charset="0"/>
              </a:rPr>
              <a:t>pSdiksLV</a:t>
            </a:r>
            <a:r>
              <a:rPr lang="en-IN" sz="2800" baseline="0" dirty="0">
                <a:latin typeface="DevLys 010" pitchFamily="2" charset="0"/>
              </a:rPr>
              <a:t> </a:t>
            </a:r>
            <a:r>
              <a:rPr lang="en-IN" sz="2800" baseline="0" dirty="0" err="1">
                <a:latin typeface="DevLys 010" pitchFamily="2" charset="0"/>
              </a:rPr>
              <a:t>LFkkfir</a:t>
            </a:r>
            <a:r>
              <a:rPr lang="en-IN" sz="2800" baseline="0" dirty="0">
                <a:latin typeface="DevLys 010" pitchFamily="2" charset="0"/>
              </a:rPr>
              <a:t> </a:t>
            </a:r>
            <a:r>
              <a:rPr lang="en-IN" sz="2800" baseline="0" dirty="0" err="1">
                <a:latin typeface="DevLys 010" pitchFamily="2" charset="0"/>
              </a:rPr>
              <a:t>djuk</a:t>
            </a:r>
            <a:r>
              <a:rPr lang="en-IN" sz="2800" baseline="0" dirty="0">
                <a:latin typeface="DevLys 010" pitchFamily="2" charset="0"/>
              </a:rPr>
              <a:t> </a:t>
            </a:r>
            <a:r>
              <a:rPr lang="en-IN" sz="2800" baseline="0" dirty="0" err="1">
                <a:latin typeface="DevLys 010" pitchFamily="2" charset="0"/>
              </a:rPr>
              <a:t>rFkk</a:t>
            </a:r>
            <a:r>
              <a:rPr lang="en-IN" sz="2800" baseline="0" dirty="0">
                <a:latin typeface="DevLys 010" pitchFamily="2" charset="0"/>
              </a:rPr>
              <a:t> </a:t>
            </a:r>
            <a:r>
              <a:rPr lang="en-IN" sz="2800" baseline="0" dirty="0" err="1">
                <a:latin typeface="DevLys 010" pitchFamily="2" charset="0"/>
              </a:rPr>
              <a:t>jkW;YVh</a:t>
            </a:r>
            <a:r>
              <a:rPr lang="en-IN" sz="2800" dirty="0">
                <a:latin typeface="DevLys 010" pitchFamily="2" charset="0"/>
              </a:rPr>
              <a:t> dh </a:t>
            </a:r>
            <a:r>
              <a:rPr lang="en-IN" sz="2800" baseline="0" dirty="0" err="1">
                <a:latin typeface="DevLys 010" pitchFamily="2" charset="0"/>
              </a:rPr>
              <a:t>vkWuykbZu</a:t>
            </a:r>
            <a:r>
              <a:rPr lang="en-IN" sz="2800" baseline="0" dirty="0">
                <a:latin typeface="DevLys 010" pitchFamily="2" charset="0"/>
              </a:rPr>
              <a:t> </a:t>
            </a:r>
            <a:r>
              <a:rPr lang="en-IN" sz="2800" baseline="0" dirty="0" err="1">
                <a:latin typeface="DevLys 010" pitchFamily="2" charset="0"/>
              </a:rPr>
              <a:t>olwyh</a:t>
            </a:r>
            <a:r>
              <a:rPr lang="en-IN" sz="2800" baseline="0" dirty="0">
                <a:latin typeface="DevLys 010" pitchFamily="2" charset="0"/>
              </a:rPr>
              <a:t> </a:t>
            </a:r>
            <a:r>
              <a:rPr lang="en-IN" sz="2800" baseline="0" dirty="0" err="1">
                <a:latin typeface="DevLys 010" pitchFamily="2" charset="0"/>
              </a:rPr>
              <a:t>dk</a:t>
            </a:r>
            <a:r>
              <a:rPr lang="en-IN" sz="2800" baseline="0" dirty="0">
                <a:latin typeface="DevLys 010" pitchFamily="2" charset="0"/>
              </a:rPr>
              <a:t> </a:t>
            </a:r>
            <a:r>
              <a:rPr lang="en-IN" sz="2800" baseline="0" dirty="0" err="1">
                <a:latin typeface="DevLys 010" pitchFamily="2" charset="0"/>
              </a:rPr>
              <a:t>izko</a:t>
            </a:r>
            <a:r>
              <a:rPr lang="en-IN" sz="2800" baseline="0" dirty="0">
                <a:latin typeface="DevLys 010" pitchFamily="2" charset="0"/>
              </a:rPr>
              <a:t>/</a:t>
            </a:r>
            <a:r>
              <a:rPr lang="en-IN" sz="2800" baseline="0" dirty="0" err="1">
                <a:latin typeface="DevLys 010" pitchFamily="2" charset="0"/>
              </a:rPr>
              <a:t>kku</a:t>
            </a:r>
            <a:r>
              <a:rPr lang="en-IN" sz="2800" baseline="0" dirty="0">
                <a:latin typeface="DevLys 010" pitchFamily="2" charset="0"/>
              </a:rPr>
              <a:t> </a:t>
            </a:r>
            <a:r>
              <a:rPr lang="en-IN" sz="2800" baseline="0" dirty="0" err="1">
                <a:latin typeface="DevLys 010" pitchFamily="2" charset="0"/>
              </a:rPr>
              <a:t>izLrkforA</a:t>
            </a:r>
            <a:endParaRPr lang="en-IN" sz="2800" dirty="0">
              <a:latin typeface="DevLys 010" pitchFamily="2" charset="0"/>
            </a:endParaRPr>
          </a:p>
          <a:p>
            <a:pPr marL="714375" marR="0" indent="-714375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IN" sz="2800" dirty="0" err="1">
                <a:latin typeface="DevLys 010" pitchFamily="2" charset="0"/>
              </a:rPr>
              <a:t>voS</a:t>
            </a:r>
            <a:r>
              <a:rPr lang="en-IN" sz="2800" dirty="0">
                <a:latin typeface="DevLys 010" pitchFamily="2" charset="0"/>
              </a:rPr>
              <a:t>/k [</a:t>
            </a:r>
            <a:r>
              <a:rPr lang="en-IN" sz="2800" dirty="0" err="1">
                <a:latin typeface="DevLys 010" pitchFamily="2" charset="0"/>
              </a:rPr>
              <a:t>kuu</a:t>
            </a:r>
            <a:r>
              <a:rPr lang="en-IN" sz="2800" dirty="0">
                <a:latin typeface="DevLys 010" pitchFamily="2" charset="0"/>
              </a:rPr>
              <a:t> </a:t>
            </a:r>
            <a:r>
              <a:rPr lang="en-IN" sz="2800" dirty="0" err="1">
                <a:latin typeface="DevLys 010" pitchFamily="2" charset="0"/>
              </a:rPr>
              <a:t>LFkyksa</a:t>
            </a:r>
            <a:r>
              <a:rPr lang="en-IN" sz="2800" dirty="0">
                <a:latin typeface="DevLys 010" pitchFamily="2" charset="0"/>
              </a:rPr>
              <a:t> dh </a:t>
            </a:r>
            <a:r>
              <a:rPr lang="en-IN" sz="2800" dirty="0" err="1">
                <a:latin typeface="DevLys 010" pitchFamily="2" charset="0"/>
              </a:rPr>
              <a:t>ft;ks</a:t>
            </a:r>
            <a:r>
              <a:rPr lang="en-IN" sz="2800" baseline="0" dirty="0">
                <a:latin typeface="DevLys 010" pitchFamily="2" charset="0"/>
              </a:rPr>
              <a:t> </a:t>
            </a:r>
            <a:r>
              <a:rPr lang="en-IN" sz="2800" baseline="0" dirty="0" err="1">
                <a:latin typeface="DevLys 010" pitchFamily="2" charset="0"/>
              </a:rPr>
              <a:t>QsfUlax</a:t>
            </a:r>
            <a:r>
              <a:rPr lang="en-IN" sz="2800" baseline="0" dirty="0">
                <a:latin typeface="DevLys 010" pitchFamily="2" charset="0"/>
              </a:rPr>
              <a:t> </a:t>
            </a:r>
            <a:r>
              <a:rPr lang="en-IN" sz="2800" baseline="0" dirty="0" err="1">
                <a:latin typeface="DevLys 010" pitchFamily="2" charset="0"/>
              </a:rPr>
              <a:t>izLrkforA</a:t>
            </a:r>
            <a:endParaRPr lang="en-IN" sz="2800" dirty="0">
              <a:latin typeface="DevLys 01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17286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0BF33-F45A-5D9B-5881-EA9D3BA15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65B75442-D851-8D0C-5E44-47807667B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0763" y="5169769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C3F78ADD-73C9-4183-AFDA-6039D928B4EE}" type="slidenum">
              <a:rPr lang="en-IN" altLang="en-US" smtClean="0"/>
              <a:pPr>
                <a:defRPr/>
              </a:pPr>
              <a:t>15</a:t>
            </a:fld>
            <a:endParaRPr lang="en-IN" alt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37B5747-A793-85A9-32D2-AFB6617A24BE}"/>
              </a:ext>
            </a:extLst>
          </p:cNvPr>
          <p:cNvCxnSpPr/>
          <p:nvPr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7E744B70-265F-531D-304E-58521D196DD5}"/>
              </a:ext>
            </a:extLst>
          </p:cNvPr>
          <p:cNvSpPr/>
          <p:nvPr/>
        </p:nvSpPr>
        <p:spPr>
          <a:xfrm>
            <a:off x="474024" y="1149536"/>
            <a:ext cx="5148000" cy="7200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</p:spPr>
        <p:txBody>
          <a:bodyPr lIns="18288" tIns="320040" rIns="18288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en-US" sz="2400" b="1" kern="0">
              <a:solidFill>
                <a:sysClr val="windowText" lastClr="000000"/>
              </a:solidFill>
              <a:latin typeface="DevLys 010" pitchFamily="2" charset="0"/>
              <a:cs typeface="Times New Roman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80407F-593E-2721-D856-76AC0049F54A}"/>
              </a:ext>
            </a:extLst>
          </p:cNvPr>
          <p:cNvSpPr/>
          <p:nvPr/>
        </p:nvSpPr>
        <p:spPr>
          <a:xfrm>
            <a:off x="148867" y="69960"/>
            <a:ext cx="470994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ctr">
              <a:buNone/>
            </a:pPr>
            <a:r>
              <a:rPr lang="en-US" sz="3600" b="1" err="1">
                <a:latin typeface="DevLys 010" pitchFamily="2" charset="0"/>
              </a:rPr>
              <a:t>os&amp;fczt</a:t>
            </a:r>
            <a:r>
              <a:rPr lang="en-US" sz="3600" b="1">
                <a:latin typeface="DevLys 010" pitchFamily="2" charset="0"/>
              </a:rPr>
              <a:t> ,</a:t>
            </a:r>
            <a:r>
              <a:rPr lang="en-US" sz="3600" b="1" err="1">
                <a:latin typeface="DevLys 010" pitchFamily="2" charset="0"/>
              </a:rPr>
              <a:t>oa</a:t>
            </a:r>
            <a:r>
              <a:rPr lang="en-US" sz="3600" b="1">
                <a:latin typeface="DevLys 010" pitchFamily="2" charset="0"/>
              </a:rPr>
              <a:t> </a:t>
            </a:r>
            <a:r>
              <a:rPr lang="en-US" sz="3600" b="1" err="1">
                <a:latin typeface="DevLys 010" pitchFamily="2" charset="0"/>
              </a:rPr>
              <a:t>thih,l</a:t>
            </a:r>
            <a:r>
              <a:rPr lang="en-US" sz="3600" b="1">
                <a:latin typeface="DevLys 010" pitchFamily="2" charset="0"/>
              </a:rPr>
              <a:t> dh </a:t>
            </a:r>
            <a:r>
              <a:rPr lang="en-US" sz="3600" b="1" err="1">
                <a:latin typeface="DevLys 010" pitchFamily="2" charset="0"/>
              </a:rPr>
              <a:t>izxfr</a:t>
            </a:r>
            <a:endParaRPr lang="en-IN" sz="3600" b="1">
              <a:latin typeface="DevLys 010" pitchFamily="2" charset="0"/>
            </a:endParaRPr>
          </a:p>
        </p:txBody>
      </p:sp>
      <p:graphicFrame>
        <p:nvGraphicFramePr>
          <p:cNvPr id="2" name="Content Placeholder 4">
            <a:extLst>
              <a:ext uri="{FF2B5EF4-FFF2-40B4-BE49-F238E27FC236}">
                <a16:creationId xmlns:a16="http://schemas.microsoft.com/office/drawing/2014/main" id="{0A9356EE-B1E3-613A-B031-198E3DC9ACD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58279522"/>
              </p:ext>
            </p:extLst>
          </p:nvPr>
        </p:nvGraphicFramePr>
        <p:xfrm>
          <a:off x="288100" y="914407"/>
          <a:ext cx="11457309" cy="5648817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tableStyleId>{00A15C55-8517-42AA-B614-E9B94910E393}</a:tableStyleId>
              </a:tblPr>
              <a:tblGrid>
                <a:gridCol w="1019935">
                  <a:extLst>
                    <a:ext uri="{9D8B030D-6E8A-4147-A177-3AD203B41FA5}">
                      <a16:colId xmlns:a16="http://schemas.microsoft.com/office/drawing/2014/main" val="1626336352"/>
                    </a:ext>
                  </a:extLst>
                </a:gridCol>
                <a:gridCol w="46771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02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3286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1" kern="1200" dirty="0">
                        <a:solidFill>
                          <a:schemeClr val="tx1"/>
                        </a:solidFill>
                        <a:latin typeface="DevLys 010" pitchFamily="2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kern="1200" dirty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Ø-l-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IN" sz="2800" b="1" dirty="0">
                        <a:solidFill>
                          <a:schemeClr val="tx1"/>
                        </a:solidFill>
                        <a:latin typeface="DevLys 010" pitchFamily="2" charset="0"/>
                      </a:endParaRPr>
                    </a:p>
                  </a:txBody>
                  <a:tcPr marL="32147" marR="32147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y{;</a:t>
                      </a:r>
                      <a:endParaRPr lang="en-IN" sz="2800" b="1" dirty="0">
                        <a:solidFill>
                          <a:schemeClr val="tx1"/>
                        </a:solidFill>
                        <a:latin typeface="DevLys 010" pitchFamily="2" charset="0"/>
                      </a:endParaRPr>
                    </a:p>
                  </a:txBody>
                  <a:tcPr marL="32147" marR="32147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dirty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izxfr</a:t>
                      </a:r>
                      <a:endParaRPr lang="en-IN" sz="2800" b="1" dirty="0">
                        <a:solidFill>
                          <a:schemeClr val="tx1"/>
                        </a:solidFill>
                        <a:latin typeface="DevLys 010" pitchFamily="2" charset="0"/>
                      </a:endParaRPr>
                    </a:p>
                  </a:txBody>
                  <a:tcPr marL="32147" marR="32147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4505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>
                          <a:effectLst/>
                          <a:latin typeface="DevLys 010" pitchFamily="2" charset="0"/>
                        </a:rPr>
                        <a:t>1</a:t>
                      </a:r>
                      <a:endParaRPr lang="en-IN" sz="280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32147" marR="32147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dirty="0">
                        <a:solidFill>
                          <a:schemeClr val="tx1"/>
                        </a:solidFill>
                        <a:latin typeface="DevLys 010" pitchFamily="2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dirty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leLr</a:t>
                      </a:r>
                      <a:r>
                        <a:rPr lang="en-US" sz="2800" b="0" dirty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</a:t>
                      </a:r>
                      <a:r>
                        <a:rPr lang="en-US" sz="2800" b="0" dirty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LFkkuksa</a:t>
                      </a:r>
                      <a:r>
                        <a:rPr lang="en-US" sz="2800" b="0" dirty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</a:t>
                      </a:r>
                      <a:r>
                        <a:rPr lang="en-US" sz="2800" b="0" dirty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ij</a:t>
                      </a:r>
                      <a:r>
                        <a:rPr lang="en-US" sz="2800" b="0" dirty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</a:t>
                      </a:r>
                      <a:r>
                        <a:rPr lang="en-US" sz="2800" b="0" dirty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fnukad</a:t>
                      </a:r>
                      <a:r>
                        <a:rPr lang="en-US" sz="2800" b="0" dirty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15-08-2026 </a:t>
                      </a:r>
                      <a:r>
                        <a:rPr lang="en-US" sz="2800" b="0" dirty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rd</a:t>
                      </a:r>
                      <a:r>
                        <a:rPr lang="en-US" sz="2800" b="0" dirty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</a:t>
                      </a:r>
                      <a:r>
                        <a:rPr lang="en-US" sz="2800" b="0" baseline="0" dirty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os&amp;fczt</a:t>
                      </a:r>
                      <a:r>
                        <a:rPr lang="en-US" sz="2800" b="0" baseline="0" dirty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</a:t>
                      </a:r>
                      <a:r>
                        <a:rPr lang="en-US" sz="2800" b="0" baseline="0" dirty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vkWVkses'ku</a:t>
                      </a:r>
                      <a:endParaRPr lang="en-IN" sz="2800" b="0" dirty="0">
                        <a:solidFill>
                          <a:schemeClr val="tx1"/>
                        </a:solidFill>
                        <a:latin typeface="DevLys 010" pitchFamily="2" charset="0"/>
                      </a:endParaRPr>
                    </a:p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IN" sz="2800" dirty="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32147" marR="32147" marT="0" marB="0"/>
                </a:tc>
                <a:tc>
                  <a:txBody>
                    <a:bodyPr/>
                    <a:lstStyle/>
                    <a:p>
                      <a:pPr marL="60325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baseline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gkMZos;j</a:t>
                      </a:r>
                      <a:r>
                        <a:rPr lang="en-US" sz="2800" b="0" baseline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</a:t>
                      </a:r>
                      <a:r>
                        <a:rPr lang="en-US" sz="2800" b="0" baseline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bULVkys'ku</a:t>
                      </a:r>
                      <a:r>
                        <a:rPr lang="en-US" sz="2800" b="0" baseline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% 631 </a:t>
                      </a:r>
                      <a:r>
                        <a:rPr lang="en-US" sz="2800" b="0" baseline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os&amp;fczt</a:t>
                      </a:r>
                      <a:r>
                        <a:rPr lang="en-US" sz="2800" b="0" baseline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</a:t>
                      </a:r>
                      <a:r>
                        <a:rPr lang="en-US" sz="2800" b="0" baseline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ij</a:t>
                      </a:r>
                      <a:r>
                        <a:rPr lang="en-US" sz="2800" b="0" baseline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</a:t>
                      </a:r>
                    </a:p>
                    <a:p>
                      <a:pPr marL="60325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baseline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os&amp;fczt</a:t>
                      </a:r>
                      <a:r>
                        <a:rPr lang="en-US" sz="2800" b="0" baseline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</a:t>
                      </a:r>
                      <a:r>
                        <a:rPr lang="en-US" sz="2800" b="0" baseline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ykbZo</a:t>
                      </a:r>
                      <a:r>
                        <a:rPr lang="en-US" sz="2800" b="0" baseline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% 441</a:t>
                      </a:r>
                      <a:endParaRPr lang="en-IN" sz="2800" b="0">
                        <a:solidFill>
                          <a:schemeClr val="tx1"/>
                        </a:solidFill>
                        <a:latin typeface="DevLys 010" pitchFamily="2" charset="0"/>
                      </a:endParaRPr>
                    </a:p>
                  </a:txBody>
                  <a:tcPr marL="32147" marR="32147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1445">
                <a:tc>
                  <a:txBody>
                    <a:bodyPr/>
                    <a:lstStyle/>
                    <a:p>
                      <a:pPr marL="60325" indent="0" algn="ctr">
                        <a:spcAft>
                          <a:spcPts val="0"/>
                        </a:spcAft>
                      </a:pPr>
                      <a:r>
                        <a:rPr lang="en-US" sz="2800" b="0" kern="1200" dirty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2</a:t>
                      </a:r>
                      <a:endParaRPr lang="en-IN" sz="2800" b="0" kern="1200" dirty="0">
                        <a:solidFill>
                          <a:schemeClr val="tx1"/>
                        </a:solidFill>
                        <a:latin typeface="DevLys 010" pitchFamily="2" charset="0"/>
                        <a:ea typeface="+mn-ea"/>
                        <a:cs typeface="+mn-cs"/>
                      </a:endParaRPr>
                    </a:p>
                  </a:txBody>
                  <a:tcPr marL="32147" marR="32147" marT="0" marB="0" anchor="ctr"/>
                </a:tc>
                <a:tc>
                  <a:txBody>
                    <a:bodyPr/>
                    <a:lstStyle/>
                    <a:p>
                      <a:pPr marL="60325" indent="0" algn="l">
                        <a:spcAft>
                          <a:spcPts val="0"/>
                        </a:spcAft>
                      </a:pPr>
                      <a:endParaRPr lang="en-US" sz="2800" b="0" baseline="0" dirty="0">
                        <a:solidFill>
                          <a:schemeClr val="tx1"/>
                        </a:solidFill>
                        <a:latin typeface="DevLys 010" pitchFamily="2" charset="0"/>
                      </a:endParaRPr>
                    </a:p>
                    <a:p>
                      <a:pPr marL="60325" indent="0" algn="l">
                        <a:spcAft>
                          <a:spcPts val="0"/>
                        </a:spcAft>
                      </a:pPr>
                      <a:r>
                        <a:rPr lang="en-US" sz="2800" b="0" baseline="0" dirty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okguksa</a:t>
                      </a:r>
                      <a:r>
                        <a:rPr lang="en-US" sz="2800" b="0" baseline="0" dirty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</a:t>
                      </a:r>
                      <a:r>
                        <a:rPr lang="en-US" sz="2800" b="0" baseline="0" dirty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esa</a:t>
                      </a:r>
                      <a:r>
                        <a:rPr lang="en-US" sz="2800" b="0" baseline="0" dirty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</a:t>
                      </a:r>
                      <a:r>
                        <a:rPr lang="en-US" sz="2800" b="0" dirty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fnukad</a:t>
                      </a:r>
                      <a:r>
                        <a:rPr lang="en-US" sz="2800" b="0" dirty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15-08-2026 </a:t>
                      </a:r>
                      <a:r>
                        <a:rPr lang="en-US" sz="2800" b="0" dirty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rd</a:t>
                      </a:r>
                      <a:r>
                        <a:rPr lang="en-US" sz="2800" b="0" dirty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</a:t>
                      </a:r>
                      <a:r>
                        <a:rPr lang="en-US" sz="2800" b="0" baseline="0" dirty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thih,l</a:t>
                      </a:r>
                      <a:r>
                        <a:rPr lang="en-US" sz="2800" b="0" baseline="0" dirty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</a:t>
                      </a:r>
                      <a:r>
                        <a:rPr lang="en-US" sz="2800" b="0" baseline="0" dirty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rFkk</a:t>
                      </a:r>
                      <a:r>
                        <a:rPr lang="en-US" sz="2800" b="0" baseline="0" dirty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</a:t>
                      </a:r>
                      <a:r>
                        <a:rPr lang="en-US" sz="2800" b="0" dirty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vkj,QvkbZMh</a:t>
                      </a:r>
                      <a:r>
                        <a:rPr lang="en-US" sz="2800" b="0" dirty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</a:t>
                      </a:r>
                      <a:r>
                        <a:rPr lang="en-US" sz="2800" b="0" baseline="0" dirty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yxk;k</a:t>
                      </a:r>
                      <a:r>
                        <a:rPr lang="en-US" sz="2800" b="0" baseline="0" dirty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</a:t>
                      </a:r>
                      <a:r>
                        <a:rPr lang="en-US" sz="2800" b="0" baseline="0" dirty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tkuk</a:t>
                      </a:r>
                      <a:endParaRPr lang="en-US" sz="2800" b="0" baseline="0" dirty="0">
                        <a:solidFill>
                          <a:schemeClr val="tx1"/>
                        </a:solidFill>
                        <a:latin typeface="DevLys 010" pitchFamily="2" charset="0"/>
                      </a:endParaRPr>
                    </a:p>
                    <a:p>
                      <a:pPr marL="60325" indent="0" algn="l">
                        <a:spcAft>
                          <a:spcPts val="0"/>
                        </a:spcAft>
                      </a:pPr>
                      <a:endParaRPr lang="en-IN" sz="2800" b="0" kern="1200" dirty="0">
                        <a:solidFill>
                          <a:schemeClr val="tx1"/>
                        </a:solidFill>
                        <a:latin typeface="DevLys 010" pitchFamily="2" charset="0"/>
                        <a:ea typeface="+mn-ea"/>
                        <a:cs typeface="+mn-cs"/>
                      </a:endParaRPr>
                    </a:p>
                  </a:txBody>
                  <a:tcPr marL="32147" marR="32147" marT="0" marB="0"/>
                </a:tc>
                <a:tc>
                  <a:txBody>
                    <a:bodyPr/>
                    <a:lstStyle/>
                    <a:p>
                      <a:pPr marL="60325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baseline="0" dirty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th</a:t>
                      </a:r>
                      <a:r>
                        <a:rPr lang="en-US" sz="2800" b="0" baseline="0" dirty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-</a:t>
                      </a:r>
                      <a:r>
                        <a:rPr lang="en-US" sz="2800" b="0" baseline="0" dirty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ih</a:t>
                      </a:r>
                      <a:r>
                        <a:rPr lang="en-US" sz="2800" b="0" baseline="0" dirty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--,l- </a:t>
                      </a:r>
                      <a:r>
                        <a:rPr lang="en-US" sz="2800" b="0" baseline="0" dirty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bULVkys'ku</a:t>
                      </a:r>
                      <a:r>
                        <a:rPr lang="en-US" sz="2800" b="0" baseline="0" dirty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% 5719 </a:t>
                      </a:r>
                      <a:r>
                        <a:rPr lang="en-US" sz="2800" b="0" baseline="0" dirty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okguksa</a:t>
                      </a:r>
                      <a:r>
                        <a:rPr lang="en-US" sz="2800" b="0" baseline="0" dirty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</a:t>
                      </a:r>
                    </a:p>
                    <a:p>
                      <a:pPr marL="60325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baseline="0" dirty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th</a:t>
                      </a:r>
                      <a:r>
                        <a:rPr lang="en-US" sz="2800" b="0" baseline="0" dirty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-</a:t>
                      </a:r>
                      <a:r>
                        <a:rPr lang="en-US" sz="2800" b="0" baseline="0" dirty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ih</a:t>
                      </a:r>
                      <a:r>
                        <a:rPr lang="en-US" sz="2800" b="0" baseline="0" dirty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-,l- </a:t>
                      </a:r>
                      <a:r>
                        <a:rPr lang="en-US" sz="2800" b="0" baseline="0" dirty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ykbZo</a:t>
                      </a:r>
                      <a:r>
                        <a:rPr lang="en-US" sz="2800" b="0" baseline="0" dirty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% 3297</a:t>
                      </a:r>
                      <a:endParaRPr lang="en-IN" sz="2800" b="0" dirty="0">
                        <a:solidFill>
                          <a:schemeClr val="tx1"/>
                        </a:solidFill>
                        <a:latin typeface="DevLys 010" pitchFamily="2" charset="0"/>
                      </a:endParaRPr>
                    </a:p>
                  </a:txBody>
                  <a:tcPr marL="32147" marR="32147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58553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85938-A0A1-B61A-409A-A2DE1CD5A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CDB87E3B-776D-A815-9B23-558914C58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0763" y="5169769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C3F78ADD-73C9-4183-AFDA-6039D928B4EE}" type="slidenum">
              <a:rPr lang="en-IN" altLang="en-US" smtClean="0"/>
              <a:pPr>
                <a:defRPr/>
              </a:pPr>
              <a:t>16</a:t>
            </a:fld>
            <a:endParaRPr lang="en-IN" alt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650140C-E4F3-9CAF-E63C-EA1F45614DFC}"/>
              </a:ext>
            </a:extLst>
          </p:cNvPr>
          <p:cNvCxnSpPr/>
          <p:nvPr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3110D020-56E7-5CD3-9DAE-82408B51C0A8}"/>
              </a:ext>
            </a:extLst>
          </p:cNvPr>
          <p:cNvSpPr/>
          <p:nvPr/>
        </p:nvSpPr>
        <p:spPr>
          <a:xfrm>
            <a:off x="474024" y="1149536"/>
            <a:ext cx="5148000" cy="7200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</p:spPr>
        <p:txBody>
          <a:bodyPr lIns="18288" tIns="320040" rIns="18288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en-US" sz="2400" b="1" kern="0">
              <a:solidFill>
                <a:sysClr val="windowText" lastClr="000000"/>
              </a:solidFill>
              <a:latin typeface="DevLys 010" pitchFamily="2" charset="0"/>
              <a:cs typeface="Times New Roman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E2D5AE-9C5F-5ED0-94A8-8C293BCF740B}"/>
              </a:ext>
            </a:extLst>
          </p:cNvPr>
          <p:cNvSpPr/>
          <p:nvPr/>
        </p:nvSpPr>
        <p:spPr>
          <a:xfrm>
            <a:off x="282696" y="65326"/>
            <a:ext cx="815626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ctr">
              <a:buNone/>
            </a:pPr>
            <a:r>
              <a:rPr lang="en-US" sz="3600" b="1" u="sng" dirty="0" err="1">
                <a:latin typeface="DevLys 010" pitchFamily="2" charset="0"/>
              </a:rPr>
              <a:t>isVªksfy;e</a:t>
            </a:r>
            <a:r>
              <a:rPr lang="en-US" sz="3600" b="1" u="sng" dirty="0">
                <a:latin typeface="DevLys 010" pitchFamily="2" charset="0"/>
              </a:rPr>
              <a:t> </a:t>
            </a:r>
            <a:r>
              <a:rPr lang="en-US" sz="3600" b="1" u="sng" dirty="0" err="1">
                <a:latin typeface="DevLys 010" pitchFamily="2" charset="0"/>
              </a:rPr>
              <a:t>foHkkx</a:t>
            </a:r>
            <a:r>
              <a:rPr lang="en-US" sz="3600" b="1" u="sng" dirty="0">
                <a:latin typeface="DevLys 010" pitchFamily="2" charset="0"/>
              </a:rPr>
              <a:t> % </a:t>
            </a:r>
            <a:r>
              <a:rPr lang="en-US" sz="3600" b="1" u="sng" dirty="0" err="1">
                <a:latin typeface="DevLys 010" pitchFamily="2" charset="0"/>
              </a:rPr>
              <a:t>jktLo</a:t>
            </a:r>
            <a:r>
              <a:rPr lang="en-US" sz="3600" b="1" u="sng" dirty="0">
                <a:latin typeface="DevLys 010" pitchFamily="2" charset="0"/>
              </a:rPr>
              <a:t> y{; ,</a:t>
            </a:r>
            <a:r>
              <a:rPr lang="en-US" sz="3600" b="1" u="sng" dirty="0" err="1">
                <a:latin typeface="DevLys 010" pitchFamily="2" charset="0"/>
              </a:rPr>
              <a:t>oa</a:t>
            </a:r>
            <a:r>
              <a:rPr lang="en-US" sz="3600" b="1" u="sng" dirty="0">
                <a:latin typeface="DevLys 010" pitchFamily="2" charset="0"/>
              </a:rPr>
              <a:t> </a:t>
            </a:r>
            <a:r>
              <a:rPr lang="en-US" sz="3600" b="1" u="sng" dirty="0" err="1">
                <a:latin typeface="DevLys 010" pitchFamily="2" charset="0"/>
              </a:rPr>
              <a:t>izkfIr;ka</a:t>
            </a:r>
            <a:endParaRPr lang="en-IN" sz="3600" b="1" dirty="0">
              <a:latin typeface="DevLys 010" pitchFamily="2" charset="0"/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9809FC90-1722-FAE7-25D1-3DB67FB3AAD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07260333"/>
              </p:ext>
            </p:extLst>
          </p:nvPr>
        </p:nvGraphicFramePr>
        <p:xfrm>
          <a:off x="282696" y="1071410"/>
          <a:ext cx="11629555" cy="55748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EA9D597-69D4-3F4E-7508-34525502F221}"/>
              </a:ext>
            </a:extLst>
          </p:cNvPr>
          <p:cNvSpPr txBox="1"/>
          <p:nvPr/>
        </p:nvSpPr>
        <p:spPr>
          <a:xfrm>
            <a:off x="11118052" y="388492"/>
            <a:ext cx="1588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 in Cr.)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90541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ACF9B-C661-98C6-64AC-5450462F5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0D6FE3D-5597-75D6-FD4E-558602CB7529}"/>
              </a:ext>
            </a:extLst>
          </p:cNvPr>
          <p:cNvCxnSpPr/>
          <p:nvPr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AB881BA8-42C4-8EDF-1AD1-9C80CAF1FCFF}"/>
              </a:ext>
            </a:extLst>
          </p:cNvPr>
          <p:cNvSpPr/>
          <p:nvPr/>
        </p:nvSpPr>
        <p:spPr>
          <a:xfrm>
            <a:off x="474024" y="1149536"/>
            <a:ext cx="5148000" cy="7200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</p:spPr>
        <p:txBody>
          <a:bodyPr lIns="18288" tIns="320040" rIns="18288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en-US" sz="2400" b="1" kern="0">
              <a:solidFill>
                <a:sysClr val="windowText" lastClr="000000"/>
              </a:solidFill>
              <a:latin typeface="DevLys 010" pitchFamily="2" charset="0"/>
              <a:cs typeface="Times New Roman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44AD77-6B64-FD39-7E82-A0E96403C75E}"/>
              </a:ext>
            </a:extLst>
          </p:cNvPr>
          <p:cNvSpPr/>
          <p:nvPr/>
        </p:nvSpPr>
        <p:spPr>
          <a:xfrm>
            <a:off x="213925" y="111493"/>
            <a:ext cx="908614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u="sng" dirty="0" err="1">
                <a:latin typeface="DevLys 010" pitchFamily="2" charset="0"/>
              </a:rPr>
              <a:t>foxr</a:t>
            </a:r>
            <a:r>
              <a:rPr lang="en-US" sz="3600" b="1" u="sng" dirty="0">
                <a:latin typeface="DevLys 010" pitchFamily="2" charset="0"/>
              </a:rPr>
              <a:t> 05 </a:t>
            </a:r>
            <a:r>
              <a:rPr lang="en-US" sz="3600" b="1" u="sng" dirty="0" err="1">
                <a:latin typeface="DevLys 010" pitchFamily="2" charset="0"/>
              </a:rPr>
              <a:t>o"kksZa</a:t>
            </a:r>
            <a:r>
              <a:rPr lang="en-US" sz="3600" b="1" u="sng" dirty="0">
                <a:latin typeface="DevLys 010" pitchFamily="2" charset="0"/>
              </a:rPr>
              <a:t> </a:t>
            </a:r>
            <a:r>
              <a:rPr lang="en-US" sz="3600" b="1" u="sng" dirty="0" err="1">
                <a:latin typeface="DevLys 010" pitchFamily="2" charset="0"/>
              </a:rPr>
              <a:t>esa</a:t>
            </a:r>
            <a:r>
              <a:rPr lang="en-US" sz="3600" b="1" u="sng" dirty="0">
                <a:latin typeface="DevLys 010" pitchFamily="2" charset="0"/>
              </a:rPr>
              <a:t> </a:t>
            </a:r>
            <a:r>
              <a:rPr lang="en-US" sz="3600" b="1" u="sng" dirty="0" err="1">
                <a:latin typeface="DevLys 010" pitchFamily="2" charset="0"/>
              </a:rPr>
              <a:t>ØwM</a:t>
            </a:r>
            <a:r>
              <a:rPr lang="en-US" sz="3600" b="1" u="sng" dirty="0">
                <a:latin typeface="DevLys 010" pitchFamily="2" charset="0"/>
              </a:rPr>
              <a:t>+ </a:t>
            </a:r>
            <a:r>
              <a:rPr lang="en-US" sz="3600" b="1" u="sng" dirty="0" err="1">
                <a:latin typeface="DevLys 010" pitchFamily="2" charset="0"/>
              </a:rPr>
              <a:t>vkW;y</a:t>
            </a:r>
            <a:r>
              <a:rPr lang="en-US" sz="3600" b="1" u="sng" dirty="0">
                <a:latin typeface="DevLys 010" pitchFamily="2" charset="0"/>
              </a:rPr>
              <a:t> </a:t>
            </a:r>
            <a:r>
              <a:rPr lang="en-US" sz="3600" b="1" u="sng" dirty="0" err="1">
                <a:latin typeface="DevLys 010" pitchFamily="2" charset="0"/>
              </a:rPr>
              <a:t>rFkk</a:t>
            </a:r>
            <a:r>
              <a:rPr lang="en-US" sz="3600" b="1" u="sng" dirty="0">
                <a:latin typeface="DevLys 010" pitchFamily="2" charset="0"/>
              </a:rPr>
              <a:t> </a:t>
            </a:r>
            <a:r>
              <a:rPr lang="en-US" sz="3600" b="1" u="sng" dirty="0" err="1">
                <a:latin typeface="DevLys 010" pitchFamily="2" charset="0"/>
              </a:rPr>
              <a:t>izkd`frd</a:t>
            </a:r>
            <a:r>
              <a:rPr lang="en-US" sz="3600" b="1" u="sng" dirty="0">
                <a:latin typeface="DevLys 010" pitchFamily="2" charset="0"/>
              </a:rPr>
              <a:t> </a:t>
            </a:r>
            <a:r>
              <a:rPr lang="en-US" sz="3600" b="1" u="sng" dirty="0" err="1">
                <a:latin typeface="DevLys 010" pitchFamily="2" charset="0"/>
              </a:rPr>
              <a:t>xSl</a:t>
            </a:r>
            <a:r>
              <a:rPr lang="en-US" sz="3600" b="1" u="sng" dirty="0">
                <a:latin typeface="DevLys 010" pitchFamily="2" charset="0"/>
              </a:rPr>
              <a:t> dk </a:t>
            </a:r>
            <a:r>
              <a:rPr lang="en-US" sz="3600" b="1" u="sng" dirty="0" err="1">
                <a:latin typeface="DevLys 010" pitchFamily="2" charset="0"/>
              </a:rPr>
              <a:t>mRiknu</a:t>
            </a:r>
            <a:endParaRPr lang="en-US" sz="3600" b="1" u="sng" dirty="0">
              <a:latin typeface="DevLys 010" pitchFamily="2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621F053-84F5-506C-D01A-A3BE913D63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3914371"/>
              </p:ext>
            </p:extLst>
          </p:nvPr>
        </p:nvGraphicFramePr>
        <p:xfrm>
          <a:off x="474024" y="934652"/>
          <a:ext cx="11354722" cy="5440221"/>
        </p:xfrm>
        <a:graphic>
          <a:graphicData uri="http://schemas.openxmlformats.org/drawingml/2006/table">
            <a:tbl>
              <a:tblPr firstRow="1" firstCol="1" bandRow="1"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tableStyleId>{69012ECD-51FC-41F1-AA8D-1B2483CD663E}</a:tableStyleId>
              </a:tblPr>
              <a:tblGrid>
                <a:gridCol w="2579271">
                  <a:extLst>
                    <a:ext uri="{9D8B030D-6E8A-4147-A177-3AD203B41FA5}">
                      <a16:colId xmlns:a16="http://schemas.microsoft.com/office/drawing/2014/main" val="3756833940"/>
                    </a:ext>
                  </a:extLst>
                </a:gridCol>
                <a:gridCol w="3883730">
                  <a:extLst>
                    <a:ext uri="{9D8B030D-6E8A-4147-A177-3AD203B41FA5}">
                      <a16:colId xmlns:a16="http://schemas.microsoft.com/office/drawing/2014/main" val="1396292829"/>
                    </a:ext>
                  </a:extLst>
                </a:gridCol>
                <a:gridCol w="4891721">
                  <a:extLst>
                    <a:ext uri="{9D8B030D-6E8A-4147-A177-3AD203B41FA5}">
                      <a16:colId xmlns:a16="http://schemas.microsoft.com/office/drawing/2014/main" val="3876790140"/>
                    </a:ext>
                  </a:extLst>
                </a:gridCol>
              </a:tblGrid>
              <a:tr h="662717">
                <a:tc rowSpan="2"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800" b="1" kern="100" dirty="0" err="1">
                          <a:effectLst/>
                          <a:latin typeface="DevLys 010" pitchFamily="2" charset="0"/>
                        </a:rPr>
                        <a:t>foRrh</a:t>
                      </a:r>
                      <a:r>
                        <a:rPr lang="en-US" sz="2800" b="1" kern="100" dirty="0">
                          <a:effectLst/>
                          <a:latin typeface="DevLys 010" pitchFamily="2" charset="0"/>
                        </a:rPr>
                        <a:t>; </a:t>
                      </a:r>
                      <a:r>
                        <a:rPr lang="en-US" sz="2800" b="1" kern="100" dirty="0" err="1">
                          <a:effectLst/>
                          <a:latin typeface="DevLys 010" pitchFamily="2" charset="0"/>
                        </a:rPr>
                        <a:t>o"kZ</a:t>
                      </a:r>
                      <a:endParaRPr lang="en-IN" sz="2800" b="1" kern="100" dirty="0">
                        <a:effectLst/>
                        <a:latin typeface="DevLys 01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3200" b="1" kern="100" dirty="0" err="1">
                          <a:effectLst/>
                          <a:latin typeface="DevLys 010" pitchFamily="2" charset="0"/>
                        </a:rPr>
                        <a:t>mRiknu</a:t>
                      </a:r>
                      <a:endParaRPr lang="en-IN" sz="2800" b="1" kern="100" dirty="0">
                        <a:effectLst/>
                        <a:latin typeface="DevLys 01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IN" sz="2000" b="1" kern="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extLst>
                  <a:ext uri="{0D108BD9-81ED-4DB2-BD59-A6C34878D82A}">
                    <a16:rowId xmlns:a16="http://schemas.microsoft.com/office/drawing/2014/main" val="2112754815"/>
                  </a:ext>
                </a:extLst>
              </a:tr>
              <a:tr h="1159755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800" b="1" u="none" dirty="0" err="1">
                          <a:latin typeface="DevLys 010" pitchFamily="2" charset="0"/>
                        </a:rPr>
                        <a:t>ØwM</a:t>
                      </a:r>
                      <a:r>
                        <a:rPr lang="en-US" sz="2800" b="1" u="none" dirty="0">
                          <a:latin typeface="DevLys 010" pitchFamily="2" charset="0"/>
                        </a:rPr>
                        <a:t>+ </a:t>
                      </a:r>
                      <a:r>
                        <a:rPr lang="en-US" sz="2800" b="1" u="none" dirty="0" err="1">
                          <a:latin typeface="DevLys 010" pitchFamily="2" charset="0"/>
                        </a:rPr>
                        <a:t>vkW;y</a:t>
                      </a:r>
                      <a:r>
                        <a:rPr lang="en-US" sz="2800" b="1" u="none" dirty="0">
                          <a:latin typeface="DevLys 010" pitchFamily="2" charset="0"/>
                        </a:rPr>
                        <a:t> 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800" b="1" u="none" kern="100" dirty="0">
                          <a:effectLst/>
                          <a:latin typeface="DevLys 010" pitchFamily="2" charset="0"/>
                        </a:rPr>
                        <a:t>¼</a:t>
                      </a:r>
                      <a:r>
                        <a:rPr lang="en-US" sz="2800" b="1" u="none" dirty="0">
                          <a:latin typeface="DevLys 010" pitchFamily="2" charset="0"/>
                        </a:rPr>
                        <a:t>fefy;u cSjYl</a:t>
                      </a:r>
                      <a:r>
                        <a:rPr lang="en-US" sz="2400" b="1" u="none" kern="100" dirty="0">
                          <a:effectLst/>
                          <a:latin typeface="DevLys 010" pitchFamily="2" charset="0"/>
                        </a:rPr>
                        <a:t>½</a:t>
                      </a:r>
                      <a:endParaRPr lang="en-IN" sz="4000" b="1" u="none" kern="100" dirty="0">
                        <a:effectLst/>
                        <a:latin typeface="DevLys 010" pitchFamily="2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800" b="1" u="none" dirty="0" err="1">
                          <a:latin typeface="DevLys 010" pitchFamily="2" charset="0"/>
                        </a:rPr>
                        <a:t>izkd`frd</a:t>
                      </a:r>
                      <a:r>
                        <a:rPr lang="en-US" sz="2800" b="1" u="none" dirty="0">
                          <a:latin typeface="DevLys 010" pitchFamily="2" charset="0"/>
                        </a:rPr>
                        <a:t> </a:t>
                      </a:r>
                      <a:r>
                        <a:rPr lang="en-US" sz="2800" b="1" u="none" dirty="0" err="1">
                          <a:latin typeface="DevLys 010" pitchFamily="2" charset="0"/>
                        </a:rPr>
                        <a:t>xSl</a:t>
                      </a:r>
                      <a:endParaRPr lang="en-US" sz="2800" b="1" u="none" dirty="0">
                        <a:latin typeface="DevLys 010" pitchFamily="2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800" b="1" u="none" kern="100" dirty="0">
                          <a:effectLst/>
                          <a:latin typeface="DevLys 010" pitchFamily="2" charset="0"/>
                        </a:rPr>
                        <a:t>¼</a:t>
                      </a:r>
                      <a:r>
                        <a:rPr lang="en-US" sz="2800" b="1" u="none" dirty="0">
                          <a:latin typeface="DevLys 010" pitchFamily="2" charset="0"/>
                        </a:rPr>
                        <a:t>fefy;u ?</a:t>
                      </a:r>
                      <a:r>
                        <a:rPr lang="en-US" sz="2800" b="1" u="none" dirty="0" err="1">
                          <a:latin typeface="DevLys 010" pitchFamily="2" charset="0"/>
                        </a:rPr>
                        <a:t>ku</a:t>
                      </a:r>
                      <a:r>
                        <a:rPr lang="en-US" sz="2800" b="1" u="none" dirty="0">
                          <a:latin typeface="DevLys 010" pitchFamily="2" charset="0"/>
                        </a:rPr>
                        <a:t> ehVj</a:t>
                      </a:r>
                      <a:r>
                        <a:rPr lang="en-US" sz="2400" b="1" u="none" kern="100" dirty="0">
                          <a:effectLst/>
                          <a:latin typeface="DevLys 010" pitchFamily="2" charset="0"/>
                        </a:rPr>
                        <a:t>½</a:t>
                      </a:r>
                      <a:endParaRPr lang="en-IN" sz="4000" b="1" u="none" kern="100" dirty="0">
                        <a:effectLst/>
                        <a:latin typeface="DevLys 010" pitchFamily="2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extLst>
                  <a:ext uri="{0D108BD9-81ED-4DB2-BD59-A6C34878D82A}">
                    <a16:rowId xmlns:a16="http://schemas.microsoft.com/office/drawing/2014/main" val="1518591383"/>
                  </a:ext>
                </a:extLst>
              </a:tr>
              <a:tr h="4970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400" kern="100">
                          <a:effectLst/>
                        </a:rPr>
                        <a:t>2021-22</a:t>
                      </a:r>
                      <a:endParaRPr lang="en-IN" sz="24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42.46</a:t>
                      </a:r>
                      <a:endParaRPr lang="en-IN" sz="24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1684.51</a:t>
                      </a:r>
                      <a:endParaRPr lang="en-IN" sz="24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extLst>
                  <a:ext uri="{0D108BD9-81ED-4DB2-BD59-A6C34878D82A}">
                    <a16:rowId xmlns:a16="http://schemas.microsoft.com/office/drawing/2014/main" val="3932823382"/>
                  </a:ext>
                </a:extLst>
              </a:tr>
              <a:tr h="4970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2022-23</a:t>
                      </a:r>
                      <a:endParaRPr lang="en-IN" sz="2400" kern="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36.55</a:t>
                      </a:r>
                      <a:endParaRPr lang="en-IN" sz="24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1648.78</a:t>
                      </a:r>
                      <a:endParaRPr lang="en-IN" sz="24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extLst>
                  <a:ext uri="{0D108BD9-81ED-4DB2-BD59-A6C34878D82A}">
                    <a16:rowId xmlns:a16="http://schemas.microsoft.com/office/drawing/2014/main" val="1825528558"/>
                  </a:ext>
                </a:extLst>
              </a:tr>
              <a:tr h="4970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400" kern="100">
                          <a:effectLst/>
                        </a:rPr>
                        <a:t>2023-24</a:t>
                      </a:r>
                      <a:endParaRPr lang="en-IN" sz="24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32.00</a:t>
                      </a:r>
                      <a:endParaRPr lang="en-IN" sz="24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1522.41</a:t>
                      </a:r>
                      <a:endParaRPr lang="en-IN" sz="24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extLst>
                  <a:ext uri="{0D108BD9-81ED-4DB2-BD59-A6C34878D82A}">
                    <a16:rowId xmlns:a16="http://schemas.microsoft.com/office/drawing/2014/main" val="36324732"/>
                  </a:ext>
                </a:extLst>
              </a:tr>
              <a:tr h="4970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400" kern="100">
                          <a:effectLst/>
                        </a:rPr>
                        <a:t>2024-25</a:t>
                      </a:r>
                      <a:endParaRPr lang="en-IN" sz="24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24.88</a:t>
                      </a:r>
                      <a:endParaRPr lang="en-IN" sz="24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1250.82</a:t>
                      </a:r>
                      <a:endParaRPr lang="en-IN" sz="24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extLst>
                  <a:ext uri="{0D108BD9-81ED-4DB2-BD59-A6C34878D82A}">
                    <a16:rowId xmlns:a16="http://schemas.microsoft.com/office/drawing/2014/main" val="3270275558"/>
                  </a:ext>
                </a:extLst>
              </a:tr>
              <a:tr h="4970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2025-26</a:t>
                      </a:r>
                      <a:endParaRPr lang="en-IN" sz="2400" kern="100" dirty="0">
                        <a:effectLst/>
                      </a:endParaRPr>
                    </a:p>
                  </a:txBody>
                  <a:tcPr marL="55306" marR="553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21.44</a:t>
                      </a:r>
                      <a:endParaRPr lang="en-IN" sz="24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1082.84</a:t>
                      </a:r>
                      <a:endParaRPr lang="en-IN" sz="24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extLst>
                  <a:ext uri="{0D108BD9-81ED-4DB2-BD59-A6C34878D82A}">
                    <a16:rowId xmlns:a16="http://schemas.microsoft.com/office/drawing/2014/main" val="366799272"/>
                  </a:ext>
                </a:extLst>
              </a:tr>
              <a:tr h="113255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400" kern="100" dirty="0">
                          <a:solidFill>
                            <a:schemeClr val="tx1"/>
                          </a:solidFill>
                          <a:effectLst/>
                        </a:rPr>
                        <a:t>2026-27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400" kern="100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en-US" sz="2400" b="1" u="none" dirty="0" err="1">
                          <a:latin typeface="DevLys 010" pitchFamily="2" charset="0"/>
                        </a:rPr>
                        <a:t>ekg</a:t>
                      </a:r>
                      <a:r>
                        <a:rPr lang="en-US" sz="2400" b="1" u="none" dirty="0">
                          <a:latin typeface="DevLys 010" pitchFamily="2" charset="0"/>
                        </a:rPr>
                        <a:t> vizSy&amp;26 </a:t>
                      </a:r>
                      <a:r>
                        <a:rPr lang="en-US" sz="2400" b="1" u="none" dirty="0" err="1">
                          <a:latin typeface="DevLys 010" pitchFamily="2" charset="0"/>
                        </a:rPr>
                        <a:t>rd</a:t>
                      </a:r>
                      <a:r>
                        <a:rPr lang="en-US" sz="2400" kern="100" dirty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endParaRPr lang="en-IN" sz="24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306" marR="553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IN" sz="2400" kern="100" dirty="0">
                          <a:effectLst/>
                        </a:rPr>
                        <a:t>1.62</a:t>
                      </a:r>
                      <a:endParaRPr lang="en-IN" sz="2400" kern="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IN" sz="2400" kern="100" dirty="0">
                          <a:effectLst/>
                        </a:rPr>
                        <a:t>57.76</a:t>
                      </a:r>
                      <a:endParaRPr lang="en-IN" sz="2400" kern="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extLst>
                  <a:ext uri="{0D108BD9-81ED-4DB2-BD59-A6C34878D82A}">
                    <a16:rowId xmlns:a16="http://schemas.microsoft.com/office/drawing/2014/main" val="18475385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53847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FA6CE-922B-D01C-5E85-89ABBBEB0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Oil Well Drilling Process Stock Illustrations – 239 Oil Well Drilling  Process Stock Illustrations, Vectors &amp; Clipart - Dreamstime">
            <a:extLst>
              <a:ext uri="{FF2B5EF4-FFF2-40B4-BE49-F238E27FC236}">
                <a16:creationId xmlns:a16="http://schemas.microsoft.com/office/drawing/2014/main" id="{B0F61A50-C752-6978-DDDE-6739D04EC87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 amt="2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856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12415A0-FD16-69BF-CC35-EC34C044E60C}"/>
              </a:ext>
            </a:extLst>
          </p:cNvPr>
          <p:cNvCxnSpPr/>
          <p:nvPr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A7C006C8-810C-76CD-7FE5-23944761AE81}"/>
              </a:ext>
            </a:extLst>
          </p:cNvPr>
          <p:cNvSpPr/>
          <p:nvPr/>
        </p:nvSpPr>
        <p:spPr>
          <a:xfrm>
            <a:off x="474024" y="1149536"/>
            <a:ext cx="5148000" cy="7200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</p:spPr>
        <p:txBody>
          <a:bodyPr lIns="18288" tIns="320040" rIns="18288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en-US" sz="2400" b="1" kern="0">
              <a:solidFill>
                <a:sysClr val="windowText" lastClr="000000"/>
              </a:solidFill>
              <a:latin typeface="DevLys 010" pitchFamily="2" charset="0"/>
              <a:cs typeface="Times New Roman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494B36-9618-46DA-A8F5-99D6DFCBF0EA}"/>
              </a:ext>
            </a:extLst>
          </p:cNvPr>
          <p:cNvSpPr/>
          <p:nvPr/>
        </p:nvSpPr>
        <p:spPr>
          <a:xfrm>
            <a:off x="250131" y="0"/>
            <a:ext cx="511069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3600" b="1" u="sng" dirty="0" err="1">
                <a:latin typeface="DevLys 010" pitchFamily="2" charset="0"/>
              </a:rPr>
              <a:t>foRrh</a:t>
            </a:r>
            <a:r>
              <a:rPr lang="en-US" sz="3600" b="1" u="sng" dirty="0">
                <a:latin typeface="DevLys 010" pitchFamily="2" charset="0"/>
              </a:rPr>
              <a:t>; </a:t>
            </a:r>
            <a:r>
              <a:rPr lang="en-US" sz="3600" b="1" u="sng" dirty="0" err="1">
                <a:latin typeface="DevLys 010" pitchFamily="2" charset="0"/>
              </a:rPr>
              <a:t>o"kZ</a:t>
            </a:r>
            <a:r>
              <a:rPr lang="en-US" sz="3600" b="1" u="sng" dirty="0">
                <a:latin typeface="DevLys 010" pitchFamily="2" charset="0"/>
              </a:rPr>
              <a:t> 2026&amp;27% </a:t>
            </a:r>
            <a:r>
              <a:rPr lang="en-US" sz="3600" b="1" u="sng" dirty="0" err="1">
                <a:latin typeface="DevLys 010" pitchFamily="2" charset="0"/>
              </a:rPr>
              <a:t>dk;Z;kstuk</a:t>
            </a:r>
            <a:endParaRPr lang="en-IN" sz="3600" b="1" dirty="0">
              <a:latin typeface="DevLys 01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7F695E-EA7B-F92D-5522-CEF84151EBEE}"/>
              </a:ext>
            </a:extLst>
          </p:cNvPr>
          <p:cNvSpPr txBox="1"/>
          <p:nvPr/>
        </p:nvSpPr>
        <p:spPr>
          <a:xfrm>
            <a:off x="250131" y="869318"/>
            <a:ext cx="11133832" cy="5611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3275" lvl="0" indent="-803275" algn="just">
              <a:lnSpc>
                <a:spcPct val="2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s-ES_tradnl" sz="2800" dirty="0" err="1"/>
              <a:t>Alkaline</a:t>
            </a:r>
            <a:r>
              <a:rPr lang="es-ES_tradnl" sz="2800" dirty="0"/>
              <a:t> </a:t>
            </a:r>
            <a:r>
              <a:rPr lang="es-ES_tradnl" sz="2800" dirty="0" err="1"/>
              <a:t>Surfactant</a:t>
            </a:r>
            <a:r>
              <a:rPr lang="es-ES_tradnl" sz="2800" dirty="0"/>
              <a:t> </a:t>
            </a:r>
            <a:r>
              <a:rPr lang="es-ES_tradnl" sz="2800" dirty="0" err="1"/>
              <a:t>Polymer</a:t>
            </a:r>
            <a:r>
              <a:rPr lang="es-ES_tradnl" sz="2800" dirty="0"/>
              <a:t> (ASP) </a:t>
            </a:r>
            <a:r>
              <a:rPr lang="es-ES_tradnl" sz="2800" dirty="0" err="1"/>
              <a:t>Enhanced</a:t>
            </a:r>
            <a:r>
              <a:rPr lang="es-ES_tradnl" sz="2800" dirty="0"/>
              <a:t> </a:t>
            </a:r>
            <a:r>
              <a:rPr lang="es-ES_tradnl" sz="2800" dirty="0" err="1"/>
              <a:t>Oil</a:t>
            </a:r>
            <a:r>
              <a:rPr lang="es-ES_tradnl" sz="2800" dirty="0"/>
              <a:t> </a:t>
            </a:r>
            <a:r>
              <a:rPr lang="es-ES_tradnl" sz="2800" dirty="0" err="1"/>
              <a:t>Recovery</a:t>
            </a:r>
            <a:r>
              <a:rPr lang="es-ES_tradnl" sz="2800" dirty="0"/>
              <a:t> (EOR) </a:t>
            </a:r>
            <a:r>
              <a:rPr lang="es-ES_tradnl" sz="2800" dirty="0" err="1">
                <a:latin typeface="DevLys 010" pitchFamily="2" charset="0"/>
              </a:rPr>
              <a:t>rduhd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ds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mi;ksx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ls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ØwM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vkW;y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ds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mRiknu</a:t>
            </a:r>
            <a:r>
              <a:rPr lang="es-ES_tradnl" sz="2800" dirty="0">
                <a:latin typeface="DevLys 010" pitchFamily="2" charset="0"/>
              </a:rPr>
              <a:t> esas </a:t>
            </a:r>
            <a:r>
              <a:rPr lang="es-ES_tradnl" sz="2800" b="1" dirty="0">
                <a:latin typeface="DevLys 010" pitchFamily="2" charset="0"/>
              </a:rPr>
              <a:t>15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ls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b="1" dirty="0">
                <a:latin typeface="DevLys 010" pitchFamily="2" charset="0"/>
              </a:rPr>
              <a:t>20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izfr’kr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o`f</a:t>
            </a:r>
            <a:r>
              <a:rPr lang="es-ES_tradnl" sz="2800" dirty="0">
                <a:latin typeface="DevLys 010" pitchFamily="2" charset="0"/>
              </a:rPr>
              <a:t>) </a:t>
            </a:r>
            <a:endParaRPr lang="en-US" sz="2800" dirty="0">
              <a:latin typeface="DevLys 010" pitchFamily="2" charset="0"/>
            </a:endParaRPr>
          </a:p>
          <a:p>
            <a:pPr marL="803275" lvl="0" indent="-803275" algn="just">
              <a:lnSpc>
                <a:spcPct val="2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s-ES_tradnl" sz="2800" dirty="0" err="1">
                <a:latin typeface="DevLys 010" pitchFamily="2" charset="0"/>
              </a:rPr>
              <a:t>isVªksfy;e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yht</a:t>
            </a:r>
            <a:r>
              <a:rPr lang="es-ES_tradnl" sz="2800" dirty="0">
                <a:latin typeface="DevLys 010" pitchFamily="2" charset="0"/>
              </a:rPr>
              <a:t> ¼</a:t>
            </a:r>
            <a:r>
              <a:rPr lang="es-ES_tradnl" sz="2800" b="1" dirty="0">
                <a:latin typeface="DevLys 010" pitchFamily="2" charset="0"/>
              </a:rPr>
              <a:t>12</a:t>
            </a:r>
            <a:r>
              <a:rPr lang="es-ES_tradnl" sz="2800" dirty="0">
                <a:latin typeface="DevLys 010" pitchFamily="2" charset="0"/>
              </a:rPr>
              <a:t>½ ,</a:t>
            </a:r>
            <a:r>
              <a:rPr lang="es-ES_tradnl" sz="2800" dirty="0" err="1">
                <a:latin typeface="DevLys 010" pitchFamily="2" charset="0"/>
              </a:rPr>
              <a:t>oa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isVªksfy;e</a:t>
            </a:r>
            <a:r>
              <a:rPr lang="es-ES_tradnl" sz="2800" dirty="0">
                <a:latin typeface="DevLys 010" pitchFamily="2" charset="0"/>
              </a:rPr>
              <a:t> ,</a:t>
            </a:r>
            <a:r>
              <a:rPr lang="es-ES_tradnl" sz="2800" dirty="0" err="1">
                <a:latin typeface="DevLys 010" pitchFamily="2" charset="0"/>
              </a:rPr>
              <a:t>Dliyksjs’ku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ykblsal</a:t>
            </a:r>
            <a:r>
              <a:rPr lang="es-ES_tradnl" sz="2800" dirty="0">
                <a:latin typeface="DevLys 010" pitchFamily="2" charset="0"/>
              </a:rPr>
              <a:t> ¼</a:t>
            </a:r>
            <a:r>
              <a:rPr lang="es-ES_tradnl" sz="2800" b="1" dirty="0">
                <a:latin typeface="DevLys 010" pitchFamily="2" charset="0"/>
              </a:rPr>
              <a:t>13</a:t>
            </a:r>
            <a:r>
              <a:rPr lang="es-ES_tradnl" sz="2800" dirty="0">
                <a:latin typeface="DevLys 010" pitchFamily="2" charset="0"/>
              </a:rPr>
              <a:t>½ esa </a:t>
            </a:r>
            <a:r>
              <a:rPr lang="es-ES_tradnl" sz="2800" dirty="0" err="1">
                <a:latin typeface="DevLys 010" pitchFamily="2" charset="0"/>
              </a:rPr>
              <a:t>vUos"k.k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dk;Z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tkjhA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u;s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Hk.Mkj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dh</a:t>
            </a:r>
            <a:r>
              <a:rPr lang="es-ES_tradnl" sz="2800" dirty="0">
                <a:latin typeface="DevLys 010" pitchFamily="2" charset="0"/>
              </a:rPr>
              <a:t> [</a:t>
            </a:r>
            <a:r>
              <a:rPr lang="es-ES_tradnl" sz="2800" dirty="0" err="1">
                <a:latin typeface="DevLys 010" pitchFamily="2" charset="0"/>
              </a:rPr>
              <a:t>kkst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mijkar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dPps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rsy</a:t>
            </a:r>
            <a:r>
              <a:rPr lang="es-ES_tradnl" sz="2800" dirty="0">
                <a:latin typeface="DevLys 010" pitchFamily="2" charset="0"/>
              </a:rPr>
              <a:t> o </a:t>
            </a:r>
            <a:r>
              <a:rPr lang="es-ES_tradnl" sz="2800" dirty="0" err="1">
                <a:latin typeface="DevLys 010" pitchFamily="2" charset="0"/>
              </a:rPr>
              <a:t>xSl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ds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mRiknu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eas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o`f</a:t>
            </a:r>
            <a:r>
              <a:rPr lang="es-ES_tradnl" sz="2800" dirty="0">
                <a:latin typeface="DevLys 010" pitchFamily="2" charset="0"/>
              </a:rPr>
              <a:t>) </a:t>
            </a:r>
            <a:r>
              <a:rPr lang="es-ES_tradnl" sz="2800" dirty="0" err="1">
                <a:latin typeface="DevLys 010" pitchFamily="2" charset="0"/>
              </a:rPr>
              <a:t>dh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laHkkoukA</a:t>
            </a:r>
            <a:endParaRPr lang="en-US" sz="2800" dirty="0">
              <a:latin typeface="DevLys 010" pitchFamily="2" charset="0"/>
            </a:endParaRPr>
          </a:p>
          <a:p>
            <a:pPr marL="803275" lvl="0" indent="-803275" algn="just">
              <a:lnSpc>
                <a:spcPct val="2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s-ES_tradnl" sz="2800" dirty="0">
                <a:latin typeface="DevLys 010" pitchFamily="2" charset="0"/>
              </a:rPr>
              <a:t>u, </a:t>
            </a:r>
            <a:r>
              <a:rPr lang="es-ES_tradnl" sz="2800" dirty="0" err="1">
                <a:latin typeface="DevLys 010" pitchFamily="2" charset="0"/>
              </a:rPr>
              <a:t>rsy</a:t>
            </a:r>
            <a:r>
              <a:rPr lang="es-ES_tradnl" sz="2800" dirty="0">
                <a:latin typeface="DevLys 010" pitchFamily="2" charset="0"/>
              </a:rPr>
              <a:t> o </a:t>
            </a:r>
            <a:r>
              <a:rPr lang="es-ES_tradnl" sz="2800" dirty="0" err="1">
                <a:latin typeface="DevLys 010" pitchFamily="2" charset="0"/>
              </a:rPr>
              <a:t>çk</a:t>
            </a:r>
            <a:r>
              <a:rPr lang="es-ES_tradnl" sz="2800" dirty="0">
                <a:latin typeface="DevLys 010" pitchFamily="2" charset="0"/>
              </a:rPr>
              <a:t>—</a:t>
            </a:r>
            <a:r>
              <a:rPr lang="es-ES_tradnl" sz="2800" dirty="0" err="1">
                <a:latin typeface="DevLys 010" pitchFamily="2" charset="0"/>
              </a:rPr>
              <a:t>frd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xSl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dh</a:t>
            </a:r>
            <a:r>
              <a:rPr lang="es-ES_tradnl" sz="2800" dirty="0">
                <a:latin typeface="DevLys 010" pitchFamily="2" charset="0"/>
              </a:rPr>
              <a:t> [</a:t>
            </a:r>
            <a:r>
              <a:rPr lang="es-ES_tradnl" sz="2800" dirty="0" err="1">
                <a:latin typeface="DevLys 010" pitchFamily="2" charset="0"/>
              </a:rPr>
              <a:t>kkst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rFkk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fodkl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xfrfof</a:t>
            </a:r>
            <a:r>
              <a:rPr lang="es-ES_tradnl" sz="2800" dirty="0">
                <a:latin typeface="DevLys 010" pitchFamily="2" charset="0"/>
              </a:rPr>
              <a:t>/</a:t>
            </a:r>
            <a:r>
              <a:rPr lang="es-ES_tradnl" sz="2800" dirty="0" err="1">
                <a:latin typeface="DevLys 010" pitchFamily="2" charset="0"/>
              </a:rPr>
              <a:t>k;ksa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dks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rsth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ls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vkxs</a:t>
            </a:r>
            <a:r>
              <a:rPr lang="es-ES_tradnl" sz="2800" dirty="0">
                <a:latin typeface="DevLys 010" pitchFamily="2" charset="0"/>
              </a:rPr>
              <a:t> c&lt;+</a:t>
            </a:r>
            <a:r>
              <a:rPr lang="es-ES_tradnl" sz="2800" dirty="0" err="1">
                <a:latin typeface="DevLys 010" pitchFamily="2" charset="0"/>
              </a:rPr>
              <a:t>kukA</a:t>
            </a:r>
            <a:endParaRPr lang="en-US" sz="2800" dirty="0">
              <a:latin typeface="DevLys 010" pitchFamily="2" charset="0"/>
            </a:endParaRPr>
          </a:p>
          <a:p>
            <a:pPr marL="803275" lvl="0" indent="-803275" algn="just">
              <a:lnSpc>
                <a:spcPct val="2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s-ES_tradnl" sz="2800" dirty="0" err="1">
                <a:latin typeface="DevLys 010" pitchFamily="2" charset="0"/>
              </a:rPr>
              <a:t>ckM+esj&amp;lkapksj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rFkk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tSlyesj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csflu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ls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çk</a:t>
            </a:r>
            <a:r>
              <a:rPr lang="es-ES_tradnl" sz="2800" dirty="0">
                <a:latin typeface="DevLys 010" pitchFamily="2" charset="0"/>
              </a:rPr>
              <a:t>—</a:t>
            </a:r>
            <a:r>
              <a:rPr lang="es-ES_tradnl" sz="2800" dirty="0" err="1">
                <a:latin typeface="DevLys 010" pitchFamily="2" charset="0"/>
              </a:rPr>
              <a:t>frd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xSl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ds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mRiknu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dks</a:t>
            </a:r>
            <a:r>
              <a:rPr lang="es-ES_tradnl" sz="2800" dirty="0">
                <a:latin typeface="DevLys 010" pitchFamily="2" charset="0"/>
              </a:rPr>
              <a:t> c&lt;+</a:t>
            </a:r>
            <a:r>
              <a:rPr lang="es-ES_tradnl" sz="2800" dirty="0" err="1">
                <a:latin typeface="DevLys 010" pitchFamily="2" charset="0"/>
              </a:rPr>
              <a:t>kukA</a:t>
            </a:r>
            <a:endParaRPr lang="en-US" sz="2800" dirty="0">
              <a:latin typeface="DevLys 01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05317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A5034-280A-D15A-C7C1-18F7A8772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84BC45E5-2F17-F934-C112-FE94C25CF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0763" y="5169769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C3F78ADD-73C9-4183-AFDA-6039D928B4EE}" type="slidenum">
              <a:rPr lang="en-IN" altLang="en-US" smtClean="0"/>
              <a:pPr>
                <a:defRPr/>
              </a:pPr>
              <a:t>19</a:t>
            </a:fld>
            <a:endParaRPr lang="en-IN" alt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0060F6-8711-644E-1DF9-1A56A9C5D2A2}"/>
              </a:ext>
            </a:extLst>
          </p:cNvPr>
          <p:cNvSpPr/>
          <p:nvPr/>
        </p:nvSpPr>
        <p:spPr>
          <a:xfrm>
            <a:off x="7878434" y="1323106"/>
            <a:ext cx="5148000" cy="7200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</p:spPr>
        <p:txBody>
          <a:bodyPr lIns="18288" tIns="320040" rIns="18288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en-US" sz="2400" b="1" kern="0">
              <a:solidFill>
                <a:sysClr val="windowText" lastClr="000000"/>
              </a:solidFill>
              <a:latin typeface="DevLys 010" pitchFamily="2" charset="0"/>
              <a:cs typeface="Times New Roman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387AE6-4C39-0839-A0BE-24B0BD94B74B}"/>
              </a:ext>
            </a:extLst>
          </p:cNvPr>
          <p:cNvSpPr txBox="1"/>
          <p:nvPr/>
        </p:nvSpPr>
        <p:spPr>
          <a:xfrm>
            <a:off x="2348736" y="2199305"/>
            <a:ext cx="7077121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8800" dirty="0">
                <a:latin typeface="DevLys 010" pitchFamily="2" charset="0"/>
              </a:rPr>
              <a:t>/</a:t>
            </a:r>
            <a:r>
              <a:rPr lang="en-IN" sz="8800" dirty="0" err="1">
                <a:latin typeface="DevLys 010" pitchFamily="2" charset="0"/>
              </a:rPr>
              <a:t>kU;okn</a:t>
            </a:r>
            <a:endParaRPr lang="en-IN" sz="8800" dirty="0">
              <a:latin typeface="DevLys 010" pitchFamily="2" charset="0"/>
            </a:endParaRPr>
          </a:p>
        </p:txBody>
      </p:sp>
      <p:sp>
        <p:nvSpPr>
          <p:cNvPr id="2" name="AutoShape 4" descr="Powerpoint Background Images, HD Pictures and Wallpaper For Free Download |  Pngtree">
            <a:extLst>
              <a:ext uri="{FF2B5EF4-FFF2-40B4-BE49-F238E27FC236}">
                <a16:creationId xmlns:a16="http://schemas.microsoft.com/office/drawing/2014/main" id="{062EAE60-5F7B-979D-C85B-9B08F20EC68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" name="AutoShape 6" descr="Powerpoint Background Images, HD Pictures and Wallpaper For Free Download |  Pngtree">
            <a:extLst>
              <a:ext uri="{FF2B5EF4-FFF2-40B4-BE49-F238E27FC236}">
                <a16:creationId xmlns:a16="http://schemas.microsoft.com/office/drawing/2014/main" id="{5E41FFC0-DDB2-842A-1245-658503B01EF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7442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301</TotalTime>
  <Words>1632</Words>
  <Application>Microsoft Office PowerPoint</Application>
  <PresentationFormat>Widescreen</PresentationFormat>
  <Paragraphs>231</Paragraphs>
  <Slides>19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31" baseType="lpstr">
      <vt:lpstr>Aptos</vt:lpstr>
      <vt:lpstr>Aptos Display</vt:lpstr>
      <vt:lpstr>Arial</vt:lpstr>
      <vt:lpstr>Calibri</vt:lpstr>
      <vt:lpstr>Cambria</vt:lpstr>
      <vt:lpstr>DevLys 010</vt:lpstr>
      <vt:lpstr>DevLys 010 </vt:lpstr>
      <vt:lpstr>Kruti Dev 010</vt:lpstr>
      <vt:lpstr>Times New Roman</vt:lpstr>
      <vt:lpstr>Wingdings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Giri, Sanjay</dc:creator>
  <cp:lastModifiedBy>Verma, Vikas - Ext</cp:lastModifiedBy>
  <cp:revision>54</cp:revision>
  <dcterms:created xsi:type="dcterms:W3CDTF">2026-05-04T11:56:52Z</dcterms:created>
  <dcterms:modified xsi:type="dcterms:W3CDTF">2026-05-05T10:01:48Z</dcterms:modified>
</cp:coreProperties>
</file>